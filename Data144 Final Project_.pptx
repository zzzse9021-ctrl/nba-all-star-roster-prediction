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slideLayout+xml" PartName="/ppt/slideLayouts/slideLayout536.xml"/>
  <Override ContentType="application/vnd.openxmlformats-officedocument.presentationml.slideLayout+xml" PartName="/ppt/slideLayouts/slideLayout722.xml"/>
  <Override ContentType="application/vnd.openxmlformats-officedocument.presentationml.slideLayout+xml" PartName="/ppt/slideLayouts/slideLayout439.xml"/>
  <Override ContentType="application/vnd.openxmlformats-officedocument.presentationml.slideLayout+xml" PartName="/ppt/slideLayouts/slideLayout528.xml"/>
  <Override ContentType="application/vnd.openxmlformats-officedocument.presentationml.slideLayout+xml" PartName="/ppt/slideLayouts/slideLayout714.xml"/>
  <Override ContentType="application/vnd.openxmlformats-officedocument.presentationml.slideLayout+xml" PartName="/ppt/slideLayouts/slideLayout447.xml"/>
  <Override ContentType="application/vnd.openxmlformats-officedocument.presentationml.slideLayout+xml" PartName="/ppt/slideLayouts/slideLayout633.xml"/>
  <Override ContentType="application/vnd.openxmlformats-officedocument.presentationml.slideLayout+xml" PartName="/ppt/slideLayouts/slideLayout366.xml"/>
  <Override ContentType="application/vnd.openxmlformats-officedocument.presentationml.slideLayout+xml" PartName="/ppt/slideLayouts/slideLayout455.xml"/>
  <Override ContentType="application/vnd.openxmlformats-officedocument.presentationml.slideLayout+xml" PartName="/ppt/slideLayouts/slideLayout803.xml"/>
  <Override ContentType="application/vnd.openxmlformats-officedocument.presentationml.slideLayout+xml" PartName="/ppt/slideLayouts/slideLayout641.xml"/>
  <Override ContentType="application/vnd.openxmlformats-officedocument.presentationml.slideLayout+xml" PartName="/ppt/slideLayouts/slideLayout358.xml"/>
  <Override ContentType="application/vnd.openxmlformats-officedocument.presentationml.slideLayout+xml" PartName="/ppt/slideLayouts/slideLayout617.xml"/>
  <Override ContentType="application/vnd.openxmlformats-officedocument.presentationml.slideLayout+xml" PartName="/ppt/slideLayouts/slideLayout544.xml"/>
  <Override ContentType="application/vnd.openxmlformats-officedocument.presentationml.slideLayout+xml" PartName="/ppt/slideLayouts/slideLayout730.xml"/>
  <Override ContentType="application/vnd.openxmlformats-officedocument.presentationml.slideLayout+xml" PartName="/ppt/slideLayouts/slideLayout269.xml"/>
  <Override ContentType="application/vnd.openxmlformats-officedocument.presentationml.slideLayout+xml" PartName="/ppt/slideLayouts/slideLayout706.xml"/>
  <Override ContentType="application/vnd.openxmlformats-officedocument.presentationml.slideLayout+xml" PartName="/ppt/slideLayouts/slideLayout285.xml"/>
  <Override ContentType="application/vnd.openxmlformats-officedocument.presentationml.slideLayout+xml" PartName="/ppt/slideLayouts/slideLayout471.xml"/>
  <Override ContentType="application/vnd.openxmlformats-officedocument.presentationml.slideLayout+xml" PartName="/ppt/slideLayouts/slideLayout382.xml"/>
  <Override ContentType="application/vnd.openxmlformats-officedocument.presentationml.slideLayout+xml" PartName="/ppt/slideLayouts/slideLayout277.xml"/>
  <Override ContentType="application/vnd.openxmlformats-officedocument.presentationml.slideLayout+xml" PartName="/ppt/slideLayouts/slideLayout609.xml"/>
  <Override ContentType="application/vnd.openxmlformats-officedocument.presentationml.slideLayout+xml" PartName="/ppt/slideLayouts/slideLayout196.xml"/>
  <Override ContentType="application/vnd.openxmlformats-officedocument.presentationml.slideLayout+xml" PartName="/ppt/slideLayouts/slideLayout552.xml"/>
  <Override ContentType="application/vnd.openxmlformats-officedocument.presentationml.slideLayout+xml" PartName="/ppt/slideLayouts/slideLayout463.xml"/>
  <Override ContentType="application/vnd.openxmlformats-officedocument.presentationml.slideLayout+xml" PartName="/ppt/slideLayouts/slideLayout560.xml"/>
  <Override ContentType="application/vnd.openxmlformats-officedocument.presentationml.slideLayout+xml" PartName="/ppt/slideLayouts/slideLayout188.xml"/>
  <Override ContentType="application/vnd.openxmlformats-officedocument.presentationml.slideLayout+xml" PartName="/ppt/slideLayouts/slideLayout374.xml"/>
  <Override ContentType="application/vnd.openxmlformats-officedocument.presentationml.slideLayout+xml" PartName="/ppt/slideLayouts/slideLayout1328.xml"/>
  <Override ContentType="application/vnd.openxmlformats-officedocument.presentationml.slideLayout+xml" PartName="/ppt/slideLayouts/slideLayout65.xml"/>
  <Override ContentType="application/vnd.openxmlformats-officedocument.presentationml.slideLayout+xml" PartName="/ppt/slideLayouts/slideLayout1247.xml"/>
  <Override ContentType="application/vnd.openxmlformats-officedocument.presentationml.slideLayout+xml" PartName="/ppt/slideLayouts/slideLayout390.xml"/>
  <Override ContentType="application/vnd.openxmlformats-officedocument.presentationml.slideLayout+xml" PartName="/ppt/slideLayouts/slideLayout293.xml"/>
  <Override ContentType="application/vnd.openxmlformats-officedocument.presentationml.slideLayout+xml" PartName="/ppt/slideLayouts/slideLayout1174.xml"/>
  <Override ContentType="application/vnd.openxmlformats-officedocument.presentationml.slideLayout+xml" PartName="/ppt/slideLayouts/slideLayout49.xml"/>
  <Override ContentType="application/vnd.openxmlformats-officedocument.presentationml.slideLayout+xml" PartName="/ppt/slideLayouts/slideLayout117.xml"/>
  <Override ContentType="application/vnd.openxmlformats-officedocument.presentationml.slideLayout+xml" PartName="/ppt/slideLayouts/slideLayout858.xml"/>
  <Override ContentType="application/vnd.openxmlformats-officedocument.presentationml.slideLayout+xml" PartName="/ppt/slideLayouts/slideLayout1112.xml"/>
  <Override ContentType="application/vnd.openxmlformats-officedocument.presentationml.slideLayout+xml" PartName="/ppt/slideLayouts/slideLayout1271.xml"/>
  <Override ContentType="application/vnd.openxmlformats-officedocument.presentationml.slideLayout+xml" PartName="/ppt/slideLayouts/slideLayout10.xml"/>
  <Override ContentType="application/vnd.openxmlformats-officedocument.presentationml.slideLayout+xml" PartName="/ppt/slideLayouts/slideLayout311.xml"/>
  <Override ContentType="application/vnd.openxmlformats-officedocument.presentationml.slideLayout+xml" PartName="/ppt/slideLayouts/slideLayout1190.xml"/>
  <Override ContentType="application/vnd.openxmlformats-officedocument.presentationml.slideLayout+xml" PartName="/ppt/slideLayouts/slideLayout900.xml"/>
  <Override ContentType="application/vnd.openxmlformats-officedocument.presentationml.slideLayout+xml" PartName="/ppt/slideLayouts/slideLayout214.xml"/>
  <Override ContentType="application/vnd.openxmlformats-officedocument.presentationml.slideLayout+xml" PartName="/ppt/slideLayouts/slideLayout625.xml"/>
  <Override ContentType="application/vnd.openxmlformats-officedocument.presentationml.slideLayout+xml" PartName="/ppt/slideLayouts/slideLayout1015.xml"/>
  <Override ContentType="application/vnd.openxmlformats-officedocument.presentationml.slideLayout+xml" PartName="/ppt/slideLayouts/slideLayout1093.xml"/>
  <Override ContentType="application/vnd.openxmlformats-officedocument.presentationml.slideLayout+xml" PartName="/ppt/slideLayouts/slideLayout939.xml"/>
  <Override ContentType="application/vnd.openxmlformats-officedocument.presentationml.slideLayout+xml" PartName="/ppt/slideLayouts/slideLayout150.xml"/>
  <Override ContentType="application/vnd.openxmlformats-officedocument.presentationml.slideLayout+xml" PartName="/ppt/slideLayouts/slideLayout1007.xml"/>
  <Override ContentType="application/vnd.openxmlformats-officedocument.presentationml.slideLayout+xml" PartName="/ppt/slideLayouts/slideLayout133.xml"/>
  <Override ContentType="application/vnd.openxmlformats-officedocument.presentationml.slideLayout+xml" PartName="/ppt/slideLayouts/slideLayout955.xml"/>
  <Override ContentType="application/vnd.openxmlformats-officedocument.presentationml.slideLayout+xml" PartName="/ppt/slideLayouts/slideLayout866.xml"/>
  <Override ContentType="application/vnd.openxmlformats-officedocument.presentationml.slideLayout+xml" PartName="/ppt/slideLayouts/slideLayout1263.xml"/>
  <Override ContentType="application/vnd.openxmlformats-officedocument.presentationml.slideLayout+xml" PartName="/ppt/slideLayouts/slideLayout874.xml"/>
  <Override ContentType="application/vnd.openxmlformats-officedocument.presentationml.slideLayout+xml" PartName="/ppt/slideLayouts/slideLayout1344.xml"/>
  <Override ContentType="application/vnd.openxmlformats-officedocument.presentationml.slideLayout+xml" PartName="/ppt/slideLayouts/slideLayout768.xml"/>
  <Override ContentType="application/vnd.openxmlformats-officedocument.presentationml.slideLayout+xml" PartName="/ppt/slideLayouts/slideLayout1255.xml"/>
  <Override ContentType="application/vnd.openxmlformats-officedocument.presentationml.slideLayout+xml" PartName="/ppt/slideLayouts/slideLayout73.xml"/>
  <Override ContentType="application/vnd.openxmlformats-officedocument.presentationml.slideLayout+xml" PartName="/ppt/slideLayouts/slideLayout599.xml"/>
  <Override ContentType="application/vnd.openxmlformats-officedocument.presentationml.slideLayout+xml" PartName="/ppt/slideLayouts/slideLayout1069.xml"/>
  <Override ContentType="application/vnd.openxmlformats-officedocument.presentationml.slideLayout+xml" PartName="/ppt/slideLayouts/slideLayout785.xml"/>
  <Override ContentType="application/vnd.openxmlformats-officedocument.presentationml.slideLayout+xml" PartName="/ppt/slideLayouts/slideLayout1353.xml"/>
  <Override ContentType="application/vnd.openxmlformats-officedocument.presentationml.slideLayout+xml" PartName="/ppt/slideLayouts/slideLayout56.xml"/>
  <Override ContentType="application/vnd.openxmlformats-officedocument.presentationml.slideLayout+xml" PartName="/ppt/slideLayouts/slideLayout81.xml"/>
  <Override ContentType="application/vnd.openxmlformats-officedocument.presentationml.slideLayout+xml" PartName="/ppt/slideLayouts/slideLayout776.xml"/>
  <Override ContentType="application/vnd.openxmlformats-officedocument.presentationml.slideLayout+xml" PartName="/ppt/slideLayouts/slideLayout1030.xml"/>
  <Override ContentType="application/vnd.openxmlformats-officedocument.presentationml.slideLayout+xml" PartName="/ppt/slideLayouts/slideLayout1078.xml"/>
  <Override ContentType="application/vnd.openxmlformats-officedocument.presentationml.slideLayout+xml" PartName="/ppt/slideLayouts/slideLayout1336.xml"/>
  <Override ContentType="application/vnd.openxmlformats-officedocument.presentationml.slideLayout+xml" PartName="/ppt/slideLayouts/slideLayout1361.xml"/>
  <Override ContentType="application/vnd.openxmlformats-officedocument.presentationml.slideLayout+xml" PartName="/ppt/slideLayouts/slideLayout1022.xml"/>
  <Override ContentType="application/vnd.openxmlformats-officedocument.presentationml.slideLayout+xml" PartName="/ppt/slideLayouts/slideLayout1086.xml"/>
  <Override ContentType="application/vnd.openxmlformats-officedocument.presentationml.slideLayout+xml" PartName="/ppt/slideLayouts/slideLayout304.xml"/>
  <Override ContentType="application/vnd.openxmlformats-officedocument.presentationml.slideLayout+xml" PartName="/ppt/slideLayouts/slideLayout793.xml"/>
  <Override ContentType="application/vnd.openxmlformats-officedocument.presentationml.slideLayout+xml" PartName="/ppt/slideLayouts/slideLayout1103.xml"/>
  <Override ContentType="application/vnd.openxmlformats-officedocument.presentationml.slideLayout+xml" PartName="/ppt/slideLayouts/slideLayout1280.xml"/>
  <Override ContentType="application/vnd.openxmlformats-officedocument.presentationml.slideLayout+xml" PartName="/ppt/slideLayouts/slideLayout695.xml"/>
  <Override ContentType="application/vnd.openxmlformats-officedocument.presentationml.slideLayout+xml" PartName="/ppt/slideLayouts/slideLayout1159.xml"/>
  <Override ContentType="application/vnd.openxmlformats-officedocument.presentationml.slideLayout+xml" PartName="/ppt/slideLayouts/slideLayout970.xml"/>
  <Override ContentType="application/vnd.openxmlformats-officedocument.presentationml.slideLayout+xml" PartName="/ppt/slideLayouts/slideLayout1120.xml"/>
  <Override ContentType="application/vnd.openxmlformats-officedocument.presentationml.slideLayout+xml" PartName="/ppt/slideLayouts/slideLayout206.xml"/>
  <Override ContentType="application/vnd.openxmlformats-officedocument.presentationml.slideLayout+xml" PartName="/ppt/slideLayouts/slideLayout849.xml"/>
  <Override ContentType="application/vnd.openxmlformats-officedocument.presentationml.slideLayout+xml" PartName="/ppt/slideLayouts/slideLayout223.xml"/>
  <Override ContentType="application/vnd.openxmlformats-officedocument.presentationml.slideLayout+xml" PartName="/ppt/slideLayouts/slideLayout142.xml"/>
  <Override ContentType="application/vnd.openxmlformats-officedocument.presentationml.slideLayout+xml" PartName="/ppt/slideLayouts/slideLayout125.xml"/>
  <Override ContentType="application/vnd.openxmlformats-officedocument.presentationml.slideLayout+xml" PartName="/ppt/slideLayouts/slideLayout947.xml"/>
  <Override ContentType="application/vnd.openxmlformats-officedocument.presentationml.slideLayout+xml" PartName="/ppt/slideLayouts/slideLayout1182.xml"/>
  <Override ContentType="application/vnd.openxmlformats-officedocument.presentationml.slideLayout+xml" PartName="/ppt/slideLayouts/slideLayout1201.xml"/>
  <Override ContentType="application/vnd.openxmlformats-officedocument.presentationml.slideLayout+xml" PartName="/ppt/slideLayouts/slideLayout400.xml"/>
  <Override ContentType="application/vnd.openxmlformats-officedocument.presentationml.slideLayout+xml" PartName="/ppt/slideLayouts/slideLayout189.xml"/>
  <Override ContentType="application/vnd.openxmlformats-officedocument.presentationml.slideLayout+xml" PartName="/ppt/slideLayouts/slideLayout278.xml"/>
  <Override ContentType="application/vnd.openxmlformats-officedocument.presentationml.slideLayout+xml" PartName="/ppt/slideLayouts/slideLayout464.xml"/>
  <Override ContentType="application/vnd.openxmlformats-officedocument.presentationml.slideLayout+xml" PartName="/ppt/slideLayouts/slideLayout367.xml"/>
  <Override ContentType="application/vnd.openxmlformats-officedocument.presentationml.slideLayout+xml" PartName="/ppt/slideLayouts/slideLayout553.xml"/>
  <Override ContentType="application/vnd.openxmlformats-officedocument.presentationml.slideLayout+xml" PartName="/ppt/slideLayouts/slideLayout608.xml"/>
  <Override ContentType="application/vnd.openxmlformats-officedocument.presentationml.slideLayout+xml" PartName="/ppt/slideLayouts/slideLayout535.xml"/>
  <Override ContentType="application/vnd.openxmlformats-officedocument.presentationml.slideLayout+xml" PartName="/ppt/slideLayouts/slideLayout626.xml"/>
  <Override ContentType="application/vnd.openxmlformats-officedocument.presentationml.slideLayout+xml" PartName="/ppt/slideLayouts/slideLayout810.xml"/>
  <Override ContentType="application/vnd.openxmlformats-officedocument.presentationml.slideLayout+xml" PartName="/ppt/slideLayouts/slideLayout446.xml"/>
  <Override ContentType="application/vnd.openxmlformats-officedocument.presentationml.slideLayout+xml" PartName="/ppt/slideLayouts/slideLayout529.xml"/>
  <Override ContentType="application/vnd.openxmlformats-officedocument.presentationml.slideLayout+xml" PartName="/ppt/slideLayouts/slideLayout357.xml"/>
  <Override ContentType="application/vnd.openxmlformats-officedocument.presentationml.slideLayout+xml" PartName="/ppt/slideLayouts/slideLayout715.xml"/>
  <Override ContentType="application/vnd.openxmlformats-officedocument.presentationml.slideLayout+xml" PartName="/ppt/slideLayouts/slideLayout901.xml"/>
  <Override ContentType="application/vnd.openxmlformats-officedocument.presentationml.slideLayout+xml" PartName="/ppt/slideLayouts/slideLayout543.xml"/>
  <Override ContentType="application/vnd.openxmlformats-officedocument.presentationml.slideLayout+xml" PartName="/ppt/slideLayouts/slideLayout721.xml"/>
  <Override ContentType="application/vnd.openxmlformats-officedocument.presentationml.slideLayout+xml" PartName="/ppt/slideLayouts/slideLayout804.xml"/>
  <Override ContentType="application/vnd.openxmlformats-officedocument.presentationml.slideLayout+xml" PartName="/ppt/slideLayouts/slideLayout632.xml"/>
  <Override ContentType="application/vnd.openxmlformats-officedocument.presentationml.slideLayout+xml" PartName="/ppt/slideLayouts/slideLayout64.xml"/>
  <Override ContentType="application/vnd.openxmlformats-officedocument.presentationml.slideLayout+xml" PartName="/ppt/slideLayouts/slideLayout391.xml"/>
  <Override ContentType="application/vnd.openxmlformats-officedocument.presentationml.slideLayout+xml" PartName="/ppt/slideLayouts/slideLayout480.xml"/>
  <Override ContentType="application/vnd.openxmlformats-officedocument.presentationml.slideLayout+xml" PartName="/ppt/slideLayouts/slideLayout268.xml"/>
  <Override ContentType="application/vnd.openxmlformats-officedocument.presentationml.slideLayout+xml" PartName="/ppt/slideLayouts/slideLayout294.xml"/>
  <Override ContentType="application/vnd.openxmlformats-officedocument.presentationml.slideLayout+xml" PartName="/ppt/slideLayouts/slideLayout1264.xml"/>
  <Override ContentType="application/vnd.openxmlformats-officedocument.presentationml.slideLayout+xml" PartName="/ppt/slideLayouts/slideLayout470.xml"/>
  <Override ContentType="application/vnd.openxmlformats-officedocument.presentationml.slideLayout+xml" PartName="/ppt/slideLayouts/slideLayout881.xml"/>
  <Override ContentType="application/vnd.openxmlformats-officedocument.presentationml.slideLayout+xml" PartName="/ppt/slideLayouts/slideLayout1111.xml"/>
  <Override ContentType="application/vnd.openxmlformats-officedocument.presentationml.slideLayout+xml" PartName="/ppt/slideLayouts/slideLayout118.xml"/>
  <Override ContentType="application/vnd.openxmlformats-officedocument.presentationml.slideLayout+xml" PartName="/ppt/slideLayouts/slideLayout195.xml"/>
  <Override ContentType="application/vnd.openxmlformats-officedocument.presentationml.slideLayout+xml" PartName="/ppt/slideLayouts/slideLayout1248.xml"/>
  <Override ContentType="application/vnd.openxmlformats-officedocument.presentationml.slideLayout+xml" PartName="/ppt/slideLayouts/slideLayout373.xml"/>
  <Override ContentType="application/vnd.openxmlformats-officedocument.presentationml.slideLayout+xml" PartName="/ppt/slideLayouts/slideLayout1014.xml"/>
  <Override ContentType="application/vnd.openxmlformats-officedocument.presentationml.slideLayout+xml" PartName="/ppt/slideLayouts/slideLayout134.xml"/>
  <Override ContentType="application/vnd.openxmlformats-officedocument.presentationml.slideLayout+xml" PartName="/ppt/slideLayouts/slideLayout231.xml"/>
  <Override ContentType="application/vnd.openxmlformats-officedocument.presentationml.slideLayout+xml" PartName="/ppt/slideLayouts/slideLayout1191.xml"/>
  <Override ContentType="application/vnd.openxmlformats-officedocument.presentationml.slideLayout+xml" PartName="/ppt/slideLayouts/slideLayout938.xml"/>
  <Override ContentType="application/vnd.openxmlformats-officedocument.presentationml.slideLayout+xml" PartName="/ppt/slideLayouts/slideLayout1032.xml"/>
  <Override ContentType="application/vnd.openxmlformats-officedocument.presentationml.slideLayout+xml" PartName="/ppt/slideLayouts/slideLayout642.xml"/>
  <Override ContentType="application/vnd.openxmlformats-officedocument.presentationml.slideLayout+xml" PartName="/ppt/slideLayouts/slideLayout705.xml"/>
  <Override ContentType="application/vnd.openxmlformats-officedocument.presentationml.slideLayout+xml" PartName="/ppt/slideLayouts/slideLayout1270.xml"/>
  <Override ContentType="application/vnd.openxmlformats-officedocument.presentationml.slideLayout+xml" PartName="/ppt/slideLayouts/slideLayout230.xml"/>
  <Override ContentType="application/vnd.openxmlformats-officedocument.presentationml.slideLayout+xml" PartName="/ppt/slideLayouts/slideLayout1181.xml"/>
  <Override ContentType="application/vnd.openxmlformats-officedocument.presentationml.slideLayout+xml" PartName="/ppt/slideLayouts/slideLayout1008.xml"/>
  <Override ContentType="application/vnd.openxmlformats-officedocument.presentationml.slideLayout+xml" PartName="/ppt/slideLayouts/slideLayout141.xml"/>
  <Override ContentType="application/vnd.openxmlformats-officedocument.presentationml.slideLayout+xml" PartName="/ppt/slideLayouts/slideLayout859.xml"/>
  <Override ContentType="application/vnd.openxmlformats-officedocument.presentationml.slideLayout+xml" PartName="/ppt/slideLayouts/slideLayout786.xml"/>
  <Override ContentType="application/vnd.openxmlformats-officedocument.presentationml.slideLayout+xml" PartName="/ppt/slideLayouts/slideLayout1254.xml"/>
  <Override ContentType="application/vnd.openxmlformats-officedocument.presentationml.slideLayout+xml" PartName="/ppt/slideLayouts/slideLayout875.xml"/>
  <Override ContentType="application/vnd.openxmlformats-officedocument.presentationml.slideLayout+xml" PartName="/ppt/slideLayouts/slideLayout948.xml"/>
  <Override ContentType="application/vnd.openxmlformats-officedocument.presentationml.slideLayout+xml" PartName="/ppt/slideLayouts/slideLayout1343.xml"/>
  <Override ContentType="application/vnd.openxmlformats-officedocument.presentationml.slideLayout+xml" PartName="/ppt/slideLayouts/slideLayout124.xml"/>
  <Override ContentType="application/vnd.openxmlformats-officedocument.presentationml.slideLayout+xml" PartName="/ppt/slideLayouts/slideLayout213.xml"/>
  <Override ContentType="application/vnd.openxmlformats-officedocument.presentationml.slideLayout+xml" PartName="/ppt/slideLayouts/slideLayout1068.xml"/>
  <Override ContentType="application/vnd.openxmlformats-officedocument.presentationml.slideLayout+xml" PartName="/ppt/slideLayouts/slideLayout74.xml"/>
  <Override ContentType="application/vnd.openxmlformats-officedocument.presentationml.slideLayout+xml" PartName="/ppt/slideLayouts/slideLayout1031.xml"/>
  <Override ContentType="application/vnd.openxmlformats-officedocument.presentationml.slideLayout+xml" PartName="/ppt/slideLayouts/slideLayout696.xml"/>
  <Override ContentType="application/vnd.openxmlformats-officedocument.presentationml.slideLayout+xml" PartName="/ppt/slideLayouts/slideLayout1158.xml"/>
  <Override ContentType="application/vnd.openxmlformats-officedocument.presentationml.slideLayout+xml" PartName="/ppt/slideLayouts/slideLayout882.xml"/>
  <Override ContentType="application/vnd.openxmlformats-officedocument.presentationml.slideLayout+xml" PartName="/ppt/slideLayouts/slideLayout954.xml"/>
  <Override ContentType="application/vnd.openxmlformats-officedocument.presentationml.slideLayout+xml" PartName="/ppt/slideLayouts/slideLayout679.xml"/>
  <Override ContentType="application/vnd.openxmlformats-officedocument.presentationml.slideLayout+xml" PartName="/ppt/slideLayouts/slideLayout865.xml"/>
  <Override ContentType="application/vnd.openxmlformats-officedocument.presentationml.slideLayout+xml" PartName="/ppt/slideLayouts/slideLayout971.xml"/>
  <Override ContentType="application/vnd.openxmlformats-officedocument.presentationml.slideLayout+xml" PartName="/ppt/slideLayouts/slideLayout1175.xml"/>
  <Override ContentType="application/vnd.openxmlformats-officedocument.presentationml.slideLayout+xml" PartName="/ppt/slideLayouts/slideLayout224.xml"/>
  <Override ContentType="application/vnd.openxmlformats-officedocument.presentationml.slideLayout+xml" PartName="/ppt/slideLayouts/slideLayout848.xml"/>
  <Override ContentType="application/vnd.openxmlformats-officedocument.presentationml.slideLayout+xml" PartName="/ppt/slideLayouts/slideLayout284.xml"/>
  <Override ContentType="application/vnd.openxmlformats-officedocument.presentationml.slideLayout+xml" PartName="/ppt/slideLayouts/slideLayout207.xml"/>
  <Override ContentType="application/vnd.openxmlformats-officedocument.presentationml.slideLayout+xml" PartName="/ppt/slideLayouts/slideLayout1200.xml"/>
  <Override ContentType="application/vnd.openxmlformats-officedocument.presentationml.slideLayout+xml" PartName="/ppt/slideLayouts/slideLayout57.xml"/>
  <Override ContentType="application/vnd.openxmlformats-officedocument.presentationml.slideLayout+xml" PartName="/ppt/slideLayouts/slideLayout775.xml"/>
  <Override ContentType="application/vnd.openxmlformats-officedocument.presentationml.slideLayout+xml" PartName="/ppt/slideLayouts/slideLayout1079.xml"/>
  <Override ContentType="application/vnd.openxmlformats-officedocument.presentationml.slideLayout+xml" PartName="/ppt/slideLayouts/slideLayout1360.xml"/>
  <Override ContentType="application/vnd.openxmlformats-officedocument.presentationml.slideLayout+xml" PartName="/ppt/slideLayouts/slideLayout80.xml"/>
  <Override ContentType="application/vnd.openxmlformats-officedocument.presentationml.slideLayout+xml" PartName="/ppt/slideLayouts/slideLayout1354.xml"/>
  <Override ContentType="application/vnd.openxmlformats-officedocument.presentationml.slideLayout+xml" PartName="/ppt/slideLayouts/slideLayout769.xml"/>
  <Override ContentType="application/vnd.openxmlformats-officedocument.presentationml.slideLayout+xml" PartName="/ppt/slideLayouts/slideLayout63.xml"/>
  <Override ContentType="application/vnd.openxmlformats-officedocument.presentationml.slideLayout+xml" PartName="/ppt/slideLayouts/slideLayout303.xml"/>
  <Override ContentType="application/vnd.openxmlformats-officedocument.presentationml.slideLayout+xml" PartName="/ppt/slideLayouts/slideLayout1085.xml"/>
  <Override ContentType="application/vnd.openxmlformats-officedocument.presentationml.slideLayout+xml" PartName="/ppt/slideLayouts/slideLayout792.xml"/>
  <Override ContentType="application/vnd.openxmlformats-officedocument.presentationml.slideLayout+xml" PartName="/ppt/slideLayouts/slideLayout1337.xml"/>
  <Override ContentType="application/vnd.openxmlformats-officedocument.presentationml.slideLayout+xml" PartName="/ppt/slideLayouts/slideLayout1104.xml"/>
  <Override ContentType="application/vnd.openxmlformats-officedocument.presentationml.slideLayout+xml" PartName="/ppt/slideLayouts/slideLayout519.xml"/>
  <Override ContentType="application/vnd.openxmlformats-officedocument.presentationml.slideLayout+xml" PartName="/ppt/slideLayouts/slideLayout1121.xml"/>
  <Override ContentType="application/vnd.openxmlformats-officedocument.presentationml.slideLayout+xml" PartName="/ppt/slideLayouts/slideLayout320.xml"/>
  <Override ContentType="application/vnd.openxmlformats-officedocument.presentationml.slideLayout+xml" PartName="/ppt/slideLayouts/slideLayout811.xml"/>
  <Override ContentType="application/vnd.openxmlformats-officedocument.presentationml.slideLayout+xml" PartName="/ppt/slideLayouts/slideLayout198.xml"/>
  <Override ContentType="application/vnd.openxmlformats-officedocument.presentationml.slideLayout+xml" PartName="/ppt/slideLayouts/slideLayout481.xml"/>
  <Override ContentType="application/vnd.openxmlformats-officedocument.presentationml.slideLayout+xml" PartName="/ppt/slideLayouts/slideLayout384.xml"/>
  <Override ContentType="application/vnd.openxmlformats-officedocument.presentationml.slideLayout+xml" PartName="/ppt/slideLayouts/slideLayout20.xml"/>
  <Override ContentType="application/vnd.openxmlformats-officedocument.presentationml.slideLayout+xml" PartName="/ppt/slideLayouts/slideLayout295.xml"/>
  <Override ContentType="application/vnd.openxmlformats-officedocument.presentationml.slideLayout+xml" PartName="/ppt/slideLayouts/slideLayout55.xml"/>
  <Override ContentType="application/vnd.openxmlformats-officedocument.presentationml.slideLayout+xml" PartName="/ppt/slideLayouts/slideLayout12.xml"/>
  <Override ContentType="application/vnd.openxmlformats-officedocument.presentationml.slideLayout+xml" PartName="/ppt/slideLayouts/slideLayout526.xml"/>
  <Override ContentType="application/vnd.openxmlformats-officedocument.presentationml.slideLayout+xml" PartName="/ppt/slideLayouts/slideLayout712.xml"/>
  <Override ContentType="application/vnd.openxmlformats-officedocument.presentationml.slideLayout+xml" PartName="/ppt/slideLayouts/slideLayout119.xml"/>
  <Override ContentType="application/vnd.openxmlformats-officedocument.presentationml.slideLayout+xml" PartName="/ppt/slideLayouts/slideLayout720.xml"/>
  <Override ContentType="application/vnd.openxmlformats-officedocument.presentationml.slideLayout+xml" PartName="/ppt/slideLayouts/slideLayout1184.xml"/>
  <Override ContentType="application/vnd.openxmlformats-officedocument.presentationml.slideLayout+xml" PartName="/ppt/slideLayouts/slideLayout305.xml"/>
  <Override ContentType="application/vnd.openxmlformats-officedocument.presentationml.slideLayout+xml" PartName="/ppt/slideLayouts/slideLayout627.xml"/>
  <Override ContentType="application/vnd.openxmlformats-officedocument.presentationml.slideLayout+xml" PartName="/ppt/slideLayouts/slideLayout813.xml"/>
  <Override ContentType="application/vnd.openxmlformats-officedocument.presentationml.slideLayout+xml" PartName="/ppt/slideLayouts/slideLayout348.xml"/>
  <Override ContentType="application/vnd.openxmlformats-officedocument.presentationml.slideLayout+xml" PartName="/ppt/slideLayouts/slideLayout534.xml"/>
  <Override ContentType="application/vnd.openxmlformats-officedocument.presentationml.slideLayout+xml" PartName="/ppt/slideLayouts/slideLayout1013.xml"/>
  <Override ContentType="application/vnd.openxmlformats-officedocument.presentationml.slideLayout+xml" PartName="/ppt/slideLayouts/slideLayout1370.xml"/>
  <Override ContentType="application/vnd.openxmlformats-officedocument.presentationml.slideLayout+xml" PartName="/ppt/slideLayouts/slideLayout47.xml"/>
  <Override ContentType="application/vnd.openxmlformats-officedocument.presentationml.slideLayout+xml" PartName="/ppt/slideLayouts/slideLayout356.xml"/>
  <Override ContentType="application/vnd.openxmlformats-officedocument.presentationml.slideLayout+xml" PartName="/ppt/slideLayouts/slideLayout410.xml"/>
  <Override ContentType="application/vnd.openxmlformats-officedocument.presentationml.slideLayout+xml" PartName="/ppt/slideLayouts/slideLayout232.xml"/>
  <Override ContentType="application/vnd.openxmlformats-officedocument.presentationml.slideLayout+xml" PartName="/ppt/slideLayouts/slideLayout313.xml"/>
  <Override ContentType="application/vnd.openxmlformats-officedocument.presentationml.slideLayout+xml" PartName="/ppt/slideLayouts/slideLayout937.xml"/>
  <Override ContentType="application/vnd.openxmlformats-officedocument.presentationml.slideLayout+xml" PartName="/ppt/slideLayouts/slideLayout275.xml"/>
  <Override ContentType="application/vnd.openxmlformats-officedocument.presentationml.slideLayout+xml" PartName="/ppt/slideLayouts/slideLayout449.xml"/>
  <Override ContentType="application/vnd.openxmlformats-officedocument.presentationml.slideLayout+xml" PartName="/ppt/slideLayouts/slideLayout821.xml"/>
  <Override ContentType="application/vnd.openxmlformats-officedocument.presentationml.slideLayout+xml" PartName="/ppt/slideLayouts/slideLayout1362.xml"/>
  <Override ContentType="application/vnd.openxmlformats-officedocument.presentationml.slideLayout+xml" PartName="/ppt/slideLayouts/slideLayout429.xml"/>
  <Override ContentType="application/vnd.openxmlformats-officedocument.presentationml.slideLayout+xml" PartName="/ppt/slideLayouts/slideLayout453.xml"/>
  <Override ContentType="application/vnd.openxmlformats-officedocument.presentationml.slideLayout+xml" PartName="/ppt/slideLayouts/slideLayout864.xml"/>
  <Override ContentType="application/vnd.openxmlformats-officedocument.presentationml.slideLayout+xml" PartName="/ppt/slideLayouts/slideLayout783.xml"/>
  <Override ContentType="application/vnd.openxmlformats-officedocument.presentationml.slideLayout+xml" PartName="/ppt/slideLayouts/slideLayout740.xml"/>
  <Override ContentType="application/vnd.openxmlformats-officedocument.presentationml.slideLayout+xml" PartName="/ppt/slideLayouts/slideLayout562.xml"/>
  <Override ContentType="application/vnd.openxmlformats-officedocument.presentationml.slideLayout+xml" PartName="/ppt/slideLayouts/slideLayout961.xml"/>
  <Override ContentType="application/vnd.openxmlformats-officedocument.presentationml.slideLayout+xml" PartName="/ppt/slideLayouts/slideLayout1249.xml"/>
  <Override ContentType="application/vnd.openxmlformats-officedocument.presentationml.slideLayout+xml" PartName="/ppt/slideLayouts/slideLayout368.xml"/>
  <Override ContentType="application/vnd.openxmlformats-officedocument.presentationml.slideLayout+xml" PartName="/ppt/slideLayouts/slideLayout607.xml"/>
  <Override ContentType="application/vnd.openxmlformats-officedocument.presentationml.slideLayout+xml" PartName="/ppt/slideLayouts/slideLayout1084.xml"/>
  <Override ContentType="application/vnd.openxmlformats-officedocument.presentationml.slideLayout+xml" PartName="/ppt/slideLayouts/slideLayout956.xml"/>
  <Override ContentType="application/vnd.openxmlformats-officedocument.presentationml.slideLayout+xml" PartName="/ppt/slideLayouts/slideLayout1342.xml"/>
  <Override ContentType="application/vnd.openxmlformats-officedocument.presentationml.slideLayout+xml" PartName="/ppt/slideLayouts/slideLayout778.xml"/>
  <Override ContentType="application/vnd.openxmlformats-officedocument.presentationml.slideLayout+xml" PartName="/ppt/slideLayouts/slideLayout964.xml"/>
  <Override ContentType="application/vnd.openxmlformats-officedocument.presentationml.slideLayout+xml" PartName="/ppt/slideLayouts/slideLayout1076.xml"/>
  <Override ContentType="application/vnd.openxmlformats-officedocument.presentationml.slideLayout+xml" PartName="/ppt/slideLayouts/slideLayout1033.xml"/>
  <Override ContentType="application/vnd.openxmlformats-officedocument.presentationml.slideLayout+xml" PartName="/ppt/slideLayouts/slideLayout83.xml"/>
  <Override ContentType="application/vnd.openxmlformats-officedocument.presentationml.slideLayout+xml" PartName="/ppt/slideLayouts/slideLayout1075.xml"/>
  <Override ContentType="application/vnd.openxmlformats-officedocument.presentationml.slideLayout+xml" PartName="/ppt/slideLayouts/slideLayout1261.xml"/>
  <Override ContentType="application/vnd.openxmlformats-officedocument.presentationml.slideLayout+xml" PartName="/ppt/slideLayouts/slideLayout310.xml"/>
  <Override ContentType="application/vnd.openxmlformats-officedocument.presentationml.slideLayout+xml" PartName="/ppt/slideLayouts/slideLayout1157.xml"/>
  <Override ContentType="application/vnd.openxmlformats-officedocument.presentationml.slideLayout+xml" PartName="/ppt/slideLayouts/slideLayout1105.xml"/>
  <Override ContentType="application/vnd.openxmlformats-officedocument.presentationml.slideLayout+xml" PartName="/ppt/slideLayouts/slideLayout204.xml"/>
  <Override ContentType="application/vnd.openxmlformats-officedocument.presentationml.slideLayout+xml" PartName="/ppt/slideLayouts/slideLayout1334.xml"/>
  <Override ContentType="application/vnd.openxmlformats-officedocument.presentationml.slideLayout+xml" PartName="/ppt/slideLayouts/slideLayout1148.xml"/>
  <Override ContentType="application/vnd.openxmlformats-officedocument.presentationml.slideLayout+xml" PartName="/ppt/slideLayouts/slideLayout212.xml"/>
  <Override ContentType="application/vnd.openxmlformats-officedocument.presentationml.slideLayout+xml" PartName="/ppt/slideLayouts/slideLayout891.xml"/>
  <Override ContentType="application/vnd.openxmlformats-officedocument.presentationml.slideLayout+xml" PartName="/ppt/slideLayouts/slideLayout949.xml"/>
  <Override ContentType="application/vnd.openxmlformats-officedocument.presentationml.slideLayout+xml" PartName="/ppt/slideLayouts/slideLayout1327.xml"/>
  <Override ContentType="application/vnd.openxmlformats-officedocument.presentationml.slideLayout+xml" PartName="/ppt/slideLayouts/slideLayout697.xml"/>
  <Override ContentType="application/vnd.openxmlformats-officedocument.presentationml.slideLayout+xml" PartName="/ppt/slideLayouts/slideLayout140.xml"/>
  <Override ContentType="application/vnd.openxmlformats-officedocument.presentationml.slideLayout+xml" PartName="/ppt/slideLayouts/slideLayout883.xml"/>
  <Override ContentType="application/vnd.openxmlformats-officedocument.presentationml.slideLayout+xml" PartName="/ppt/slideLayouts/slideLayout1114.xml"/>
  <Override ContentType="application/vnd.openxmlformats-officedocument.presentationml.slideLayout+xml" PartName="/ppt/slideLayouts/slideLayout90.xml"/>
  <Override ContentType="application/vnd.openxmlformats-officedocument.presentationml.slideLayout+xml" PartName="/ppt/slideLayouts/slideLayout1229.xml"/>
  <Override ContentType="application/vnd.openxmlformats-officedocument.presentationml.slideLayout+xml" PartName="/ppt/slideLayouts/slideLayout381.xml"/>
  <Override ContentType="application/vnd.openxmlformats-officedocument.presentationml.slideLayout+xml" PartName="/ppt/slideLayouts/slideLayout127.xml"/>
  <Override ContentType="application/vnd.openxmlformats-officedocument.presentationml.slideLayout+xml" PartName="/ppt/slideLayouts/slideLayout1005.xml"/>
  <Override ContentType="application/vnd.openxmlformats-officedocument.presentationml.slideLayout+xml" PartName="/ppt/slideLayouts/slideLayout462.xml"/>
  <Override ContentType="application/vnd.openxmlformats-officedocument.presentationml.slideLayout+xml" PartName="/ppt/slideLayouts/slideLayout635.xml"/>
  <Override ContentType="application/vnd.openxmlformats-officedocument.presentationml.slideLayout+xml" PartName="/ppt/slideLayouts/slideLayout678.xml"/>
  <Override ContentType="application/vnd.openxmlformats-officedocument.presentationml.slideLayout+xml" PartName="/ppt/slideLayouts/slideLayout131.xml"/>
  <Override ContentType="application/vnd.openxmlformats-officedocument.presentationml.slideLayout+xml" PartName="/ppt/slideLayouts/slideLayout1176.xml"/>
  <Override ContentType="application/vnd.openxmlformats-officedocument.presentationml.slideLayout+xml" PartName="/ppt/slideLayouts/slideLayout708.xml"/>
  <Override ContentType="application/vnd.openxmlformats-officedocument.presentationml.slideLayout+xml" PartName="/ppt/slideLayouts/slideLayout597.xml"/>
  <Override ContentType="application/vnd.openxmlformats-officedocument.presentationml.slideLayout+xml" PartName="/ppt/slideLayouts/slideLayout812.xml"/>
  <Override ContentType="application/vnd.openxmlformats-officedocument.presentationml.slideLayout+xml" PartName="/ppt/slideLayouts/slideLayout554.xml"/>
  <Override ContentType="application/vnd.openxmlformats-officedocument.presentationml.slideLayout+xml" PartName="/ppt/slideLayouts/slideLayout855.xml"/>
  <Override ContentType="application/vnd.openxmlformats-officedocument.presentationml.slideLayout+xml" PartName="/ppt/slideLayouts/slideLayout1257.xml"/>
  <Override ContentType="application/vnd.openxmlformats-officedocument.presentationml.slideLayout+xml" PartName="/ppt/slideLayouts/slideLayout791.xml"/>
  <Override ContentType="application/vnd.openxmlformats-officedocument.presentationml.slideLayout+xml" PartName="/ppt/slideLayouts/slideLayout240.xml"/>
  <Override ContentType="application/vnd.openxmlformats-officedocument.presentationml.slideLayout+xml" PartName="/ppt/slideLayouts/slideLayout283.xml"/>
  <Override ContentType="application/vnd.openxmlformats-officedocument.presentationml.slideLayout+xml" PartName="/ppt/slideLayouts/slideLayout456.xml"/>
  <Override ContentType="application/vnd.openxmlformats-officedocument.presentationml.slideLayout+xml" PartName="/ppt/slideLayouts/slideLayout75.xml"/>
  <Override ContentType="application/vnd.openxmlformats-officedocument.presentationml.slideLayout+xml" PartName="/ppt/slideLayouts/slideLayout1041.xml"/>
  <Override ContentType="application/vnd.openxmlformats-officedocument.presentationml.slideLayout+xml" PartName="/ppt/slideLayouts/slideLayout375.xml"/>
  <Override ContentType="application/vnd.openxmlformats-officedocument.presentationml.slideLayout+xml" PartName="/ppt/slideLayouts/slideLayout561.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197.xml"/>
  <Override ContentType="application/vnd.openxmlformats-officedocument.presentationml.slideLayout+xml" PartName="/ppt/slideLayouts/slideLayout790.xml"/>
  <Override ContentType="application/vnd.openxmlformats-officedocument.presentationml.slideLayout+xml" PartName="/ppt/slideLayouts/slideLayout713.xml"/>
  <Override ContentType="application/vnd.openxmlformats-officedocument.presentationml.slideLayout+xml" PartName="/ppt/slideLayouts/slideLayout306.xml"/>
  <Override ContentType="application/vnd.openxmlformats-officedocument.presentationml.slideLayout+xml" PartName="/ppt/slideLayouts/slideLayout1012.xml"/>
  <Override ContentType="application/vnd.openxmlformats-officedocument.presentationml.slideLayout+xml" PartName="/ppt/slideLayouts/slideLayout349.xml"/>
  <Override ContentType="application/vnd.openxmlformats-officedocument.presentationml.slideLayout+xml" PartName="/ppt/slideLayouts/slideLayout411.xml"/>
  <Override ContentType="application/vnd.openxmlformats-officedocument.presentationml.slideLayout+xml" PartName="/ppt/slideLayouts/slideLayout936.xml"/>
  <Override ContentType="application/vnd.openxmlformats-officedocument.presentationml.slideLayout+xml" PartName="/ppt/slideLayouts/slideLayout233.xml"/>
  <Override ContentType="application/vnd.openxmlformats-officedocument.presentationml.slideLayout+xml" PartName="/ppt/slideLayouts/slideLayout383.xml"/>
  <Override ContentType="application/vnd.openxmlformats-officedocument.presentationml.slideLayout+xml" PartName="/ppt/slideLayouts/slideLayout928.xml"/>
  <Override ContentType="application/vnd.openxmlformats-officedocument.presentationml.slideLayout+xml" PartName="/ppt/slideLayouts/slideLayout454.xml"/>
  <Override ContentType="application/vnd.openxmlformats-officedocument.presentationml.slideLayout+xml" PartName="/ppt/slideLayouts/slideLayout1290.xml"/>
  <Override ContentType="application/vnd.openxmlformats-officedocument.presentationml.slideLayout+xml" PartName="/ppt/slideLayouts/slideLayout640.xml"/>
  <Override ContentType="application/vnd.openxmlformats-officedocument.presentationml.slideLayout+xml" PartName="/ppt/slideLayouts/slideLayout707.xml"/>
  <Override ContentType="application/vnd.openxmlformats-officedocument.presentationml.slideLayout+xml" PartName="/ppt/slideLayouts/slideLayout741.xml"/>
  <Override ContentType="application/vnd.openxmlformats-officedocument.presentationml.slideLayout+xml" PartName="/ppt/slideLayouts/slideLayout606.xml"/>
  <Override ContentType="application/vnd.openxmlformats-officedocument.presentationml.slideLayout+xml" PartName="/ppt/slideLayouts/slideLayout369.xml"/>
  <Override ContentType="application/vnd.openxmlformats-officedocument.presentationml.slideLayout+xml" PartName="/ppt/slideLayouts/slideLayout962.xml"/>
  <Override ContentType="application/vnd.openxmlformats-officedocument.presentationml.slideLayout+xml" PartName="/ppt/slideLayouts/slideLayout276.xml"/>
  <Override ContentType="application/vnd.openxmlformats-officedocument.presentationml.slideLayout+xml" PartName="/ppt/slideLayouts/slideLayout857.xml"/>
  <Override ContentType="application/vnd.openxmlformats-officedocument.presentationml.slideLayout+xml" PartName="/ppt/slideLayouts/slideLayout814.xml"/>
  <Override ContentType="application/vnd.openxmlformats-officedocument.presentationml.slideLayout+xml" PartName="/ppt/slideLayouts/slideLayout48.xml"/>
  <Override ContentType="application/vnd.openxmlformats-officedocument.presentationml.slideLayout+xml" PartName="/ppt/slideLayouts/slideLayout533.xml"/>
  <Override ContentType="application/vnd.openxmlformats-officedocument.presentationml.slideLayout+xml" PartName="/ppt/slideLayouts/slideLayout784.xml"/>
  <Override ContentType="application/vnd.openxmlformats-officedocument.presentationml.slideLayout+xml" PartName="/ppt/slideLayouts/slideLayout1329.xml"/>
  <Override ContentType="application/vnd.openxmlformats-officedocument.presentationml.slideLayout+xml" PartName="/ppt/slideLayouts/slideLayout355.xml"/>
  <Override ContentType="application/vnd.openxmlformats-officedocument.presentationml.slideLayout+xml" PartName="/ppt/slideLayouts/slideLayout312.xml"/>
  <Override ContentType="application/vnd.openxmlformats-officedocument.presentationml.slideLayout+xml" PartName="/ppt/slideLayouts/slideLayout448.xml"/>
  <Override ContentType="application/vnd.openxmlformats-officedocument.presentationml.slideLayout+xml" PartName="/ppt/slideLayouts/slideLayout527.xml"/>
  <Override ContentType="application/vnd.openxmlformats-officedocument.presentationml.slideLayout+xml" PartName="/ppt/slideLayouts/slideLayout1363.xml"/>
  <Override ContentType="application/vnd.openxmlformats-officedocument.presentationml.slideLayout+xml" PartName="/ppt/slideLayouts/slideLayout820.xml"/>
  <Override ContentType="application/vnd.openxmlformats-officedocument.presentationml.slideLayout+xml" PartName="/ppt/slideLayouts/slideLayout482.xml"/>
  <Override ContentType="application/vnd.openxmlformats-officedocument.presentationml.slideLayout+xml" PartName="/ppt/slideLayouts/slideLayout863.xml"/>
  <Override ContentType="application/vnd.openxmlformats-officedocument.presentationml.slideLayout+xml" PartName="/ppt/slideLayouts/slideLayout1113.xml"/>
  <Override ContentType="application/vnd.openxmlformats-officedocument.presentationml.slideLayout+xml" PartName="/ppt/slideLayouts/slideLayout999.xml"/>
  <Override ContentType="application/vnd.openxmlformats-officedocument.presentationml.slideLayout+xml" PartName="/ppt/slideLayouts/slideLayout205.xml"/>
  <Override ContentType="application/vnd.openxmlformats-officedocument.presentationml.slideLayout+xml" PartName="/ppt/slideLayouts/slideLayout1156.xml"/>
  <Override ContentType="application/vnd.openxmlformats-officedocument.presentationml.slideLayout+xml" PartName="/ppt/slideLayouts/slideLayout698.xml"/>
  <Override ContentType="application/vnd.openxmlformats-officedocument.presentationml.slideLayout+xml" PartName="/ppt/slideLayouts/slideLayout884.xml"/>
  <Override ContentType="application/vnd.openxmlformats-officedocument.presentationml.slideLayout+xml" PartName="/ppt/slideLayouts/slideLayout282.xml"/>
  <Override ContentType="application/vnd.openxmlformats-officedocument.presentationml.slideLayout+xml" PartName="/ppt/slideLayouts/slideLayout990.xml"/>
  <Override ContentType="application/vnd.openxmlformats-officedocument.presentationml.slideLayout+xml" PartName="/ppt/slideLayouts/slideLayout76.xml"/>
  <Override ContentType="application/vnd.openxmlformats-officedocument.presentationml.slideLayout+xml" PartName="/ppt/slideLayouts/slideLayout1228.xml"/>
  <Override ContentType="application/vnd.openxmlformats-officedocument.presentationml.slideLayout+xml" PartName="/ppt/slideLayouts/slideLayout957.xml"/>
  <Override ContentType="application/vnd.openxmlformats-officedocument.presentationml.slideLayout+xml" PartName="/ppt/slideLayouts/slideLayout1040.xml"/>
  <Override ContentType="application/vnd.openxmlformats-officedocument.presentationml.slideLayout+xml" PartName="/ppt/slideLayouts/slideLayout1149.xml"/>
  <Override ContentType="application/vnd.openxmlformats-officedocument.presentationml.slideLayout+xml" PartName="/ppt/slideLayouts/slideLayout1335.xml"/>
  <Override ContentType="application/vnd.openxmlformats-officedocument.presentationml.slideLayout+xml" PartName="/ppt/slideLayouts/slideLayout777.xml"/>
  <Override ContentType="application/vnd.openxmlformats-officedocument.presentationml.slideLayout+xml" PartName="/ppt/slideLayouts/slideLayout1106.xml"/>
  <Override ContentType="application/vnd.openxmlformats-officedocument.presentationml.slideLayout+xml" PartName="/ppt/slideLayouts/slideLayout1077.xml"/>
  <Override ContentType="application/vnd.openxmlformats-officedocument.presentationml.slideLayout+xml" PartName="/ppt/slideLayouts/slideLayout1083.xml"/>
  <Override ContentType="application/vnd.openxmlformats-officedocument.presentationml.slideLayout+xml" PartName="/ppt/slideLayouts/slideLayout963.xml"/>
  <Override ContentType="application/vnd.openxmlformats-officedocument.presentationml.slideLayout+xml" PartName="/ppt/slideLayouts/slideLayout1034.xml"/>
  <Override ContentType="application/vnd.openxmlformats-officedocument.presentationml.slideLayout+xml" PartName="/ppt/slideLayouts/slideLayout82.xml"/>
  <Override ContentType="application/vnd.openxmlformats-officedocument.presentationml.slideLayout+xml" PartName="/ppt/slideLayouts/slideLayout132.xml"/>
  <Override ContentType="application/vnd.openxmlformats-officedocument.presentationml.slideLayout+xml" PartName="/ppt/slideLayouts/slideLayout555.xml"/>
  <Override ContentType="application/vnd.openxmlformats-officedocument.presentationml.slideLayout+xml" PartName="/ppt/slideLayouts/slideLayout211.xml"/>
  <Override ContentType="application/vnd.openxmlformats-officedocument.presentationml.slideLayout+xml" PartName="/ppt/slideLayouts/slideLayout1256.xml"/>
  <Override ContentType="application/vnd.openxmlformats-officedocument.presentationml.slideLayout+xml" PartName="/ppt/slideLayouts/slideLayout461.xml"/>
  <Override ContentType="application/vnd.openxmlformats-officedocument.presentationml.slideLayout+xml" PartName="/ppt/slideLayouts/slideLayout856.xml"/>
  <Override ContentType="application/vnd.openxmlformats-officedocument.presentationml.slideLayout+xml" PartName="/ppt/slideLayouts/slideLayout1299.xml"/>
  <Override ContentType="application/vnd.openxmlformats-officedocument.presentationml.slideLayout+xml" PartName="/ppt/slideLayouts/slideLayout1183.xml"/>
  <Override ContentType="application/vnd.openxmlformats-officedocument.presentationml.slideLayout+xml" PartName="/ppt/slideLayouts/slideLayout929.xml"/>
  <Override ContentType="application/vnd.openxmlformats-officedocument.presentationml.slideLayout+xml" PartName="/ppt/slideLayouts/slideLayout126.xml"/>
  <Override ContentType="application/vnd.openxmlformats-officedocument.presentationml.slideLayout+xml" PartName="/ppt/slideLayouts/slideLayout890.xml"/>
  <Override ContentType="application/vnd.openxmlformats-officedocument.presentationml.slideLayout+xml" PartName="/ppt/slideLayouts/slideLayout598.xml"/>
  <Override ContentType="application/vnd.openxmlformats-officedocument.presentationml.slideLayout+xml" PartName="/ppt/slideLayouts/slideLayout628.xml"/>
  <Override ContentType="application/vnd.openxmlformats-officedocument.presentationml.slideLayout+xml" PartName="/ppt/slideLayouts/slideLayout1341.xml"/>
  <Override ContentType="application/vnd.openxmlformats-officedocument.presentationml.slideLayout+xml" PartName="/ppt/slideLayouts/slideLayout169.xml"/>
  <Override ContentType="application/vnd.openxmlformats-officedocument.presentationml.slideLayout+xml" PartName="/ppt/slideLayouts/slideLayout1006.xml"/>
  <Override ContentType="application/vnd.openxmlformats-officedocument.presentationml.slideLayout+xml" PartName="/ppt/slideLayouts/slideLayout634.xml"/>
  <Override ContentType="application/vnd.openxmlformats-officedocument.presentationml.slideLayout+xml" PartName="/ppt/slideLayouts/slideLayout677.xml"/>
  <Override ContentType="application/vnd.openxmlformats-officedocument.presentationml.slideLayout+xml" PartName="/ppt/slideLayouts/slideLayout1177.xml"/>
  <Override ContentType="application/vnd.openxmlformats-officedocument.presentationml.slideLayout+xml" PartName="/ppt/slideLayouts/slideLayout1262.xml"/>
  <Override ContentType="application/vnd.openxmlformats-officedocument.presentationml.slideLayout+xml" PartName="/ppt/slideLayouts/slideLayout376.xml"/>
  <Override ContentType="application/vnd.openxmlformats-officedocument.presentationml.slideLayout+xml" PartName="/ppt/slideLayouts/slideLayout160.xml"/>
  <Override ContentType="application/vnd.openxmlformats-officedocument.presentationml.slideLayout+xml" PartName="/ppt/slideLayouts/slideLayout1186.xml"/>
  <Override ContentType="application/vnd.openxmlformats-officedocument.presentationml.slideLayout+xml" PartName="/ppt/slideLayouts/slideLayout1372.xml"/>
  <Override ContentType="application/vnd.openxmlformats-officedocument.presentationml.slideLayout+xml" PartName="/ppt/slideLayouts/slideLayout218.xml"/>
  <Override ContentType="application/vnd.openxmlformats-officedocument.presentationml.slideLayout+xml" PartName="/ppt/slideLayouts/slideLayout1275.xml"/>
  <Override ContentType="application/vnd.openxmlformats-officedocument.presentationml.slideLayout+xml" PartName="/ppt/slideLayouts/slideLayout37.xml"/>
  <Override ContentType="application/vnd.openxmlformats-officedocument.presentationml.slideLayout+xml" PartName="/ppt/slideLayouts/slideLayout404.xml"/>
  <Override ContentType="application/vnd.openxmlformats-officedocument.presentationml.slideLayout+xml" PartName="/ppt/slideLayouts/slideLayout676.xml"/>
  <Override ContentType="application/vnd.openxmlformats-officedocument.presentationml.slideLayout+xml" PartName="/ppt/slideLayouts/slideLayout129.xml"/>
  <Override ContentType="application/vnd.openxmlformats-officedocument.presentationml.slideLayout+xml" PartName="/ppt/slideLayouts/slideLayout501.xml"/>
  <Override ContentType="application/vnd.openxmlformats-officedocument.presentationml.slideLayout+xml" PartName="/ppt/slideLayouts/slideLayout846.xml"/>
  <Override ContentType="application/vnd.openxmlformats-officedocument.presentationml.slideLayout+xml" PartName="/ppt/slideLayouts/slideLayout1089.xml"/>
  <Override ContentType="application/vnd.openxmlformats-officedocument.presentationml.slideLayout+xml" PartName="/ppt/slideLayouts/slideLayout1100.xml"/>
  <Override ContentType="application/vnd.openxmlformats-officedocument.presentationml.slideLayout+xml" PartName="/ppt/slideLayouts/slideLayout315.xml"/>
  <Override ContentType="application/vnd.openxmlformats-officedocument.presentationml.slideLayout+xml" PartName="/ppt/slideLayouts/slideLayout870.xml"/>
  <Override ContentType="application/vnd.openxmlformats-officedocument.presentationml.slideLayout+xml" PartName="/ppt/slideLayouts/slideLayout498.xml"/>
  <Override ContentType="application/vnd.openxmlformats-officedocument.presentationml.slideLayout+xml" PartName="/ppt/slideLayouts/slideLayout684.xml"/>
  <Override ContentType="application/vnd.openxmlformats-officedocument.presentationml.slideLayout+xml" PartName="/ppt/slideLayouts/slideLayout749.xml"/>
  <Override ContentType="application/vnd.openxmlformats-officedocument.presentationml.slideLayout+xml" PartName="/ppt/slideLayouts/slideLayout935.xml"/>
  <Override ContentType="application/vnd.openxmlformats-officedocument.presentationml.slideLayout+xml" PartName="/ppt/slideLayouts/slideLayout1003.xml"/>
  <Override ContentType="application/vnd.openxmlformats-officedocument.presentationml.slideLayout+xml" PartName="/ppt/slideLayouts/slideLayout412.xml"/>
  <Override ContentType="application/vnd.openxmlformats-officedocument.presentationml.slideLayout+xml" PartName="/ppt/slideLayouts/slideLayout773.xml"/>
  <Override ContentType="application/vnd.openxmlformats-officedocument.presentationml.slideLayout+xml" PartName="/ppt/slideLayouts/slideLayout862.xml"/>
  <Override ContentType="application/vnd.openxmlformats-officedocument.presentationml.slideLayout+xml" PartName="/ppt/slideLayouts/slideLayout587.xml"/>
  <Override ContentType="application/vnd.openxmlformats-officedocument.presentationml.slideLayout+xml" PartName="/ppt/slideLayouts/slideLayout919.xml"/>
  <Override ContentType="application/vnd.openxmlformats-officedocument.presentationml.slideLayout+xml" PartName="/ppt/slideLayouts/slideLayout61.xml"/>
  <Override ContentType="application/vnd.openxmlformats-officedocument.presentationml.slideLayout+xml" PartName="/ppt/slideLayouts/slideLayout145.xml"/>
  <Override ContentType="application/vnd.openxmlformats-officedocument.presentationml.slideLayout+xml" PartName="/ppt/slideLayouts/slideLayout1259.xml"/>
  <Override ContentType="application/vnd.openxmlformats-officedocument.presentationml.slideLayout+xml" PartName="/ppt/slideLayouts/slideLayout331.xml"/>
  <Override ContentType="application/vnd.openxmlformats-officedocument.presentationml.slideLayout+xml" PartName="/ppt/slideLayouts/slideLayout1348.xml"/>
  <Override ContentType="application/vnd.openxmlformats-officedocument.presentationml.slideLayout+xml" PartName="/ppt/slideLayouts/slideLayout242.xml"/>
  <Override ContentType="application/vnd.openxmlformats-officedocument.presentationml.slideLayout+xml" PartName="/ppt/slideLayouts/slideLayout483.xml"/>
  <Override ContentType="application/vnd.openxmlformats-officedocument.presentationml.slideLayout+xml" PartName="/ppt/slideLayouts/slideLayout1204.xml"/>
  <Override ContentType="application/vnd.openxmlformats-officedocument.presentationml.slideLayout+xml" PartName="/ppt/slideLayouts/slideLayout289.xml"/>
  <Override ContentType="application/vnd.openxmlformats-officedocument.presentationml.slideLayout+xml" PartName="/ppt/slideLayouts/slideLayout300.xml"/>
  <Override ContentType="application/vnd.openxmlformats-officedocument.presentationml.slideLayout+xml" PartName="/ppt/slideLayouts/slideLayout22.xml"/>
  <Override ContentType="application/vnd.openxmlformats-officedocument.presentationml.slideLayout+xml" PartName="/ppt/slideLayouts/slideLayout661.xml"/>
  <Override ContentType="application/vnd.openxmlformats-officedocument.presentationml.slideLayout+xml" PartName="/ppt/slideLayouts/slideLayout877.xml"/>
  <Override ContentType="application/vnd.openxmlformats-officedocument.presentationml.slideLayout+xml" PartName="/ppt/slideLayouts/slideLayout386.xml"/>
  <Override ContentType="application/vnd.openxmlformats-officedocument.presentationml.slideLayout+xml" PartName="/ppt/slideLayouts/slideLayout613.xml"/>
  <Override ContentType="application/vnd.openxmlformats-officedocument.presentationml.slideLayout+xml" PartName="/ppt/slideLayouts/slideLayout699.xml"/>
  <Override ContentType="application/vnd.openxmlformats-officedocument.presentationml.slideLayout+xml" PartName="/ppt/slideLayouts/slideLayout974.xml"/>
  <Override ContentType="application/vnd.openxmlformats-officedocument.presentationml.slideLayout+xml" PartName="/ppt/slideLayouts/slideLayout1058.xml"/>
  <Override ContentType="application/vnd.openxmlformats-officedocument.presentationml.slideLayout+xml" PartName="/ppt/slideLayouts/slideLayout53.xml"/>
  <Override ContentType="application/vnd.openxmlformats-officedocument.presentationml.slideLayout+xml" PartName="/ppt/slideLayouts/slideLayout257.xml"/>
  <Override ContentType="application/vnd.openxmlformats-officedocument.presentationml.slideLayout+xml" PartName="/ppt/slideLayouts/slideLayout718.xml"/>
  <Override ContentType="application/vnd.openxmlformats-officedocument.presentationml.slideLayout+xml" PartName="/ppt/slideLayouts/slideLayout815.xml"/>
  <Override ContentType="application/vnd.openxmlformats-officedocument.presentationml.slideLayout+xml" PartName="/ppt/slideLayouts/slideLayout532.xml"/>
  <Override ContentType="application/vnd.openxmlformats-officedocument.presentationml.slideLayout+xml" PartName="/ppt/slideLayouts/slideLayout1333.xml"/>
  <Override ContentType="application/vnd.openxmlformats-officedocument.presentationml.slideLayout+xml" PartName="/ppt/slideLayouts/slideLayout943.xml"/>
  <Override ContentType="application/vnd.openxmlformats-officedocument.presentationml.slideLayout+xml" PartName="/ppt/slideLayouts/slideLayout370.xml"/>
  <Override ContentType="application/vnd.openxmlformats-officedocument.presentationml.slideLayout+xml" PartName="/ppt/slideLayouts/slideLayout1317.xml"/>
  <Override ContentType="application/vnd.openxmlformats-officedocument.presentationml.slideLayout+xml" PartName="/ppt/slideLayouts/slideLayout92.xml"/>
  <Override ContentType="application/vnd.openxmlformats-officedocument.presentationml.slideLayout+xml" PartName="/ppt/slideLayouts/slideLayout185.xml"/>
  <Override ContentType="application/vnd.openxmlformats-officedocument.presentationml.slideLayout+xml" PartName="/ppt/slideLayouts/slideLayout548.xml"/>
  <Override ContentType="application/vnd.openxmlformats-officedocument.presentationml.slideLayout+xml" PartName="/ppt/slideLayouts/slideLayout1131.xml"/>
  <Override ContentType="application/vnd.openxmlformats-officedocument.presentationml.slideLayout+xml" PartName="/ppt/slideLayouts/slideLayout516.xml"/>
  <Override ContentType="application/vnd.openxmlformats-officedocument.presentationml.slideLayout+xml" PartName="/ppt/slideLayouts/slideLayout556.xml"/>
  <Override ContentType="application/vnd.openxmlformats-officedocument.presentationml.slideLayout+xml" PartName="/ppt/slideLayouts/slideLayout831.xml"/>
  <Override ContentType="application/vnd.openxmlformats-officedocument.presentationml.slideLayout+xml" PartName="/ppt/slideLayouts/slideLayout1171.xml"/>
  <Override ContentType="application/vnd.openxmlformats-officedocument.presentationml.slideLayout+xml" PartName="/ppt/slideLayouts/slideLayout605.xml"/>
  <Override ContentType="application/vnd.openxmlformats-officedocument.presentationml.slideLayout+xml" PartName="/ppt/slideLayouts/slideLayout1387.xml"/>
  <Override ContentType="application/vnd.openxmlformats-officedocument.presentationml.slideLayout+xml" PartName="/ppt/slideLayouts/slideLayout1301.xml"/>
  <Override ContentType="application/vnd.openxmlformats-officedocument.presentationml.slideLayout+xml" PartName="/ppt/slideLayouts/slideLayout77.xml"/>
  <Override ContentType="application/vnd.openxmlformats-officedocument.presentationml.slideLayout+xml" PartName="/ppt/slideLayouts/slideLayout742.xml"/>
  <Override ContentType="application/vnd.openxmlformats-officedocument.presentationml.slideLayout+xml" PartName="/ppt/slideLayouts/slideLayout1043.xml"/>
  <Override ContentType="application/vnd.openxmlformats-officedocument.presentationml.slideLayout+xml" PartName="/ppt/slideLayouts/slideLayout733.xml"/>
  <Override ContentType="application/vnd.openxmlformats-officedocument.presentationml.slideLayout+xml" PartName="/ppt/slideLayouts/slideLayout428.xml"/>
  <Override ContentType="application/vnd.openxmlformats-officedocument.presentationml.slideLayout+xml" PartName="/ppt/slideLayouts/slideLayout958.xml"/>
  <Override ContentType="application/vnd.openxmlformats-officedocument.presentationml.slideLayout+xml" PartName="/ppt/slideLayouts/slideLayout458.xml"/>
  <Override ContentType="application/vnd.openxmlformats-officedocument.presentationml.slideLayout+xml" PartName="/ppt/slideLayouts/slideLayout789.xml"/>
  <Override ContentType="application/vnd.openxmlformats-officedocument.presentationml.slideLayout+xml" PartName="/ppt/slideLayouts/slideLayout69.xml"/>
  <Override ContentType="application/vnd.openxmlformats-officedocument.presentationml.slideLayout+xml" PartName="/ppt/slideLayouts/slideLayout114.xml"/>
  <Override ContentType="application/vnd.openxmlformats-officedocument.presentationml.slideLayout+xml" PartName="/ppt/slideLayouts/slideLayout475.xml"/>
  <Override ContentType="application/vnd.openxmlformats-officedocument.presentationml.slideLayout+xml" PartName="/ppt/slideLayouts/slideLayout1073.xml"/>
  <Override ContentType="application/vnd.openxmlformats-officedocument.presentationml.slideLayout+xml" PartName="/ppt/slideLayouts/slideLayout347.xml"/>
  <Override ContentType="application/vnd.openxmlformats-officedocument.presentationml.slideLayout+xml" PartName="/ppt/slideLayouts/slideLayout1146.xml"/>
  <Override ContentType="application/vnd.openxmlformats-officedocument.presentationml.slideLayout+xml" PartName="/ppt/slideLayouts/slideLayout1116.xml"/>
  <Override ContentType="application/vnd.openxmlformats-officedocument.presentationml.slideLayout+xml" PartName="/ppt/slideLayouts/slideLayout1018.xml"/>
  <Override ContentType="application/vnd.openxmlformats-officedocument.presentationml.slideLayout+xml" PartName="/ppt/slideLayouts/slideLayout885.xml"/>
  <Override ContentType="application/vnd.openxmlformats-officedocument.presentationml.slideLayout+xml" PartName="/ppt/slideLayouts/slideLayout541.xml"/>
  <Override ContentType="application/vnd.openxmlformats-officedocument.presentationml.slideLayout+xml" PartName="/ppt/slideLayouts/slideLayout1244.xml"/>
  <Override ContentType="application/vnd.openxmlformats-officedocument.presentationml.slideLayout+xml" PartName="/ppt/slideLayouts/slideLayout460.xml"/>
  <Override ContentType="application/vnd.openxmlformats-officedocument.presentationml.slideLayout+xml" PartName="/ppt/slideLayouts/slideLayout806.xml"/>
  <Override ContentType="application/vnd.openxmlformats-officedocument.presentationml.slideLayout+xml" PartName="/ppt/slideLayouts/slideLayout629.xml"/>
  <Override ContentType="application/vnd.openxmlformats-officedocument.presentationml.slideLayout+xml" PartName="/ppt/slideLayouts/slideLayout443.xml"/>
  <Override ContentType="application/vnd.openxmlformats-officedocument.presentationml.slideLayout+xml" PartName="/ppt/slideLayouts/slideLayout757.xml"/>
  <Override ContentType="application/vnd.openxmlformats-officedocument.presentationml.slideLayout+xml" PartName="/ppt/slideLayouts/slideLayout571.xml"/>
  <Override ContentType="application/vnd.openxmlformats-officedocument.presentationml.slideLayout+xml" PartName="/ppt/slideLayouts/slideLayout904.xml"/>
  <Override ContentType="application/vnd.openxmlformats-officedocument.presentationml.slideLayout+xml" PartName="/ppt/slideLayouts/slideLayout1347.xml"/>
  <Override ContentType="application/vnd.openxmlformats-officedocument.presentationml.slideLayout+xml" PartName="/ppt/slideLayouts/slideLayout1258.xml"/>
  <Override ContentType="application/vnd.openxmlformats-officedocument.presentationml.slideLayout+xml" PartName="/ppt/slideLayouts/slideLayout62.xml"/>
  <Override ContentType="application/vnd.openxmlformats-officedocument.presentationml.slideLayout+xml" PartName="/ppt/slideLayouts/slideLayout146.xml"/>
  <Override ContentType="application/vnd.openxmlformats-officedocument.presentationml.slideLayout+xml" PartName="/ppt/slideLayouts/slideLayout499.xml"/>
  <Override ContentType="application/vnd.openxmlformats-officedocument.presentationml.slideLayout+xml" PartName="/ppt/slideLayouts/slideLayout871.xml"/>
  <Override ContentType="application/vnd.openxmlformats-officedocument.presentationml.slideLayout+xml" PartName="/ppt/slideLayouts/slideLayout685.xml"/>
  <Override ContentType="application/vnd.openxmlformats-officedocument.presentationml.slideLayout+xml" PartName="/ppt/slideLayouts/slideLayout219.xml"/>
  <Override ContentType="application/vnd.openxmlformats-officedocument.presentationml.slideLayout+xml" PartName="/ppt/slideLayouts/slideLayout1185.xml"/>
  <Override ContentType="application/vnd.openxmlformats-officedocument.presentationml.slideLayout+xml" PartName="/ppt/slideLayouts/slideLayout217.xml"/>
  <Override ContentType="application/vnd.openxmlformats-officedocument.presentationml.slideLayout+xml" PartName="/ppt/slideLayouts/slideLayout1371.xml"/>
  <Override ContentType="application/vnd.openxmlformats-officedocument.presentationml.slideLayout+xml" PartName="/ppt/slideLayouts/slideLayout314.xml"/>
  <Override ContentType="application/vnd.openxmlformats-officedocument.presentationml.slideLayout+xml" PartName="/ppt/slideLayouts/slideLayout500.xml"/>
  <Override ContentType="application/vnd.openxmlformats-officedocument.presentationml.slideLayout+xml" PartName="/ppt/slideLayouts/slideLayout675.xml"/>
  <Override ContentType="application/vnd.openxmlformats-officedocument.presentationml.slideLayout+xml" PartName="/ppt/slideLayouts/slideLayout758.xml"/>
  <Override ContentType="application/vnd.openxmlformats-officedocument.presentationml.slideLayout+xml" PartName="/ppt/slideLayouts/slideLayout861.xml"/>
  <Override ContentType="application/vnd.openxmlformats-officedocument.presentationml.slideLayout+xml" PartName="/ppt/slideLayouts/slideLayout128.xml"/>
  <Override ContentType="application/vnd.openxmlformats-officedocument.presentationml.slideLayout+xml" PartName="/ppt/slideLayouts/slideLayout489.xml"/>
  <Override ContentType="application/vnd.openxmlformats-officedocument.presentationml.slideLayout+xml" PartName="/ppt/slideLayouts/slideLayout403.xml"/>
  <Override ContentType="application/vnd.openxmlformats-officedocument.presentationml.slideLayout+xml" PartName="/ppt/slideLayouts/slideLayout1004.xml"/>
  <Override ContentType="application/vnd.openxmlformats-officedocument.presentationml.slideLayout+xml" PartName="/ppt/slideLayouts/slideLayout1276.xml"/>
  <Override ContentType="application/vnd.openxmlformats-officedocument.presentationml.slideLayout+xml" PartName="/ppt/slideLayouts/slideLayout847.xml"/>
  <Override ContentType="application/vnd.openxmlformats-officedocument.presentationml.slideLayout+xml" PartName="/ppt/slideLayouts/slideLayout52.xml"/>
  <Override ContentType="application/vnd.openxmlformats-officedocument.presentationml.slideLayout+xml" PartName="/ppt/slideLayouts/slideLayout21.xml"/>
  <Override ContentType="application/vnd.openxmlformats-officedocument.presentationml.slideLayout+xml" PartName="/ppt/slideLayouts/slideLayout586.xml"/>
  <Override ContentType="application/vnd.openxmlformats-officedocument.presentationml.slideLayout+xml" PartName="/ppt/slideLayouts/slideLayout614.xml"/>
  <Override ContentType="application/vnd.openxmlformats-officedocument.presentationml.slideLayout+xml" PartName="/ppt/slideLayouts/slideLayout975.xml"/>
  <Override ContentType="application/vnd.openxmlformats-officedocument.presentationml.slideLayout+xml" PartName="/ppt/slideLayouts/slideLayout288.xml"/>
  <Override ContentType="application/vnd.openxmlformats-officedocument.presentationml.slideLayout+xml" PartName="/ppt/slideLayouts/slideLayout1057.xml"/>
  <Override ContentType="application/vnd.openxmlformats-officedocument.presentationml.slideLayout+xml" PartName="/ppt/slideLayouts/slideLayout330.xml"/>
  <Override ContentType="application/vnd.openxmlformats-officedocument.presentationml.slideLayout+xml" PartName="/ppt/slideLayouts/slideLayout202.xml"/>
  <Override ContentType="application/vnd.openxmlformats-officedocument.presentationml.slideLayout+xml" PartName="/ppt/slideLayouts/slideLayout944.xml"/>
  <Override ContentType="application/vnd.openxmlformats-officedocument.presentationml.slideLayout+xml" PartName="/ppt/slideLayouts/slideLayout1332.xml"/>
  <Override ContentType="application/vnd.openxmlformats-officedocument.presentationml.slideLayout+xml" PartName="/ppt/slideLayouts/slideLayout36.xml"/>
  <Override ContentType="application/vnd.openxmlformats-officedocument.presentationml.slideLayout+xml" PartName="/ppt/slideLayouts/slideLayout1316.xml"/>
  <Override ContentType="application/vnd.openxmlformats-officedocument.presentationml.slideLayout+xml" PartName="/ppt/slideLayouts/slideLayout1219.xml"/>
  <Override ContentType="application/vnd.openxmlformats-officedocument.presentationml.slideLayout+xml" PartName="/ppt/slideLayouts/slideLayout274.xml"/>
  <Override ContentType="application/vnd.openxmlformats-officedocument.presentationml.slideLayout+xml" PartName="/ppt/slideLayouts/slideLayout660.xml"/>
  <Override ContentType="application/vnd.openxmlformats-officedocument.presentationml.slideLayout+xml" PartName="/ppt/slideLayouts/slideLayout960.xml"/>
  <Override ContentType="application/vnd.openxmlformats-officedocument.presentationml.slideLayout+xml" PartName="/ppt/slideLayouts/slideLayout515.xml"/>
  <Override ContentType="application/vnd.openxmlformats-officedocument.presentationml.slideLayout+xml" PartName="/ppt/slideLayouts/slideLayout876.xml"/>
  <Override ContentType="application/vnd.openxmlformats-officedocument.presentationml.slideLayout+xml" PartName="/ppt/slideLayouts/slideLayout1205.xml"/>
  <Override ContentType="application/vnd.openxmlformats-officedocument.presentationml.slideLayout+xml" PartName="/ppt/slideLayouts/slideLayout385.xml"/>
  <Override ContentType="application/vnd.openxmlformats-officedocument.presentationml.slideLayout+xml" PartName="/ppt/slideLayouts/slideLayout748.xml"/>
  <Override ContentType="application/vnd.openxmlformats-officedocument.presentationml.slideLayout+xml" PartName="/ppt/slideLayouts/slideLayout273.xml"/>
  <Override ContentType="application/vnd.openxmlformats-officedocument.presentationml.slideLayout+xml" PartName="/ppt/slideLayouts/slideLayout531.xml"/>
  <Override ContentType="application/vnd.openxmlformats-officedocument.presentationml.slideLayout+xml" PartName="/ppt/slideLayouts/slideLayout184.xml"/>
  <Override ContentType="application/vnd.openxmlformats-officedocument.presentationml.slideLayout+xml" PartName="/ppt/slideLayouts/slideLayout816.xml"/>
  <Override ContentType="application/vnd.openxmlformats-officedocument.presentationml.slideLayout+xml" PartName="/ppt/slideLayouts/slideLayout832.xml"/>
  <Override ContentType="application/vnd.openxmlformats-officedocument.presentationml.slideLayout+xml" PartName="/ppt/slideLayouts/slideLayout329.xml"/>
  <Override ContentType="application/vnd.openxmlformats-officedocument.presentationml.slideLayout+xml" PartName="/ppt/slideLayouts/slideLayout604.xml"/>
  <Override ContentType="application/vnd.openxmlformats-officedocument.presentationml.slideLayout+xml" PartName="/ppt/slideLayouts/slideLayout743.xml"/>
  <Override ContentType="application/vnd.openxmlformats-officedocument.presentationml.slideLayout+xml" PartName="/ppt/slideLayouts/slideLayout557.xml"/>
  <Override ContentType="application/vnd.openxmlformats-officedocument.presentationml.slideLayout+xml" PartName="/ppt/slideLayouts/slideLayout256.xml"/>
  <Override ContentType="application/vnd.openxmlformats-officedocument.presentationml.slideLayout+xml" PartName="/ppt/slideLayouts/slideLayout442.xml"/>
  <Override ContentType="application/vnd.openxmlformats-officedocument.presentationml.slideLayout+xml" PartName="/ppt/slideLayouts/slideLayout905.xml"/>
  <Override ContentType="application/vnd.openxmlformats-officedocument.presentationml.slideLayout+xml" PartName="/ppt/slideLayouts/slideLayout1386.xml"/>
  <Override ContentType="application/vnd.openxmlformats-officedocument.presentationml.slideLayout+xml" PartName="/ppt/slideLayouts/slideLayout91.xml"/>
  <Override ContentType="application/vnd.openxmlformats-officedocument.presentationml.slideLayout+xml" PartName="/ppt/slideLayouts/slideLayout1260.xml"/>
  <Override ContentType="application/vnd.openxmlformats-officedocument.presentationml.slideLayout+xml" PartName="/ppt/slideLayouts/slideLayout1300.xml"/>
  <Override ContentType="application/vnd.openxmlformats-officedocument.presentationml.slideLayout+xml" PartName="/ppt/slideLayouts/slideLayout68.xml"/>
  <Override ContentType="application/vnd.openxmlformats-officedocument.presentationml.slideLayout+xml" PartName="/ppt/slideLayouts/slideLayout670.xml"/>
  <Override ContentType="application/vnd.openxmlformats-officedocument.presentationml.slideLayout+xml" PartName="/ppt/slideLayouts/slideLayout1074.xml"/>
  <Override ContentType="application/vnd.openxmlformats-officedocument.presentationml.slideLayout+xml" PartName="/ppt/slideLayouts/slideLayout203.xml"/>
  <Override ContentType="application/vnd.openxmlformats-officedocument.presentationml.slideLayout+xml" PartName="/ppt/slideLayouts/slideLayout419.xml"/>
  <Override ContentType="application/vnd.openxmlformats-officedocument.presentationml.slideLayout+xml" PartName="/ppt/slideLayouts/slideLayout1132.xml"/>
  <Override ContentType="application/vnd.openxmlformats-officedocument.presentationml.slideLayout+xml" PartName="/ppt/slideLayouts/slideLayout547.xml"/>
  <Override ContentType="application/vnd.openxmlformats-officedocument.presentationml.slideLayout+xml" PartName="/ppt/slideLayouts/slideLayout800.xml"/>
  <Override ContentType="application/vnd.openxmlformats-officedocument.presentationml.slideLayout+xml" PartName="/ppt/slideLayouts/slideLayout542.xml"/>
  <Override ContentType="application/vnd.openxmlformats-officedocument.presentationml.slideLayout+xml" PartName="/ppt/slideLayouts/slideLayout130.xml"/>
  <Override ContentType="application/vnd.openxmlformats-officedocument.presentationml.slideLayout+xml" PartName="/ppt/slideLayouts/slideLayout886.xml"/>
  <Override ContentType="application/vnd.openxmlformats-officedocument.presentationml.slideLayout+xml" PartName="/ppt/slideLayouts/slideLayout1115.xml"/>
  <Override ContentType="application/vnd.openxmlformats-officedocument.presentationml.slideLayout+xml" PartName="/ppt/slideLayouts/slideLayout805.xml"/>
  <Override ContentType="application/vnd.openxmlformats-officedocument.presentationml.slideLayout+xml" PartName="/ppt/slideLayouts/slideLayout113.xml"/>
  <Override ContentType="application/vnd.openxmlformats-officedocument.presentationml.slideLayout+xml" PartName="/ppt/slideLayouts/slideLayout959.xml"/>
  <Override ContentType="application/vnd.openxmlformats-officedocument.presentationml.slideLayout+xml" PartName="/ppt/slideLayouts/slideLayout1243.xml"/>
  <Override ContentType="application/vnd.openxmlformats-officedocument.presentationml.slideLayout+xml" PartName="/ppt/slideLayouts/slideLayout457.xml"/>
  <Override ContentType="application/vnd.openxmlformats-officedocument.presentationml.slideLayout+xml" PartName="/ppt/slideLayouts/slideLayout615.xml"/>
  <Override ContentType="application/vnd.openxmlformats-officedocument.presentationml.slideLayout+xml" PartName="/ppt/slideLayouts/slideLayout1170.xml"/>
  <Override ContentType="application/vnd.openxmlformats-officedocument.presentationml.slideLayout+xml" PartName="/ppt/slideLayouts/slideLayout732.xml"/>
  <Override ContentType="application/vnd.openxmlformats-officedocument.presentationml.slideLayout+xml" PartName="/ppt/slideLayouts/slideLayout241.xml"/>
  <Override ContentType="application/vnd.openxmlformats-officedocument.presentationml.slideLayout+xml" PartName="/ppt/slideLayouts/slideLayout1042.xml"/>
  <Override ContentType="application/vnd.openxmlformats-officedocument.presentationml.slideLayout+xml" PartName="/ppt/slideLayouts/slideLayout474.xml"/>
  <Override ContentType="application/vnd.openxmlformats-officedocument.presentationml.slideLayout+xml" PartName="/ppt/slideLayouts/slideLayout199.xml"/>
  <Override ContentType="application/vnd.openxmlformats-officedocument.presentationml.slideLayout+xml" PartName="/ppt/slideLayouts/slideLayout1019.xml"/>
  <Override ContentType="application/vnd.openxmlformats-officedocument.presentationml.slideLayout+xml" PartName="/ppt/slideLayouts/slideLayout346.xml"/>
  <Override ContentType="application/vnd.openxmlformats-officedocument.presentationml.slideLayout+xml" PartName="/ppt/slideLayouts/slideLayout1147.xml"/>
  <Override ContentType="application/vnd.openxmlformats-officedocument.presentationml.slideLayout+xml" PartName="/ppt/slideLayouts/slideLayout171.xml"/>
  <Override ContentType="application/vnd.openxmlformats-officedocument.presentationml.slideLayout+xml" PartName="/ppt/slideLayouts/slideLayout570.xml"/>
  <Override ContentType="application/vnd.openxmlformats-officedocument.presentationml.slideLayout+xml" PartName="/ppt/slideLayouts/slideLayout801.xml"/>
  <Override ContentType="application/vnd.openxmlformats-officedocument.presentationml.slideLayout+xml" PartName="/ppt/slideLayouts/slideLayout658.xml"/>
  <Override ContentType="application/vnd.openxmlformats-officedocument.presentationml.slideLayout+xml" PartName="/ppt/slideLayouts/slideLayout844.xml"/>
  <Override ContentType="application/vnd.openxmlformats-officedocument.presentationml.slideLayout+xml" PartName="/ppt/slideLayouts/slideLayout1273.xml"/>
  <Override ContentType="application/vnd.openxmlformats-officedocument.presentationml.slideLayout+xml" PartName="/ppt/slideLayouts/slideLayout887.xml"/>
  <Override ContentType="application/vnd.openxmlformats-officedocument.presentationml.slideLayout+xml" PartName="/ppt/slideLayouts/slideLayout1374.xml"/>
  <Override ContentType="application/vnd.openxmlformats-officedocument.presentationml.slideLayout+xml" PartName="/ppt/slideLayouts/slideLayout1331.xml"/>
  <Override ContentType="application/vnd.openxmlformats-officedocument.presentationml.slideLayout+xml" PartName="/ppt/slideLayouts/slideLayout402.xml"/>
  <Override ContentType="application/vnd.openxmlformats-officedocument.presentationml.slideLayout+xml" PartName="/ppt/slideLayouts/slideLayout1145.xml"/>
  <Override ContentType="application/vnd.openxmlformats-officedocument.presentationml.slideLayout+xml" PartName="/ppt/slideLayouts/slideLayout945.xml"/>
  <Override ContentType="application/vnd.openxmlformats-officedocument.presentationml.slideLayout+xml" PartName="/ppt/slideLayouts/slideLayout1188.xml"/>
  <Override ContentType="application/vnd.openxmlformats-officedocument.presentationml.slideLayout+xml" PartName="/ppt/slideLayouts/slideLayout216.xml"/>
  <Override ContentType="application/vnd.openxmlformats-officedocument.presentationml.slideLayout+xml" PartName="/ppt/slideLayouts/slideLayout759.xml"/>
  <Override ContentType="application/vnd.openxmlformats-officedocument.presentationml.slideLayout+xml" PartName="/ppt/slideLayouts/slideLayout771.xml"/>
  <Override ContentType="application/vnd.openxmlformats-officedocument.presentationml.slideLayout+xml" PartName="/ppt/slideLayouts/slideLayout619.xml"/>
  <Override ContentType="application/vnd.openxmlformats-officedocument.presentationml.slideLayout+xml" PartName="/ppt/slideLayouts/slideLayout674.xml"/>
  <Override ContentType="application/vnd.openxmlformats-officedocument.presentationml.slideLayout+xml" PartName="/ppt/slideLayouts/slideLayout259.xml"/>
  <Override ContentType="application/vnd.openxmlformats-officedocument.presentationml.slideLayout+xml" PartName="/ppt/slideLayouts/slideLayout716.xml"/>
  <Override ContentType="application/vnd.openxmlformats-officedocument.presentationml.slideLayout+xml" PartName="/ppt/slideLayouts/slideLayout631.xml"/>
  <Override ContentType="application/vnd.openxmlformats-officedocument.presentationml.slideLayout+xml" PartName="/ppt/slideLayouts/slideLayout988.xml"/>
  <Override ContentType="application/vnd.openxmlformats-officedocument.presentationml.slideLayout+xml" PartName="/ppt/slideLayouts/slideLayout1087.xml"/>
  <Override ContentType="application/vnd.openxmlformats-officedocument.presentationml.slideLayout+xml" PartName="/ppt/slideLayouts/slideLayout503.xml"/>
  <Override ContentType="application/vnd.openxmlformats-officedocument.presentationml.slideLayout+xml" PartName="/ppt/slideLayouts/slideLayout1044.xml"/>
  <Override ContentType="application/vnd.openxmlformats-officedocument.presentationml.slideLayout+xml" PartName="/ppt/slideLayouts/slideLayout589.xml"/>
  <Override ContentType="application/vnd.openxmlformats-officedocument.presentationml.slideLayout+xml" PartName="/ppt/slideLayouts/slideLayout600.xml"/>
  <Override ContentType="application/vnd.openxmlformats-officedocument.presentationml.slideLayout+xml" PartName="/ppt/slideLayouts/slideLayout747.xml"/>
  <Override ContentType="application/vnd.openxmlformats-officedocument.presentationml.slideLayout+xml" PartName="/ppt/slideLayouts/slideLayout546.xml"/>
  <Override ContentType="application/vnd.openxmlformats-officedocument.presentationml.slideLayout+xml" PartName="/ppt/slideLayouts/slideLayout1001.xml"/>
  <Override ContentType="application/vnd.openxmlformats-officedocument.presentationml.slideLayout+xml" PartName="/ppt/slideLayouts/slideLayout704.xml"/>
  <Override ContentType="application/vnd.openxmlformats-officedocument.presentationml.slideLayout+xml" PartName="/ppt/slideLayouts/slideLayout643.xml"/>
  <Override ContentType="application/vnd.openxmlformats-officedocument.presentationml.slideLayout+xml" PartName="/ppt/slideLayouts/slideLayout287.xml"/>
  <Override ContentType="application/vnd.openxmlformats-officedocument.presentationml.slideLayout+xml" PartName="/ppt/slideLayouts/slideLayout686.xml"/>
  <Override ContentType="application/vnd.openxmlformats-officedocument.presentationml.slideLayout+xml" PartName="/ppt/slideLayouts/slideLayout372.xml"/>
  <Override ContentType="application/vnd.openxmlformats-officedocument.presentationml.slideLayout+xml" PartName="/ppt/slideLayouts/slideLayout1218.xml"/>
  <Override ContentType="application/vnd.openxmlformats-officedocument.presentationml.slideLayout+xml" PartName="/ppt/slideLayouts/slideLayout244.xml"/>
  <Override ContentType="application/vnd.openxmlformats-officedocument.presentationml.slideLayout+xml" PartName="/ppt/slideLayouts/slideLayout1303.xml"/>
  <Override ContentType="application/vnd.openxmlformats-officedocument.presentationml.slideLayout+xml" PartName="/ppt/slideLayouts/slideLayout201.xml"/>
  <Override ContentType="application/vnd.openxmlformats-officedocument.presentationml.slideLayout+xml" PartName="/ppt/slideLayouts/slideLayout1346.xml"/>
  <Override ContentType="application/vnd.openxmlformats-officedocument.presentationml.slideLayout+xml" PartName="/ppt/slideLayouts/slideLayout302.xml"/>
  <Override ContentType="application/vnd.openxmlformats-officedocument.presentationml.slideLayout+xml" PartName="/ppt/slideLayouts/slideLayout1059.xml"/>
  <Override ContentType="application/vnd.openxmlformats-officedocument.presentationml.slideLayout+xml" PartName="/ppt/slideLayouts/slideLayout24.xml"/>
  <Override ContentType="application/vnd.openxmlformats-officedocument.presentationml.slideLayout+xml" PartName="/ppt/slideLayouts/slideLayout159.xml"/>
  <Override ContentType="application/vnd.openxmlformats-officedocument.presentationml.slideLayout+xml" PartName="/ppt/slideLayouts/slideLayout345.xml"/>
  <Override ContentType="application/vnd.openxmlformats-officedocument.presentationml.slideLayout+xml" PartName="/ppt/slideLayouts/slideLayout603.xml"/>
  <Override ContentType="application/vnd.openxmlformats-officedocument.presentationml.slideLayout+xml" PartName="/ppt/slideLayouts/slideLayout67.xml"/>
  <Override ContentType="application/vnd.openxmlformats-officedocument.presentationml.slideLayout+xml" PartName="/ppt/slideLayouts/slideLayout116.xml"/>
  <Override ContentType="application/vnd.openxmlformats-officedocument.presentationml.slideLayout+xml" PartName="/ppt/slideLayouts/slideLayout646.xml"/>
  <Override ContentType="application/vnd.openxmlformats-officedocument.presentationml.slideLayout+xml" PartName="/ppt/slideLayouts/slideLayout671.xml"/>
  <Override ContentType="application/vnd.openxmlformats-officedocument.presentationml.slideLayout+xml" PartName="/ppt/slideLayouts/slideLayout972.xml"/>
  <Override ContentType="application/vnd.openxmlformats-officedocument.presentationml.slideLayout+xml" PartName="/ppt/slideLayouts/slideLayout689.xml"/>
  <Override ContentType="application/vnd.openxmlformats-officedocument.presentationml.slideLayout+xml" PartName="/ppt/slideLayouts/slideLayout418.xml"/>
  <Override ContentType="application/vnd.openxmlformats-officedocument.presentationml.slideLayout+xml" PartName="/ppt/slideLayouts/slideLayout719.xml"/>
  <Override ContentType="application/vnd.openxmlformats-officedocument.presentationml.slideLayout+xml" PartName="/ppt/slideLayouts/slideLayout1016.xml"/>
  <Override ContentType="application/vnd.openxmlformats-officedocument.presentationml.slideLayout+xml" PartName="/ppt/slideLayouts/slideLayout388.xml"/>
  <Override ContentType="application/vnd.openxmlformats-officedocument.presentationml.slideLayout+xml" PartName="/ppt/slideLayouts/slideLayout573.xml"/>
  <Override ContentType="application/vnd.openxmlformats-officedocument.presentationml.slideLayout+xml" PartName="/ppt/slideLayouts/slideLayout530.xml"/>
  <Override ContentType="application/vnd.openxmlformats-officedocument.presentationml.slideLayout+xml" PartName="/ppt/slideLayouts/slideLayout817.xml"/>
  <Override ContentType="application/vnd.openxmlformats-officedocument.presentationml.slideLayout+xml" PartName="/ppt/slideLayouts/slideLayout1203.xml"/>
  <Override ContentType="application/vnd.openxmlformats-officedocument.presentationml.slideLayout+xml" PartName="/ppt/slideLayouts/slideLayout1289.xml"/>
  <Override ContentType="application/vnd.openxmlformats-officedocument.presentationml.slideLayout+xml" PartName="/ppt/slideLayouts/slideLayout272.xml"/>
  <Override ContentType="application/vnd.openxmlformats-officedocument.presentationml.slideLayout+xml" PartName="/ppt/slideLayouts/slideLayout1246.xml"/>
  <Override ContentType="application/vnd.openxmlformats-officedocument.presentationml.slideLayout+xml" PartName="/ppt/slideLayouts/slideLayout902.xml"/>
  <Override ContentType="application/vnd.openxmlformats-officedocument.presentationml.slideLayout+xml" PartName="/ppt/slideLayouts/slideLayout51.xml"/>
  <Override ContentType="application/vnd.openxmlformats-officedocument.presentationml.slideLayout+xml" PartName="/ppt/slideLayouts/slideLayout445.xml"/>
  <Override ContentType="application/vnd.openxmlformats-officedocument.presentationml.slideLayout+xml" PartName="/ppt/slideLayouts/slideLayout94.xml"/>
  <Override ContentType="application/vnd.openxmlformats-officedocument.presentationml.slideLayout+xml" PartName="/ppt/slideLayouts/slideLayout488.xml"/>
  <Override ContentType="application/vnd.openxmlformats-officedocument.presentationml.slideLayout+xml" PartName="/ppt/slideLayouts/slideLayout39.xml"/>
  <Override ContentType="application/vnd.openxmlformats-officedocument.presentationml.slideLayout+xml" PartName="/ppt/slideLayouts/slideLayout144.xml"/>
  <Override ContentType="application/vnd.openxmlformats-officedocument.presentationml.slideLayout+xml" PartName="/ppt/slideLayouts/slideLayout317.xml"/>
  <Override ContentType="application/vnd.openxmlformats-officedocument.presentationml.slideLayout+xml" PartName="/ppt/slideLayouts/slideLayout1319.xml"/>
  <Override ContentType="application/vnd.openxmlformats-officedocument.presentationml.slideLayout+xml" PartName="/ppt/slideLayouts/slideLayout187.xml"/>
  <Override ContentType="application/vnd.openxmlformats-officedocument.presentationml.slideLayout+xml" PartName="/ppt/slideLayouts/slideLayout518.xml"/>
  <Override ContentType="application/vnd.openxmlformats-officedocument.presentationml.slideLayout+xml" PartName="/ppt/slideLayouts/slideLayout430.xml"/>
  <Override ContentType="application/vnd.openxmlformats-officedocument.presentationml.slideLayout+xml" PartName="/ppt/slideLayouts/slideLayout872.xml"/>
  <Override ContentType="application/vnd.openxmlformats-officedocument.presentationml.slideLayout+xml" PartName="/ppt/slideLayouts/slideLayout1274.xml"/>
  <Override ContentType="application/vnd.openxmlformats-officedocument.presentationml.slideLayout+xml" PartName="/ppt/slideLayouts/slideLayout1231.xml"/>
  <Override ContentType="application/vnd.openxmlformats-officedocument.presentationml.slideLayout+xml" PartName="/ppt/slideLayouts/slideLayout473.xml"/>
  <Override ContentType="application/vnd.openxmlformats-officedocument.presentationml.slideLayout+xml" PartName="/ppt/slideLayouts/slideLayout659.xml"/>
  <Override ContentType="application/vnd.openxmlformats-officedocument.presentationml.slideLayout+xml" PartName="/ppt/slideLayouts/slideLayout774.xml"/>
  <Override ContentType="application/vnd.openxmlformats-officedocument.presentationml.slideLayout+xml" PartName="/ppt/slideLayouts/slideLayout616.xml"/>
  <Override ContentType="application/vnd.openxmlformats-officedocument.presentationml.slideLayout+xml" PartName="/ppt/slideLayouts/slideLayout701.xml"/>
  <Override ContentType="application/vnd.openxmlformats-officedocument.presentationml.slideLayout+xml" PartName="/ppt/slideLayouts/slideLayout8.xml"/>
  <Override ContentType="application/vnd.openxmlformats-officedocument.presentationml.slideLayout+xml" PartName="/ppt/slideLayouts/slideLayout787.xml"/>
  <Override ContentType="application/vnd.openxmlformats-officedocument.presentationml.slideLayout+xml" PartName="/ppt/slideLayouts/slideLayout744.xml"/>
  <Override ContentType="application/vnd.openxmlformats-officedocument.presentationml.slideLayout+xml" PartName="/ppt/slideLayouts/slideLayout917.xml"/>
  <Override ContentType="application/vnd.openxmlformats-officedocument.presentationml.slideLayout+xml" PartName="/ppt/slideLayouts/slideLayout731.xml"/>
  <Override ContentType="application/vnd.openxmlformats-officedocument.presentationml.slideLayout+xml" PartName="/ppt/slideLayouts/slideLayout200.xml"/>
  <Override ContentType="application/vnd.openxmlformats-officedocument.presentationml.slideLayout+xml" PartName="/ppt/slideLayouts/slideLayout243.xml"/>
  <Override ContentType="application/vnd.openxmlformats-officedocument.presentationml.slideLayout+xml" PartName="/ppt/slideLayouts/slideLayout286.xml"/>
  <Override ContentType="application/vnd.openxmlformats-officedocument.presentationml.slideLayout+xml" PartName="/ppt/slideLayouts/slideLayout1118.xml"/>
  <Override ContentType="application/vnd.openxmlformats-officedocument.presentationml.slideLayout+xml" PartName="/ppt/slideLayouts/slideLayout1071.xml"/>
  <Override ContentType="application/vnd.openxmlformats-officedocument.presentationml.slideLayout+xml" PartName="/ppt/slideLayouts/slideLayout472.xml"/>
  <Override ContentType="application/vnd.openxmlformats-officedocument.presentationml.slideLayout+xml" PartName="/ppt/slideLayouts/slideLayout845.xml"/>
  <Override ContentType="application/vnd.openxmlformats-officedocument.presentationml.slideLayout+xml" PartName="/ppt/slideLayouts/slideLayout888.xml"/>
  <Override ContentType="application/vnd.openxmlformats-officedocument.presentationml.slideLayout+xml" PartName="/ppt/slideLayouts/slideLayout1373.xml"/>
  <Override ContentType="application/vnd.openxmlformats-officedocument.presentationml.slideLayout+xml" PartName="/ppt/slideLayouts/slideLayout1330.xml"/>
  <Override ContentType="application/vnd.openxmlformats-officedocument.presentationml.slideLayout+xml" PartName="/ppt/slideLayouts/slideLayout918.xml"/>
  <Override ContentType="application/vnd.openxmlformats-officedocument.presentationml.slideLayout+xml" PartName="/ppt/slideLayouts/slideLayout1187.xml"/>
  <Override ContentType="application/vnd.openxmlformats-officedocument.presentationml.slideLayout+xml" PartName="/ppt/slideLayouts/slideLayout1101.xml"/>
  <Override ContentType="application/vnd.openxmlformats-officedocument.presentationml.slideLayout+xml" PartName="/ppt/slideLayouts/slideLayout1144.xml"/>
  <Override ContentType="application/vnd.openxmlformats-officedocument.presentationml.slideLayout+xml" PartName="/ppt/slideLayouts/slideLayout38.xml"/>
  <Override ContentType="application/vnd.openxmlformats-officedocument.presentationml.slideLayout+xml" PartName="/ppt/slideLayouts/slideLayout170.xml"/>
  <Override ContentType="application/vnd.openxmlformats-officedocument.presentationml.slideLayout+xml" PartName="/ppt/slideLayouts/slideLayout618.xml"/>
  <Override ContentType="application/vnd.openxmlformats-officedocument.presentationml.slideLayout+xml" PartName="/ppt/slideLayouts/slideLayout101.xml"/>
  <Override ContentType="application/vnd.openxmlformats-officedocument.presentationml.slideLayout+xml" PartName="/ppt/slideLayouts/slideLayout772.xml"/>
  <Override ContentType="application/vnd.openxmlformats-officedocument.presentationml.slideLayout+xml" PartName="/ppt/slideLayouts/slideLayout687.xml"/>
  <Override ContentType="application/vnd.openxmlformats-officedocument.presentationml.slideLayout+xml" PartName="/ppt/slideLayouts/slideLayout644.xml"/>
  <Override ContentType="application/vnd.openxmlformats-officedocument.presentationml.slideLayout+xml" PartName="/ppt/slideLayouts/slideLayout601.xml"/>
  <Override ContentType="application/vnd.openxmlformats-officedocument.presentationml.slideLayout+xml" PartName="/ppt/slideLayouts/slideLayout703.xml"/>
  <Override ContentType="application/vnd.openxmlformats-officedocument.presentationml.slideLayout+xml" PartName="/ppt/slideLayouts/slideLayout1272.xml"/>
  <Override ContentType="application/vnd.openxmlformats-officedocument.presentationml.slideLayout+xml" PartName="/ppt/slideLayouts/slideLayout215.xml"/>
  <Override ContentType="application/vnd.openxmlformats-officedocument.presentationml.slideLayout+xml" PartName="/ppt/slideLayouts/slideLayout630.xml"/>
  <Override ContentType="application/vnd.openxmlformats-officedocument.presentationml.slideLayout+xml" PartName="/ppt/slideLayouts/slideLayout258.xml"/>
  <Override ContentType="application/vnd.openxmlformats-officedocument.presentationml.slideLayout+xml" PartName="/ppt/slideLayouts/slideLayout1217.xml"/>
  <Override ContentType="application/vnd.openxmlformats-officedocument.presentationml.slideLayout+xml" PartName="/ppt/slideLayouts/slideLayout1302.xml"/>
  <Override ContentType="application/vnd.openxmlformats-officedocument.presentationml.slideLayout+xml" PartName="/ppt/slideLayouts/slideLayout717.xml"/>
  <Override ContentType="application/vnd.openxmlformats-officedocument.presentationml.slideLayout+xml" PartName="/ppt/slideLayouts/slideLayout1388.xml"/>
  <Override ContentType="application/vnd.openxmlformats-officedocument.presentationml.slideLayout+xml" PartName="/ppt/slideLayouts/slideLayout1345.xml"/>
  <Override ContentType="application/vnd.openxmlformats-officedocument.presentationml.slideLayout+xml" PartName="/ppt/slideLayouts/slideLayout66.xml"/>
  <Override ContentType="application/vnd.openxmlformats-officedocument.presentationml.slideLayout+xml" PartName="/ppt/slideLayouts/slideLayout673.xml"/>
  <Override ContentType="application/vnd.openxmlformats-officedocument.presentationml.slideLayout+xml" PartName="/ppt/slideLayouts/slideLayout1088.xml"/>
  <Override ContentType="application/vnd.openxmlformats-officedocument.presentationml.slideLayout+xml" PartName="/ppt/slideLayouts/slideLayout545.xml"/>
  <Override ContentType="application/vnd.openxmlformats-officedocument.presentationml.slideLayout+xml" PartName="/ppt/slideLayouts/slideLayout588.xml"/>
  <Override ContentType="application/vnd.openxmlformats-officedocument.presentationml.slideLayout+xml" PartName="/ppt/slideLayouts/slideLayout1002.xml"/>
  <Override ContentType="application/vnd.openxmlformats-officedocument.presentationml.slideLayout+xml" PartName="/ppt/slideLayouts/slideLayout502.xml"/>
  <Override ContentType="application/vnd.openxmlformats-officedocument.presentationml.slideLayout+xml" PartName="/ppt/slideLayouts/slideLayout802.xml"/>
  <Override ContentType="application/vnd.openxmlformats-officedocument.presentationml.slideLayout+xml" PartName="/ppt/slideLayouts/slideLayout1045.xml"/>
  <Override ContentType="application/vnd.openxmlformats-officedocument.presentationml.slideLayout+xml" PartName="/ppt/slideLayouts/slideLayout23.xml"/>
  <Override ContentType="application/vnd.openxmlformats-officedocument.presentationml.slideLayout+xml" PartName="/ppt/slideLayouts/slideLayout973.xml"/>
  <Override ContentType="application/vnd.openxmlformats-officedocument.presentationml.slideLayout+xml" PartName="/ppt/slideLayouts/slideLayout417.xml"/>
  <Override ContentType="application/vnd.openxmlformats-officedocument.presentationml.slideLayout+xml" PartName="/ppt/slideLayouts/slideLayout1130.xml"/>
  <Override ContentType="application/vnd.openxmlformats-officedocument.presentationml.slideLayout+xml" PartName="/ppt/slideLayouts/slideLayout930.xml"/>
  <Override ContentType="application/vnd.openxmlformats-officedocument.presentationml.slideLayout+xml" PartName="/ppt/slideLayouts/slideLayout1173.xml"/>
  <Override ContentType="application/vnd.openxmlformats-officedocument.presentationml.slideLayout+xml" PartName="/ppt/slideLayouts/slideLayout1245.xml"/>
  <Override ContentType="application/vnd.openxmlformats-officedocument.presentationml.slideLayout+xml" PartName="/ppt/slideLayouts/slideLayout1288.xml"/>
  <Override ContentType="application/vnd.openxmlformats-officedocument.presentationml.slideLayout+xml" PartName="/ppt/slideLayouts/slideLayout1202.xml"/>
  <Override ContentType="application/vnd.openxmlformats-officedocument.presentationml.slideLayout+xml" PartName="/ppt/slideLayouts/slideLayout672.xml"/>
  <Override ContentType="application/vnd.openxmlformats-officedocument.presentationml.slideLayout+xml" PartName="/ppt/slideLayouts/slideLayout371.xml"/>
  <Override ContentType="application/vnd.openxmlformats-officedocument.presentationml.slideLayout+xml" PartName="/ppt/slideLayouts/slideLayout1172.xml"/>
  <Override ContentType="application/vnd.openxmlformats-officedocument.presentationml.slideLayout+xml" PartName="/ppt/slideLayouts/slideLayout387.xml"/>
  <Override ContentType="application/vnd.openxmlformats-officedocument.presentationml.slideLayout+xml" PartName="/ppt/slideLayouts/slideLayout158.xml"/>
  <Override ContentType="application/vnd.openxmlformats-officedocument.presentationml.slideLayout+xml" PartName="/ppt/slideLayouts/slideLayout416.xml"/>
  <Override ContentType="application/vnd.openxmlformats-officedocument.presentationml.slideLayout+xml" PartName="/ppt/slideLayouts/slideLayout1017.xml"/>
  <Override ContentType="application/vnd.openxmlformats-officedocument.presentationml.slideLayout+xml" PartName="/ppt/slideLayouts/slideLayout459.xml"/>
  <Override ContentType="application/vnd.openxmlformats-officedocument.presentationml.slideLayout+xml" PartName="/ppt/slideLayouts/slideLayout344.xml"/>
  <Override ContentType="application/vnd.openxmlformats-officedocument.presentationml.slideLayout+xml" PartName="/ppt/slideLayouts/slideLayout602.xml"/>
  <Override ContentType="application/vnd.openxmlformats-officedocument.presentationml.slideLayout+xml" PartName="/ppt/slideLayouts/slideLayout688.xml"/>
  <Override ContentType="application/vnd.openxmlformats-officedocument.presentationml.slideLayout+xml" PartName="/ppt/slideLayouts/slideLayout115.xml"/>
  <Override ContentType="application/vnd.openxmlformats-officedocument.presentationml.slideLayout+xml" PartName="/ppt/slideLayouts/slideLayout645.xml"/>
  <Override ContentType="application/vnd.openxmlformats-officedocument.presentationml.slideLayout+xml" PartName="/ppt/slideLayouts/slideLayout301.xml"/>
  <Override ContentType="application/vnd.openxmlformats-officedocument.presentationml.slideLayout+xml" PartName="/ppt/slideLayouts/slideLayout1318.xml"/>
  <Override ContentType="application/vnd.openxmlformats-officedocument.presentationml.slideLayout+xml" PartName="/ppt/slideLayouts/slideLayout873.xml"/>
  <Override ContentType="application/vnd.openxmlformats-officedocument.presentationml.slideLayout+xml" PartName="/ppt/slideLayouts/slideLayout517.xml"/>
  <Override ContentType="application/vnd.openxmlformats-officedocument.presentationml.slideLayout+xml" PartName="/ppt/slideLayouts/slideLayout100.xml"/>
  <Override ContentType="application/vnd.openxmlformats-officedocument.presentationml.slideLayout+xml" PartName="/ppt/slideLayouts/slideLayout1102.xml"/>
  <Override ContentType="application/vnd.openxmlformats-officedocument.presentationml.slideLayout+xml" PartName="/ppt/slideLayouts/slideLayout143.xml"/>
  <Override ContentType="application/vnd.openxmlformats-officedocument.presentationml.slideLayout+xml" PartName="/ppt/slideLayouts/slideLayout818.xml"/>
  <Override ContentType="application/vnd.openxmlformats-officedocument.presentationml.slideLayout+xml" PartName="/ppt/slideLayouts/slideLayout830.xml"/>
  <Override ContentType="application/vnd.openxmlformats-officedocument.presentationml.slideLayout+xml" PartName="/ppt/slideLayouts/slideLayout401.xml"/>
  <Override ContentType="application/vnd.openxmlformats-officedocument.presentationml.slideLayout+xml" PartName="/ppt/slideLayouts/slideLayout989.xml"/>
  <Override ContentType="application/vnd.openxmlformats-officedocument.presentationml.slideLayout+xml" PartName="/ppt/slideLayouts/slideLayout1230.xml"/>
  <Override ContentType="application/vnd.openxmlformats-officedocument.presentationml.slideLayout+xml" PartName="/ppt/slideLayouts/slideLayout271.xml"/>
  <Override ContentType="application/vnd.openxmlformats-officedocument.presentationml.slideLayout+xml" PartName="/ppt/slideLayouts/slideLayout444.xml"/>
  <Override ContentType="application/vnd.openxmlformats-officedocument.presentationml.slideLayout+xml" PartName="/ppt/slideLayouts/slideLayout702.xml"/>
  <Override ContentType="application/vnd.openxmlformats-officedocument.presentationml.slideLayout+xml" PartName="/ppt/slideLayouts/slideLayout903.xml"/>
  <Override ContentType="application/vnd.openxmlformats-officedocument.presentationml.slideLayout+xml" PartName="/ppt/slideLayouts/slideLayout946.xml"/>
  <Override ContentType="application/vnd.openxmlformats-officedocument.presentationml.slideLayout+xml" PartName="/ppt/slideLayouts/slideLayout9.xml"/>
  <Override ContentType="application/vnd.openxmlformats-officedocument.presentationml.slideLayout+xml" PartName="/ppt/slideLayouts/slideLayout572.xml"/>
  <Override ContentType="application/vnd.openxmlformats-officedocument.presentationml.slideLayout+xml" PartName="/ppt/slideLayouts/slideLayout745.xml"/>
  <Override ContentType="application/vnd.openxmlformats-officedocument.presentationml.slideLayout+xml" PartName="/ppt/slideLayouts/slideLayout1072.xml"/>
  <Override ContentType="application/vnd.openxmlformats-officedocument.presentationml.slideLayout+xml" PartName="/ppt/slideLayouts/slideLayout50.xml"/>
  <Override ContentType="application/vnd.openxmlformats-officedocument.presentationml.slideLayout+xml" PartName="/ppt/slideLayouts/slideLayout788.xml"/>
  <Override ContentType="application/vnd.openxmlformats-officedocument.presentationml.slideLayout+xml" PartName="/ppt/slideLayouts/slideLayout1117.xml"/>
  <Override ContentType="application/vnd.openxmlformats-officedocument.presentationml.slideLayout+xml" PartName="/ppt/slideLayouts/slideLayout93.xml"/>
  <Override ContentType="application/vnd.openxmlformats-officedocument.presentationml.slideLayout+xml" PartName="/ppt/slideLayouts/slideLayout316.xml"/>
  <Override ContentType="application/vnd.openxmlformats-officedocument.presentationml.slideLayout+xml" PartName="/ppt/slideLayouts/slideLayout487.xml"/>
  <Override ContentType="application/vnd.openxmlformats-officedocument.presentationml.slideLayout+xml" PartName="/ppt/slideLayouts/slideLayout186.xml"/>
  <Override ContentType="application/vnd.openxmlformats-officedocument.presentationml.slideLayout+xml" PartName="/ppt/slideLayouts/slideLayout359.xml"/>
  <Override ContentType="application/vnd.openxmlformats-officedocument.presentationml.slideLayout+xml" PartName="/ppt/slideLayouts/slideLayout897.xml"/>
  <Override ContentType="application/vnd.openxmlformats-officedocument.presentationml.slideLayout+xml" PartName="/ppt/slideLayouts/slideLayout1240.xml"/>
  <Override ContentType="application/vnd.openxmlformats-officedocument.presentationml.slideLayout+xml" PartName="/ppt/slideLayouts/slideLayout986.xml"/>
  <Override ContentType="application/vnd.openxmlformats-officedocument.presentationml.slideLayout+xml" PartName="/ppt/slideLayouts/slideLayout994.xml"/>
  <Override ContentType="application/vnd.openxmlformats-officedocument.presentationml.slideLayout+xml" PartName="/ppt/slideLayouts/slideLayout1143.xml"/>
  <Override ContentType="application/vnd.openxmlformats-officedocument.presentationml.slideLayout+xml" PartName="/ppt/slideLayouts/slideLayout1046.xml"/>
  <Override ContentType="application/vnd.openxmlformats-officedocument.presentationml.slideLayout+xml" PartName="/ppt/slideLayouts/slideLayout1151.xml"/>
  <Override ContentType="application/vnd.openxmlformats-officedocument.presentationml.slideLayout+xml" PartName="/ppt/slideLayouts/slideLayout978.xml"/>
  <Override ContentType="application/vnd.openxmlformats-officedocument.presentationml.slideLayout+xml" PartName="/ppt/slideLayouts/slideLayout1232.xml"/>
  <Override ContentType="application/vnd.openxmlformats-officedocument.presentationml.slideLayout+xml" PartName="/ppt/slideLayouts/slideLayout1224.xml"/>
  <Override ContentType="application/vnd.openxmlformats-officedocument.presentationml.slideLayout+xml" PartName="/ppt/slideLayouts/slideLayout1062.xml"/>
  <Override ContentType="application/vnd.openxmlformats-officedocument.presentationml.slideLayout+xml" PartName="/ppt/slideLayouts/slideLayout1070.xml"/>
  <Override ContentType="application/vnd.openxmlformats-officedocument.presentationml.slideLayout+xml" PartName="/ppt/slideLayouts/slideLayout1321.xml"/>
  <Override ContentType="application/vnd.openxmlformats-officedocument.presentationml.slideLayout+xml" PartName="/ppt/slideLayouts/slideLayout96.xml"/>
  <Override ContentType="application/vnd.openxmlformats-officedocument.presentationml.slideLayout+xml" PartName="/ppt/slideLayouts/slideLayout1038.xml"/>
  <Override ContentType="application/vnd.openxmlformats-officedocument.presentationml.slideLayout+xml" PartName="/ppt/slideLayouts/slideLayout1135.xml"/>
  <Override ContentType="application/vnd.openxmlformats-officedocument.presentationml.slideLayout+xml" PartName="/ppt/slideLayouts/slideLayout1208.xml"/>
  <Override ContentType="application/vnd.openxmlformats-officedocument.presentationml.slideLayout+xml" PartName="/ppt/slideLayouts/slideLayout110.xml"/>
  <Override ContentType="application/vnd.openxmlformats-officedocument.presentationml.slideLayout+xml" PartName="/ppt/slideLayouts/slideLayout1119.xml"/>
  <Override ContentType="application/vnd.openxmlformats-officedocument.presentationml.slideLayout+xml" PartName="/ppt/slideLayouts/slideLayout1127.xml"/>
  <Override ContentType="application/vnd.openxmlformats-officedocument.presentationml.slideLayout+xml" PartName="/ppt/slideLayouts/slideLayout1313.xml"/>
  <Override ContentType="application/vnd.openxmlformats-officedocument.presentationml.slideLayout+xml" PartName="/ppt/slideLayouts/slideLayout102.xml"/>
  <Override ContentType="application/vnd.openxmlformats-officedocument.presentationml.slideLayout+xml" PartName="/ppt/slideLayouts/slideLayout1216.xml"/>
  <Override ContentType="application/vnd.openxmlformats-officedocument.presentationml.slideLayout+xml" PartName="/ppt/slideLayouts/slideLayout1305.xml"/>
  <Override ContentType="application/vnd.openxmlformats-officedocument.presentationml.slideLayout+xml" PartName="/ppt/slideLayouts/slideLayout165.xml"/>
  <Override ContentType="application/vnd.openxmlformats-officedocument.presentationml.slideLayout+xml" PartName="/ppt/slideLayouts/slideLayout907.xml"/>
  <Override ContentType="application/vnd.openxmlformats-officedocument.presentationml.slideLayout+xml" PartName="/ppt/slideLayouts/slideLayout343.xml"/>
  <Override ContentType="application/vnd.openxmlformats-officedocument.presentationml.slideLayout+xml" PartName="/ppt/slideLayouts/slideLayout729.xml"/>
  <Override ContentType="application/vnd.openxmlformats-officedocument.presentationml.slideLayout+xml" PartName="/ppt/slideLayouts/slideLayout262.xml"/>
  <Override ContentType="application/vnd.openxmlformats-officedocument.presentationml.slideLayout+xml" PartName="/ppt/slideLayouts/slideLayout834.xml"/>
  <Override ContentType="application/vnd.openxmlformats-officedocument.presentationml.slideLayout+xml" PartName="/ppt/slideLayouts/slideLayout559.xml"/>
  <Override ContentType="application/vnd.openxmlformats-officedocument.presentationml.slideLayout+xml" PartName="/ppt/slideLayouts/slideLayout931.xml"/>
  <Override ContentType="application/vnd.openxmlformats-officedocument.presentationml.slideLayout+xml" PartName="/ppt/slideLayouts/slideLayout440.xml"/>
  <Override ContentType="application/vnd.openxmlformats-officedocument.presentationml.slideLayout+xml" PartName="/ppt/slideLayouts/slideLayout1198.xml"/>
  <Override ContentType="application/vnd.openxmlformats-officedocument.presentationml.slideLayout+xml" PartName="/ppt/slideLayouts/slideLayout753.xml"/>
  <Override ContentType="application/vnd.openxmlformats-officedocument.presentationml.slideLayout+xml" PartName="/ppt/slideLayouts/slideLayout319.xml"/>
  <Override ContentType="application/vnd.openxmlformats-officedocument.presentationml.slideLayout+xml" PartName="/ppt/slideLayouts/slideLayout656.xml"/>
  <Override ContentType="application/vnd.openxmlformats-officedocument.presentationml.slideLayout+xml" PartName="/ppt/slideLayouts/slideLayout1376.xml"/>
  <Override ContentType="application/vnd.openxmlformats-officedocument.presentationml.slideLayout+xml" PartName="/ppt/slideLayouts/slideLayout181.xml"/>
  <Override ContentType="application/vnd.openxmlformats-officedocument.presentationml.slideLayout+xml" PartName="/ppt/slideLayouts/slideLayout41.xml"/>
  <Override ContentType="application/vnd.openxmlformats-officedocument.presentationml.slideLayout+xml" PartName="/ppt/slideLayouts/slideLayout575.xml"/>
  <Override ContentType="application/vnd.openxmlformats-officedocument.presentationml.slideLayout+xml" PartName="/ppt/slideLayouts/slideLayout478.xml"/>
  <Override ContentType="application/vnd.openxmlformats-officedocument.presentationml.slideLayout+xml" PartName="/ppt/slideLayouts/slideLayout889.xml"/>
  <Override ContentType="application/vnd.openxmlformats-officedocument.presentationml.slideLayout+xml" PartName="/ppt/slideLayouts/slideLayout1279.xml"/>
  <Override ContentType="application/vnd.openxmlformats-officedocument.presentationml.slideLayout+xml" PartName="/ppt/slideLayouts/slideLayout850.xml"/>
  <Override ContentType="application/vnd.openxmlformats-officedocument.presentationml.slideLayout+xml" PartName="/ppt/slideLayouts/slideLayout494.xml"/>
  <Override ContentType="application/vnd.openxmlformats-officedocument.presentationml.slideLayout+xml" PartName="/ppt/slideLayouts/slideLayout680.xml"/>
  <Override ContentType="application/vnd.openxmlformats-officedocument.presentationml.slideLayout+xml" PartName="/ppt/slideLayouts/slideLayout1295.xml"/>
  <Override ContentType="application/vnd.openxmlformats-officedocument.presentationml.slideLayout+xml" PartName="/ppt/slideLayouts/slideLayout17.xml"/>
  <Override ContentType="application/vnd.openxmlformats-officedocument.presentationml.slideLayout+xml" PartName="/ppt/slideLayouts/slideLayout648.xml"/>
  <Override ContentType="application/vnd.openxmlformats-officedocument.presentationml.slideLayout+xml" PartName="/ppt/slideLayouts/slideLayout513.xml"/>
  <Override ContentType="application/vnd.openxmlformats-officedocument.presentationml.slideLayout+xml" PartName="/ppt/slideLayouts/slideLayout34.xml"/>
  <Override ContentType="application/vnd.openxmlformats-officedocument.presentationml.slideLayout+xml" PartName="/ppt/slideLayouts/slideLayout149.xml"/>
  <Override ContentType="application/vnd.openxmlformats-officedocument.presentationml.slideLayout+xml" PartName="/ppt/slideLayouts/slideLayout923.xml"/>
  <Override ContentType="application/vnd.openxmlformats-officedocument.presentationml.slideLayout+xml" PartName="/ppt/slideLayouts/slideLayout6.xml"/>
  <Override ContentType="application/vnd.openxmlformats-officedocument.presentationml.slideLayout+xml" PartName="/ppt/slideLayouts/slideLayout238.xml"/>
  <Override ContentType="application/vnd.openxmlformats-officedocument.presentationml.slideLayout+xml" PartName="/ppt/slideLayouts/slideLayout424.xml"/>
  <Override ContentType="application/vnd.openxmlformats-officedocument.presentationml.slideLayout+xml" PartName="/ppt/slideLayouts/slideLayout915.xml"/>
  <Override ContentType="application/vnd.openxmlformats-officedocument.presentationml.slideLayout+xml" PartName="/ppt/slideLayouts/slideLayout1383.xml"/>
  <Override ContentType="application/vnd.openxmlformats-officedocument.presentationml.slideLayout+xml" PartName="/ppt/slideLayouts/slideLayout415.xml"/>
  <Override ContentType="application/vnd.openxmlformats-officedocument.presentationml.slideLayout+xml" PartName="/ppt/slideLayouts/slideLayout1000.xml"/>
  <Override ContentType="application/vnd.openxmlformats-officedocument.presentationml.slideLayout+xml" PartName="/ppt/slideLayouts/slideLayout351.xml"/>
  <Override ContentType="application/vnd.openxmlformats-officedocument.presentationml.slideLayout+xml" PartName="/ppt/slideLayouts/slideLayout746.xml"/>
  <Override ContentType="application/vnd.openxmlformats-officedocument.presentationml.slideLayout+xml" PartName="/ppt/slideLayouts/slideLayout26.xml"/>
  <Override ContentType="application/vnd.openxmlformats-officedocument.presentationml.slideLayout+xml" PartName="/ppt/slideLayouts/slideLayout157.xml"/>
  <Override ContentType="application/vnd.openxmlformats-officedocument.presentationml.slideLayout+xml" PartName="/ppt/slideLayouts/slideLayout738.xml"/>
  <Override ContentType="application/vnd.openxmlformats-officedocument.presentationml.slideLayout+xml" PartName="/ppt/slideLayouts/slideLayout407.xml"/>
  <Override ContentType="application/vnd.openxmlformats-officedocument.presentationml.slideLayout+xml" PartName="/ppt/slideLayouts/slideLayout432.xml"/>
  <Override ContentType="application/vnd.openxmlformats-officedocument.presentationml.slideLayout+xml" PartName="/ppt/slideLayouts/slideLayout1189.xml"/>
  <Override ContentType="application/vnd.openxmlformats-officedocument.presentationml.slideLayout+xml" PartName="/ppt/slideLayouts/slideLayout940.xml"/>
  <Override ContentType="application/vnd.openxmlformats-officedocument.presentationml.slideLayout+xml" PartName="/ppt/slideLayouts/slideLayout665.xml"/>
  <Override ContentType="application/vnd.openxmlformats-officedocument.presentationml.slideLayout+xml" PartName="/ppt/slideLayouts/slideLayout334.xml"/>
  <Override ContentType="application/vnd.openxmlformats-officedocument.presentationml.slideLayout+xml" PartName="/ppt/slideLayouts/slideLayout505.xml"/>
  <Override ContentType="application/vnd.openxmlformats-officedocument.presentationml.slideLayout+xml" PartName="/ppt/slideLayouts/slideLayout842.xml"/>
  <Override ContentType="application/vnd.openxmlformats-officedocument.presentationml.slideLayout+xml" PartName="/ppt/slideLayouts/slideLayout172.xml"/>
  <Override ContentType="application/vnd.openxmlformats-officedocument.presentationml.slideLayout+xml" PartName="/ppt/slideLayouts/slideLayout1287.xml"/>
  <Override ContentType="application/vnd.openxmlformats-officedocument.presentationml.slideLayout+xml" PartName="/ppt/slideLayouts/slideLayout567.xml"/>
  <Override ContentType="application/vnd.openxmlformats-officedocument.presentationml.slideLayout+xml" PartName="/ppt/slideLayouts/slideLayout819.xml"/>
  <Override ContentType="application/vnd.openxmlformats-officedocument.presentationml.slideLayout+xml" PartName="/ppt/slideLayouts/slideLayout486.xml"/>
  <Override ContentType="application/vnd.openxmlformats-officedocument.presentationml.slideLayout+xml" PartName="/ppt/slideLayouts/slideLayout88.xml"/>
  <Override ContentType="application/vnd.openxmlformats-officedocument.presentationml.slideLayout+xml" PartName="/ppt/slideLayouts/slideLayout1368.xml"/>
  <Override ContentType="application/vnd.openxmlformats-officedocument.presentationml.slideLayout+xml" PartName="/ppt/slideLayouts/slideLayout270.xml"/>
  <Override ContentType="application/vnd.openxmlformats-officedocument.presentationml.slideLayout+xml" PartName="/ppt/slideLayouts/slideLayout761.xml"/>
  <Override ContentType="application/vnd.openxmlformats-officedocument.presentationml.slideLayout+xml" PartName="/ppt/slideLayouts/slideLayout253.xml"/>
  <Override ContentType="application/vnd.openxmlformats-officedocument.presentationml.slideLayout+xml" PartName="/ppt/slideLayouts/slideLayout584.xml"/>
  <Override ContentType="application/vnd.openxmlformats-officedocument.presentationml.slideLayout+xml" PartName="/ppt/slideLayouts/slideLayout1054.xml"/>
  <Override ContentType="application/vnd.openxmlformats-officedocument.presentationml.slideLayout+xml" PartName="/ppt/slideLayouts/slideLayout1215.xml"/>
  <Override ContentType="application/vnd.openxmlformats-officedocument.presentationml.slideLayout+xml" PartName="/ppt/slideLayouts/slideLayout1304.xml"/>
  <Override ContentType="application/vnd.openxmlformats-officedocument.presentationml.slideLayout+xml" PartName="/ppt/slideLayouts/slideLayout969.xml"/>
  <Override ContentType="application/vnd.openxmlformats-officedocument.presentationml.slideLayout+xml" PartName="/ppt/slideLayouts/slideLayout1126.xml"/>
  <Override ContentType="application/vnd.openxmlformats-officedocument.presentationml.slideLayout+xml" PartName="/ppt/slideLayouts/slideLayout103.xml"/>
  <Override ContentType="application/vnd.openxmlformats-officedocument.presentationml.slideLayout+xml" PartName="/ppt/slideLayouts/slideLayout1312.xml"/>
  <Override ContentType="application/vnd.openxmlformats-officedocument.presentationml.slideLayout+xml" PartName="/ppt/slideLayouts/slideLayout89.xml"/>
  <Override ContentType="application/vnd.openxmlformats-officedocument.presentationml.slideLayout+xml" PartName="/ppt/slideLayouts/slideLayout1053.xml"/>
  <Override ContentType="application/vnd.openxmlformats-officedocument.presentationml.slideLayout+xml" PartName="/ppt/slideLayouts/slideLayout1029.xml"/>
  <Override ContentType="application/vnd.openxmlformats-officedocument.presentationml.slideLayout+xml" PartName="/ppt/slideLayouts/slideLayout1047.xml"/>
  <Override ContentType="application/vnd.openxmlformats-officedocument.presentationml.slideLayout+xml" PartName="/ppt/slideLayouts/slideLayout1233.xml"/>
  <Override ContentType="application/vnd.openxmlformats-officedocument.presentationml.slideLayout+xml" PartName="/ppt/slideLayouts/slideLayout993.xml"/>
  <Override ContentType="application/vnd.openxmlformats-officedocument.presentationml.slideLayout+xml" PartName="/ppt/slideLayouts/slideLayout1322.xml"/>
  <Override ContentType="application/vnd.openxmlformats-officedocument.presentationml.slideLayout+xml" PartName="/ppt/slideLayouts/slideLayout896.xml"/>
  <Override ContentType="application/vnd.openxmlformats-officedocument.presentationml.slideLayout+xml" PartName="/ppt/slideLayouts/slideLayout180.xml"/>
  <Override ContentType="application/vnd.openxmlformats-officedocument.presentationml.slideLayout+xml" PartName="/ppt/slideLayouts/slideLayout95.xml"/>
  <Override ContentType="application/vnd.openxmlformats-officedocument.presentationml.slideLayout+xml" PartName="/ppt/slideLayouts/slideLayout1136.xml"/>
  <Override ContentType="application/vnd.openxmlformats-officedocument.presentationml.slideLayout+xml" PartName="/ppt/slideLayouts/slideLayout1225.xml"/>
  <Override ContentType="application/vnd.openxmlformats-officedocument.presentationml.slideLayout+xml" PartName="/ppt/slideLayouts/slideLayout932.xml"/>
  <Override ContentType="application/vnd.openxmlformats-officedocument.presentationml.slideLayout+xml" PartName="/ppt/slideLayouts/slideLayout657.xml"/>
  <Override ContentType="application/vnd.openxmlformats-officedocument.presentationml.slideLayout+xml" PartName="/ppt/slideLayouts/slideLayout18.xml"/>
  <Override ContentType="application/vnd.openxmlformats-officedocument.presentationml.slideLayout+xml" PartName="/ppt/slideLayouts/slideLayout1197.xml"/>
  <Override ContentType="application/vnd.openxmlformats-officedocument.presentationml.slideLayout+xml" PartName="/ppt/slideLayouts/slideLayout318.xml"/>
  <Override ContentType="application/vnd.openxmlformats-officedocument.presentationml.slideLayout+xml" PartName="/ppt/slideLayouts/slideLayout754.xml"/>
  <Override ContentType="application/vnd.openxmlformats-officedocument.presentationml.slideLayout+xml" PartName="/ppt/slideLayouts/slideLayout479.xml"/>
  <Override ContentType="application/vnd.openxmlformats-officedocument.presentationml.slideLayout+xml" PartName="/ppt/slideLayouts/slideLayout827.xml"/>
  <Override ContentType="application/vnd.openxmlformats-officedocument.presentationml.slideLayout+xml" PartName="/ppt/slideLayouts/slideLayout245.xml"/>
  <Override ContentType="application/vnd.openxmlformats-officedocument.presentationml.slideLayout+xml" PartName="/ppt/slideLayouts/slideLayout1375.xml"/>
  <Override ContentType="application/vnd.openxmlformats-officedocument.presentationml.slideLayout+xml" PartName="/ppt/slideLayouts/slideLayout520.xml"/>
  <Override ContentType="application/vnd.openxmlformats-officedocument.presentationml.slideLayout+xml" PartName="/ppt/slideLayouts/slideLayout1359.xml"/>
  <Override ContentType="application/vnd.openxmlformats-officedocument.presentationml.slideLayout+xml" PartName="/ppt/slideLayouts/slideLayout79.xml"/>
  <Override ContentType="application/vnd.openxmlformats-officedocument.presentationml.slideLayout+xml" PartName="/ppt/slideLayouts/slideLayout495.xml"/>
  <Override ContentType="application/vnd.openxmlformats-officedocument.presentationml.slideLayout+xml" PartName="/ppt/slideLayouts/slideLayout987.xml"/>
  <Override ContentType="application/vnd.openxmlformats-officedocument.presentationml.slideLayout+xml" PartName="/ppt/slideLayouts/slideLayout1142.xml"/>
  <Override ContentType="application/vnd.openxmlformats-officedocument.presentationml.slideLayout+xml" PartName="/ppt/slideLayouts/slideLayout592.xml"/>
  <Override ContentType="application/vnd.openxmlformats-officedocument.presentationml.slideLayout+xml" PartName="/ppt/slideLayouts/slideLayout833.xml"/>
  <Override ContentType="application/vnd.openxmlformats-officedocument.presentationml.slideLayout+xml" PartName="/ppt/slideLayouts/slideLayout1063.xml"/>
  <Override ContentType="application/vnd.openxmlformats-officedocument.presentationml.slideLayout+xml" PartName="/ppt/slideLayouts/slideLayout342.xml"/>
  <Override ContentType="application/vnd.openxmlformats-officedocument.presentationml.slideLayout+xml" PartName="/ppt/slideLayouts/slideLayout558.xml"/>
  <Override ContentType="application/vnd.openxmlformats-officedocument.presentationml.slideLayout+xml" PartName="/ppt/slideLayouts/slideLayout1296.xml"/>
  <Override ContentType="application/vnd.openxmlformats-officedocument.presentationml.slideLayout+xml" PartName="/ppt/slideLayouts/slideLayout1160.xml"/>
  <Override ContentType="application/vnd.openxmlformats-officedocument.presentationml.slideLayout+xml" PartName="/ppt/slideLayouts/slideLayout770.xml"/>
  <Override ContentType="application/vnd.openxmlformats-officedocument.presentationml.slideLayout+xml" PartName="/ppt/slideLayouts/slideLayout760.xml"/>
  <Override ContentType="application/vnd.openxmlformats-officedocument.presentationml.slideLayout+xml" PartName="/ppt/slideLayouts/slideLayout485.xml"/>
  <Override ContentType="application/vnd.openxmlformats-officedocument.presentationml.slideLayout+xml" PartName="/ppt/slideLayouts/slideLayout514.xml"/>
  <Override ContentType="application/vnd.openxmlformats-officedocument.presentationml.slideLayout+xml" PartName="/ppt/slideLayouts/slideLayout591.xml"/>
  <Override ContentType="application/vnd.openxmlformats-officedocument.presentationml.slideLayout+xml" PartName="/ppt/slideLayouts/slideLayout239.xml"/>
  <Override ContentType="application/vnd.openxmlformats-officedocument.presentationml.slideLayout+xml" PartName="/ppt/slideLayouts/slideLayout425.xml"/>
  <Override ContentType="application/vnd.openxmlformats-officedocument.presentationml.slideLayout+xml" PartName="/ppt/slideLayouts/slideLayout7.xml"/>
  <Override ContentType="application/vnd.openxmlformats-officedocument.presentationml.slideLayout+xml" PartName="/ppt/slideLayouts/slideLayout700.xml"/>
  <Override ContentType="application/vnd.openxmlformats-officedocument.presentationml.slideLayout+xml" PartName="/ppt/slideLayouts/slideLayout1369.xml"/>
  <Override ContentType="application/vnd.openxmlformats-officedocument.presentationml.slideLayout+xml" PartName="/ppt/slideLayouts/slideLayout299.xml"/>
  <Override ContentType="application/vnd.openxmlformats-officedocument.presentationml.slideLayout+xml" PartName="/ppt/slideLayouts/slideLayout574.xml"/>
  <Override ContentType="application/vnd.openxmlformats-officedocument.presentationml.slideLayout+xml" PartName="/ppt/slideLayouts/slideLayout25.xml"/>
  <Override ContentType="application/vnd.openxmlformats-officedocument.presentationml.slideLayout+xml" PartName="/ppt/slideLayouts/slideLayout42.xml"/>
  <Override ContentType="application/vnd.openxmlformats-officedocument.presentationml.slideLayout+xml" PartName="/ppt/slideLayouts/slideLayout263.xml"/>
  <Override ContentType="application/vnd.openxmlformats-officedocument.presentationml.slideLayout+xml" PartName="/ppt/slideLayouts/slideLayout352.xml"/>
  <Override ContentType="application/vnd.openxmlformats-officedocument.presentationml.slideLayout+xml" PartName="/ppt/slideLayouts/slideLayout335.xml"/>
  <Override ContentType="application/vnd.openxmlformats-officedocument.presentationml.slideLayout+xml" PartName="/ppt/slideLayouts/slideLayout737.xml"/>
  <Override ContentType="application/vnd.openxmlformats-officedocument.presentationml.slideLayout+xml" PartName="/ppt/slideLayouts/slideLayout521.xml"/>
  <Override ContentType="application/vnd.openxmlformats-officedocument.presentationml.slideLayout+xml" PartName="/ppt/slideLayouts/slideLayout246.xml"/>
  <Override ContentType="application/vnd.openxmlformats-officedocument.presentationml.slideLayout+xml" PartName="/ppt/slideLayouts/slideLayout809.xml"/>
  <Override ContentType="application/vnd.openxmlformats-officedocument.presentationml.slideLayout+xml" PartName="/ppt/slideLayouts/slideLayout504.xml"/>
  <Override ContentType="application/vnd.openxmlformats-officedocument.presentationml.slideLayout+xml" PartName="/ppt/slideLayouts/slideLayout610.xml"/>
  <Override ContentType="application/vnd.openxmlformats-officedocument.presentationml.slideLayout+xml" PartName="/ppt/slideLayouts/slideLayout229.xml"/>
  <Override ContentType="application/vnd.openxmlformats-officedocument.presentationml.slideLayout+xml" PartName="/ppt/slideLayouts/slideLayout826.xml"/>
  <Override ContentType="application/vnd.openxmlformats-officedocument.presentationml.slideLayout+xml" PartName="/ppt/slideLayouts/slideLayout190.xml"/>
  <Override ContentType="application/vnd.openxmlformats-officedocument.presentationml.slideLayout+xml" PartName="/ppt/slideLayouts/slideLayout585.xml"/>
  <Override ContentType="application/vnd.openxmlformats-officedocument.presentationml.slideLayout+xml" PartName="/ppt/slideLayouts/slideLayout1269.xml"/>
  <Override ContentType="application/vnd.openxmlformats-officedocument.presentationml.slideLayout+xml" PartName="/ppt/slideLayouts/slideLayout860.xml"/>
  <Override ContentType="application/vnd.openxmlformats-officedocument.presentationml.slideLayout+xml" PartName="/ppt/slideLayouts/slideLayout568.xml"/>
  <Override ContentType="application/vnd.openxmlformats-officedocument.presentationml.slideLayout+xml" PartName="/ppt/slideLayouts/slideLayout1209.xml"/>
  <Override ContentType="application/vnd.openxmlformats-officedocument.presentationml.slideLayout+xml" PartName="/ppt/slideLayouts/slideLayout843.xml"/>
  <Override ContentType="application/vnd.openxmlformats-officedocument.presentationml.slideLayout+xml" PartName="/ppt/slideLayouts/slideLayout1286.xml"/>
  <Override ContentType="application/vnd.openxmlformats-officedocument.presentationml.slideLayout+xml" PartName="/ppt/slideLayouts/slideLayout431.xml"/>
  <Override ContentType="application/vnd.openxmlformats-officedocument.presentationml.slideLayout+xml" PartName="/ppt/slideLayouts/slideLayout916.xml"/>
  <Override ContentType="application/vnd.openxmlformats-officedocument.presentationml.slideLayout+xml" PartName="/ppt/slideLayouts/slideLayout1196.xml"/>
  <Override ContentType="application/vnd.openxmlformats-officedocument.presentationml.slideLayout+xml" PartName="/ppt/slideLayouts/slideLayout414.xml"/>
  <Override ContentType="application/vnd.openxmlformats-officedocument.presentationml.slideLayout+xml" PartName="/ppt/slideLayouts/slideLayout139.xml"/>
  <Override ContentType="application/vnd.openxmlformats-officedocument.presentationml.slideLayout+xml" PartName="/ppt/slideLayouts/slideLayout681.xml"/>
  <Override ContentType="application/vnd.openxmlformats-officedocument.presentationml.slideLayout+xml" PartName="/ppt/slideLayouts/slideLayout922.xml"/>
  <Override ContentType="application/vnd.openxmlformats-officedocument.presentationml.slideLayout+xml" PartName="/ppt/slideLayouts/slideLayout156.xml"/>
  <Override ContentType="application/vnd.openxmlformats-officedocument.presentationml.slideLayout+xml" PartName="/ppt/slideLayouts/slideLayout408.xml"/>
  <Override ContentType="application/vnd.openxmlformats-officedocument.presentationml.slideLayout+xml" PartName="/ppt/slideLayouts/slideLayout647.xml"/>
  <Override ContentType="application/vnd.openxmlformats-officedocument.presentationml.slideLayout+xml" PartName="/ppt/slideLayouts/slideLayout173.xml"/>
  <Override ContentType="application/vnd.openxmlformats-officedocument.presentationml.slideLayout+xml" PartName="/ppt/slideLayouts/slideLayout664.xml"/>
  <Override ContentType="application/vnd.openxmlformats-officedocument.presentationml.slideLayout+xml" PartName="/ppt/slideLayouts/slideLayout389.xml"/>
  <Override ContentType="application/vnd.openxmlformats-officedocument.presentationml.slideLayout+xml" PartName="/ppt/slideLayouts/slideLayout260.xml"/>
  <Override ContentType="application/vnd.openxmlformats-officedocument.presentationml.slideLayout+xml" PartName="/ppt/slideLayouts/slideLayout252.xml"/>
  <Override ContentType="application/vnd.openxmlformats-officedocument.presentationml.slideLayout+xml" PartName="/ppt/slideLayouts/slideLayout909.xml"/>
  <Override ContentType="application/vnd.openxmlformats-officedocument.presentationml.slideLayout+xml" PartName="/ppt/slideLayouts/slideLayout98.xml"/>
  <Override ContentType="application/vnd.openxmlformats-officedocument.presentationml.slideLayout+xml" PartName="/ppt/slideLayouts/slideLayout933.xml"/>
  <Override ContentType="application/vnd.openxmlformats-officedocument.presentationml.slideLayout+xml" PartName="/ppt/slideLayouts/slideLayout976.xml"/>
  <Override ContentType="application/vnd.openxmlformats-officedocument.presentationml.slideLayout+xml" PartName="/ppt/slideLayouts/slideLayout798.xml"/>
  <Override ContentType="application/vnd.openxmlformats-officedocument.presentationml.slideLayout+xml" PartName="/ppt/slideLayouts/slideLayout984.xml"/>
  <Override ContentType="application/vnd.openxmlformats-officedocument.presentationml.slideLayout+xml" PartName="/ppt/slideLayouts/slideLayout1099.xml"/>
  <Override ContentType="application/vnd.openxmlformats-officedocument.presentationml.slideLayout+xml" PartName="/ppt/slideLayouts/slideLayout1285.xml"/>
  <Override ContentType="application/vnd.openxmlformats-officedocument.presentationml.slideLayout+xml" PartName="/ppt/slideLayouts/slideLayout406.xml"/>
  <Override ContentType="application/vnd.openxmlformats-officedocument.presentationml.slideLayout+xml" PartName="/ppt/slideLayouts/slideLayout569.xml"/>
  <Override ContentType="application/vnd.openxmlformats-officedocument.presentationml.slideLayout+xml" PartName="/ppt/slideLayouts/slideLayout941.xml"/>
  <Override ContentType="application/vnd.openxmlformats-officedocument.presentationml.slideLayout+xml" PartName="/ppt/slideLayouts/slideLayout1056.xml"/>
  <Override ContentType="application/vnd.openxmlformats-officedocument.presentationml.slideLayout+xml" PartName="/ppt/slideLayouts/slideLayout1141.xml"/>
  <Override ContentType="application/vnd.openxmlformats-officedocument.presentationml.slideLayout+xml" PartName="/ppt/slideLayouts/slideLayout755.xml"/>
  <Override ContentType="application/vnd.openxmlformats-officedocument.presentationml.slideLayout+xml" PartName="/ppt/slideLayouts/slideLayout1242.xml"/>
  <Override ContentType="application/vnd.openxmlformats-officedocument.presentationml.slideLayout+xml" PartName="/ppt/slideLayouts/slideLayout1277.xml"/>
  <Override ContentType="application/vnd.openxmlformats-officedocument.presentationml.slideLayout+xml" PartName="/ppt/slideLayouts/slideLayout399.xml"/>
  <Override ContentType="application/vnd.openxmlformats-officedocument.presentationml.slideLayout+xml" PartName="/ppt/slideLayouts/slideLayout496.xml"/>
  <Override ContentType="application/vnd.openxmlformats-officedocument.presentationml.slideLayout+xml" PartName="/ppt/slideLayouts/slideLayout5.xml"/>
  <Override ContentType="application/vnd.openxmlformats-officedocument.presentationml.slideLayout+xml" PartName="/ppt/slideLayouts/slideLayout78.xml"/>
  <Override ContentType="application/vnd.openxmlformats-officedocument.presentationml.slideLayout+xml" PartName="/ppt/slideLayouts/slideLayout577.xml"/>
  <Override ContentType="application/vnd.openxmlformats-officedocument.presentationml.slideLayout+xml" PartName="/ppt/slideLayouts/slideLayout992.xml"/>
  <Override ContentType="application/vnd.openxmlformats-officedocument.presentationml.slideLayout+xml" PartName="/ppt/slideLayouts/slideLayout1315.xml"/>
  <Override ContentType="application/vnd.openxmlformats-officedocument.presentationml.slideLayout+xml" PartName="/ppt/slideLayouts/slideLayout1234.xml"/>
  <Override ContentType="application/vnd.openxmlformats-officedocument.presentationml.slideLayout+xml" PartName="/ppt/slideLayouts/slideLayout1382.xml"/>
  <Override ContentType="application/vnd.openxmlformats-officedocument.presentationml.slideLayout+xml" PartName="/ppt/slideLayouts/slideLayout35.xml"/>
  <Override ContentType="application/vnd.openxmlformats-officedocument.presentationml.slideLayout+xml" PartName="/ppt/slideLayouts/slideLayout228.xml"/>
  <Override ContentType="application/vnd.openxmlformats-officedocument.presentationml.slideLayout+xml" PartName="/ppt/slideLayouts/slideLayout1161.xml"/>
  <Override ContentType="application/vnd.openxmlformats-officedocument.presentationml.slideLayout+xml" PartName="/ppt/slideLayouts/slideLayout1358.xml"/>
  <Override ContentType="application/vnd.openxmlformats-officedocument.presentationml.slideLayout+xml" PartName="/ppt/slideLayouts/slideLayout280.xml"/>
  <Override ContentType="application/vnd.openxmlformats-officedocument.presentationml.slideLayout+xml" PartName="/ppt/slideLayouts/slideLayout104.xml"/>
  <Override ContentType="application/vnd.openxmlformats-officedocument.presentationml.slideLayout+xml" PartName="/ppt/slideLayouts/slideLayout19.xml"/>
  <Override ContentType="application/vnd.openxmlformats-officedocument.presentationml.slideLayout+xml" PartName="/ppt/slideLayouts/slideLayout147.xml"/>
  <Override ContentType="application/vnd.openxmlformats-officedocument.presentationml.slideLayout+xml" PartName="/ppt/slideLayouts/slideLayout325.xml"/>
  <Override ContentType="application/vnd.openxmlformats-officedocument.presentationml.slideLayout+xml" PartName="/ppt/slideLayouts/slideLayout341.xml"/>
  <Override ContentType="application/vnd.openxmlformats-officedocument.presentationml.slideLayout+xml" PartName="/ppt/slideLayouts/slideLayout1206.xml"/>
  <Override ContentType="application/vnd.openxmlformats-officedocument.presentationml.slideLayout+xml" PartName="/ppt/slideLayouts/slideLayout828.xml"/>
  <Override ContentType="application/vnd.openxmlformats-officedocument.presentationml.slideLayout+xml" PartName="/ppt/slideLayouts/slideLayout690.xml"/>
  <Override ContentType="application/vnd.openxmlformats-officedocument.presentationml.slideLayout+xml" PartName="/ppt/slideLayouts/slideLayout1028.xml"/>
  <Override ContentType="application/vnd.openxmlformats-officedocument.presentationml.slideLayout+xml" PartName="/ppt/slideLayouts/slideLayout620.xml"/>
  <Override ContentType="application/vnd.openxmlformats-officedocument.presentationml.slideLayout+xml" PartName="/ppt/slideLayouts/slideLayout663.xml"/>
  <Override ContentType="application/vnd.openxmlformats-officedocument.presentationml.slideLayout+xml" PartName="/ppt/slideLayouts/slideLayout1377.xml"/>
  <Override ContentType="application/vnd.openxmlformats-officedocument.presentationml.slideLayout+xml" PartName="/ppt/slideLayouts/slideLayout913.xml"/>
  <Override ContentType="application/vnd.openxmlformats-officedocument.presentationml.slideLayout+xml" PartName="/ppt/slideLayouts/slideLayout921.xml"/>
  <Override ContentType="application/vnd.openxmlformats-officedocument.presentationml.slideLayout+xml" PartName="/ppt/slideLayouts/slideLayout477.xml"/>
  <Override ContentType="application/vnd.openxmlformats-officedocument.presentationml.slideLayout+xml" PartName="/ppt/slideLayouts/slideLayout735.xml"/>
  <Override ContentType="application/vnd.openxmlformats-officedocument.presentationml.slideLayout+xml" PartName="/ppt/slideLayouts/slideLayout328.xml"/>
  <Override ContentType="application/vnd.openxmlformats-officedocument.presentationml.slideLayout+xml" PartName="/ppt/slideLayouts/slideLayout353.xml"/>
  <Override ContentType="application/vnd.openxmlformats-officedocument.presentationml.slideLayout+xml" PartName="/ppt/slideLayouts/slideLayout727.xml"/>
  <Override ContentType="application/vnd.openxmlformats-officedocument.presentationml.slideLayout+xml" PartName="/ppt/slideLayouts/slideLayout434.xml"/>
  <Override ContentType="application/vnd.openxmlformats-officedocument.presentationml.slideLayout+xml" PartName="/ppt/slideLayouts/slideLayout611.xml"/>
  <Override ContentType="application/vnd.openxmlformats-officedocument.presentationml.slideLayout+xml" PartName="/ppt/slideLayouts/slideLayout808.xml"/>
  <Override ContentType="application/vnd.openxmlformats-officedocument.presentationml.slideLayout+xml" PartName="/ppt/slideLayouts/slideLayout40.xml"/>
  <Override ContentType="application/vnd.openxmlformats-officedocument.presentationml.slideLayout+xml" PartName="/ppt/slideLayouts/slideLayout654.xml"/>
  <Override ContentType="application/vnd.openxmlformats-officedocument.presentationml.slideLayout+xml" PartName="/ppt/slideLayouts/slideLayout736.xml"/>
  <Override ContentType="application/vnd.openxmlformats-officedocument.presentationml.slideLayout+xml" PartName="/ppt/slideLayouts/slideLayout840.xml"/>
  <Override ContentType="application/vnd.openxmlformats-officedocument.presentationml.slideLayout+xml" PartName="/ppt/slideLayouts/slideLayout507.xml"/>
  <Override ContentType="application/vnd.openxmlformats-officedocument.presentationml.slideLayout+xml" PartName="/ppt/slideLayouts/slideLayout183.xml"/>
  <Override ContentType="application/vnd.openxmlformats-officedocument.presentationml.slideLayout+xml" PartName="/ppt/slideLayouts/slideLayout441.xml"/>
  <Override ContentType="application/vnd.openxmlformats-officedocument.presentationml.slideLayout+xml" PartName="/ppt/slideLayouts/slideLayout298.xml"/>
  <Override ContentType="application/vnd.openxmlformats-officedocument.presentationml.slideLayout+xml" PartName="/ppt/slideLayouts/slideLayout484.xml"/>
  <Override ContentType="application/vnd.openxmlformats-officedocument.presentationml.slideLayout+xml" PartName="/ppt/slideLayouts/slideLayout247.xml"/>
  <Override ContentType="application/vnd.openxmlformats-officedocument.presentationml.slideLayout+xml" PartName="/ppt/slideLayouts/slideLayout590.xml"/>
  <Override ContentType="application/vnd.openxmlformats-officedocument.presentationml.slideLayout+xml" PartName="/ppt/slideLayouts/slideLayout396.xml"/>
  <Override ContentType="application/vnd.openxmlformats-officedocument.presentationml.slideLayout+xml" PartName="/ppt/slideLayouts/slideLayout582.xml"/>
  <Override ContentType="application/vnd.openxmlformats-officedocument.presentationml.slideLayout+xml" PartName="/ppt/slideLayouts/slideLayout906.xml"/>
  <Override ContentType="application/vnd.openxmlformats-officedocument.presentationml.slideLayout+xml" PartName="/ppt/slideLayouts/slideLayout255.xml"/>
  <Override ContentType="application/vnd.openxmlformats-officedocument.presentationml.slideLayout+xml" PartName="/ppt/slideLayouts/slideLayout1060.xml"/>
  <Override ContentType="application/vnd.openxmlformats-officedocument.presentationml.slideLayout+xml" PartName="/ppt/slideLayouts/slideLayout682.xml"/>
  <Override ContentType="application/vnd.openxmlformats-officedocument.presentationml.slideLayout+xml" PartName="/ppt/slideLayouts/slideLayout1129.xml"/>
  <Override ContentType="application/vnd.openxmlformats-officedocument.presentationml.slideLayout+xml" PartName="/ppt/slideLayouts/slideLayout763.xml"/>
  <Override ContentType="application/vnd.openxmlformats-officedocument.presentationml.slideLayout+xml" PartName="/ppt/slideLayouts/slideLayout1048.xml"/>
  <Override ContentType="application/vnd.openxmlformats-officedocument.presentationml.slideLayout+xml" PartName="/ppt/slideLayouts/slideLayout174.xml"/>
  <Override ContentType="application/vnd.openxmlformats-officedocument.presentationml.slideLayout+xml" PartName="/ppt/slideLayouts/slideLayout1349.xml"/>
  <Override ContentType="application/vnd.openxmlformats-officedocument.presentationml.slideLayout+xml" PartName="/ppt/slideLayouts/slideLayout879.xml"/>
  <Override ContentType="application/vnd.openxmlformats-officedocument.presentationml.slideLayout+xml" PartName="/ppt/slideLayouts/slideLayout1133.xml"/>
  <Override ContentType="application/vnd.openxmlformats-officedocument.presentationml.slideLayout+xml" PartName="/ppt/slideLayouts/slideLayout1306.xml"/>
  <Override ContentType="application/vnd.openxmlformats-officedocument.presentationml.slideLayout+xml" PartName="/ppt/slideLayouts/slideLayout836.xml"/>
  <Override ContentType="application/vnd.openxmlformats-officedocument.presentationml.slideLayout+xml" PartName="/ppt/slideLayouts/slideLayout511.xml"/>
  <Override ContentType="application/vnd.openxmlformats-officedocument.presentationml.slideLayout+xml" PartName="/ppt/slideLayouts/slideLayout28.xml"/>
  <Override ContentType="application/vnd.openxmlformats-officedocument.presentationml.slideLayout+xml" PartName="/ppt/slideLayouts/slideLayout155.xml"/>
  <Override ContentType="application/vnd.openxmlformats-officedocument.presentationml.slideLayout+xml" PartName="/ppt/slideLayouts/slideLayout898.xml"/>
  <Override ContentType="application/vnd.openxmlformats-officedocument.presentationml.slideLayout+xml" PartName="/ppt/slideLayouts/slideLayout413.xml"/>
  <Override ContentType="application/vnd.openxmlformats-officedocument.presentationml.slideLayout+xml" PartName="/ppt/slideLayouts/slideLayout112.xml"/>
  <Override ContentType="application/vnd.openxmlformats-officedocument.presentationml.slideLayout+xml" PartName="/ppt/slideLayouts/slideLayout934.xml"/>
  <Override ContentType="application/vnd.openxmlformats-officedocument.presentationml.slideLayout+xml" PartName="/ppt/slideLayouts/slideLayout469.xml"/>
  <Override ContentType="application/vnd.openxmlformats-officedocument.presentationml.slideLayout+xml" PartName="/ppt/slideLayouts/slideLayout426.xml"/>
  <Override ContentType="application/vnd.openxmlformats-officedocument.presentationml.slideLayout+xml" PartName="/ppt/slideLayouts/slideLayout32.xml"/>
  <Override ContentType="application/vnd.openxmlformats-officedocument.presentationml.slideLayout+xml" PartName="/ppt/slideLayouts/slideLayout1214.xml"/>
  <Override ContentType="application/vnd.openxmlformats-officedocument.presentationml.slideLayout+xml" PartName="/ppt/slideLayouts/slideLayout1385.xml"/>
  <Override ContentType="application/vnd.openxmlformats-officedocument.presentationml.slideLayout+xml" PartName="/ppt/slideLayouts/slideLayout332.xml"/>
  <Override ContentType="application/vnd.openxmlformats-officedocument.presentationml.slideLayout+xml" PartName="/ppt/slideLayouts/slideLayout97.xml"/>
  <Override ContentType="application/vnd.openxmlformats-officedocument.presentationml.slideLayout+xml" PartName="/ppt/slideLayouts/slideLayout111.xml"/>
  <Override ContentType="application/vnd.openxmlformats-officedocument.presentationml.slideLayout+xml" PartName="/ppt/slideLayouts/slideLayout829.xml"/>
  <Override ContentType="application/vnd.openxmlformats-officedocument.presentationml.slideLayout+xml" PartName="/ppt/slideLayouts/slideLayout154.xml"/>
  <Override ContentType="application/vnd.openxmlformats-officedocument.presentationml.slideLayout+xml" PartName="/ppt/slideLayouts/slideLayout340.xml"/>
  <Override ContentType="application/vnd.openxmlformats-officedocument.presentationml.slideLayout+xml" PartName="/ppt/slideLayouts/slideLayout977.xml"/>
  <Override ContentType="application/vnd.openxmlformats-officedocument.presentationml.slideLayout+xml" PartName="/ppt/slideLayouts/slideLayout1207.xml"/>
  <Override ContentType="application/vnd.openxmlformats-officedocument.presentationml.slideLayout+xml" PartName="/ppt/slideLayouts/slideLayout756.xml"/>
  <Override ContentType="application/vnd.openxmlformats-officedocument.presentationml.slideLayout+xml" PartName="/ppt/slideLayouts/slideLayout1098.xml"/>
  <Override ContentType="application/vnd.openxmlformats-officedocument.presentationml.slideLayout+xml" PartName="/ppt/slideLayouts/slideLayout1055.xml"/>
  <Override ContentType="application/vnd.openxmlformats-officedocument.presentationml.slideLayout+xml" PartName="/ppt/slideLayouts/slideLayout1241.xml"/>
  <Override ContentType="application/vnd.openxmlformats-officedocument.presentationml.slideLayout+xml" PartName="/ppt/slideLayouts/slideLayout985.xml"/>
  <Override ContentType="application/vnd.openxmlformats-officedocument.presentationml.slideLayout+xml" PartName="/ppt/slideLayouts/slideLayout942.xml"/>
  <Override ContentType="application/vnd.openxmlformats-officedocument.presentationml.slideLayout+xml" PartName="/ppt/slideLayouts/slideLayout799.xml"/>
  <Override ContentType="application/vnd.openxmlformats-officedocument.presentationml.slideLayout+xml" PartName="/ppt/slideLayouts/slideLayout979.xml"/>
  <Override ContentType="application/vnd.openxmlformats-officedocument.presentationml.slideLayout+xml" PartName="/ppt/slideLayouts/slideLayout683.xml"/>
  <Override ContentType="application/vnd.openxmlformats-officedocument.presentationml.slideLayout+xml" PartName="/ppt/slideLayouts/slideLayout1061.xml"/>
  <Override ContentType="application/vnd.openxmlformats-officedocument.presentationml.slideLayout+xml" PartName="/ppt/slideLayouts/slideLayout1128.xml"/>
  <Override ContentType="application/vnd.openxmlformats-officedocument.presentationml.slideLayout+xml" PartName="/ppt/slideLayouts/slideLayout1314.xml"/>
  <Override ContentType="application/vnd.openxmlformats-officedocument.presentationml.slideLayout+xml" PartName="/ppt/slideLayouts/slideLayout1357.xml"/>
  <Override ContentType="application/vnd.openxmlformats-officedocument.presentationml.slideLayout+xml" PartName="/ppt/slideLayouts/slideLayout497.xml"/>
  <Override ContentType="application/vnd.openxmlformats-officedocument.presentationml.slideLayout+xml" PartName="/ppt/slideLayouts/slideLayout60.xml"/>
  <Override ContentType="application/vnd.openxmlformats-officedocument.presentationml.slideLayout+xml" PartName="/ppt/slideLayouts/slideLayout878.xml"/>
  <Override ContentType="application/vnd.openxmlformats-officedocument.presentationml.slideLayout+xml" PartName="/ppt/slideLayouts/slideLayout326.xml"/>
  <Override ContentType="application/vnd.openxmlformats-officedocument.presentationml.slideLayout+xml" PartName="/ppt/slideLayouts/slideLayout1162.xml"/>
  <Override ContentType="application/vnd.openxmlformats-officedocument.presentationml.slideLayout+xml" PartName="/ppt/slideLayouts/slideLayout649.xml"/>
  <Override ContentType="application/vnd.openxmlformats-officedocument.presentationml.slideLayout+xml" PartName="/ppt/slideLayouts/slideLayout105.xml"/>
  <Override ContentType="application/vnd.openxmlformats-officedocument.presentationml.slideLayout+xml" PartName="/ppt/slideLayouts/slideLayout182.xml"/>
  <Override ContentType="application/vnd.openxmlformats-officedocument.presentationml.slideLayout+xml" PartName="/ppt/slideLayouts/slideLayout1278.xml"/>
  <Override ContentType="application/vnd.openxmlformats-officedocument.presentationml.slideLayout+xml" PartName="/ppt/slideLayouts/slideLayout576.xml"/>
  <Override ContentType="application/vnd.openxmlformats-officedocument.presentationml.slideLayout+xml" PartName="/ppt/slideLayouts/slideLayout148.xml"/>
  <Override ContentType="application/vnd.openxmlformats-officedocument.presentationml.slideLayout+xml" PartName="/ppt/slideLayouts/slideLayout1027.xml"/>
  <Override ContentType="application/vnd.openxmlformats-officedocument.presentationml.slideLayout+xml" PartName="/ppt/slideLayouts/slideLayout360.xml"/>
  <Override ContentType="application/vnd.openxmlformats-officedocument.presentationml.slideLayout+xml" PartName="/ppt/slideLayouts/slideLayout261.xml"/>
  <Override ContentType="application/vnd.openxmlformats-officedocument.presentationml.slideLayout+xml" PartName="/ppt/slideLayouts/slideLayout908.xml"/>
  <Override ContentType="application/vnd.openxmlformats-officedocument.presentationml.slideLayout+xml" PartName="/ppt/slideLayouts/slideLayout4.xml"/>
  <Override ContentType="application/vnd.openxmlformats-officedocument.presentationml.slideLayout+xml" PartName="/ppt/slideLayouts/slideLayout398.xml"/>
  <Override ContentType="application/vnd.openxmlformats-officedocument.presentationml.slideLayout+xml" PartName="/ppt/slideLayouts/slideLayout405.xml"/>
  <Override ContentType="application/vnd.openxmlformats-officedocument.presentationml.slideLayout+xml" PartName="/ppt/slideLayouts/slideLayout1235.xml"/>
  <Override ContentType="application/vnd.openxmlformats-officedocument.presentationml.slideLayout+xml" PartName="/ppt/slideLayouts/slideLayout1284.xml"/>
  <Override ContentType="application/vnd.openxmlformats-officedocument.presentationml.slideLayout+xml" PartName="/ppt/slideLayouts/slideLayout227.xml"/>
  <Override ContentType="application/vnd.openxmlformats-officedocument.presentationml.slideLayout+xml" PartName="/ppt/slideLayouts/slideLayout991.xml"/>
  <Override ContentType="application/vnd.openxmlformats-officedocument.presentationml.slideLayout+xml" PartName="/ppt/slideLayouts/slideLayout1320.xml"/>
  <Override ContentType="application/vnd.openxmlformats-officedocument.presentationml.slideLayout+xml" PartName="/ppt/slideLayouts/slideLayout655.xml"/>
  <Override ContentType="application/vnd.openxmlformats-officedocument.presentationml.slideLayout+xml" PartName="/ppt/slideLayouts/slideLayout1199.xml"/>
  <Override ContentType="application/vnd.openxmlformats-officedocument.presentationml.slideLayout+xml" PartName="/ppt/slideLayouts/slideLayout612.xml"/>
  <Override ContentType="application/vnd.openxmlformats-officedocument.presentationml.slideLayout+xml" PartName="/ppt/slideLayouts/slideLayout248.xml"/>
  <Override ContentType="application/vnd.openxmlformats-officedocument.presentationml.slideLayout+xml" PartName="/ppt/slideLayouts/slideLayout841.xml"/>
  <Override ContentType="application/vnd.openxmlformats-officedocument.presentationml.slideLayout+xml" PartName="/ppt/slideLayouts/slideLayout807.xml"/>
  <Override ContentType="application/vnd.openxmlformats-officedocument.presentationml.slideLayout+xml" PartName="/ppt/slideLayouts/slideLayout354.xml"/>
  <Override ContentType="application/vnd.openxmlformats-officedocument.presentationml.slideLayout+xml" PartName="/ppt/slideLayouts/slideLayout540.xml"/>
  <Override ContentType="application/vnd.openxmlformats-officedocument.presentationml.slideLayout+xml" PartName="/ppt/slideLayouts/slideLayout397.xml"/>
  <Override ContentType="application/vnd.openxmlformats-officedocument.presentationml.slideLayout+xml" PartName="/ppt/slideLayouts/slideLayout583.xml"/>
  <Override ContentType="application/vnd.openxmlformats-officedocument.presentationml.slideLayout+xml" PartName="/ppt/slideLayouts/slideLayout33.xml"/>
  <Override ContentType="application/vnd.openxmlformats-officedocument.presentationml.slideLayout+xml" PartName="/ppt/slideLayouts/slideLayout734.xml"/>
  <Override ContentType="application/vnd.openxmlformats-officedocument.presentationml.slideLayout+xml" PartName="/ppt/slideLayouts/slideLayout728.xml"/>
  <Override ContentType="application/vnd.openxmlformats-officedocument.presentationml.slideLayout+xml" PartName="/ppt/slideLayouts/slideLayout1378.xml"/>
  <Override ContentType="application/vnd.openxmlformats-officedocument.presentationml.slideLayout+xml" PartName="/ppt/slideLayouts/slideLayout476.xml"/>
  <Override ContentType="application/vnd.openxmlformats-officedocument.presentationml.slideLayout+xml" PartName="/ppt/slideLayouts/slideLayout662.xml"/>
  <Override ContentType="application/vnd.openxmlformats-officedocument.presentationml.slideLayout+xml" PartName="/ppt/slideLayouts/slideLayout914.xml"/>
  <Override ContentType="application/vnd.openxmlformats-officedocument.presentationml.slideLayout+xml" PartName="/ppt/slideLayouts/slideLayout920.xml"/>
  <Override ContentType="application/vnd.openxmlformats-officedocument.presentationml.slideLayout+xml" PartName="/ppt/slideLayouts/slideLayout327.xml"/>
  <Override ContentType="application/vnd.openxmlformats-officedocument.presentationml.slideLayout+xml" PartName="/ppt/slideLayouts/slideLayout433.xml"/>
  <Override ContentType="application/vnd.openxmlformats-officedocument.presentationml.slideLayout+xml" PartName="/ppt/slideLayouts/slideLayout361.xml"/>
  <Override ContentType="application/vnd.openxmlformats-officedocument.presentationml.slideLayout+xml" PartName="/ppt/slideLayouts/slideLayout175.xml"/>
  <Override ContentType="application/vnd.openxmlformats-officedocument.presentationml.slideLayout+xml" PartName="/ppt/slideLayouts/slideLayout297.xml"/>
  <Override ContentType="application/vnd.openxmlformats-officedocument.presentationml.slideLayout+xml" PartName="/ppt/slideLayouts/slideLayout512.xml"/>
  <Override ContentType="application/vnd.openxmlformats-officedocument.presentationml.slideLayout+xml" PartName="/ppt/slideLayouts/slideLayout835.xml"/>
  <Override ContentType="application/vnd.openxmlformats-officedocument.presentationml.slideLayout+xml" PartName="/ppt/slideLayouts/slideLayout899.xml"/>
  <Override ContentType="application/vnd.openxmlformats-officedocument.presentationml.slideLayout+xml" PartName="/ppt/slideLayouts/slideLayout1140.xml"/>
  <Override ContentType="application/vnd.openxmlformats-officedocument.presentationml.slideLayout+xml" PartName="/ppt/slideLayouts/slideLayout762.xml"/>
  <Override ContentType="application/vnd.openxmlformats-officedocument.presentationml.slideLayout+xml" PartName="/ppt/slideLayouts/slideLayout254.xml"/>
  <Override ContentType="application/vnd.openxmlformats-officedocument.presentationml.slideLayout+xml" PartName="/ppt/slideLayouts/slideLayout427.xml"/>
  <Override ContentType="application/vnd.openxmlformats-officedocument.presentationml.slideLayout+xml" PartName="/ppt/slideLayouts/slideLayout1213.xml"/>
  <Override ContentType="application/vnd.openxmlformats-officedocument.presentationml.slideLayout+xml" PartName="/ppt/slideLayouts/slideLayout1384.xml"/>
  <Override ContentType="application/vnd.openxmlformats-officedocument.presentationml.slideLayout+xml" PartName="/ppt/slideLayouts/slideLayout1049.xml"/>
  <Override ContentType="application/vnd.openxmlformats-officedocument.presentationml.slideLayout+xml" PartName="/ppt/slideLayouts/slideLayout27.xml"/>
  <Override ContentType="application/vnd.openxmlformats-officedocument.presentationml.slideLayout+xml" PartName="/ppt/slideLayouts/slideLayout1134.xml"/>
  <Override ContentType="application/vnd.openxmlformats-officedocument.presentationml.slideLayout+xml" PartName="/ppt/slideLayouts/slideLayout549.xml"/>
  <Override ContentType="application/vnd.openxmlformats-officedocument.presentationml.slideLayout+xml" PartName="/ppt/slideLayouts/slideLayout333.xml"/>
  <Override ContentType="application/vnd.openxmlformats-officedocument.presentationml.slideLayout+xml" PartName="/ppt/slideLayouts/slideLayout506.xml"/>
  <Override ContentType="application/vnd.openxmlformats-officedocument.presentationml.slideLayout+xml" PartName="/ppt/slideLayouts/slideLayout1307.xml"/>
  <Override ContentType="application/vnd.openxmlformats-officedocument.presentationml.slideLayout+xml" PartName="/ppt/slideLayouts/slideLayout1011.xml"/>
  <Override ContentType="application/vnd.openxmlformats-officedocument.presentationml.slideLayout+xml" PartName="/ppt/slideLayouts/slideLayout307.xml"/>
  <Override ContentType="application/vnd.openxmlformats-officedocument.presentationml.slideLayout+xml" PartName="/ppt/slideLayouts/slideLayout579.xml"/>
  <Override ContentType="application/vnd.openxmlformats-officedocument.presentationml.slideLayout+xml" PartName="/ppt/slideLayouts/slideLayout668.xml"/>
  <Override ContentType="application/vnd.openxmlformats-officedocument.presentationml.slideLayout+xml" PartName="/ppt/slideLayouts/slideLayout951.xml"/>
  <Override ContentType="application/vnd.openxmlformats-officedocument.presentationml.slideLayout+xml" PartName="/ppt/slideLayouts/slideLayout3.xml"/>
  <Override ContentType="application/vnd.openxmlformats-officedocument.presentationml.slideLayout+xml" PartName="/ppt/slideLayouts/slideLayout1283.xml"/>
  <Override ContentType="application/vnd.openxmlformats-officedocument.presentationml.slideLayout+xml" PartName="/ppt/slideLayouts/slideLayout854.xml"/>
  <Override ContentType="application/vnd.openxmlformats-officedocument.presentationml.slideLayout+xml" PartName="/ppt/slideLayouts/slideLayout1097.xml"/>
  <Override ContentType="application/vnd.openxmlformats-officedocument.presentationml.slideLayout+xml" PartName="/ppt/slideLayouts/slideLayout1178.xml"/>
  <Override ContentType="application/vnd.openxmlformats-officedocument.presentationml.slideLayout+xml" PartName="/ppt/slideLayouts/slideLayout1364.xml"/>
  <Override ContentType="application/vnd.openxmlformats-officedocument.presentationml.slideLayout+xml" PartName="/ppt/slideLayouts/slideLayout1380.xml"/>
  <Override ContentType="application/vnd.openxmlformats-officedocument.presentationml.slideLayout+xml" PartName="/ppt/slideLayouts/slideLayout29.xml"/>
  <Override ContentType="application/vnd.openxmlformats-officedocument.presentationml.slideLayout+xml" PartName="/ppt/slideLayouts/slideLayout1194.xml"/>
  <Override ContentType="application/vnd.openxmlformats-officedocument.presentationml.slideLayout+xml" PartName="/ppt/slideLayouts/slideLayout765.xml"/>
  <Override ContentType="application/vnd.openxmlformats-officedocument.presentationml.slideLayout+xml" PartName="/ppt/slideLayouts/slideLayout137.xml"/>
  <Override ContentType="application/vnd.openxmlformats-officedocument.presentationml.slideLayout+xml" PartName="/ppt/slideLayouts/slideLayout323.xml"/>
  <Override ContentType="application/vnd.openxmlformats-officedocument.presentationml.slideLayout+xml" PartName="/ppt/slideLayouts/slideLayout226.xml"/>
  <Override ContentType="application/vnd.openxmlformats-officedocument.presentationml.slideLayout+xml" PartName="/ppt/slideLayouts/slideLayout1356.xml"/>
  <Override ContentType="application/vnd.openxmlformats-officedocument.presentationml.slideLayout+xml" PartName="/ppt/slideLayouts/slideLayout838.xml"/>
  <Override ContentType="application/vnd.openxmlformats-officedocument.presentationml.slideLayout+xml" PartName="/ppt/slideLayouts/slideLayout1267.xml"/>
  <Override ContentType="application/vnd.openxmlformats-officedocument.presentationml.slideLayout+xml" PartName="/ppt/slideLayouts/slideLayout1291.xml"/>
  <Override ContentType="application/vnd.openxmlformats-officedocument.presentationml.slideLayout+xml" PartName="/ppt/slideLayouts/slideLayout153.xml"/>
  <Override ContentType="application/vnd.openxmlformats-officedocument.presentationml.slideLayout+xml" PartName="/ppt/slideLayouts/slideLayout250.xml"/>
  <Override ContentType="application/vnd.openxmlformats-officedocument.presentationml.slideLayout+xml" PartName="/ppt/slideLayouts/slideLayout927.xml"/>
  <Override ContentType="application/vnd.openxmlformats-officedocument.presentationml.slideLayout+xml" PartName="/ppt/slideLayouts/slideLayout234.xml"/>
  <Override ContentType="application/vnd.openxmlformats-officedocument.presentationml.slideLayout+xml" PartName="/ppt/slideLayouts/slideLayout420.xml"/>
  <Override ContentType="application/vnd.openxmlformats-officedocument.presentationml.slideLayout+xml" PartName="/ppt/slideLayouts/slideLayout595.xml"/>
  <Override ContentType="application/vnd.openxmlformats-officedocument.presentationml.slideLayout+xml" PartName="/ppt/slideLayouts/slideLayout781.xml"/>
  <Override ContentType="application/vnd.openxmlformats-officedocument.presentationml.slideLayout+xml" PartName="/ppt/slideLayouts/slideLayout692.xml"/>
  <Override ContentType="application/vnd.openxmlformats-officedocument.presentationml.slideLayout+xml" PartName="/ppt/slideLayouts/slideLayout580.xml"/>
  <Override ContentType="application/vnd.openxmlformats-officedocument.presentationml.slideLayout+xml" PartName="/ppt/slideLayouts/slideLayout1107.xml"/>
  <Override ContentType="application/vnd.openxmlformats-officedocument.presentationml.slideLayout+xml" PartName="/ppt/slideLayouts/slideLayout122.xml"/>
  <Override ContentType="application/vnd.openxmlformats-officedocument.presentationml.slideLayout+xml" PartName="/ppt/slideLayouts/slideLayout1252.xml"/>
  <Override ContentType="application/vnd.openxmlformats-officedocument.presentationml.slideLayout+xml" PartName="/ppt/slideLayouts/slideLayout338.xml"/>
  <Override ContentType="application/vnd.openxmlformats-officedocument.presentationml.slideLayout+xml" PartName="/ppt/slideLayouts/slideLayout710.xml"/>
  <Override ContentType="application/vnd.openxmlformats-officedocument.presentationml.slideLayout+xml" PartName="/ppt/slideLayouts/slideLayout1155.xml"/>
  <Override ContentType="application/vnd.openxmlformats-officedocument.presentationml.slideLayout+xml" PartName="/ppt/slideLayouts/slideLayout637.xml"/>
  <Override ContentType="application/vnd.openxmlformats-officedocument.presentationml.slideLayout+xml" PartName="/ppt/slideLayouts/slideLayout796.xml"/>
  <Override ContentType="application/vnd.openxmlformats-officedocument.presentationml.slideLayout+xml" PartName="/ppt/slideLayouts/slideLayout912.xml"/>
  <Override ContentType="application/vnd.openxmlformats-officedocument.presentationml.slideLayout+xml" PartName="/ppt/slideLayouts/slideLayout435.xml"/>
  <Override ContentType="application/vnd.openxmlformats-officedocument.presentationml.slideLayout+xml" PartName="/ppt/slideLayouts/slideLayout1236.xml"/>
  <Override ContentType="application/vnd.openxmlformats-officedocument.presentationml.slideLayout+xml" PartName="/ppt/slideLayouts/slideLayout1050.xml"/>
  <Override ContentType="application/vnd.openxmlformats-officedocument.presentationml.slideLayout+xml" PartName="/ppt/slideLayouts/slideLayout893.xml"/>
  <Override ContentType="application/vnd.openxmlformats-officedocument.presentationml.slideLayout+xml" PartName="/ppt/slideLayouts/slideLayout84.xml"/>
  <Override ContentType="application/vnd.openxmlformats-officedocument.presentationml.slideLayout+xml" PartName="/ppt/slideLayouts/slideLayout1325.xml"/>
  <Override ContentType="application/vnd.openxmlformats-officedocument.presentationml.slideLayout+xml" PartName="/ppt/slideLayouts/slideLayout193.xml"/>
  <Override ContentType="application/vnd.openxmlformats-officedocument.presentationml.slideLayout+xml" PartName="/ppt/slideLayouts/slideLayout362.xml"/>
  <Override ContentType="application/vnd.openxmlformats-officedocument.presentationml.slideLayout+xml" PartName="/ppt/slideLayouts/slideLayout451.xml"/>
  <Override ContentType="application/vnd.openxmlformats-officedocument.presentationml.slideLayout+xml" PartName="/ppt/slideLayouts/slideLayout823.xml"/>
  <Override ContentType="application/vnd.openxmlformats-officedocument.presentationml.slideLayout+xml" PartName="/ppt/slideLayouts/slideLayout176.xml"/>
  <Override ContentType="application/vnd.openxmlformats-officedocument.presentationml.slideLayout+xml" PartName="/ppt/slideLayouts/slideLayout998.xml"/>
  <Override ContentType="application/vnd.openxmlformats-officedocument.presentationml.slideLayout+xml" PartName="/ppt/slideLayouts/slideLayout1308.xml"/>
  <Override ContentType="application/vnd.openxmlformats-officedocument.presentationml.slideLayout+xml" PartName="/ppt/slideLayouts/slideLayout1163.xml"/>
  <Override ContentType="application/vnd.openxmlformats-officedocument.presentationml.slideLayout+xml" PartName="/ppt/slideLayouts/slideLayout1220.xml"/>
  <Override ContentType="application/vnd.openxmlformats-officedocument.presentationml.slideLayout+xml" PartName="/ppt/slideLayouts/slideLayout1298.xml"/>
  <Override ContentType="application/vnd.openxmlformats-officedocument.presentationml.slideLayout+xml" PartName="/ppt/slideLayouts/slideLayout750.xml"/>
  <Override ContentType="application/vnd.openxmlformats-officedocument.presentationml.slideLayout+xml" PartName="/ppt/slideLayouts/slideLayout1212.xml"/>
  <Override ContentType="application/vnd.openxmlformats-officedocument.presentationml.slideLayout+xml" PartName="/ppt/slideLayouts/slideLayout1026.xml"/>
  <Override ContentType="application/vnd.openxmlformats-officedocument.presentationml.slideLayout+xml" PartName="/ppt/slideLayouts/slideLayout106.xml"/>
  <Override ContentType="application/vnd.openxmlformats-officedocument.presentationml.slideLayout+xml" PartName="/ppt/slideLayouts/slideLayout1082.xml"/>
  <Override ContentType="application/vnd.openxmlformats-officedocument.presentationml.slideLayout+xml" PartName="/ppt/slideLayouts/slideLayout281.xml"/>
  <Override ContentType="application/vnd.openxmlformats-officedocument.presentationml.slideLayout+xml" PartName="/ppt/slideLayouts/slideLayout30.xml"/>
  <Override ContentType="application/vnd.openxmlformats-officedocument.presentationml.slideLayout+xml" PartName="/ppt/slideLayouts/slideLayout467.xml"/>
  <Override ContentType="application/vnd.openxmlformats-officedocument.presentationml.slideLayout+xml" PartName="/ppt/slideLayouts/slideLayout1035.xml"/>
  <Override ContentType="application/vnd.openxmlformats-officedocument.presentationml.slideLayout+xml" PartName="/ppt/slideLayouts/slideLayout1065.xml"/>
  <Override ContentType="application/vnd.openxmlformats-officedocument.presentationml.slideLayout+xml" PartName="/ppt/slideLayouts/slideLayout1090.xml"/>
  <Override ContentType="application/vnd.openxmlformats-officedocument.presentationml.slideLayout+xml" PartName="/ppt/slideLayouts/slideLayout1340.xml"/>
  <Override ContentType="application/vnd.openxmlformats-officedocument.presentationml.slideLayout+xml" PartName="/ppt/slideLayouts/slideLayout1379.xml"/>
  <Override ContentType="application/vnd.openxmlformats-officedocument.presentationml.slideLayout+xml" PartName="/ppt/slideLayouts/slideLayout1310.xml"/>
  <Override ContentType="application/vnd.openxmlformats-officedocument.presentationml.slideLayout+xml" PartName="/ppt/slideLayouts/slideLayout394.xml"/>
  <Override ContentType="application/vnd.openxmlformats-officedocument.presentationml.slideLayout+xml" PartName="/ppt/slideLayouts/slideLayout13.xml"/>
  <Override ContentType="application/vnd.openxmlformats-officedocument.presentationml.slideLayout+xml" PartName="/ppt/slideLayouts/slideLayout725.xml"/>
  <Override ContentType="application/vnd.openxmlformats-officedocument.presentationml.slideLayout+xml" PartName="/ppt/slideLayouts/slideLayout377.xml"/>
  <Override ContentType="application/vnd.openxmlformats-officedocument.presentationml.slideLayout+xml" PartName="/ppt/slideLayouts/slideLayout966.xml"/>
  <Override ContentType="application/vnd.openxmlformats-officedocument.presentationml.slideLayout+xml" PartName="/ppt/slideLayouts/slideLayout622.xml"/>
  <Override ContentType="application/vnd.openxmlformats-officedocument.presentationml.slideLayout+xml" PartName="/ppt/slideLayouts/slideLayout161.xml"/>
  <Override ContentType="application/vnd.openxmlformats-officedocument.presentationml.slideLayout+xml" PartName="/ppt/slideLayouts/slideLayout652.xml"/>
  <Override ContentType="application/vnd.openxmlformats-officedocument.presentationml.slideLayout+xml" PartName="/ppt/slideLayouts/slideLayout983.xml"/>
  <Override ContentType="application/vnd.openxmlformats-officedocument.presentationml.slideLayout+xml" PartName="/ppt/slideLayouts/slideLayout524.xml"/>
  <Override ContentType="application/vnd.openxmlformats-officedocument.presentationml.slideLayout+xml" PartName="/ppt/slideLayouts/slideLayout490.xml"/>
  <Override ContentType="application/vnd.openxmlformats-officedocument.presentationml.slideLayout+xml" PartName="/ppt/slideLayouts/slideLayout266.xml"/>
  <Override ContentType="application/vnd.openxmlformats-officedocument.presentationml.slideLayout+xml" PartName="/ppt/slideLayouts/slideLayout249.xml"/>
  <Override ContentType="application/vnd.openxmlformats-officedocument.presentationml.slideLayout+xml" PartName="/ppt/slideLayouts/slideLayout168.xml"/>
  <Override ContentType="application/vnd.openxmlformats-officedocument.presentationml.slideLayout+xml" PartName="/ppt/slideLayouts/slideLayout210.xml"/>
  <Override ContentType="application/vnd.openxmlformats-officedocument.presentationml.slideLayout+xml" PartName="/ppt/slideLayouts/slideLayout45.xml"/>
  <Override ContentType="application/vnd.openxmlformats-officedocument.presentationml.slideLayout+xml" PartName="/ppt/slideLayouts/slideLayout296.xml"/>
  <Override ContentType="application/vnd.openxmlformats-officedocument.presentationml.slideLayout+xml" PartName="/ppt/slideLayouts/slideLayout1227.xml"/>
  <Override ContentType="application/vnd.openxmlformats-officedocument.presentationml.slideLayout+xml" PartName="/ppt/slideLayouts/slideLayout926.xml"/>
  <Override ContentType="application/vnd.openxmlformats-officedocument.presentationml.slideLayout+xml" PartName="/ppt/slideLayouts/slideLayout596.xml"/>
  <Override ContentType="application/vnd.openxmlformats-officedocument.presentationml.slideLayout+xml" PartName="/ppt/slideLayouts/slideLayout1355.xml"/>
  <Override ContentType="application/vnd.openxmlformats-officedocument.presentationml.slideLayout+xml" PartName="/ppt/slideLayouts/slideLayout421.xml"/>
  <Override ContentType="application/vnd.openxmlformats-officedocument.presentationml.slideLayout+xml" PartName="/ppt/slideLayouts/slideLayout1169.xml"/>
  <Override ContentType="application/vnd.openxmlformats-officedocument.presentationml.slideLayout+xml" PartName="/ppt/slideLayouts/slideLayout235.xml"/>
  <Override ContentType="application/vnd.openxmlformats-officedocument.presentationml.slideLayout+xml" PartName="/ppt/slideLayouts/slideLayout46.xml"/>
  <Override ContentType="application/vnd.openxmlformats-officedocument.presentationml.slideLayout+xml" PartName="/ppt/slideLayouts/slideLayout853.xml"/>
  <Override ContentType="application/vnd.openxmlformats-officedocument.presentationml.slideLayout+xml" PartName="/ppt/slideLayouts/slideLayout70.xml"/>
  <Override ContentType="application/vnd.openxmlformats-officedocument.presentationml.slideLayout+xml" PartName="/ppt/slideLayouts/slideLayout782.xml"/>
  <Override ContentType="application/vnd.openxmlformats-officedocument.presentationml.slideLayout+xml" PartName="/ppt/slideLayouts/slideLayout308.xml"/>
  <Override ContentType="application/vnd.openxmlformats-officedocument.presentationml.slideLayout+xml" PartName="/ppt/slideLayouts/slideLayout1096.xml"/>
  <Override ContentType="application/vnd.openxmlformats-officedocument.presentationml.slideLayout+xml" PartName="/ppt/slideLayouts/slideLayout1179.xml"/>
  <Override ContentType="application/vnd.openxmlformats-officedocument.presentationml.slideLayout+xml" PartName="/ppt/slideLayouts/slideLayout578.xml"/>
  <Override ContentType="application/vnd.openxmlformats-officedocument.presentationml.slideLayout+xml" PartName="/ppt/slideLayouts/slideLayout225.xml"/>
  <Override ContentType="application/vnd.openxmlformats-officedocument.presentationml.slideLayout+xml" PartName="/ppt/slideLayouts/slideLayout1282.xml"/>
  <Override ContentType="application/vnd.openxmlformats-officedocument.presentationml.slideLayout+xml" PartName="/ppt/slideLayouts/slideLayout2.xml"/>
  <Override ContentType="application/vnd.openxmlformats-officedocument.presentationml.slideLayout+xml" PartName="/ppt/slideLayouts/slideLayout764.xml"/>
  <Override ContentType="application/vnd.openxmlformats-officedocument.presentationml.slideLayout+xml" PartName="/ppt/slideLayouts/slideLayout950.xml"/>
  <Override ContentType="application/vnd.openxmlformats-officedocument.presentationml.slideLayout+xml" PartName="/ppt/slideLayouts/slideLayout1365.xml"/>
  <Override ContentType="application/vnd.openxmlformats-officedocument.presentationml.slideLayout+xml" PartName="/ppt/slideLayouts/slideLayout162.xml"/>
  <Override ContentType="application/vnd.openxmlformats-officedocument.presentationml.slideLayout+xml" PartName="/ppt/slideLayouts/slideLayout251.xml"/>
  <Override ContentType="application/vnd.openxmlformats-officedocument.presentationml.slideLayout+xml" PartName="/ppt/slideLayouts/slideLayout99.xml"/>
  <Override ContentType="application/vnd.openxmlformats-officedocument.presentationml.slideLayout+xml" PartName="/ppt/slideLayouts/slideLayout1268.xml"/>
  <Override ContentType="application/vnd.openxmlformats-officedocument.presentationml.slideLayout+xml" PartName="/ppt/slideLayouts/slideLayout1221.xml"/>
  <Override ContentType="application/vnd.openxmlformats-officedocument.presentationml.slideLayout+xml" PartName="/ppt/slideLayouts/slideLayout152.xml"/>
  <Override ContentType="application/vnd.openxmlformats-officedocument.presentationml.slideLayout+xml" PartName="/ppt/slideLayouts/slideLayout339.xml"/>
  <Override ContentType="application/vnd.openxmlformats-officedocument.presentationml.slideLayout+xml" PartName="/ppt/slideLayouts/slideLayout1154.xml"/>
  <Override ContentType="application/vnd.openxmlformats-officedocument.presentationml.slideLayout+xml" PartName="/ppt/slideLayouts/slideLayout436.xml"/>
  <Override ContentType="application/vnd.openxmlformats-officedocument.presentationml.slideLayout+xml" PartName="/ppt/slideLayouts/slideLayout711.xml"/>
  <Override ContentType="application/vnd.openxmlformats-officedocument.presentationml.slideLayout+xml" PartName="/ppt/slideLayouts/slideLayout1081.xml"/>
  <Override ContentType="application/vnd.openxmlformats-officedocument.presentationml.slideLayout+xml" PartName="/ppt/slideLayouts/slideLayout563.xml"/>
  <Override ContentType="application/vnd.openxmlformats-officedocument.presentationml.slideLayout+xml" PartName="/ppt/slideLayouts/slideLayout797.xml"/>
  <Override ContentType="application/vnd.openxmlformats-officedocument.presentationml.slideLayout+xml" PartName="/ppt/slideLayouts/slideLayout85.xml"/>
  <Override ContentType="application/vnd.openxmlformats-officedocument.presentationml.slideLayout+xml" PartName="/ppt/slideLayouts/slideLayout509.xml"/>
  <Override ContentType="application/vnd.openxmlformats-officedocument.presentationml.slideLayout+xml" PartName="/ppt/slideLayouts/slideLayout691.xml"/>
  <Override ContentType="application/vnd.openxmlformats-officedocument.presentationml.slideLayout+xml" PartName="/ppt/slideLayouts/slideLayout177.xml"/>
  <Override ContentType="application/vnd.openxmlformats-officedocument.presentationml.slideLayout+xml" PartName="/ppt/slideLayouts/slideLayout669.xml"/>
  <Override ContentType="application/vnd.openxmlformats-officedocument.presentationml.slideLayout+xml" PartName="/ppt/slideLayouts/slideLayout779.xml"/>
  <Override ContentType="application/vnd.openxmlformats-officedocument.presentationml.slideLayout+xml" PartName="/ppt/slideLayouts/slideLayout1020.xml"/>
  <Override ContentType="application/vnd.openxmlformats-officedocument.presentationml.slideLayout+xml" PartName="/ppt/slideLayouts/slideLayout324.xml"/>
  <Override ContentType="application/vnd.openxmlformats-officedocument.presentationml.slideLayout+xml" PartName="/ppt/slideLayouts/slideLayout1381.xml"/>
  <Override ContentType="application/vnd.openxmlformats-officedocument.presentationml.slideLayout+xml" PartName="/ppt/slideLayouts/slideLayout1253.xml"/>
  <Override ContentType="application/vnd.openxmlformats-officedocument.presentationml.slideLayout+xml" PartName="/ppt/slideLayouts/slideLayout452.xml"/>
  <Override ContentType="application/vnd.openxmlformats-officedocument.presentationml.slideLayout+xml" PartName="/ppt/slideLayouts/slideLayout1108.xml"/>
  <Override ContentType="application/vnd.openxmlformats-officedocument.presentationml.slideLayout+xml" PartName="/ppt/slideLayouts/slideLayout892.xml"/>
  <Override ContentType="application/vnd.openxmlformats-officedocument.presentationml.slideLayout+xml" PartName="/ppt/slideLayouts/slideLayout1326.xml"/>
  <Override ContentType="application/vnd.openxmlformats-officedocument.presentationml.slideLayout+xml" PartName="/ppt/slideLayouts/slideLayout1297.xml"/>
  <Override ContentType="application/vnd.openxmlformats-officedocument.presentationml.slideLayout+xml" PartName="/ppt/slideLayouts/slideLayout167.xml"/>
  <Override ContentType="application/vnd.openxmlformats-officedocument.presentationml.slideLayout+xml" PartName="/ppt/slideLayouts/slideLayout1025.xml"/>
  <Override ContentType="application/vnd.openxmlformats-officedocument.presentationml.slideLayout+xml" PartName="/ppt/slideLayouts/slideLayout107.xml"/>
  <Override ContentType="application/vnd.openxmlformats-officedocument.presentationml.slideLayout+xml" PartName="/ppt/slideLayouts/slideLayout1237.xml"/>
  <Override ContentType="application/vnd.openxmlformats-officedocument.presentationml.slideLayout+xml" PartName="/ppt/slideLayouts/slideLayout1211.xml"/>
  <Override ContentType="application/vnd.openxmlformats-officedocument.presentationml.slideLayout+xml" PartName="/ppt/slideLayouts/slideLayout468.xml"/>
  <Override ContentType="application/vnd.openxmlformats-officedocument.presentationml.slideLayout+xml" PartName="/ppt/slideLayouts/slideLayout1091.xml"/>
  <Override ContentType="application/vnd.openxmlformats-officedocument.presentationml.slideLayout+xml" PartName="/ppt/slideLayouts/slideLayout220.xml"/>
  <Override ContentType="application/vnd.openxmlformats-officedocument.presentationml.slideLayout+xml" PartName="/ppt/slideLayouts/slideLayout395.xml"/>
  <Override ContentType="application/vnd.openxmlformats-officedocument.presentationml.slideLayout+xml" PartName="/ppt/slideLayouts/slideLayout581.xml"/>
  <Override ContentType="application/vnd.openxmlformats-officedocument.presentationml.slideLayout+xml" PartName="/ppt/slideLayouts/slideLayout869.xml"/>
  <Override ContentType="application/vnd.openxmlformats-officedocument.presentationml.slideLayout+xml" PartName="/ppt/slideLayouts/slideLayout911.xml"/>
  <Override ContentType="application/vnd.openxmlformats-officedocument.presentationml.slideLayout+xml" PartName="/ppt/slideLayouts/slideLayout564.xml"/>
  <Override ContentType="application/vnd.openxmlformats-officedocument.presentationml.slideLayout+xml" PartName="/ppt/slideLayouts/slideLayout290.xml"/>
  <Override ContentType="application/vnd.openxmlformats-officedocument.presentationml.slideLayout+xml" PartName="/ppt/slideLayouts/slideLayout378.xml"/>
  <Override ContentType="application/vnd.openxmlformats-officedocument.presentationml.slideLayout+xml" PartName="/ppt/slideLayouts/slideLayout636.xml"/>
  <Override ContentType="application/vnd.openxmlformats-officedocument.presentationml.slideLayout+xml" PartName="/ppt/slideLayouts/slideLayout822.xml"/>
  <Override ContentType="application/vnd.openxmlformats-officedocument.presentationml.slideLayout+xml" PartName="/ppt/slideLayouts/slideLayout1309.xml"/>
  <Override ContentType="application/vnd.openxmlformats-officedocument.presentationml.slideLayout+xml" PartName="/ppt/slideLayouts/slideLayout653.xml"/>
  <Override ContentType="application/vnd.openxmlformats-officedocument.presentationml.slideLayout+xml" PartName="/ppt/slideLayouts/slideLayout508.xml"/>
  <Override ContentType="application/vnd.openxmlformats-officedocument.presentationml.slideLayout+xml" PartName="/ppt/slideLayouts/slideLayout997.xml"/>
  <Override ContentType="application/vnd.openxmlformats-officedocument.presentationml.slideLayout+xml" PartName="/ppt/slideLayouts/slideLayout267.xml"/>
  <Override ContentType="application/vnd.openxmlformats-officedocument.presentationml.slideLayout+xml" PartName="/ppt/slideLayouts/slideLayout525.xml"/>
  <Override ContentType="application/vnd.openxmlformats-officedocument.presentationml.slideLayout+xml" PartName="/ppt/slideLayouts/slideLayout1226.xml"/>
  <Override ContentType="application/vnd.openxmlformats-officedocument.presentationml.slideLayout+xml" PartName="/ppt/slideLayouts/slideLayout363.xml"/>
  <Override ContentType="application/vnd.openxmlformats-officedocument.presentationml.slideLayout+xml" PartName="/ppt/slideLayouts/slideLayout709.xml"/>
  <Override ContentType="application/vnd.openxmlformats-officedocument.presentationml.slideLayout+xml" PartName="/ppt/slideLayouts/slideLayout1311.xml"/>
  <Override ContentType="application/vnd.openxmlformats-officedocument.presentationml.slideLayout+xml" PartName="/ppt/slideLayouts/slideLayout31.xml"/>
  <Override ContentType="application/vnd.openxmlformats-officedocument.presentationml.slideLayout+xml" PartName="/ppt/slideLayouts/slideLayout621.xml"/>
  <Override ContentType="application/vnd.openxmlformats-officedocument.presentationml.slideLayout+xml" PartName="/ppt/slideLayouts/slideLayout1010.xml"/>
  <Override ContentType="application/vnd.openxmlformats-officedocument.presentationml.slideLayout+xml" PartName="/ppt/slideLayouts/slideLayout14.xml"/>
  <Override ContentType="application/vnd.openxmlformats-officedocument.presentationml.slideLayout+xml" PartName="/ppt/slideLayouts/slideLayout380.xml"/>
  <Override ContentType="application/vnd.openxmlformats-officedocument.presentationml.slideLayout+xml" PartName="/ppt/slideLayouts/slideLayout1036.xml"/>
  <Override ContentType="application/vnd.openxmlformats-officedocument.presentationml.slideLayout+xml" PartName="/ppt/slideLayouts/slideLayout726.xml"/>
  <Override ContentType="application/vnd.openxmlformats-officedocument.presentationml.slideLayout+xml" PartName="/ppt/slideLayouts/slideLayout965.xml"/>
  <Override ContentType="application/vnd.openxmlformats-officedocument.presentationml.slideLayout+xml" PartName="/ppt/slideLayouts/slideLayout510.xml"/>
  <Override ContentType="application/vnd.openxmlformats-officedocument.presentationml.slideLayout+xml" PartName="/ppt/slideLayouts/slideLayout1164.xml"/>
  <Override ContentType="application/vnd.openxmlformats-officedocument.presentationml.slideLayout+xml" PartName="/ppt/slideLayouts/slideLayout491.xml"/>
  <Override ContentType="application/vnd.openxmlformats-officedocument.presentationml.slideLayout+xml" PartName="/ppt/slideLayouts/slideLayout837.xml"/>
  <Override ContentType="application/vnd.openxmlformats-officedocument.presentationml.slideLayout+xml" PartName="/ppt/slideLayouts/slideLayout982.xml"/>
  <Override ContentType="application/vnd.openxmlformats-officedocument.presentationml.slideLayout+xml" PartName="/ppt/slideLayouts/slideLayout1292.xml"/>
  <Override ContentType="application/vnd.openxmlformats-officedocument.presentationml.slideLayout+xml" PartName="/ppt/slideLayouts/slideLayout392.xml"/>
  <Override ContentType="application/vnd.openxmlformats-officedocument.presentationml.slideLayout+xml" PartName="/ppt/slideLayouts/slideLayout1109.xml"/>
  <Override ContentType="application/vnd.openxmlformats-officedocument.presentationml.slideLayout+xml" PartName="/ppt/slideLayouts/slideLayout120.xml"/>
  <Override ContentType="application/vnd.openxmlformats-officedocument.presentationml.slideLayout+xml" PartName="/ppt/slideLayouts/slideLayout1338.xml"/>
  <Override ContentType="application/vnd.openxmlformats-officedocument.presentationml.slideLayout+xml" PartName="/ppt/slideLayouts/slideLayout163.xml"/>
  <Override ContentType="application/vnd.openxmlformats-officedocument.presentationml.slideLayout+xml" PartName="/ppt/slideLayouts/slideLayout1021.xml"/>
  <Override ContentType="application/vnd.openxmlformats-officedocument.presentationml.slideLayout+xml" PartName="/ppt/slideLayouts/slideLayout1153.xml"/>
  <Override ContentType="application/vnd.openxmlformats-officedocument.presentationml.slideLayout+xml" PartName="/ppt/slideLayouts/slideLayout437.xml"/>
  <Override ContentType="application/vnd.openxmlformats-officedocument.presentationml.slideLayout+xml" PartName="/ppt/slideLayouts/slideLayout623.xml"/>
  <Override ContentType="application/vnd.openxmlformats-officedocument.presentationml.slideLayout+xml" PartName="/ppt/slideLayouts/slideLayout1110.xml"/>
  <Override ContentType="application/vnd.openxmlformats-officedocument.presentationml.slideLayout+xml" PartName="/ppt/slideLayouts/slideLayout852.xml"/>
  <Override ContentType="application/vnd.openxmlformats-officedocument.presentationml.slideLayout+xml" PartName="/ppt/slideLayouts/slideLayout538.xml"/>
  <Override ContentType="application/vnd.openxmlformats-officedocument.presentationml.slideLayout+xml" PartName="/ppt/slideLayouts/slideLayout895.xml"/>
  <Override ContentType="application/vnd.openxmlformats-officedocument.presentationml.slideLayout+xml" PartName="/ppt/slideLayouts/slideLayout1281.xml"/>
  <Override ContentType="application/vnd.openxmlformats-officedocument.presentationml.slideLayout+xml" PartName="/ppt/slideLayouts/slideLayout1052.xml"/>
  <Override ContentType="application/vnd.openxmlformats-officedocument.presentationml.slideLayout+xml" PartName="/ppt/slideLayouts/slideLayout1095.xml"/>
  <Override ContentType="application/vnd.openxmlformats-officedocument.presentationml.slideLayout+xml" PartName="/ppt/slideLayouts/slideLayout309.xml"/>
  <Override ContentType="application/vnd.openxmlformats-officedocument.presentationml.slideLayout+xml" PartName="/ppt/slideLayouts/slideLayout666.xml"/>
  <Override ContentType="application/vnd.openxmlformats-officedocument.presentationml.slideLayout+xml" PartName="/ppt/slideLayouts/slideLayout1137.xml"/>
  <Override ContentType="application/vnd.openxmlformats-officedocument.presentationml.slideLayout+xml" PartName="/ppt/slideLayouts/slideLayout593.xml"/>
  <Override ContentType="application/vnd.openxmlformats-officedocument.presentationml.slideLayout+xml" PartName="/ppt/slideLayouts/slideLayout550.xml"/>
  <Override ContentType="application/vnd.openxmlformats-officedocument.presentationml.slideLayout+xml" PartName="/ppt/slideLayouts/slideLayout724.xml"/>
  <Override ContentType="application/vnd.openxmlformats-officedocument.presentationml.slideLayout+xml" PartName="/ppt/slideLayouts/slideLayout1192.xml"/>
  <Override ContentType="application/vnd.openxmlformats-officedocument.presentationml.slideLayout+xml" PartName="/ppt/slideLayouts/slideLayout208.xml"/>
  <Override ContentType="application/vnd.openxmlformats-officedocument.presentationml.slideLayout+xml" PartName="/ppt/slideLayouts/slideLayout767.xml"/>
  <Override ContentType="application/vnd.openxmlformats-officedocument.presentationml.slideLayout+xml" PartName="/ppt/slideLayouts/slideLayout1064.xml"/>
  <Override ContentType="application/vnd.openxmlformats-officedocument.presentationml.slideLayout+xml" PartName="/ppt/slideLayouts/slideLayout1265.xml"/>
  <Override ContentType="application/vnd.openxmlformats-officedocument.presentationml.slideLayout+xml" PartName="/ppt/slideLayouts/slideLayout178.xml"/>
  <Override ContentType="application/vnd.openxmlformats-officedocument.presentationml.slideLayout+xml" PartName="/ppt/slideLayouts/slideLayout135.xml"/>
  <Override ContentType="application/vnd.openxmlformats-officedocument.presentationml.slideLayout+xml" PartName="/ppt/slideLayouts/slideLayout1125.xml"/>
  <Override ContentType="application/vnd.openxmlformats-officedocument.presentationml.slideLayout+xml" PartName="/ppt/slideLayouts/slideLayout422.xml"/>
  <Override ContentType="application/vnd.openxmlformats-officedocument.presentationml.slideLayout+xml" PartName="/ppt/slideLayouts/slideLayout465.xml"/>
  <Override ContentType="application/vnd.openxmlformats-officedocument.presentationml.slideLayout+xml" PartName="/ppt/slideLayouts/slideLayout291.xml"/>
  <Override ContentType="application/vnd.openxmlformats-officedocument.presentationml.slideLayout+xml" PartName="/ppt/slideLayouts/slideLayout880.xml"/>
  <Override ContentType="application/vnd.openxmlformats-officedocument.presentationml.slideLayout+xml" PartName="/ppt/slideLayouts/slideLayout1222.xml"/>
  <Override ContentType="application/vnd.openxmlformats-officedocument.presentationml.slideLayout+xml" PartName="/ppt/slideLayouts/slideLayout968.xml"/>
  <Override ContentType="application/vnd.openxmlformats-officedocument.presentationml.slideLayout+xml" PartName="/ppt/slideLayouts/slideLayout194.xml"/>
  <Override ContentType="application/vnd.openxmlformats-officedocument.presentationml.slideLayout+xml" PartName="/ppt/slideLayouts/slideLayout925.xml"/>
  <Override ContentType="application/vnd.openxmlformats-officedocument.presentationml.slideLayout+xml" PartName="/ppt/slideLayouts/slideLayout1168.xml"/>
  <Override ContentType="application/vnd.openxmlformats-officedocument.presentationml.slideLayout+xml" PartName="/ppt/slideLayouts/slideLayout71.xml"/>
  <Override ContentType="application/vnd.openxmlformats-officedocument.presentationml.slideLayout+xml" PartName="/ppt/slideLayouts/slideLayout151.xml"/>
  <Override ContentType="application/vnd.openxmlformats-officedocument.presentationml.slideLayout+xml" PartName="/ppt/slideLayouts/slideLayout1080.xml"/>
  <Override ContentType="application/vnd.openxmlformats-officedocument.presentationml.slideLayout+xml" PartName="/ppt/slideLayouts/slideLayout409.xml"/>
  <Override ContentType="application/vnd.openxmlformats-officedocument.presentationml.slideLayout+xml" PartName="/ppt/slideLayouts/slideLayout795.xml"/>
  <Override ContentType="application/vnd.openxmlformats-officedocument.presentationml.slideLayout+xml" PartName="/ppt/slideLayouts/slideLayout638.xml"/>
  <Override ContentType="application/vnd.openxmlformats-officedocument.presentationml.slideLayout+xml" PartName="/ppt/slideLayouts/slideLayout981.xml"/>
  <Override ContentType="application/vnd.openxmlformats-officedocument.presentationml.slideLayout+xml" PartName="/ppt/slideLayouts/slideLayout1210.xml"/>
  <Override ContentType="application/vnd.openxmlformats-officedocument.presentationml.slideLayout+xml" PartName="/ppt/slideLayouts/slideLayout1024.xml"/>
  <Override ContentType="application/vnd.openxmlformats-officedocument.presentationml.slideLayout+xml" PartName="/ppt/slideLayouts/slideLayout752.xml"/>
  <Override ContentType="application/vnd.openxmlformats-officedocument.presentationml.slideLayout+xml" PartName="/ppt/slideLayouts/slideLayout1350.xml"/>
  <Override ContentType="application/vnd.openxmlformats-officedocument.presentationml.slideLayout+xml" PartName="/ppt/slideLayouts/slideLayout221.xml"/>
  <Override ContentType="application/vnd.openxmlformats-officedocument.presentationml.slideLayout+xml" PartName="/ppt/slideLayouts/slideLayout1351.xml"/>
  <Override ContentType="application/vnd.openxmlformats-officedocument.presentationml.slideLayout+xml" PartName="/ppt/slideLayouts/slideLayout1122.xml"/>
  <Override ContentType="application/vnd.openxmlformats-officedocument.presentationml.slideLayout+xml" PartName="/ppt/slideLayouts/slideLayout1165.xml"/>
  <Override ContentType="application/vnd.openxmlformats-officedocument.presentationml.slideLayout+xml" PartName="/ppt/slideLayouts/slideLayout522.xml"/>
  <Override ContentType="application/vnd.openxmlformats-officedocument.presentationml.slideLayout+xml" PartName="/ppt/slideLayouts/slideLayout868.xml"/>
  <Override ContentType="application/vnd.openxmlformats-officedocument.presentationml.slideLayout+xml" PartName="/ppt/slideLayouts/slideLayout1092.xml"/>
  <Override ContentType="application/vnd.openxmlformats-officedocument.presentationml.slideLayout+xml" PartName="/ppt/slideLayouts/slideLayout336.xml"/>
  <Override ContentType="application/vnd.openxmlformats-officedocument.presentationml.slideLayout+xml" PartName="/ppt/slideLayouts/slideLayout825.xml"/>
  <Override ContentType="application/vnd.openxmlformats-officedocument.presentationml.slideLayout+xml" PartName="/ppt/slideLayouts/slideLayout1180.xml"/>
  <Override ContentType="application/vnd.openxmlformats-officedocument.presentationml.slideLayout+xml" PartName="/ppt/slideLayouts/slideLayout1238.xml"/>
  <Override ContentType="application/vnd.openxmlformats-officedocument.presentationml.slideLayout+xml" PartName="/ppt/slideLayouts/slideLayout166.xml"/>
  <Override ContentType="application/vnd.openxmlformats-officedocument.presentationml.slideLayout+xml" PartName="/ppt/slideLayouts/slideLayout379.xml"/>
  <Override ContentType="application/vnd.openxmlformats-officedocument.presentationml.slideLayout+xml" PartName="/ppt/slideLayouts/slideLayout565.xml"/>
  <Override ContentType="application/vnd.openxmlformats-officedocument.presentationml.slideLayout+xml" PartName="/ppt/slideLayouts/slideLayout1009.xml"/>
  <Override ContentType="application/vnd.openxmlformats-officedocument.presentationml.slideLayout+xml" PartName="/ppt/slideLayouts/slideLayout264.xml"/>
  <Override ContentType="application/vnd.openxmlformats-officedocument.presentationml.slideLayout+xml" PartName="/ppt/slideLayouts/slideLayout123.xml"/>
  <Override ContentType="application/vnd.openxmlformats-officedocument.presentationml.slideLayout+xml" PartName="/ppt/slideLayouts/slideLayout86.xml"/>
  <Override ContentType="application/vnd.openxmlformats-officedocument.presentationml.slideLayout+xml" PartName="/ppt/slideLayouts/slideLayout1323.xml"/>
  <Override ContentType="application/vnd.openxmlformats-officedocument.presentationml.slideLayout+xml" PartName="/ppt/slideLayouts/slideLayout43.xml"/>
  <Override ContentType="application/vnd.openxmlformats-officedocument.presentationml.slideLayout+xml" PartName="/ppt/slideLayouts/slideLayout364.xml"/>
  <Override ContentType="application/vnd.openxmlformats-officedocument.presentationml.slideLayout+xml" PartName="/ppt/slideLayouts/slideLayout910.xml"/>
  <Override ContentType="application/vnd.openxmlformats-officedocument.presentationml.slideLayout+xml" PartName="/ppt/slideLayouts/slideLayout1366.xml"/>
  <Override ContentType="application/vnd.openxmlformats-officedocument.presentationml.slideLayout+xml" PartName="/ppt/slideLayouts/slideLayout1.xml"/>
  <Override ContentType="application/vnd.openxmlformats-officedocument.presentationml.slideLayout+xml" PartName="/ppt/slideLayouts/slideLayout996.xml"/>
  <Override ContentType="application/vnd.openxmlformats-officedocument.presentationml.slideLayout+xml" PartName="/ppt/slideLayouts/slideLayout780.xml"/>
  <Override ContentType="application/vnd.openxmlformats-officedocument.presentationml.slideLayout+xml" PartName="/ppt/slideLayouts/slideLayout953.xml"/>
  <Override ContentType="application/vnd.openxmlformats-officedocument.presentationml.slideLayout+xml" PartName="/ppt/slideLayouts/slideLayout1293.xml"/>
  <Override ContentType="application/vnd.openxmlformats-officedocument.presentationml.slideLayout+xml" PartName="/ppt/slideLayouts/slideLayout1250.xml"/>
  <Override ContentType="application/vnd.openxmlformats-officedocument.presentationml.slideLayout+xml" PartName="/ppt/slideLayouts/slideLayout321.xml"/>
  <Override ContentType="application/vnd.openxmlformats-officedocument.presentationml.slideLayout+xml" PartName="/ppt/slideLayouts/slideLayout492.xml"/>
  <Override ContentType="application/vnd.openxmlformats-officedocument.presentationml.slideLayout+xml" PartName="/ppt/slideLayouts/slideLayout236.xml"/>
  <Override ContentType="application/vnd.openxmlformats-officedocument.presentationml.slideLayout+xml" PartName="/ppt/slideLayouts/slideLayout191.xml"/>
  <Override ContentType="application/vnd.openxmlformats-officedocument.presentationml.slideLayout+xml" PartName="/ppt/slideLayouts/slideLayout279.xml"/>
  <Override ContentType="application/vnd.openxmlformats-officedocument.presentationml.slideLayout+xml" PartName="/ppt/slideLayouts/slideLayout537.xml"/>
  <Override ContentType="application/vnd.openxmlformats-officedocument.presentationml.slideLayout+xml" PartName="/ppt/slideLayouts/slideLayout1152.xml"/>
  <Override ContentType="application/vnd.openxmlformats-officedocument.presentationml.slideLayout+xml" PartName="/ppt/slideLayouts/slideLayout58.xml"/>
  <Override ContentType="application/vnd.openxmlformats-officedocument.presentationml.slideLayout+xml" PartName="/ppt/slideLayouts/slideLayout15.xml"/>
  <Override ContentType="application/vnd.openxmlformats-officedocument.presentationml.slideLayout+xml" PartName="/ppt/slideLayouts/slideLayout1195.xml"/>
  <Override ContentType="application/vnd.openxmlformats-officedocument.presentationml.slideLayout+xml" PartName="/ppt/slideLayouts/slideLayout1037.xml"/>
  <Override ContentType="application/vnd.openxmlformats-officedocument.presentationml.slideLayout+xml" PartName="/ppt/slideLayouts/slideLayout108.xml"/>
  <Override ContentType="application/vnd.openxmlformats-officedocument.presentationml.slideLayout+xml" PartName="/ppt/slideLayouts/slideLayout1067.xml"/>
  <Override ContentType="application/vnd.openxmlformats-officedocument.presentationml.slideLayout+xml" PartName="/ppt/slideLayouts/slideLayout138.xml"/>
  <Override ContentType="application/vnd.openxmlformats-officedocument.presentationml.slideLayout+xml" PartName="/ppt/slideLayouts/slideLayout693.xml"/>
  <Override ContentType="application/vnd.openxmlformats-officedocument.presentationml.slideLayout+xml" PartName="/ppt/slideLayouts/slideLayout1339.xml"/>
  <Override ContentType="application/vnd.openxmlformats-officedocument.presentationml.slideLayout+xml" PartName="/ppt/slideLayouts/slideLayout438.xml"/>
  <Override ContentType="application/vnd.openxmlformats-officedocument.presentationml.slideLayout+xml" PartName="/ppt/slideLayouts/slideLayout667.xml"/>
  <Override ContentType="application/vnd.openxmlformats-officedocument.presentationml.slideLayout+xml" PartName="/ppt/slideLayouts/slideLayout624.xml"/>
  <Override ContentType="application/vnd.openxmlformats-officedocument.presentationml.slideLayout+xml" PartName="/ppt/slideLayouts/slideLayout650.xml"/>
  <Override ContentType="application/vnd.openxmlformats-officedocument.presentationml.slideLayout+xml" PartName="/ppt/slideLayouts/slideLayout1150.xml"/>
  <Override ContentType="application/vnd.openxmlformats-officedocument.presentationml.slideLayout+xml" PartName="/ppt/slideLayouts/slideLayout551.xml"/>
  <Override ContentType="application/vnd.openxmlformats-officedocument.presentationml.slideLayout+xml" PartName="/ppt/slideLayouts/slideLayout1193.xml"/>
  <Override ContentType="application/vnd.openxmlformats-officedocument.presentationml.slideLayout+xml" PartName="/ppt/slideLayouts/slideLayout179.xml"/>
  <Override ContentType="application/vnd.openxmlformats-officedocument.presentationml.slideLayout+xml" PartName="/ppt/slideLayouts/slideLayout365.xml"/>
  <Override ContentType="application/vnd.openxmlformats-officedocument.presentationml.slideLayout+xml" PartName="/ppt/slideLayouts/slideLayout1039.xml"/>
  <Override ContentType="application/vnd.openxmlformats-officedocument.presentationml.slideLayout+xml" PartName="/ppt/slideLayouts/slideLayout322.xml"/>
  <Override ContentType="application/vnd.openxmlformats-officedocument.presentationml.slideLayout+xml" PartName="/ppt/slideLayouts/slideLayout136.xml"/>
  <Override ContentType="application/vnd.openxmlformats-officedocument.presentationml.slideLayout+xml" PartName="/ppt/slideLayouts/slideLayout839.xml"/>
  <Override ContentType="application/vnd.openxmlformats-officedocument.presentationml.slideLayout+xml" PartName="/ppt/slideLayouts/slideLayout292.xml"/>
  <Override ContentType="application/vnd.openxmlformats-officedocument.presentationml.slideLayout+xml" PartName="/ppt/slideLayouts/slideLayout423.xml"/>
  <Override ContentType="application/vnd.openxmlformats-officedocument.presentationml.slideLayout+xml" PartName="/ppt/slideLayouts/slideLayout1124.xml"/>
  <Override ContentType="application/vnd.openxmlformats-officedocument.presentationml.slideLayout+xml" PartName="/ppt/slideLayouts/slideLayout967.xml"/>
  <Override ContentType="application/vnd.openxmlformats-officedocument.presentationml.slideLayout+xml" PartName="/ppt/slideLayouts/slideLayout924.xml"/>
  <Override ContentType="application/vnd.openxmlformats-officedocument.presentationml.slideLayout+xml" PartName="/ppt/slideLayouts/slideLayout1167.xml"/>
  <Override ContentType="application/vnd.openxmlformats-officedocument.presentationml.slideLayout+xml" PartName="/ppt/slideLayouts/slideLayout1051.xml"/>
  <Override ContentType="application/vnd.openxmlformats-officedocument.presentationml.slideLayout+xml" PartName="/ppt/slideLayouts/slideLayout539.xml"/>
  <Override ContentType="application/vnd.openxmlformats-officedocument.presentationml.slideLayout+xml" PartName="/ppt/slideLayouts/slideLayout594.xml"/>
  <Override ContentType="application/vnd.openxmlformats-officedocument.presentationml.slideLayout+xml" PartName="/ppt/slideLayouts/slideLayout894.xml"/>
  <Override ContentType="application/vnd.openxmlformats-officedocument.presentationml.slideLayout+xml" PartName="/ppt/slideLayouts/slideLayout466.xml"/>
  <Override ContentType="application/vnd.openxmlformats-officedocument.presentationml.slideLayout+xml" PartName="/ppt/slideLayouts/slideLayout851.xml"/>
  <Override ContentType="application/vnd.openxmlformats-officedocument.presentationml.slideLayout+xml" PartName="/ppt/slideLayouts/slideLayout1094.xml"/>
  <Override ContentType="application/vnd.openxmlformats-officedocument.presentationml.slideLayout+xml" PartName="/ppt/slideLayouts/slideLayout72.xml"/>
  <Override ContentType="application/vnd.openxmlformats-officedocument.presentationml.slideLayout+xml" PartName="/ppt/slideLayouts/slideLayout164.xml"/>
  <Override ContentType="application/vnd.openxmlformats-officedocument.presentationml.slideLayout+xml" PartName="/ppt/slideLayouts/slideLayout1138.xml"/>
  <Override ContentType="application/vnd.openxmlformats-officedocument.presentationml.slideLayout+xml" PartName="/ppt/slideLayouts/slideLayout766.xml"/>
  <Override ContentType="application/vnd.openxmlformats-officedocument.presentationml.slideLayout+xml" PartName="/ppt/slideLayouts/slideLayout723.xml"/>
  <Override ContentType="application/vnd.openxmlformats-officedocument.presentationml.slideLayout+xml" PartName="/ppt/slideLayouts/slideLayout209.xml"/>
  <Override ContentType="application/vnd.openxmlformats-officedocument.presentationml.slideLayout+xml" PartName="/ppt/slideLayouts/slideLayout1223.xml"/>
  <Override ContentType="application/vnd.openxmlformats-officedocument.presentationml.slideLayout+xml" PartName="/ppt/slideLayouts/slideLayout121.xml"/>
  <Override ContentType="application/vnd.openxmlformats-officedocument.presentationml.slideLayout+xml" PartName="/ppt/slideLayouts/slideLayout337.xml"/>
  <Override ContentType="application/vnd.openxmlformats-officedocument.presentationml.slideLayout+xml" PartName="/ppt/slideLayouts/slideLayout1266.xml"/>
  <Override ContentType="application/vnd.openxmlformats-officedocument.presentationml.slideLayout+xml" PartName="/ppt/slideLayouts/slideLayout824.xml"/>
  <Override ContentType="application/vnd.openxmlformats-officedocument.presentationml.slideLayout+xml" PartName="/ppt/slideLayouts/slideLayout867.xml"/>
  <Override ContentType="application/vnd.openxmlformats-officedocument.presentationml.slideLayout+xml" PartName="/ppt/slideLayouts/slideLayout523.xml"/>
  <Override ContentType="application/vnd.openxmlformats-officedocument.presentationml.slideLayout+xml" PartName="/ppt/slideLayouts/slideLayout222.xml"/>
  <Override ContentType="application/vnd.openxmlformats-officedocument.presentationml.slideLayout+xml" PartName="/ppt/slideLayouts/slideLayout566.xml"/>
  <Override ContentType="application/vnd.openxmlformats-officedocument.presentationml.slideLayout+xml" PartName="/ppt/slideLayouts/slideLayout16.xml"/>
  <Override ContentType="application/vnd.openxmlformats-officedocument.presentationml.slideLayout+xml" PartName="/ppt/slideLayouts/slideLayout1139.xml"/>
  <Override ContentType="application/vnd.openxmlformats-officedocument.presentationml.slideLayout+xml" PartName="/ppt/slideLayouts/slideLayout265.xml"/>
  <Override ContentType="application/vnd.openxmlformats-officedocument.presentationml.slideLayout+xml" PartName="/ppt/slideLayouts/slideLayout639.xml"/>
  <Override ContentType="application/vnd.openxmlformats-officedocument.presentationml.slideLayout+xml" PartName="/ppt/slideLayouts/slideLayout59.xml"/>
  <Override ContentType="application/vnd.openxmlformats-officedocument.presentationml.slideLayout+xml" PartName="/ppt/slideLayouts/slideLayout109.xml"/>
  <Override ContentType="application/vnd.openxmlformats-officedocument.presentationml.slideLayout+xml" PartName="/ppt/slideLayouts/slideLayout794.xml"/>
  <Override ContentType="application/vnd.openxmlformats-officedocument.presentationml.slideLayout+xml" PartName="/ppt/slideLayouts/slideLayout1166.xml"/>
  <Override ContentType="application/vnd.openxmlformats-officedocument.presentationml.slideLayout+xml" PartName="/ppt/slideLayouts/slideLayout1352.xml"/>
  <Override ContentType="application/vnd.openxmlformats-officedocument.presentationml.slideLayout+xml" PartName="/ppt/slideLayouts/slideLayout751.xml"/>
  <Override ContentType="application/vnd.openxmlformats-officedocument.presentationml.slideLayout+xml" PartName="/ppt/slideLayouts/slideLayout450.xml"/>
  <Override ContentType="application/vnd.openxmlformats-officedocument.presentationml.slideLayout+xml" PartName="/ppt/slideLayouts/slideLayout192.xml"/>
  <Override ContentType="application/vnd.openxmlformats-officedocument.presentationml.slideLayout+xml" PartName="/ppt/slideLayouts/slideLayout1123.xml"/>
  <Override ContentType="application/vnd.openxmlformats-officedocument.presentationml.slideLayout+xml" PartName="/ppt/slideLayouts/slideLayout980.xml"/>
  <Override ContentType="application/vnd.openxmlformats-officedocument.presentationml.slideLayout+xml" PartName="/ppt/slideLayouts/slideLayout1251.xml"/>
  <Override ContentType="application/vnd.openxmlformats-officedocument.presentationml.slideLayout+xml" PartName="/ppt/slideLayouts/slideLayout493.xml"/>
  <Override ContentType="application/vnd.openxmlformats-officedocument.presentationml.slideLayout+xml" PartName="/ppt/slideLayouts/slideLayout1239.xml"/>
  <Override ContentType="application/vnd.openxmlformats-officedocument.presentationml.slideLayout+xml" PartName="/ppt/slideLayouts/slideLayout1294.xml"/>
  <Override ContentType="application/vnd.openxmlformats-officedocument.presentationml.slideLayout+xml" PartName="/ppt/slideLayouts/slideLayout237.xml"/>
  <Override ContentType="application/vnd.openxmlformats-officedocument.presentationml.slideLayout+xml" PartName="/ppt/slideLayouts/slideLayout87.xml"/>
  <Override ContentType="application/vnd.openxmlformats-officedocument.presentationml.slideLayout+xml" PartName="/ppt/slideLayouts/slideLayout1023.xml"/>
  <Override ContentType="application/vnd.openxmlformats-officedocument.presentationml.slideLayout+xml" PartName="/ppt/slideLayouts/slideLayout1066.xml"/>
  <Override ContentType="application/vnd.openxmlformats-officedocument.presentationml.slideLayout+xml" PartName="/ppt/slideLayouts/slideLayout44.xml"/>
  <Override ContentType="application/vnd.openxmlformats-officedocument.presentationml.slideLayout+xml" PartName="/ppt/slideLayouts/slideLayout694.xml"/>
  <Override ContentType="application/vnd.openxmlformats-officedocument.presentationml.slideLayout+xml" PartName="/ppt/slideLayouts/slideLayout350.xml"/>
  <Override ContentType="application/vnd.openxmlformats-officedocument.presentationml.slideLayout+xml" PartName="/ppt/slideLayouts/slideLayout952.xml"/>
  <Override ContentType="application/vnd.openxmlformats-officedocument.presentationml.slideLayout+xml" PartName="/ppt/slideLayouts/slideLayout1367.xml"/>
  <Override ContentType="application/vnd.openxmlformats-officedocument.presentationml.slideLayout+xml" PartName="/ppt/slideLayouts/slideLayout1324.xml"/>
  <Override ContentType="application/vnd.openxmlformats-officedocument.presentationml.slideLayout+xml" PartName="/ppt/slideLayouts/slideLayout739.xml"/>
  <Override ContentType="application/vnd.openxmlformats-officedocument.presentationml.slideLayout+xml" PartName="/ppt/slideLayouts/slideLayout393.xml"/>
  <Override ContentType="application/vnd.openxmlformats-officedocument.presentationml.slideLayout+xml" PartName="/ppt/slideLayouts/slideLayout995.xml"/>
  <Override ContentType="application/vnd.openxmlformats-officedocument.presentationml.slideLayout+xml" PartName="/ppt/slideLayouts/slideLayout651.xml"/>
  <Override ContentType="application/vnd.openxmlformats-officedocument.presentationml.slideMaster+xml" PartName="/ppt/slideMasters/slideMaster9.xml"/>
  <Override ContentType="application/vnd.openxmlformats-officedocument.presentationml.slideMaster+xml" PartName="/ppt/slideMasters/slideMaster18.xml"/>
  <Override ContentType="application/vnd.openxmlformats-officedocument.presentationml.slideMaster+xml" PartName="/ppt/slideMasters/slideMaster26.xml"/>
  <Override ContentType="application/vnd.openxmlformats-officedocument.presentationml.slideMaster+xml" PartName="/ppt/slideMasters/slideMaster13.xml"/>
  <Override ContentType="application/vnd.openxmlformats-officedocument.presentationml.slideMaster+xml" PartName="/ppt/slideMasters/slideMaster21.xml"/>
  <Override ContentType="application/vnd.openxmlformats-officedocument.presentationml.slideMaster+xml" PartName="/ppt/slideMasters/slideMaster5.xml"/>
  <Override ContentType="application/vnd.openxmlformats-officedocument.presentationml.slideMaster+xml" PartName="/ppt/slideMasters/slideMaster8.xml"/>
  <Override ContentType="application/vnd.openxmlformats-officedocument.presentationml.slideMaster+xml" PartName="/ppt/slideMasters/slideMaster3.xml"/>
  <Override ContentType="application/vnd.openxmlformats-officedocument.presentationml.slideMaster+xml" PartName="/ppt/slideMasters/slideMaster25.xml"/>
  <Override ContentType="application/vnd.openxmlformats-officedocument.presentationml.slideMaster+xml" PartName="/ppt/slideMasters/slideMaster19.xml"/>
  <Override ContentType="application/vnd.openxmlformats-officedocument.presentationml.slideMaster+xml" PartName="/ppt/slideMasters/slideMaster12.xml"/>
  <Override ContentType="application/vnd.openxmlformats-officedocument.presentationml.slideMaster+xml" PartName="/ppt/slideMasters/slideMaster16.xml"/>
  <Override ContentType="application/vnd.openxmlformats-officedocument.presentationml.slideMaster+xml" PartName="/ppt/slideMasters/slideMaster4.xml"/>
  <Override ContentType="application/vnd.openxmlformats-officedocument.presentationml.slideMaster+xml" PartName="/ppt/slideMasters/slideMaster20.xml"/>
  <Override ContentType="application/vnd.openxmlformats-officedocument.presentationml.slideMaster+xml" PartName="/ppt/slideMasters/slideMaster2.xml"/>
  <Override ContentType="application/vnd.openxmlformats-officedocument.presentationml.slideMaster+xml" PartName="/ppt/slideMasters/slideMaster24.xml"/>
  <Override ContentType="application/vnd.openxmlformats-officedocument.presentationml.slideMaster+xml" PartName="/ppt/slideMasters/slideMaster11.xml"/>
  <Override ContentType="application/vnd.openxmlformats-officedocument.presentationml.slideMaster+xml" PartName="/ppt/slideMasters/slideMaster10.xml"/>
  <Override ContentType="application/vnd.openxmlformats-officedocument.presentationml.slideMaster+xml" PartName="/ppt/slideMasters/slideMaster15.xml"/>
  <Override ContentType="application/vnd.openxmlformats-officedocument.presentationml.slideMaster+xml" PartName="/ppt/slideMasters/slideMaster23.xml"/>
  <Override ContentType="application/vnd.openxmlformats-officedocument.presentationml.slideMaster+xml" PartName="/ppt/slideMasters/slideMaster1.xml"/>
  <Override ContentType="application/vnd.openxmlformats-officedocument.presentationml.slideMaster+xml" PartName="/ppt/slideMasters/slideMaster7.xml"/>
  <Override ContentType="application/vnd.openxmlformats-officedocument.presentationml.slideMaster+xml" PartName="/ppt/slideMasters/slideMaster14.xml"/>
  <Override ContentType="application/vnd.openxmlformats-officedocument.presentationml.slideMaster+xml" PartName="/ppt/slideMasters/slideMaster17.xml"/>
  <Override ContentType="application/vnd.openxmlformats-officedocument.presentationml.slideMaster+xml" PartName="/ppt/slideMasters/slideMaster22.xml"/>
  <Override ContentType="application/vnd.openxmlformats-officedocument.presentationml.slideMaster+xml" PartName="/ppt/slideMasters/slideMaster6.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6.xml"/>
  <Override ContentType="application/vnd.openxmlformats-officedocument.theme+xml" PartName="/ppt/theme/theme20.xml"/>
  <Override ContentType="application/vnd.openxmlformats-officedocument.theme+xml" PartName="/ppt/theme/theme17.xml"/>
  <Override ContentType="application/vnd.openxmlformats-officedocument.theme+xml" PartName="/ppt/theme/theme11.xml"/>
  <Override ContentType="application/vnd.openxmlformats-officedocument.theme+xml" PartName="/ppt/theme/theme24.xml"/>
  <Override ContentType="application/vnd.openxmlformats-officedocument.theme+xml" PartName="/ppt/theme/theme5.xml"/>
  <Override ContentType="application/vnd.openxmlformats-officedocument.theme+xml" PartName="/ppt/theme/theme26.xml"/>
  <Override ContentType="application/vnd.openxmlformats-officedocument.theme+xml" PartName="/ppt/theme/theme7.xml"/>
  <Override ContentType="application/vnd.openxmlformats-officedocument.theme+xml" PartName="/ppt/theme/theme4.xml"/>
  <Override ContentType="application/vnd.openxmlformats-officedocument.theme+xml" PartName="/ppt/theme/theme18.xml"/>
  <Override ContentType="application/vnd.openxmlformats-officedocument.theme+xml" PartName="/ppt/theme/theme23.xml"/>
  <Override ContentType="application/vnd.openxmlformats-officedocument.theme+xml" PartName="/ppt/theme/theme8.xml"/>
  <Override ContentType="application/vnd.openxmlformats-officedocument.theme+xml" PartName="/ppt/theme/theme10.xml"/>
  <Override ContentType="application/vnd.openxmlformats-officedocument.theme+xml" PartName="/ppt/theme/theme27.xml"/>
  <Override ContentType="application/vnd.openxmlformats-officedocument.theme+xml" PartName="/ppt/theme/theme14.xml"/>
  <Override ContentType="application/vnd.openxmlformats-officedocument.theme+xml" PartName="/ppt/theme/theme19.xml"/>
  <Override ContentType="application/vnd.openxmlformats-officedocument.theme+xml" PartName="/ppt/theme/theme22.xml"/>
  <Override ContentType="application/vnd.openxmlformats-officedocument.theme+xml" PartName="/ppt/theme/theme3.xml"/>
  <Override ContentType="application/vnd.openxmlformats-officedocument.theme+xml" PartName="/ppt/theme/theme15.xml"/>
  <Override ContentType="application/vnd.openxmlformats-officedocument.theme+xml" PartName="/ppt/theme/theme9.xml"/>
  <Override ContentType="application/vnd.openxmlformats-officedocument.theme+xml" PartName="/ppt/theme/theme13.xml"/>
  <Override ContentType="application/vnd.openxmlformats-officedocument.theme+xml" PartName="/ppt/theme/theme21.xml"/>
  <Override ContentType="application/vnd.openxmlformats-officedocument.theme+xml" PartName="/ppt/theme/theme2.xml"/>
  <Override ContentType="application/vnd.openxmlformats-officedocument.theme+xml" PartName="/ppt/theme/theme16.xml"/>
  <Override ContentType="application/vnd.openxmlformats-officedocument.theme+xml" PartName="/ppt/theme/theme25.xml"/>
  <Override ContentType="application/vnd.openxmlformats-officedocument.theme+xml" PartName="/ppt/theme/theme12.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5036" r:id="rId4"/>
    <p:sldMasterId id="2147485037" r:id="rId5"/>
    <p:sldMasterId id="2147485038" r:id="rId6"/>
    <p:sldMasterId id="2147485039" r:id="rId7"/>
    <p:sldMasterId id="2147485040" r:id="rId8"/>
    <p:sldMasterId id="2147485041" r:id="rId9"/>
    <p:sldMasterId id="2147485042" r:id="rId10"/>
    <p:sldMasterId id="2147485043" r:id="rId11"/>
    <p:sldMasterId id="2147485044" r:id="rId12"/>
    <p:sldMasterId id="2147485045" r:id="rId13"/>
    <p:sldMasterId id="2147485046" r:id="rId14"/>
    <p:sldMasterId id="2147485047" r:id="rId15"/>
    <p:sldMasterId id="2147485048" r:id="rId16"/>
    <p:sldMasterId id="2147485049" r:id="rId17"/>
    <p:sldMasterId id="2147485050" r:id="rId18"/>
    <p:sldMasterId id="2147485051" r:id="rId19"/>
    <p:sldMasterId id="2147485052" r:id="rId20"/>
    <p:sldMasterId id="2147485053" r:id="rId21"/>
    <p:sldMasterId id="2147485054" r:id="rId22"/>
    <p:sldMasterId id="2147485055" r:id="rId23"/>
    <p:sldMasterId id="2147485056" r:id="rId24"/>
    <p:sldMasterId id="2147485057" r:id="rId25"/>
    <p:sldMasterId id="2147485058" r:id="rId26"/>
    <p:sldMasterId id="2147485059" r:id="rId27"/>
    <p:sldMasterId id="2147485060" r:id="rId28"/>
    <p:sldMasterId id="2147485061" r:id="rId29"/>
  </p:sldMasterIdLst>
  <p:notesMasterIdLst>
    <p:notesMasterId r:id="rId30"/>
  </p:notesMasterIdLst>
  <p:sldIdLst>
    <p:sldId id="256" r:id="rId31"/>
    <p:sldId id="258" r:id="rId33"/>
    <p:sldId id="259" r:id="rId34"/>
    <p:sldId id="260" r:id="rId35"/>
    <p:sldId id="261" r:id="rId36"/>
    <p:sldId id="262" r:id="rId37"/>
    <p:sldId id="263" r:id="rId38"/>
    <p:sldId id="264" r:id="rId39"/>
    <p:sldId id="265" r:id="rId40"/>
    <p:sldId id="266" r:id="rId41"/>
    <p:sldId id="267" r:id="rId42"/>
    <p:sldId id="268" r:id="rId43"/>
    <p:sldId id="269" r:id="rId44"/>
    <p:sldId id="270" r:id="rId45"/>
    <p:sldId id="271" r:id="rId46"/>
    <p:sldId id="272" r:id="rId47"/>
    <p:sldId id="273" r:id="rId48"/>
    <p:sldId id="274" r:id="rId49"/>
    <p:sldId id="275" r:id="rId50"/>
    <p:sldId id="276" r:id="rId51"/>
    <p:sldId id="277" r:id="rId52"/>
    <p:sldId id="278" r:id="rId53"/>
    <p:sldId id="279" r:id="rId54"/>
    <p:sldId id="280" r:id="rId55"/>
    <p:sldId id="281" r:id="rId56"/>
    <p:sldId id="282" r:id="rId57"/>
    <p:sldId id="283" r:id="rId58"/>
    <p:sldId id="284" r:id="rId59"/>
    <p:sldId id="285" r:id="rId60"/>
    <p:sldId id="286" r:id="rId61"/>
    <p:sldId id="287" r:id="rId62"/>
    <p:sldId id="288" r:id="rId63"/>
    <p:sldId id="289" r:id="rId64"/>
    <p:sldId id="290" r:id="rId65"/>
    <p:sldId id="291" r:id="rId66"/>
    <p:sldId id="292" r:id="rId67"/>
    <p:sldId id="293" r:id="rId68"/>
    <p:sldId id="294" r:id="rId69"/>
    <p:sldId id="295" r:id="rId70"/>
    <p:sldId id="296" r:id="rId71"/>
    <p:sldId id="297" r:id="rId72"/>
    <p:sldId id="298" r:id="rId73"/>
    <p:sldId id="299" r:id="rId74"/>
    <p:sldId id="300" r:id="rId75"/>
    <p:sldId id="302" r:id="rId77"/>
  </p:sldIdLst>
  <p:sldSz cy="5143500" cx="9144000"/>
  <p:notesSz cx="6858000" cy="9144000"/>
  <p:embeddedFontLst>
    <p:embeddedFont>
      <p:font typeface="Roboto"/>
      <p:regular r:id="rId78"/>
      <p:bold r:id="rId79"/>
      <p:italic r:id="rId80"/>
      <p:boldItalic r:id="rId81"/>
    </p:embeddedFont>
    <p:embeddedFont>
      <p:font typeface="Helvetica Neue"/>
      <p:regular r:id="rId82"/>
      <p:bold r:id="rId83"/>
      <p:italic r:id="rId84"/>
      <p:boldItalic r:id="rId85"/>
    </p:embeddedFont>
    <p:embeddedFont>
      <p:font typeface="Alfa Slab One"/>
      <p:regular r:id="rId8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10.xml"/><Relationship Id="rId84" Type="http://schemas.openxmlformats.org/officeDocument/2006/relationships/font" Target="fonts/HelveticaNeue-italic.fntdata"/><Relationship Id="rId83" Type="http://schemas.openxmlformats.org/officeDocument/2006/relationships/font" Target="fonts/HelveticaNeue-bold.fntdata"/><Relationship Id="rId42" Type="http://schemas.openxmlformats.org/officeDocument/2006/relationships/slide" Target="slides/slide12.xml"/><Relationship Id="rId86" Type="http://schemas.openxmlformats.org/officeDocument/2006/relationships/font" Target="fonts/AlfaSlabOne-regular.fntdata"/><Relationship Id="rId41" Type="http://schemas.openxmlformats.org/officeDocument/2006/relationships/slide" Target="slides/slide11.xml"/><Relationship Id="rId85" Type="http://schemas.openxmlformats.org/officeDocument/2006/relationships/font" Target="fonts/HelveticaNeue-boldItalic.fntdata"/><Relationship Id="rId44" Type="http://schemas.openxmlformats.org/officeDocument/2006/relationships/slide" Target="slides/slide14.xml"/><Relationship Id="rId43" Type="http://schemas.openxmlformats.org/officeDocument/2006/relationships/slide" Target="slides/slide13.xml"/><Relationship Id="rId46" Type="http://schemas.openxmlformats.org/officeDocument/2006/relationships/slide" Target="slides/slide16.xml"/><Relationship Id="rId45" Type="http://schemas.openxmlformats.org/officeDocument/2006/relationships/slide" Target="slides/slide15.xml"/><Relationship Id="rId80" Type="http://schemas.openxmlformats.org/officeDocument/2006/relationships/font" Target="fonts/Roboto-italic.fntdata"/><Relationship Id="rId82" Type="http://schemas.openxmlformats.org/officeDocument/2006/relationships/font" Target="fonts/HelveticaNeue-regular.fntdata"/><Relationship Id="rId81" Type="http://schemas.openxmlformats.org/officeDocument/2006/relationships/font" Target="fonts/Roboto-boldItalic.fntdata"/><Relationship Id="rId1" Type="http://schemas.openxmlformats.org/officeDocument/2006/relationships/theme" Target="theme/theme16.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Master" Target="slideMasters/slideMaster6.xml"/><Relationship Id="rId48" Type="http://schemas.openxmlformats.org/officeDocument/2006/relationships/slide" Target="slides/slide18.xml"/><Relationship Id="rId47" Type="http://schemas.openxmlformats.org/officeDocument/2006/relationships/slide" Target="slides/slide17.xml"/><Relationship Id="rId49" Type="http://schemas.openxmlformats.org/officeDocument/2006/relationships/slide" Target="slides/slide19.xml"/><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slideMaster" Target="slideMasters/slideMaster4.xml"/><Relationship Id="rId8" Type="http://schemas.openxmlformats.org/officeDocument/2006/relationships/slideMaster" Target="slideMasters/slideMaster5.xml"/><Relationship Id="rId73" Type="http://schemas.openxmlformats.org/officeDocument/2006/relationships/slide" Target="slides/slide43.xml"/><Relationship Id="rId72" Type="http://schemas.openxmlformats.org/officeDocument/2006/relationships/slide" Target="slides/slide42.xml"/><Relationship Id="rId31" Type="http://schemas.openxmlformats.org/officeDocument/2006/relationships/slide" Target="slides/slide1.xml"/><Relationship Id="rId75" Type="http://schemas.openxmlformats.org/officeDocument/2006/relationships/slide" Target="slides/slide45.xml"/><Relationship Id="rId30" Type="http://schemas.openxmlformats.org/officeDocument/2006/relationships/notesMaster" Target="notesMasters/notesMaster1.xml"/><Relationship Id="rId74" Type="http://schemas.openxmlformats.org/officeDocument/2006/relationships/slide" Target="slides/slide44.xml"/><Relationship Id="rId33" Type="http://schemas.openxmlformats.org/officeDocument/2006/relationships/slide" Target="slides/slide3.xml"/><Relationship Id="rId77" Type="http://schemas.openxmlformats.org/officeDocument/2006/relationships/slide" Target="slides/slide47.xml"/><Relationship Id="rId35" Type="http://schemas.openxmlformats.org/officeDocument/2006/relationships/slide" Target="slides/slide5.xml"/><Relationship Id="rId79" Type="http://schemas.openxmlformats.org/officeDocument/2006/relationships/font" Target="fonts/Roboto-bold.fntdata"/><Relationship Id="rId34" Type="http://schemas.openxmlformats.org/officeDocument/2006/relationships/slide" Target="slides/slide4.xml"/><Relationship Id="rId78" Type="http://schemas.openxmlformats.org/officeDocument/2006/relationships/font" Target="fonts/Roboto-regular.fntdata"/><Relationship Id="rId71" Type="http://schemas.openxmlformats.org/officeDocument/2006/relationships/slide" Target="slides/slide41.xml"/><Relationship Id="rId70" Type="http://schemas.openxmlformats.org/officeDocument/2006/relationships/slide" Target="slides/slide40.xml"/><Relationship Id="rId37" Type="http://schemas.openxmlformats.org/officeDocument/2006/relationships/slide" Target="slides/slide7.xml"/><Relationship Id="rId36" Type="http://schemas.openxmlformats.org/officeDocument/2006/relationships/slide" Target="slides/slide6.xml"/><Relationship Id="rId39" Type="http://schemas.openxmlformats.org/officeDocument/2006/relationships/slide" Target="slides/slide9.xml"/><Relationship Id="rId38" Type="http://schemas.openxmlformats.org/officeDocument/2006/relationships/slide" Target="slides/slide8.xml"/><Relationship Id="rId62" Type="http://schemas.openxmlformats.org/officeDocument/2006/relationships/slide" Target="slides/slide32.xml"/><Relationship Id="rId61" Type="http://schemas.openxmlformats.org/officeDocument/2006/relationships/slide" Target="slides/slide31.xml"/><Relationship Id="rId20" Type="http://schemas.openxmlformats.org/officeDocument/2006/relationships/slideMaster" Target="slideMasters/slideMaster17.xml"/><Relationship Id="rId64" Type="http://schemas.openxmlformats.org/officeDocument/2006/relationships/slide" Target="slides/slide34.xml"/><Relationship Id="rId63" Type="http://schemas.openxmlformats.org/officeDocument/2006/relationships/slide" Target="slides/slide33.xml"/><Relationship Id="rId22" Type="http://schemas.openxmlformats.org/officeDocument/2006/relationships/slideMaster" Target="slideMasters/slideMaster19.xml"/><Relationship Id="rId66" Type="http://schemas.openxmlformats.org/officeDocument/2006/relationships/slide" Target="slides/slide36.xml"/><Relationship Id="rId21" Type="http://schemas.openxmlformats.org/officeDocument/2006/relationships/slideMaster" Target="slideMasters/slideMaster18.xml"/><Relationship Id="rId65" Type="http://schemas.openxmlformats.org/officeDocument/2006/relationships/slide" Target="slides/slide35.xml"/><Relationship Id="rId24" Type="http://schemas.openxmlformats.org/officeDocument/2006/relationships/slideMaster" Target="slideMasters/slideMaster21.xml"/><Relationship Id="rId68" Type="http://schemas.openxmlformats.org/officeDocument/2006/relationships/slide" Target="slides/slide38.xml"/><Relationship Id="rId23" Type="http://schemas.openxmlformats.org/officeDocument/2006/relationships/slideMaster" Target="slideMasters/slideMaster20.xml"/><Relationship Id="rId67" Type="http://schemas.openxmlformats.org/officeDocument/2006/relationships/slide" Target="slides/slide37.xml"/><Relationship Id="rId60" Type="http://schemas.openxmlformats.org/officeDocument/2006/relationships/slide" Target="slides/slide30.xml"/><Relationship Id="rId26" Type="http://schemas.openxmlformats.org/officeDocument/2006/relationships/slideMaster" Target="slideMasters/slideMaster23.xml"/><Relationship Id="rId25" Type="http://schemas.openxmlformats.org/officeDocument/2006/relationships/slideMaster" Target="slideMasters/slideMaster22.xml"/><Relationship Id="rId69" Type="http://schemas.openxmlformats.org/officeDocument/2006/relationships/slide" Target="slides/slide39.xml"/><Relationship Id="rId28" Type="http://schemas.openxmlformats.org/officeDocument/2006/relationships/slideMaster" Target="slideMasters/slideMaster25.xml"/><Relationship Id="rId27" Type="http://schemas.openxmlformats.org/officeDocument/2006/relationships/slideMaster" Target="slideMasters/slideMaster24.xml"/><Relationship Id="rId29" Type="http://schemas.openxmlformats.org/officeDocument/2006/relationships/slideMaster" Target="slideMasters/slideMaster26.xml"/><Relationship Id="rId51" Type="http://schemas.openxmlformats.org/officeDocument/2006/relationships/slide" Target="slides/slide21.xml"/><Relationship Id="rId50" Type="http://schemas.openxmlformats.org/officeDocument/2006/relationships/slide" Target="slides/slide20.xml"/><Relationship Id="rId53" Type="http://schemas.openxmlformats.org/officeDocument/2006/relationships/slide" Target="slides/slide23.xml"/><Relationship Id="rId52" Type="http://schemas.openxmlformats.org/officeDocument/2006/relationships/slide" Target="slides/slide22.xml"/><Relationship Id="rId11" Type="http://schemas.openxmlformats.org/officeDocument/2006/relationships/slideMaster" Target="slideMasters/slideMaster8.xml"/><Relationship Id="rId55" Type="http://schemas.openxmlformats.org/officeDocument/2006/relationships/slide" Target="slides/slide25.xml"/><Relationship Id="rId10" Type="http://schemas.openxmlformats.org/officeDocument/2006/relationships/slideMaster" Target="slideMasters/slideMaster7.xml"/><Relationship Id="rId54" Type="http://schemas.openxmlformats.org/officeDocument/2006/relationships/slide" Target="slides/slide24.xml"/><Relationship Id="rId13" Type="http://schemas.openxmlformats.org/officeDocument/2006/relationships/slideMaster" Target="slideMasters/slideMaster10.xml"/><Relationship Id="rId57" Type="http://schemas.openxmlformats.org/officeDocument/2006/relationships/slide" Target="slides/slide27.xml"/><Relationship Id="rId12" Type="http://schemas.openxmlformats.org/officeDocument/2006/relationships/slideMaster" Target="slideMasters/slideMaster9.xml"/><Relationship Id="rId56" Type="http://schemas.openxmlformats.org/officeDocument/2006/relationships/slide" Target="slides/slide26.xml"/><Relationship Id="rId15" Type="http://schemas.openxmlformats.org/officeDocument/2006/relationships/slideMaster" Target="slideMasters/slideMaster12.xml"/><Relationship Id="rId59" Type="http://schemas.openxmlformats.org/officeDocument/2006/relationships/slide" Target="slides/slide29.xml"/><Relationship Id="rId14" Type="http://schemas.openxmlformats.org/officeDocument/2006/relationships/slideMaster" Target="slideMasters/slideMaster11.xml"/><Relationship Id="rId58" Type="http://schemas.openxmlformats.org/officeDocument/2006/relationships/slide" Target="slides/slide28.xml"/><Relationship Id="rId17" Type="http://schemas.openxmlformats.org/officeDocument/2006/relationships/slideMaster" Target="slideMasters/slideMaster14.xml"/><Relationship Id="rId16" Type="http://schemas.openxmlformats.org/officeDocument/2006/relationships/slideMaster" Target="slideMasters/slideMaster13.xml"/><Relationship Id="rId19" Type="http://schemas.openxmlformats.org/officeDocument/2006/relationships/slideMaster" Target="slideMasters/slideMaster16.xml"/><Relationship Id="rId18" Type="http://schemas.openxmlformats.org/officeDocument/2006/relationships/slideMaster" Target="slideMasters/slideMaster15.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9.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81" name="Shape 10981"/>
        <p:cNvGrpSpPr/>
        <p:nvPr/>
      </p:nvGrpSpPr>
      <p:grpSpPr>
        <a:xfrm>
          <a:off x="0" y="0"/>
          <a:ext cx="0" cy="0"/>
          <a:chOff x="0" y="0"/>
          <a:chExt cx="0" cy="0"/>
        </a:xfrm>
      </p:grpSpPr>
      <p:sp>
        <p:nvSpPr>
          <p:cNvPr id="10982" name="Google Shape;10982;g3ac99400b13_2_9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83" name="Google Shape;10983;g3ac99400b13_2_9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Ian Lin</a:t>
            </a:r>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Hi everyone, we’re presenting our final project on the topic of NBA all star prediction </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our project focuses on combining player performance, media sentiment, and fan popularity to better model how All-Stars are actually selected.</a:t>
            </a:r>
            <a:endParaRPr>
              <a:solidFill>
                <a:schemeClr val="dk1"/>
              </a:solidFill>
            </a:endParaRPr>
          </a:p>
          <a:p>
            <a:pPr indent="0" lvl="0" marL="0" rtl="0" algn="l">
              <a:spcBef>
                <a:spcPts val="120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64" name="Shape 11064"/>
        <p:cNvGrpSpPr/>
        <p:nvPr/>
      </p:nvGrpSpPr>
      <p:grpSpPr>
        <a:xfrm>
          <a:off x="0" y="0"/>
          <a:ext cx="0" cy="0"/>
          <a:chOff x="0" y="0"/>
          <a:chExt cx="0" cy="0"/>
        </a:xfrm>
      </p:grpSpPr>
      <p:sp>
        <p:nvSpPr>
          <p:cNvPr id="11065" name="Google Shape;11065;g3ac99400b13_2_59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66" name="Google Shape;11066;g3ac99400b13_2_59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Ian Lin</a:t>
            </a:r>
            <a:endParaRPr/>
          </a:p>
          <a:p>
            <a:pPr indent="0" lvl="0" marL="0" rtl="0" algn="l">
              <a:spcBef>
                <a:spcPts val="0"/>
              </a:spcBef>
              <a:spcAft>
                <a:spcPts val="0"/>
              </a:spcAft>
              <a:buNone/>
            </a:pPr>
            <a:r>
              <a:rPr lang="en"/>
              <a:t>Well split into </a:t>
            </a:r>
            <a:r>
              <a:rPr lang="en"/>
              <a:t>introduction</a:t>
            </a:r>
            <a:r>
              <a:rPr lang="en"/>
              <a:t>, datasets, method &amp; results, and </a:t>
            </a:r>
            <a:r>
              <a:rPr lang="en"/>
              <a:t>conclusion</a:t>
            </a:r>
            <a:r>
              <a:rPr lang="en"/>
              <a:t>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5" name="Shape 11085"/>
        <p:cNvGrpSpPr/>
        <p:nvPr/>
      </p:nvGrpSpPr>
      <p:grpSpPr>
        <a:xfrm>
          <a:off x="0" y="0"/>
          <a:ext cx="0" cy="0"/>
          <a:chOff x="0" y="0"/>
          <a:chExt cx="0" cy="0"/>
        </a:xfrm>
      </p:grpSpPr>
      <p:sp>
        <p:nvSpPr>
          <p:cNvPr id="11086" name="Google Shape;11086;g3ac99400b13_2_77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87" name="Google Shape;11087;g3ac99400b13_2_77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Now ill start with the introduction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09" name="Shape 11109"/>
        <p:cNvGrpSpPr/>
        <p:nvPr/>
      </p:nvGrpSpPr>
      <p:grpSpPr>
        <a:xfrm>
          <a:off x="0" y="0"/>
          <a:ext cx="0" cy="0"/>
          <a:chOff x="0" y="0"/>
          <a:chExt cx="0" cy="0"/>
        </a:xfrm>
      </p:grpSpPr>
      <p:sp>
        <p:nvSpPr>
          <p:cNvPr id="11110" name="Google Shape;11110;g3a3e8ceeccc_0_19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11" name="Google Shape;11111;g3a3e8ceeccc_0_19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1200"/>
              </a:spcBef>
              <a:spcAft>
                <a:spcPts val="0"/>
              </a:spcAft>
              <a:buNone/>
            </a:pPr>
            <a:r>
              <a:rPr lang="en">
                <a:solidFill>
                  <a:schemeClr val="dk1"/>
                </a:solidFill>
              </a:rPr>
              <a:t>our central question is Which NBA players are projected to make the 2026 All-Star roster?</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More specifically, we ask whether our </a:t>
            </a:r>
            <a:r>
              <a:rPr b="1" lang="en">
                <a:solidFill>
                  <a:schemeClr val="dk1"/>
                </a:solidFill>
              </a:rPr>
              <a:t>hybrid model</a:t>
            </a:r>
            <a:r>
              <a:rPr lang="en">
                <a:solidFill>
                  <a:schemeClr val="dk1"/>
                </a:solidFill>
              </a:rPr>
              <a:t> that combines performance metrics with sentiment and popularity data can more reliably predict All-Star selections.</a:t>
            </a:r>
            <a:endParaRPr>
              <a:solidFill>
                <a:schemeClr val="dk1"/>
              </a:solidFill>
            </a:endParaRPr>
          </a:p>
          <a:p>
            <a:pPr indent="0" lvl="0" marL="0" rtl="0" algn="l">
              <a:spcBef>
                <a:spcPts val="120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4" name="Shape 11124"/>
        <p:cNvGrpSpPr/>
        <p:nvPr/>
      </p:nvGrpSpPr>
      <p:grpSpPr>
        <a:xfrm>
          <a:off x="0" y="0"/>
          <a:ext cx="0" cy="0"/>
          <a:chOff x="0" y="0"/>
          <a:chExt cx="0" cy="0"/>
        </a:xfrm>
      </p:grpSpPr>
      <p:sp>
        <p:nvSpPr>
          <p:cNvPr id="11125" name="Google Shape;11125;g3a3e8ceeccc_0_14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26" name="Google Shape;11126;g3a3e8ceeccc_0_14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1200"/>
              </a:spcBef>
              <a:spcAft>
                <a:spcPts val="0"/>
              </a:spcAft>
              <a:buClr>
                <a:schemeClr val="dk1"/>
              </a:buClr>
              <a:buSzPts val="1100"/>
              <a:buFont typeface="Arial"/>
              <a:buNone/>
            </a:pPr>
            <a:r>
              <a:rPr lang="en">
                <a:solidFill>
                  <a:schemeClr val="dk1"/>
                </a:solidFill>
              </a:rPr>
              <a:t>Moving on to </a:t>
            </a:r>
            <a:r>
              <a:rPr lang="en">
                <a:solidFill>
                  <a:schemeClr val="dk1"/>
                </a:solidFill>
              </a:rPr>
              <a:t>context</a:t>
            </a:r>
            <a:br>
              <a:rPr lang="en">
                <a:solidFill>
                  <a:schemeClr val="dk1"/>
                </a:solidFill>
              </a:rPr>
            </a:br>
            <a:r>
              <a:rPr lang="en">
                <a:solidFill>
                  <a:schemeClr val="dk1"/>
                </a:solidFill>
              </a:rPr>
              <a:t>All-Star selections aren’t based purely on performance, they’re a mix of on-court stats and public/media popularity. Fans make up half of the vote, while players and media each contribute 25%.</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cuz, we wanted to combine traditional basketball statistics with sentiment analysis from online discussions. Our dataset includes standard player metrics like points, assists, rebounds, and efficiency, but we also pull sentiment scores from google trend and espn. To allow us quantify both performance and popularity at the same time.</a:t>
            </a:r>
            <a:endParaRPr>
              <a:solidFill>
                <a:schemeClr val="dk1"/>
              </a:solidFill>
            </a:endParaRPr>
          </a:p>
          <a:p>
            <a:pPr indent="0" lvl="0" marL="0" rtl="0" algn="l">
              <a:spcBef>
                <a:spcPts val="120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31" name="Shape 11131"/>
        <p:cNvGrpSpPr/>
        <p:nvPr/>
      </p:nvGrpSpPr>
      <p:grpSpPr>
        <a:xfrm>
          <a:off x="0" y="0"/>
          <a:ext cx="0" cy="0"/>
          <a:chOff x="0" y="0"/>
          <a:chExt cx="0" cy="0"/>
        </a:xfrm>
      </p:grpSpPr>
      <p:sp>
        <p:nvSpPr>
          <p:cNvPr id="11132" name="Google Shape;11132;g3a3e8ceeccc_0_23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33" name="Google Shape;11133;g3a3e8ceeccc_0_23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1200"/>
              </a:spcBef>
              <a:spcAft>
                <a:spcPts val="0"/>
              </a:spcAft>
              <a:buClr>
                <a:schemeClr val="dk1"/>
              </a:buClr>
              <a:buSzPts val="1100"/>
              <a:buFont typeface="Arial"/>
              <a:buNone/>
            </a:pPr>
            <a:r>
              <a:rPr lang="en">
                <a:solidFill>
                  <a:schemeClr val="dk1"/>
                </a:solidFill>
              </a:rPr>
              <a:t>Our project matters to several stakeholders including but not limited to NBA media teams, front offices, and betting platforms like PrizePicks.</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our model could help generate early-season All-Star predictions based on real data instead of relying on polls.</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It also  provides a way to measure player reputation and marketability.</a:t>
            </a:r>
            <a:endParaRPr>
              <a:solidFill>
                <a:schemeClr val="dk1"/>
              </a:solidFill>
            </a:endParaRPr>
          </a:p>
          <a:p>
            <a:pPr indent="0" lvl="0" marL="0" rtl="0" algn="l">
              <a:lnSpc>
                <a:spcPct val="115000"/>
              </a:lnSpc>
              <a:spcBef>
                <a:spcPts val="1200"/>
              </a:spcBef>
              <a:spcAft>
                <a:spcPts val="1200"/>
              </a:spcAft>
              <a:buClr>
                <a:schemeClr val="dk1"/>
              </a:buClr>
              <a:buSzPts val="1100"/>
              <a:buFont typeface="Arial"/>
              <a:buNone/>
            </a:pPr>
            <a:r>
              <a:rPr lang="en">
                <a:solidFill>
                  <a:schemeClr val="dk1"/>
                </a:solidFill>
              </a:rPr>
              <a:t>and can become a tool for more accurate projections and storylines.</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38" name="Shape 11138"/>
        <p:cNvGrpSpPr/>
        <p:nvPr/>
      </p:nvGrpSpPr>
      <p:grpSpPr>
        <a:xfrm>
          <a:off x="0" y="0"/>
          <a:ext cx="0" cy="0"/>
          <a:chOff x="0" y="0"/>
          <a:chExt cx="0" cy="0"/>
        </a:xfrm>
      </p:grpSpPr>
      <p:sp>
        <p:nvSpPr>
          <p:cNvPr id="11139" name="Google Shape;11139;g3ac99400b13_2_87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40" name="Google Shape;11140;g3ac99400b13_2_87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And </a:t>
            </a:r>
            <a:r>
              <a:rPr lang="en"/>
              <a:t>i'll</a:t>
            </a:r>
            <a:r>
              <a:rPr lang="en"/>
              <a:t> pass it down to kai ying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7" name="Shape 11167"/>
        <p:cNvGrpSpPr/>
        <p:nvPr/>
      </p:nvGrpSpPr>
      <p:grpSpPr>
        <a:xfrm>
          <a:off x="0" y="0"/>
          <a:ext cx="0" cy="0"/>
          <a:chOff x="0" y="0"/>
          <a:chExt cx="0" cy="0"/>
        </a:xfrm>
      </p:grpSpPr>
      <p:sp>
        <p:nvSpPr>
          <p:cNvPr id="11168" name="Google Shape;11168;g3ac99400b13_2_27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69" name="Google Shape;11169;g3ac99400b13_2_27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1200"/>
              </a:spcBef>
              <a:spcAft>
                <a:spcPts val="0"/>
              </a:spcAft>
              <a:buClr>
                <a:schemeClr val="dk1"/>
              </a:buClr>
              <a:buSzPts val="1100"/>
              <a:buFont typeface="Arial"/>
              <a:buNone/>
            </a:pPr>
            <a:r>
              <a:rPr lang="en"/>
              <a:t>We have two models which we will later expand on, and for our first model, we used season stats, for our second model, we used popularity time series from google trends and media sentiment scores we scraped from espn articles. “For our dataset, we started with three core components.</a:t>
            </a:r>
            <a:br>
              <a:rPr lang="en"/>
            </a:br>
            <a:r>
              <a:rPr lang="en"/>
              <a:t> First, we gathered full-season NBA performance statistics directly from official box score data.</a:t>
            </a:r>
            <a:br>
              <a:rPr lang="en"/>
            </a:br>
            <a:r>
              <a:rPr lang="en"/>
              <a:t> Second, we added Google Trends time-series to capture how player popularity changes throughout the season.</a:t>
            </a:r>
            <a:br>
              <a:rPr lang="en"/>
            </a:br>
            <a:r>
              <a:rPr lang="en"/>
              <a:t> Lastly, we included media sentiment scores by scraping ESPN articles that mention each player.</a:t>
            </a:r>
            <a:endParaRPr/>
          </a:p>
          <a:p>
            <a:pPr indent="0" lvl="0" marL="0" rtl="0" algn="l">
              <a:lnSpc>
                <a:spcPct val="115000"/>
              </a:lnSpc>
              <a:spcBef>
                <a:spcPts val="1200"/>
              </a:spcBef>
              <a:spcAft>
                <a:spcPts val="0"/>
              </a:spcAft>
              <a:buClr>
                <a:schemeClr val="dk1"/>
              </a:buClr>
              <a:buSzPts val="1100"/>
              <a:buFont typeface="Arial"/>
              <a:buNone/>
            </a:pPr>
            <a:r>
              <a:rPr lang="en"/>
              <a:t>These three sources together give us performance, popularity, and media perception.”</a:t>
            </a:r>
            <a:endParaRPr/>
          </a:p>
          <a:p>
            <a:pPr indent="0" lvl="0" marL="0" rtl="0" algn="l">
              <a:spcBef>
                <a:spcPts val="120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77" name="Shape 11177"/>
        <p:cNvGrpSpPr/>
        <p:nvPr/>
      </p:nvGrpSpPr>
      <p:grpSpPr>
        <a:xfrm>
          <a:off x="0" y="0"/>
          <a:ext cx="0" cy="0"/>
          <a:chOff x="0" y="0"/>
          <a:chExt cx="0" cy="0"/>
        </a:xfrm>
      </p:grpSpPr>
      <p:sp>
        <p:nvSpPr>
          <p:cNvPr id="11178" name="Google Shape;11178;g3a3e8ceeccc_7_106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79" name="Google Shape;11179;g3a3e8ceeccc_7_106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1200"/>
              </a:spcBef>
              <a:spcAft>
                <a:spcPts val="0"/>
              </a:spcAft>
              <a:buClr>
                <a:schemeClr val="dk1"/>
              </a:buClr>
              <a:buSzPts val="1100"/>
              <a:buFont typeface="Arial"/>
              <a:buNone/>
            </a:pPr>
            <a:r>
              <a:rPr lang="en">
                <a:solidFill>
                  <a:schemeClr val="dk1"/>
                </a:solidFill>
              </a:rPr>
              <a:t>“Our performance dataset comes from Basketball-Reference, covering four recent NBA seasons.</a:t>
            </a:r>
            <a:br>
              <a:rPr lang="en">
                <a:solidFill>
                  <a:schemeClr val="dk1"/>
                </a:solidFill>
              </a:rPr>
            </a:br>
            <a:r>
              <a:rPr lang="en">
                <a:solidFill>
                  <a:schemeClr val="dk1"/>
                </a:solidFill>
              </a:rPr>
              <a:t> Each row represents one team stint, which means players who were traded mid-season show up for each team they played for.</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The dataset includes demographics along with full stat lines like points, rebounds, assists, and so on.</a:t>
            </a:r>
            <a:br>
              <a:rPr lang="en">
                <a:solidFill>
                  <a:schemeClr val="dk1"/>
                </a:solidFill>
              </a:rPr>
            </a:br>
            <a:r>
              <a:rPr lang="en">
                <a:solidFill>
                  <a:schemeClr val="dk1"/>
                </a:solidFill>
              </a:rPr>
              <a:t> We cleaned the data by removing duplicates and keeping the most recent team stint to avoid double-counting.”</a:t>
            </a:r>
            <a:endParaRPr>
              <a:solidFill>
                <a:schemeClr val="dk1"/>
              </a:solidFill>
            </a:endParaRPr>
          </a:p>
          <a:p>
            <a:pPr indent="0" lvl="0" marL="0" rtl="0" algn="l">
              <a:spcBef>
                <a:spcPts val="1200"/>
              </a:spcBef>
              <a:spcAft>
                <a:spcPts val="0"/>
              </a:spcAft>
              <a:buClr>
                <a:schemeClr val="dk1"/>
              </a:buClr>
              <a:buSzPts val="1100"/>
              <a:buFont typeface="Arial"/>
              <a:buNone/>
            </a:pPr>
            <a:r>
              <a:t/>
            </a:r>
            <a:endParaRPr>
              <a:solidFill>
                <a:schemeClr val="dk1"/>
              </a:solidFill>
            </a:endParaRPr>
          </a:p>
          <a:p>
            <a:pPr indent="0" lvl="0" marL="0" rtl="0" algn="l">
              <a:spcBef>
                <a:spcPts val="0"/>
              </a:spcBef>
              <a:spcAft>
                <a:spcPts val="0"/>
              </a:spcAft>
              <a:buClr>
                <a:schemeClr val="dk1"/>
              </a:buClr>
              <a:buSzPts val="1100"/>
              <a:buFont typeface="Arial"/>
              <a:buNone/>
            </a:pPr>
            <a:r>
              <a:t/>
            </a:r>
            <a:endParaRPr>
              <a:solidFill>
                <a:schemeClr val="dk1"/>
              </a:solidFill>
            </a:endParaRPr>
          </a:p>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92" name="Shape 11192"/>
        <p:cNvGrpSpPr/>
        <p:nvPr/>
      </p:nvGrpSpPr>
      <p:grpSpPr>
        <a:xfrm>
          <a:off x="0" y="0"/>
          <a:ext cx="0" cy="0"/>
          <a:chOff x="0" y="0"/>
          <a:chExt cx="0" cy="0"/>
        </a:xfrm>
      </p:grpSpPr>
      <p:sp>
        <p:nvSpPr>
          <p:cNvPr id="11193" name="Google Shape;11193;g3a3e8ceeccc_7_97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94" name="Google Shape;11194;g3a3e8ceeccc_7_97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1200"/>
              </a:spcBef>
              <a:spcAft>
                <a:spcPts val="0"/>
              </a:spcAft>
              <a:buClr>
                <a:schemeClr val="dk1"/>
              </a:buClr>
              <a:buSzPts val="1100"/>
              <a:buFont typeface="Arial"/>
              <a:buNone/>
            </a:pPr>
            <a:r>
              <a:rPr lang="en">
                <a:solidFill>
                  <a:schemeClr val="dk1"/>
                </a:solidFill>
              </a:rPr>
              <a:t>“The detailed version of our media sentiment dataset includes all headline-level information from the API: titles, snippets, metadata, and even the total count of ESPN articles mentioning each player.</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Cleaning was a major step. We removed invalid or missing headlines, deduplicated identical titles returned by the API, and used regex to reliably pull out article dates.</a:t>
            </a:r>
            <a:br>
              <a:rPr lang="en">
                <a:solidFill>
                  <a:schemeClr val="dk1"/>
                </a:solidFill>
              </a:rPr>
            </a:br>
            <a:r>
              <a:rPr lang="en">
                <a:solidFill>
                  <a:schemeClr val="dk1"/>
                </a:solidFill>
              </a:rPr>
              <a:t> We also standardized player names across seasons and removed any rows where we didn’t have enough text to run sentiment processing.</a:t>
            </a:r>
            <a:endParaRPr>
              <a:solidFill>
                <a:schemeClr val="dk1"/>
              </a:solidFill>
            </a:endParaRPr>
          </a:p>
          <a:p>
            <a:pPr indent="0" lvl="0" marL="0" rtl="0" algn="l">
              <a:lnSpc>
                <a:spcPct val="115000"/>
              </a:lnSpc>
              <a:spcBef>
                <a:spcPts val="1200"/>
              </a:spcBef>
              <a:spcAft>
                <a:spcPts val="1200"/>
              </a:spcAft>
              <a:buNone/>
            </a:pPr>
            <a:r>
              <a:rPr lang="en">
                <a:solidFill>
                  <a:schemeClr val="dk1"/>
                </a:solidFill>
              </a:rPr>
              <a:t>This gave us a clean, structured dataset for sentiment scoring.</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2" name="Shape 11202"/>
        <p:cNvGrpSpPr/>
        <p:nvPr/>
      </p:nvGrpSpPr>
      <p:grpSpPr>
        <a:xfrm>
          <a:off x="0" y="0"/>
          <a:ext cx="0" cy="0"/>
          <a:chOff x="0" y="0"/>
          <a:chExt cx="0" cy="0"/>
        </a:xfrm>
      </p:grpSpPr>
      <p:sp>
        <p:nvSpPr>
          <p:cNvPr id="11203" name="Google Shape;11203;g3a3e8ceeccc_7_115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04" name="Google Shape;11204;g3a3e8ceeccc_7_115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0" name="Shape 11220"/>
        <p:cNvGrpSpPr/>
        <p:nvPr/>
      </p:nvGrpSpPr>
      <p:grpSpPr>
        <a:xfrm>
          <a:off x="0" y="0"/>
          <a:ext cx="0" cy="0"/>
          <a:chOff x="0" y="0"/>
          <a:chExt cx="0" cy="0"/>
        </a:xfrm>
      </p:grpSpPr>
      <p:sp>
        <p:nvSpPr>
          <p:cNvPr id="11221" name="Google Shape;11221;g3a3e8ceeccc_0_14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22" name="Google Shape;11222;g3a3e8ceeccc_0_14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58" name="Shape 11258"/>
        <p:cNvGrpSpPr/>
        <p:nvPr/>
      </p:nvGrpSpPr>
      <p:grpSpPr>
        <a:xfrm>
          <a:off x="0" y="0"/>
          <a:ext cx="0" cy="0"/>
          <a:chOff x="0" y="0"/>
          <a:chExt cx="0" cy="0"/>
        </a:xfrm>
      </p:grpSpPr>
      <p:sp>
        <p:nvSpPr>
          <p:cNvPr id="11259" name="Google Shape;11259;g3a3e8ceeccc_8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60" name="Google Shape;11260;g3a3e8ceeccc_8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1200"/>
              </a:spcBef>
              <a:spcAft>
                <a:spcPts val="0"/>
              </a:spcAft>
              <a:buClr>
                <a:schemeClr val="dk1"/>
              </a:buClr>
              <a:buSzPts val="1100"/>
              <a:buFont typeface="Arial"/>
              <a:buNone/>
            </a:pPr>
            <a:r>
              <a:rPr lang="en">
                <a:solidFill>
                  <a:schemeClr val="dk1"/>
                </a:solidFill>
              </a:rPr>
              <a:t>So our predictions are based on a two-model approach. Since</a:t>
            </a:r>
            <a:r>
              <a:rPr lang="en">
                <a:solidFill>
                  <a:schemeClr val="dk1"/>
                </a:solidFill>
              </a:rPr>
              <a:t> on-court performance is a strong indicator of being chosen, we have one model that captures it. That is </a:t>
            </a:r>
            <a:r>
              <a:rPr b="1" lang="en">
                <a:solidFill>
                  <a:schemeClr val="dk1"/>
                </a:solidFill>
              </a:rPr>
              <a:t>Model 1, our Performance Model</a:t>
            </a:r>
            <a:r>
              <a:rPr lang="en">
                <a:solidFill>
                  <a:schemeClr val="dk1"/>
                </a:solidFill>
              </a:rPr>
              <a:t>. but We believe that traditional stats alone cannot fully capture the “popularity factor,” so we have another model, </a:t>
            </a:r>
            <a:r>
              <a:rPr b="1" lang="en">
                <a:solidFill>
                  <a:schemeClr val="dk1"/>
                </a:solidFill>
              </a:rPr>
              <a:t>Model 2, which is our Sentiment and Popularity Model. </a:t>
            </a:r>
            <a:r>
              <a:rPr lang="en">
                <a:solidFill>
                  <a:schemeClr val="dk1"/>
                </a:solidFill>
              </a:rPr>
              <a:t>By combining both perspectives, we aim for a more accurate prediction. </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We chose this two-model approach, since we believe that a single model would be insufficient. This is because performance-only predictions tend to overlook underrated players, while popularity-only predictions often overestimate players without strong statistical support. </a:t>
            </a:r>
            <a:endParaRPr>
              <a:solidFill>
                <a:schemeClr val="dk1"/>
              </a:solidFill>
            </a:endParaRPr>
          </a:p>
          <a:p>
            <a:pPr indent="0" lvl="0" marL="0" rtl="0" algn="l">
              <a:spcBef>
                <a:spcPts val="120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74" name="Shape 11274"/>
        <p:cNvGrpSpPr/>
        <p:nvPr/>
      </p:nvGrpSpPr>
      <p:grpSpPr>
        <a:xfrm>
          <a:off x="0" y="0"/>
          <a:ext cx="0" cy="0"/>
          <a:chOff x="0" y="0"/>
          <a:chExt cx="0" cy="0"/>
        </a:xfrm>
      </p:grpSpPr>
      <p:sp>
        <p:nvSpPr>
          <p:cNvPr id="11275" name="Google Shape;11275;g3ac99400b13_2_55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76" name="Google Shape;11276;g3ac99400b13_2_55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1200"/>
              </a:spcBef>
              <a:spcAft>
                <a:spcPts val="0"/>
              </a:spcAft>
              <a:buClr>
                <a:schemeClr val="dk1"/>
              </a:buClr>
              <a:buSzPts val="1100"/>
              <a:buFont typeface="Arial"/>
              <a:buNone/>
            </a:pPr>
            <a:r>
              <a:rPr b="1" lang="en">
                <a:solidFill>
                  <a:schemeClr val="dk1"/>
                </a:solidFill>
              </a:rPr>
              <a:t>More specifically,</a:t>
            </a:r>
            <a:r>
              <a:rPr lang="en">
                <a:solidFill>
                  <a:schemeClr val="dk1"/>
                </a:solidFill>
              </a:rPr>
              <a:t> our first model pulled in traditional NBA stats. Then We ran three different models, and then combined them into an ensemble.</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For Our second model, We used media sentiment from ESPN headlines and Google Trends search. </a:t>
            </a:r>
            <a:r>
              <a:rPr lang="en">
                <a:solidFill>
                  <a:schemeClr val="dk1"/>
                </a:solidFill>
              </a:rPr>
              <a:t>We processed sentiment scores and normalized the popularity trend data.</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The output for both models is a continuous probability between 0 and 1 that represents how likely a player is to be an All-Star player.</a:t>
            </a:r>
            <a:endParaRPr>
              <a:solidFill>
                <a:schemeClr val="dk1"/>
              </a:solidFill>
            </a:endParaRPr>
          </a:p>
          <a:p>
            <a:pPr indent="0" lvl="0" marL="0" rtl="0" algn="l">
              <a:spcBef>
                <a:spcPts val="120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92" name="Shape 11292"/>
        <p:cNvGrpSpPr/>
        <p:nvPr/>
      </p:nvGrpSpPr>
      <p:grpSpPr>
        <a:xfrm>
          <a:off x="0" y="0"/>
          <a:ext cx="0" cy="0"/>
          <a:chOff x="0" y="0"/>
          <a:chExt cx="0" cy="0"/>
        </a:xfrm>
      </p:grpSpPr>
      <p:sp>
        <p:nvSpPr>
          <p:cNvPr id="11293" name="Google Shape;11293;g3a3e8ceeccc_7_18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94" name="Google Shape;11294;g3a3e8ceeccc_7_18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a:solidFill>
                  <a:schemeClr val="dk1"/>
                </a:solidFill>
              </a:rPr>
              <a:t>"So The final step is to produce a single </a:t>
            </a:r>
            <a:r>
              <a:rPr b="1" lang="en">
                <a:solidFill>
                  <a:schemeClr val="dk1"/>
                </a:solidFill>
              </a:rPr>
              <a:t>final Score</a:t>
            </a:r>
            <a:r>
              <a:rPr lang="en">
                <a:solidFill>
                  <a:schemeClr val="dk1"/>
                </a:solidFill>
              </a:rPr>
              <a:t>.</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We achieve this using the formula you see on the screen. The score is a composite of Model 1 and Model 2, governed by two key parameters: $\alpha$ and $\beta$.</a:t>
            </a:r>
            <a:endParaRPr>
              <a:solidFill>
                <a:schemeClr val="dk1"/>
              </a:solidFill>
            </a:endParaRPr>
          </a:p>
          <a:p>
            <a:pPr indent="0" lvl="0" marL="0" rtl="0" algn="l">
              <a:lnSpc>
                <a:spcPct val="115000"/>
              </a:lnSpc>
              <a:spcBef>
                <a:spcPts val="1200"/>
              </a:spcBef>
              <a:spcAft>
                <a:spcPts val="1200"/>
              </a:spcAft>
              <a:buNone/>
            </a:pPr>
            <a:r>
              <a:rPr lang="en">
                <a:solidFill>
                  <a:schemeClr val="dk1"/>
                </a:solidFill>
              </a:rPr>
              <a:t>We then use a </a:t>
            </a:r>
            <a:r>
              <a:rPr b="1" lang="en">
                <a:solidFill>
                  <a:schemeClr val="dk1"/>
                </a:solidFill>
              </a:rPr>
              <a:t>Grid Search</a:t>
            </a:r>
            <a:r>
              <a:rPr lang="en">
                <a:solidFill>
                  <a:schemeClr val="dk1"/>
                </a:solidFill>
              </a:rPr>
              <a:t> approach to test combinations of the parameters. The ultimate pair is the one that maximizes our combined </a:t>
            </a:r>
            <a:r>
              <a:rPr b="1" lang="en">
                <a:solidFill>
                  <a:schemeClr val="dk1"/>
                </a:solidFill>
              </a:rPr>
              <a:t>precision and recall</a:t>
            </a:r>
            <a:r>
              <a:rPr lang="en">
                <a:solidFill>
                  <a:schemeClr val="dk1"/>
                </a:solidFill>
              </a:rPr>
              <a:t>, giving us the optimal balance to predict the final All-Star roster.</a:t>
            </a:r>
            <a:endParaRPr>
              <a:solidFill>
                <a:schemeClr val="dk1"/>
              </a:solidFill>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5" name="Shape 11305"/>
        <p:cNvGrpSpPr/>
        <p:nvPr/>
      </p:nvGrpSpPr>
      <p:grpSpPr>
        <a:xfrm>
          <a:off x="0" y="0"/>
          <a:ext cx="0" cy="0"/>
          <a:chOff x="0" y="0"/>
          <a:chExt cx="0" cy="0"/>
        </a:xfrm>
      </p:grpSpPr>
      <p:sp>
        <p:nvSpPr>
          <p:cNvPr id="11306" name="Google Shape;11306;g3a3e8ceeccc_2_19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07" name="Google Shape;11307;g3a3e8ceeccc_2_19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 I’ll start by introducing Model 1.</a:t>
            </a:r>
            <a:endParaRPr/>
          </a:p>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32" name="Shape 11332"/>
        <p:cNvGrpSpPr/>
        <p:nvPr/>
      </p:nvGrpSpPr>
      <p:grpSpPr>
        <a:xfrm>
          <a:off x="0" y="0"/>
          <a:ext cx="0" cy="0"/>
          <a:chOff x="0" y="0"/>
          <a:chExt cx="0" cy="0"/>
        </a:xfrm>
      </p:grpSpPr>
      <p:sp>
        <p:nvSpPr>
          <p:cNvPr id="11333" name="Google Shape;11333;g3a3e8ceeccc_2_28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34" name="Google Shape;11334;g3a3e8ceeccc_2_28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dk1"/>
                </a:solidFill>
              </a:rPr>
              <a:t>Our overall goal in this project was to predict NBA All-Star selections. To do this, we used a dataset containing both per-game and advanced player statistics. The idea was to build three different models, compare their performance, and then create an ensemble to get a final, more stable prediction.</a:t>
            </a:r>
            <a:endParaRPr>
              <a:solidFill>
                <a:schemeClr val="dk1"/>
              </a:solidFill>
            </a:endParaRPr>
          </a:p>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2" name="Shape 11342"/>
        <p:cNvGrpSpPr/>
        <p:nvPr/>
      </p:nvGrpSpPr>
      <p:grpSpPr>
        <a:xfrm>
          <a:off x="0" y="0"/>
          <a:ext cx="0" cy="0"/>
          <a:chOff x="0" y="0"/>
          <a:chExt cx="0" cy="0"/>
        </a:xfrm>
      </p:grpSpPr>
      <p:sp>
        <p:nvSpPr>
          <p:cNvPr id="11343" name="Google Shape;11343;g3a3e8ceeccc_7_148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44" name="Google Shape;11344;g3a3e8ceeccc_7_148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For data cleaning, we handled missing values by setting them to zero, since these usually represented players with limited recorded stats.</a:t>
            </a:r>
            <a:endParaRPr/>
          </a:p>
          <a:p>
            <a:pPr indent="0" lvl="0" marL="0" rtl="0" algn="l">
              <a:spcBef>
                <a:spcPts val="0"/>
              </a:spcBef>
              <a:spcAft>
                <a:spcPts val="0"/>
              </a:spcAft>
              <a:buNone/>
            </a:pPr>
            <a:r>
              <a:rPr lang="en"/>
              <a:t>We removed players with ambiguous features.</a:t>
            </a:r>
            <a:endParaRPr/>
          </a:p>
          <a:p>
            <a:pPr indent="0" lvl="0" marL="0" rtl="0" algn="l">
              <a:spcBef>
                <a:spcPts val="0"/>
              </a:spcBef>
              <a:spcAft>
                <a:spcPts val="0"/>
              </a:spcAft>
              <a:buNone/>
            </a:pPr>
            <a:r>
              <a:t/>
            </a:r>
            <a:endParaRPr/>
          </a:p>
          <a:p>
            <a:pPr indent="0" lvl="0" marL="0" rtl="0" algn="l">
              <a:spcBef>
                <a:spcPts val="0"/>
              </a:spcBef>
              <a:spcAft>
                <a:spcPts val="0"/>
              </a:spcAft>
              <a:buClr>
                <a:schemeClr val="dk1"/>
              </a:buClr>
              <a:buSzPts val="1100"/>
              <a:buFont typeface="Arial"/>
              <a:buNone/>
            </a:pPr>
            <a:r>
              <a:rPr lang="en"/>
              <a:t>To create the target label, we added a boolean column indicating whether a player was selected as an All-Star and manually verified All-Star selections using the NBA website across all five years.</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53" name="Shape 11353"/>
        <p:cNvGrpSpPr/>
        <p:nvPr/>
      </p:nvGrpSpPr>
      <p:grpSpPr>
        <a:xfrm>
          <a:off x="0" y="0"/>
          <a:ext cx="0" cy="0"/>
          <a:chOff x="0" y="0"/>
          <a:chExt cx="0" cy="0"/>
        </a:xfrm>
      </p:grpSpPr>
      <p:sp>
        <p:nvSpPr>
          <p:cNvPr id="11354" name="Google Shape;11354;g3ae3e6b1a8f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55" name="Google Shape;11355;g3ae3e6b1a8f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We created a list for every all star year and these are all the name lists</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59" name="Shape 11359"/>
        <p:cNvGrpSpPr/>
        <p:nvPr/>
      </p:nvGrpSpPr>
      <p:grpSpPr>
        <a:xfrm>
          <a:off x="0" y="0"/>
          <a:ext cx="0" cy="0"/>
          <a:chOff x="0" y="0"/>
          <a:chExt cx="0" cy="0"/>
        </a:xfrm>
      </p:grpSpPr>
      <p:sp>
        <p:nvSpPr>
          <p:cNvPr id="11360" name="Google Shape;11360;g3a3e8ceeccc_8_47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61" name="Google Shape;11361;g3a3e8ceeccc_8_47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For training and testing, we combined the 2020 through 2023 seasons into our training set.</a:t>
            </a:r>
            <a:endParaRPr/>
          </a:p>
          <a:p>
            <a:pPr indent="0" lvl="0" marL="0" rtl="0" algn="l">
              <a:spcBef>
                <a:spcPts val="0"/>
              </a:spcBef>
              <a:spcAft>
                <a:spcPts val="0"/>
              </a:spcAft>
              <a:buClr>
                <a:schemeClr val="dk1"/>
              </a:buClr>
              <a:buSzPts val="1100"/>
              <a:buFont typeface="Arial"/>
              <a:buNone/>
            </a:pPr>
            <a:r>
              <a:rPr lang="en"/>
              <a:t>We used 2024 as the test year.</a:t>
            </a:r>
            <a:endParaRPr/>
          </a:p>
          <a:p>
            <a:pPr indent="0" lvl="0" marL="0" rtl="0" algn="l">
              <a:spcBef>
                <a:spcPts val="0"/>
              </a:spcBef>
              <a:spcAft>
                <a:spcPts val="0"/>
              </a:spcAft>
              <a:buNone/>
            </a:pPr>
            <a:r>
              <a:rPr lang="en"/>
              <a:t>We skipped 2025 because the data format was inconsistent, and finally, the goal was to predict the 2026 season.</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7" name="Shape 11367"/>
        <p:cNvGrpSpPr/>
        <p:nvPr/>
      </p:nvGrpSpPr>
      <p:grpSpPr>
        <a:xfrm>
          <a:off x="0" y="0"/>
          <a:ext cx="0" cy="0"/>
          <a:chOff x="0" y="0"/>
          <a:chExt cx="0" cy="0"/>
        </a:xfrm>
      </p:grpSpPr>
      <p:sp>
        <p:nvSpPr>
          <p:cNvPr id="11368" name="Google Shape;11368;g3a3e8ceeccc_2_9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69" name="Google Shape;11369;g3a3e8ceeccc_2_9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We trained three models—Logistic Regression, a simple Neural Network, and a Random Forest.</a:t>
            </a:r>
            <a:endParaRPr/>
          </a:p>
          <a:p>
            <a:pPr indent="0" lvl="0" marL="0" rtl="0" algn="l">
              <a:spcBef>
                <a:spcPts val="0"/>
              </a:spcBef>
              <a:spcAft>
                <a:spcPts val="0"/>
              </a:spcAft>
              <a:buNone/>
            </a:pPr>
            <a:r>
              <a:rPr lang="en"/>
              <a:t>Since each model captures different patterns, combining them gives us a more reliable overall prediction.</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Logistic Regression provides a fast, interpretable baseline that highlights important features and produces smooth probability scores.</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The Neural Network learns more complex nonlinear patterns that simpler models might miss.</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The Random Forest combines many decision trees to capture rich nonlinear relationships while reducing overfitting and improving accuracy.</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96" name="Shape 11396"/>
        <p:cNvGrpSpPr/>
        <p:nvPr/>
      </p:nvGrpSpPr>
      <p:grpSpPr>
        <a:xfrm>
          <a:off x="0" y="0"/>
          <a:ext cx="0" cy="0"/>
          <a:chOff x="0" y="0"/>
          <a:chExt cx="0" cy="0"/>
        </a:xfrm>
      </p:grpSpPr>
      <p:sp>
        <p:nvSpPr>
          <p:cNvPr id="11397" name="Google Shape;11397;g3a3e8ceeccc_5_4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98" name="Google Shape;11398;g3a3e8ceeccc_5_4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Each model gives us its own probability score and highlights different statistics and patterns, so combining their outputs helps reduce bias and noise.</a:t>
            </a:r>
            <a:endParaRPr/>
          </a:p>
          <a:p>
            <a:pPr indent="0" lvl="0" marL="0" rtl="0" algn="l">
              <a:spcBef>
                <a:spcPts val="0"/>
              </a:spcBef>
              <a:spcAft>
                <a:spcPts val="0"/>
              </a:spcAft>
              <a:buNone/>
            </a:pPr>
            <a:r>
              <a:t/>
            </a:r>
            <a:endParaRPr/>
          </a:p>
          <a:p>
            <a:pPr indent="0" lvl="0" marL="0" rtl="0" algn="l">
              <a:spcBef>
                <a:spcPts val="0"/>
              </a:spcBef>
              <a:spcAft>
                <a:spcPts val="0"/>
              </a:spcAft>
              <a:buClr>
                <a:schemeClr val="dk1"/>
              </a:buClr>
              <a:buSzPts val="1100"/>
              <a:buFont typeface="Arial"/>
              <a:buNone/>
            </a:pPr>
            <a:r>
              <a:rPr lang="en"/>
              <a:t>Our final prediction is simply the average of the three model probabilities.</a:t>
            </a:r>
            <a:endParaRPr/>
          </a:p>
          <a:p>
            <a:pPr indent="0" lvl="0" marL="0" rtl="0" algn="l">
              <a:spcBef>
                <a:spcPts val="0"/>
              </a:spcBef>
              <a:spcAft>
                <a:spcPts val="0"/>
              </a:spcAft>
              <a:buClr>
                <a:schemeClr val="dk1"/>
              </a:buClr>
              <a:buSzPts val="1100"/>
              <a:buFont typeface="Arial"/>
              <a:buNone/>
            </a:pPr>
            <a:r>
              <a:rPr lang="en"/>
              <a:t>We sort players by this combined probability and label the top-k players as All-Stars.</a:t>
            </a:r>
            <a:endParaRPr/>
          </a:p>
          <a:p>
            <a:pPr indent="0" lvl="0" marL="0" rtl="0" algn="l">
              <a:spcBef>
                <a:spcPts val="0"/>
              </a:spcBef>
              <a:spcAft>
                <a:spcPts val="0"/>
              </a:spcAft>
              <a:buClr>
                <a:schemeClr val="dk1"/>
              </a:buClr>
              <a:buSzPts val="1100"/>
              <a:buFont typeface="Arial"/>
              <a:buNone/>
            </a:pPr>
            <a:r>
              <a:rPr lang="en"/>
              <a:t>We then compare those predictions to the actual results.</a:t>
            </a:r>
            <a:endParaRPr/>
          </a:p>
          <a:p>
            <a:pPr indent="0" lvl="0" marL="0" rtl="0" algn="l">
              <a:spcBef>
                <a:spcPts val="0"/>
              </a:spcBef>
              <a:spcAft>
                <a:spcPts val="0"/>
              </a:spcAft>
              <a:buNone/>
            </a:pPr>
            <a:r>
              <a:rPr lang="en"/>
              <a:t>Overall, the ensemble was more stable and more accurate than any individual model.</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9" name="Shape 11409"/>
        <p:cNvGrpSpPr/>
        <p:nvPr/>
      </p:nvGrpSpPr>
      <p:grpSpPr>
        <a:xfrm>
          <a:off x="0" y="0"/>
          <a:ext cx="0" cy="0"/>
          <a:chOff x="0" y="0"/>
          <a:chExt cx="0" cy="0"/>
        </a:xfrm>
      </p:grpSpPr>
      <p:sp>
        <p:nvSpPr>
          <p:cNvPr id="11410" name="Google Shape;11410;g3af1c67b089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11" name="Google Shape;11411;g3af1c67b089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27" name="Shape 11427"/>
        <p:cNvGrpSpPr/>
        <p:nvPr/>
      </p:nvGrpSpPr>
      <p:grpSpPr>
        <a:xfrm>
          <a:off x="0" y="0"/>
          <a:ext cx="0" cy="0"/>
          <a:chOff x="0" y="0"/>
          <a:chExt cx="0" cy="0"/>
        </a:xfrm>
      </p:grpSpPr>
      <p:sp>
        <p:nvSpPr>
          <p:cNvPr id="11428" name="Google Shape;11428;g3ae3e6b1a8f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29" name="Google Shape;11429;g3ae3e6b1a8f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34" name="Shape 11434"/>
        <p:cNvGrpSpPr/>
        <p:nvPr/>
      </p:nvGrpSpPr>
      <p:grpSpPr>
        <a:xfrm>
          <a:off x="0" y="0"/>
          <a:ext cx="0" cy="0"/>
          <a:chOff x="0" y="0"/>
          <a:chExt cx="0" cy="0"/>
        </a:xfrm>
      </p:grpSpPr>
      <p:sp>
        <p:nvSpPr>
          <p:cNvPr id="11435" name="Google Shape;11435;g3a3e8ceeccc_7_124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36" name="Google Shape;11436;g3a3e8ceeccc_7_124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55" name="Shape 11455"/>
        <p:cNvGrpSpPr/>
        <p:nvPr/>
      </p:nvGrpSpPr>
      <p:grpSpPr>
        <a:xfrm>
          <a:off x="0" y="0"/>
          <a:ext cx="0" cy="0"/>
          <a:chOff x="0" y="0"/>
          <a:chExt cx="0" cy="0"/>
        </a:xfrm>
      </p:grpSpPr>
      <p:sp>
        <p:nvSpPr>
          <p:cNvPr id="11456" name="Google Shape;11456;g3a3e8ceeccc_8_46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57" name="Google Shape;11457;g3a3e8ceeccc_8_46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61" name="Shape 11461"/>
        <p:cNvGrpSpPr/>
        <p:nvPr/>
      </p:nvGrpSpPr>
      <p:grpSpPr>
        <a:xfrm>
          <a:off x="0" y="0"/>
          <a:ext cx="0" cy="0"/>
          <a:chOff x="0" y="0"/>
          <a:chExt cx="0" cy="0"/>
        </a:xfrm>
      </p:grpSpPr>
      <p:sp>
        <p:nvSpPr>
          <p:cNvPr id="11462" name="Google Shape;11462;g3ae3e6b1a8f_0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63" name="Google Shape;11463;g3ae3e6b1a8f_0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73" name="Shape 11473"/>
        <p:cNvGrpSpPr/>
        <p:nvPr/>
      </p:nvGrpSpPr>
      <p:grpSpPr>
        <a:xfrm>
          <a:off x="0" y="0"/>
          <a:ext cx="0" cy="0"/>
          <a:chOff x="0" y="0"/>
          <a:chExt cx="0" cy="0"/>
        </a:xfrm>
      </p:grpSpPr>
      <p:sp>
        <p:nvSpPr>
          <p:cNvPr id="11474" name="Google Shape;11474;g3ae3e6b1a8f_0_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75" name="Google Shape;11475;g3ae3e6b1a8f_0_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85" name="Shape 11485"/>
        <p:cNvGrpSpPr/>
        <p:nvPr/>
      </p:nvGrpSpPr>
      <p:grpSpPr>
        <a:xfrm>
          <a:off x="0" y="0"/>
          <a:ext cx="0" cy="0"/>
          <a:chOff x="0" y="0"/>
          <a:chExt cx="0" cy="0"/>
        </a:xfrm>
      </p:grpSpPr>
      <p:sp>
        <p:nvSpPr>
          <p:cNvPr id="11486" name="Google Shape;11486;g3a3e8ceeccc_5_18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87" name="Google Shape;11487;g3a3e8ceeccc_5_18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09" name="Shape 11509"/>
        <p:cNvGrpSpPr/>
        <p:nvPr/>
      </p:nvGrpSpPr>
      <p:grpSpPr>
        <a:xfrm>
          <a:off x="0" y="0"/>
          <a:ext cx="0" cy="0"/>
          <a:chOff x="0" y="0"/>
          <a:chExt cx="0" cy="0"/>
        </a:xfrm>
      </p:grpSpPr>
      <p:sp>
        <p:nvSpPr>
          <p:cNvPr id="11510" name="Google Shape;11510;g3a3e8ceeccc_7_37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11" name="Google Shape;11511;g3a3e8ceeccc_7_37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41" name="Shape 11541"/>
        <p:cNvGrpSpPr/>
        <p:nvPr/>
      </p:nvGrpSpPr>
      <p:grpSpPr>
        <a:xfrm>
          <a:off x="0" y="0"/>
          <a:ext cx="0" cy="0"/>
          <a:chOff x="0" y="0"/>
          <a:chExt cx="0" cy="0"/>
        </a:xfrm>
      </p:grpSpPr>
      <p:sp>
        <p:nvSpPr>
          <p:cNvPr id="11542" name="Google Shape;11542;g3a3e8ceeccc_7_64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43" name="Google Shape;11543;g3a3e8ceeccc_7_64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a:solidFill>
                  <a:schemeClr val="dk1"/>
                </a:solidFill>
              </a:rPr>
              <a:t>"Model 2 is our way of capturing the subjective side of the All-Star vote, and we begin by addressing the </a:t>
            </a:r>
            <a:r>
              <a:rPr b="1" lang="en">
                <a:solidFill>
                  <a:schemeClr val="dk1"/>
                </a:solidFill>
              </a:rPr>
              <a:t>media's 25% share</a:t>
            </a:r>
            <a:r>
              <a:rPr lang="en">
                <a:solidFill>
                  <a:schemeClr val="dk1"/>
                </a:solidFill>
              </a:rPr>
              <a:t>. We hypothesize that the media's vote is primarily driven by the player narratives and the sheer volume of coverage they generate.</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To quantify this, we used the Google Search Custom API to specifically target and scrape analytical articles from </a:t>
            </a:r>
            <a:r>
              <a:rPr b="1" lang="en">
                <a:solidFill>
                  <a:schemeClr val="dk1"/>
                </a:solidFill>
              </a:rPr>
              <a:t>ESPN</a:t>
            </a:r>
            <a:r>
              <a:rPr lang="en">
                <a:solidFill>
                  <a:schemeClr val="dk1"/>
                </a:solidFill>
              </a:rPr>
              <a:t>, a key voice in the NBA landscape.</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Crucially, we didn't just scrape every mention. We implemented an </a:t>
            </a:r>
            <a:r>
              <a:rPr b="1" lang="en">
                <a:solidFill>
                  <a:schemeClr val="dk1"/>
                </a:solidFill>
              </a:rPr>
              <a:t>efficient query filter</a:t>
            </a:r>
            <a:r>
              <a:rPr lang="en">
                <a:solidFill>
                  <a:schemeClr val="dk1"/>
                </a:solidFill>
              </a:rPr>
              <a:t> using keywords like 'analysis,' 'breakdown,' or 'takeaways'. This ensures we are collecting articles that offer substantive journalistic assessment, rather than just simple game recaps. We capped this collection at </a:t>
            </a:r>
            <a:r>
              <a:rPr b="1" lang="en">
                <a:solidFill>
                  <a:schemeClr val="dk1"/>
                </a:solidFill>
              </a:rPr>
              <a:t>10 articles per player</a:t>
            </a:r>
            <a:r>
              <a:rPr lang="en">
                <a:solidFill>
                  <a:schemeClr val="dk1"/>
                </a:solidFill>
              </a:rPr>
              <a:t> per season.</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We then broke this down into two distinct components:</a:t>
            </a:r>
            <a:endParaRPr>
              <a:solidFill>
                <a:schemeClr val="dk1"/>
              </a:solidFill>
            </a:endParaRPr>
          </a:p>
          <a:p>
            <a:pPr indent="-298450" lvl="0" marL="457200" rtl="0" algn="l">
              <a:lnSpc>
                <a:spcPct val="115000"/>
              </a:lnSpc>
              <a:spcBef>
                <a:spcPts val="1200"/>
              </a:spcBef>
              <a:spcAft>
                <a:spcPts val="0"/>
              </a:spcAft>
              <a:buClr>
                <a:schemeClr val="dk1"/>
              </a:buClr>
              <a:buSzPts val="1100"/>
              <a:buAutoNum type="arabicPeriod"/>
            </a:pPr>
            <a:r>
              <a:rPr lang="en">
                <a:solidFill>
                  <a:schemeClr val="dk1"/>
                </a:solidFill>
              </a:rPr>
              <a:t>The </a:t>
            </a:r>
            <a:r>
              <a:rPr b="1" lang="en">
                <a:solidFill>
                  <a:schemeClr val="dk1"/>
                </a:solidFill>
              </a:rPr>
              <a:t>Sentiment Component</a:t>
            </a:r>
            <a:r>
              <a:rPr lang="en">
                <a:solidFill>
                  <a:schemeClr val="dk1"/>
                </a:solidFill>
              </a:rPr>
              <a:t> uses the </a:t>
            </a:r>
            <a:r>
              <a:rPr b="1" lang="en">
                <a:solidFill>
                  <a:schemeClr val="dk1"/>
                </a:solidFill>
              </a:rPr>
              <a:t>NLTK</a:t>
            </a:r>
            <a:r>
              <a:rPr lang="en">
                <a:solidFill>
                  <a:schemeClr val="dk1"/>
                </a:solidFill>
              </a:rPr>
              <a:t> library to calculate an average sentiment score. This measures the tone of the media narrative—how positive or negative the coverage is.</a:t>
            </a:r>
            <a:endParaRPr>
              <a:solidFill>
                <a:schemeClr val="dk1"/>
              </a:solidFill>
            </a:endParaRPr>
          </a:p>
          <a:p>
            <a:pPr indent="-298450" lvl="0" marL="457200" rtl="0" algn="l">
              <a:lnSpc>
                <a:spcPct val="115000"/>
              </a:lnSpc>
              <a:spcBef>
                <a:spcPts val="0"/>
              </a:spcBef>
              <a:spcAft>
                <a:spcPts val="0"/>
              </a:spcAft>
              <a:buClr>
                <a:schemeClr val="dk1"/>
              </a:buClr>
              <a:buSzPts val="1100"/>
              <a:buAutoNum type="arabicPeriod"/>
            </a:pPr>
            <a:r>
              <a:rPr lang="en">
                <a:solidFill>
                  <a:schemeClr val="dk1"/>
                </a:solidFill>
              </a:rPr>
              <a:t>The </a:t>
            </a:r>
            <a:r>
              <a:rPr b="1" lang="en">
                <a:solidFill>
                  <a:schemeClr val="dk1"/>
                </a:solidFill>
              </a:rPr>
              <a:t>Popularity Component</a:t>
            </a:r>
            <a:r>
              <a:rPr lang="en">
                <a:solidFill>
                  <a:schemeClr val="dk1"/>
                </a:solidFill>
              </a:rPr>
              <a:t> is a measure of sheer volume. This is simply the total number of ESPN articles returned for the player query, serving as a proxy for the overall media attention or 'hype.'</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Finally, we combine these two factors into a </a:t>
            </a:r>
            <a:r>
              <a:rPr b="1" lang="en">
                <a:solidFill>
                  <a:schemeClr val="dk1"/>
                </a:solidFill>
              </a:rPr>
              <a:t>Final Sentiment Score</a:t>
            </a:r>
            <a:r>
              <a:rPr lang="en">
                <a:solidFill>
                  <a:schemeClr val="dk1"/>
                </a:solidFill>
              </a:rPr>
              <a:t> using the </a:t>
            </a:r>
            <a:r>
              <a:rPr b="1" lang="en">
                <a:solidFill>
                  <a:schemeClr val="dk1"/>
                </a:solidFill>
              </a:rPr>
              <a:t>ALPHA</a:t>
            </a:r>
            <a:r>
              <a:rPr lang="en">
                <a:solidFill>
                  <a:schemeClr val="dk1"/>
                </a:solidFill>
              </a:rPr>
              <a:t> parameter. This $\alpha$ allows us to tune how much weight we place on a player's </a:t>
            </a:r>
            <a:r>
              <a:rPr b="1" lang="en">
                <a:solidFill>
                  <a:schemeClr val="dk1"/>
                </a:solidFill>
              </a:rPr>
              <a:t>narrative depth</a:t>
            </a:r>
            <a:r>
              <a:rPr lang="en">
                <a:solidFill>
                  <a:schemeClr val="dk1"/>
                </a:solidFill>
              </a:rPr>
              <a:t> (the quality of the sentiment) versus their </a:t>
            </a:r>
            <a:r>
              <a:rPr b="1" lang="en">
                <a:solidFill>
                  <a:schemeClr val="dk1"/>
                </a:solidFill>
              </a:rPr>
              <a:t>media footprint</a:t>
            </a:r>
            <a:r>
              <a:rPr lang="en">
                <a:solidFill>
                  <a:schemeClr val="dk1"/>
                </a:solidFill>
              </a:rPr>
              <a:t> (the volume of popularity). This resulting score is the first half of our Model 2, which we then combine with the Google Trend analysis."</a:t>
            </a:r>
            <a:endParaRPr>
              <a:solidFill>
                <a:schemeClr val="dk1"/>
              </a:solidFill>
            </a:endParaRPr>
          </a:p>
          <a:p>
            <a:pPr indent="0" lvl="0" marL="0" rtl="0" algn="l">
              <a:spcBef>
                <a:spcPts val="120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63" name="Shape 11563"/>
        <p:cNvGrpSpPr/>
        <p:nvPr/>
      </p:nvGrpSpPr>
      <p:grpSpPr>
        <a:xfrm>
          <a:off x="0" y="0"/>
          <a:ext cx="0" cy="0"/>
          <a:chOff x="0" y="0"/>
          <a:chExt cx="0" cy="0"/>
        </a:xfrm>
      </p:grpSpPr>
      <p:sp>
        <p:nvSpPr>
          <p:cNvPr id="11564" name="Google Shape;11564;g3a3e8ceeccc_7_69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65" name="Google Shape;11565;g3a3e8ceeccc_7_69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1200"/>
              </a:spcBef>
              <a:spcAft>
                <a:spcPts val="0"/>
              </a:spcAft>
              <a:buClr>
                <a:schemeClr val="dk1"/>
              </a:buClr>
              <a:buSzPts val="1100"/>
              <a:buFont typeface="Arial"/>
              <a:buNone/>
            </a:pPr>
            <a:r>
              <a:rPr lang="en">
                <a:solidFill>
                  <a:schemeClr val="dk1"/>
                </a:solidFill>
              </a:rPr>
              <a:t>"While the ESPN Sentiment Analysis captured the media's influence, the largest share of the vote, which is 50 percent, comes from the fans. We model this fan interest using </a:t>
            </a:r>
            <a:r>
              <a:rPr b="1" lang="en">
                <a:solidFill>
                  <a:schemeClr val="dk1"/>
                </a:solidFill>
              </a:rPr>
              <a:t>Google Trends Analysis</a:t>
            </a:r>
            <a:r>
              <a:rPr lang="en">
                <a:solidFill>
                  <a:schemeClr val="dk1"/>
                </a:solidFill>
              </a:rPr>
              <a:t>.</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However, Google Trends data is relative and we are only able to extract by batches of 5 search terms, so we needed a normalization strategy.</a:t>
            </a:r>
            <a:endParaRPr>
              <a:solidFill>
                <a:schemeClr val="dk1"/>
              </a:solidFill>
            </a:endParaRPr>
          </a:p>
          <a:p>
            <a:pPr indent="-298450" lvl="0" marL="457200" rtl="0" algn="l">
              <a:lnSpc>
                <a:spcPct val="115000"/>
              </a:lnSpc>
              <a:spcBef>
                <a:spcPts val="1200"/>
              </a:spcBef>
              <a:spcAft>
                <a:spcPts val="0"/>
              </a:spcAft>
              <a:buClr>
                <a:schemeClr val="dk1"/>
              </a:buClr>
              <a:buSzPts val="1100"/>
              <a:buAutoNum type="arabicPeriod"/>
            </a:pPr>
            <a:r>
              <a:rPr lang="en">
                <a:solidFill>
                  <a:schemeClr val="dk1"/>
                </a:solidFill>
              </a:rPr>
              <a:t>We processed the data in batches, using LeBron James as an anchor in each one. Then all players’ values were normalized to ensure consistent comparisons.</a:t>
            </a:r>
            <a:endParaRPr>
              <a:solidFill>
                <a:schemeClr val="dk1"/>
              </a:solidFill>
            </a:endParaRPr>
          </a:p>
          <a:p>
            <a:pPr indent="-298450" lvl="0" marL="457200" rtl="0" algn="l">
              <a:lnSpc>
                <a:spcPct val="115000"/>
              </a:lnSpc>
              <a:spcBef>
                <a:spcPts val="0"/>
              </a:spcBef>
              <a:spcAft>
                <a:spcPts val="0"/>
              </a:spcAft>
              <a:buClr>
                <a:schemeClr val="dk1"/>
              </a:buClr>
              <a:buSzPts val="1100"/>
              <a:buAutoNum type="arabicPeriod"/>
            </a:pPr>
            <a:r>
              <a:rPr lang="en">
                <a:solidFill>
                  <a:schemeClr val="dk1"/>
                </a:solidFill>
              </a:rPr>
              <a:t>Then we extracted four features from this dataset:</a:t>
            </a:r>
            <a:endParaRPr>
              <a:solidFill>
                <a:schemeClr val="dk1"/>
              </a:solidFill>
            </a:endParaRPr>
          </a:p>
          <a:p>
            <a:pPr indent="-298450" lvl="1" marL="914400" rtl="0" algn="l">
              <a:lnSpc>
                <a:spcPct val="115000"/>
              </a:lnSpc>
              <a:spcBef>
                <a:spcPts val="0"/>
              </a:spcBef>
              <a:spcAft>
                <a:spcPts val="0"/>
              </a:spcAft>
              <a:buClr>
                <a:schemeClr val="dk1"/>
              </a:buClr>
              <a:buSzPts val="1100"/>
              <a:buChar char="○"/>
            </a:pPr>
            <a:r>
              <a:rPr b="1" lang="en">
                <a:solidFill>
                  <a:schemeClr val="dk1"/>
                </a:solidFill>
              </a:rPr>
              <a:t>The Mean Interest</a:t>
            </a:r>
            <a:r>
              <a:rPr lang="en">
                <a:solidFill>
                  <a:schemeClr val="dk1"/>
                </a:solidFill>
              </a:rPr>
              <a:t> of each player.</a:t>
            </a:r>
            <a:endParaRPr>
              <a:solidFill>
                <a:schemeClr val="dk1"/>
              </a:solidFill>
            </a:endParaRPr>
          </a:p>
          <a:p>
            <a:pPr indent="-298450" lvl="1" marL="914400" rtl="0" algn="l">
              <a:lnSpc>
                <a:spcPct val="115000"/>
              </a:lnSpc>
              <a:spcBef>
                <a:spcPts val="0"/>
              </a:spcBef>
              <a:spcAft>
                <a:spcPts val="0"/>
              </a:spcAft>
              <a:buClr>
                <a:schemeClr val="dk1"/>
              </a:buClr>
              <a:buSzPts val="1100"/>
              <a:buChar char="○"/>
            </a:pPr>
            <a:r>
              <a:rPr lang="en">
                <a:solidFill>
                  <a:schemeClr val="dk1"/>
                </a:solidFill>
              </a:rPr>
              <a:t>The </a:t>
            </a:r>
            <a:r>
              <a:rPr b="1" lang="en">
                <a:solidFill>
                  <a:schemeClr val="dk1"/>
                </a:solidFill>
              </a:rPr>
              <a:t>Last 30-Day Interest</a:t>
            </a:r>
            <a:r>
              <a:rPr lang="en">
                <a:solidFill>
                  <a:schemeClr val="dk1"/>
                </a:solidFill>
              </a:rPr>
              <a:t> of each player</a:t>
            </a:r>
            <a:endParaRPr>
              <a:solidFill>
                <a:schemeClr val="dk1"/>
              </a:solidFill>
            </a:endParaRPr>
          </a:p>
          <a:p>
            <a:pPr indent="-298450" lvl="1" marL="914400" rtl="0" algn="l">
              <a:lnSpc>
                <a:spcPct val="115000"/>
              </a:lnSpc>
              <a:spcBef>
                <a:spcPts val="0"/>
              </a:spcBef>
              <a:spcAft>
                <a:spcPts val="0"/>
              </a:spcAft>
              <a:buClr>
                <a:schemeClr val="dk1"/>
              </a:buClr>
              <a:buSzPts val="1100"/>
              <a:buChar char="○"/>
            </a:pPr>
            <a:r>
              <a:rPr lang="en">
                <a:solidFill>
                  <a:schemeClr val="dk1"/>
                </a:solidFill>
              </a:rPr>
              <a:t>the highest single moment of hype of each player.</a:t>
            </a:r>
            <a:endParaRPr>
              <a:solidFill>
                <a:schemeClr val="dk1"/>
              </a:solidFill>
            </a:endParaRPr>
          </a:p>
          <a:p>
            <a:pPr indent="-298450" lvl="1" marL="914400" rtl="0" algn="l">
              <a:lnSpc>
                <a:spcPct val="115000"/>
              </a:lnSpc>
              <a:spcBef>
                <a:spcPts val="0"/>
              </a:spcBef>
              <a:spcAft>
                <a:spcPts val="0"/>
              </a:spcAft>
              <a:buClr>
                <a:schemeClr val="dk1"/>
              </a:buClr>
              <a:buSzPts val="1100"/>
              <a:buChar char="○"/>
            </a:pPr>
            <a:r>
              <a:rPr lang="en">
                <a:solidFill>
                  <a:schemeClr val="dk1"/>
                </a:solidFill>
              </a:rPr>
              <a:t>And the </a:t>
            </a:r>
            <a:r>
              <a:rPr b="1" lang="en">
                <a:solidFill>
                  <a:schemeClr val="dk1"/>
                </a:solidFill>
              </a:rPr>
              <a:t>Trend Slope</a:t>
            </a:r>
            <a:r>
              <a:rPr lang="en">
                <a:solidFill>
                  <a:schemeClr val="dk1"/>
                </a:solidFill>
              </a:rPr>
              <a:t>, which indicates each player's trend direction and strength</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Then we normalized these features, defined weights, and combined them to calculate the player's final </a:t>
            </a:r>
            <a:r>
              <a:rPr b="1" lang="en">
                <a:solidFill>
                  <a:schemeClr val="dk1"/>
                </a:solidFill>
              </a:rPr>
              <a:t>Popularity Score</a:t>
            </a:r>
            <a:r>
              <a:rPr lang="en">
                <a:solidFill>
                  <a:schemeClr val="dk1"/>
                </a:solidFill>
              </a:rPr>
              <a:t>. This score, alongside our ESPN Sentiment Score, completes our </a:t>
            </a:r>
            <a:r>
              <a:rPr b="1" lang="en">
                <a:solidFill>
                  <a:schemeClr val="dk1"/>
                </a:solidFill>
              </a:rPr>
              <a:t>Model 2</a:t>
            </a:r>
            <a:r>
              <a:rPr lang="en">
                <a:solidFill>
                  <a:schemeClr val="dk1"/>
                </a:solidFill>
              </a:rPr>
              <a:t>."</a:t>
            </a:r>
            <a:endParaRPr>
              <a:solidFill>
                <a:schemeClr val="dk1"/>
              </a:solidFill>
            </a:endParaRPr>
          </a:p>
          <a:p>
            <a:pPr indent="0" lvl="0" marL="0" rtl="0" algn="l">
              <a:spcBef>
                <a:spcPts val="120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78" name="Shape 11578"/>
        <p:cNvGrpSpPr/>
        <p:nvPr/>
      </p:nvGrpSpPr>
      <p:grpSpPr>
        <a:xfrm>
          <a:off x="0" y="0"/>
          <a:ext cx="0" cy="0"/>
          <a:chOff x="0" y="0"/>
          <a:chExt cx="0" cy="0"/>
        </a:xfrm>
      </p:grpSpPr>
      <p:sp>
        <p:nvSpPr>
          <p:cNvPr id="11579" name="Google Shape;11579;g3a3e8ceeccc_7_55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80" name="Google Shape;11580;g3a3e8ceeccc_7_55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We faced a few challenges when developing Model 2. Initially, we wanted to scrape Reddit and X for sentiment analysis. However, our reddit developer account got rejected. And for X, we found </a:t>
            </a:r>
            <a:r>
              <a:rPr lang="en"/>
              <a:t>that</a:t>
            </a:r>
            <a:r>
              <a:rPr lang="en"/>
              <a:t> we were not able to scrape posts before 11/20/2025. Another challenge was pytrends, which we used to extract the data from Google trends. It can only extract 5 player’s trends each time, but we were able to overcome this by normalizing based on an anchor.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96" name="Shape 11596"/>
        <p:cNvGrpSpPr/>
        <p:nvPr/>
      </p:nvGrpSpPr>
      <p:grpSpPr>
        <a:xfrm>
          <a:off x="0" y="0"/>
          <a:ext cx="0" cy="0"/>
          <a:chOff x="0" y="0"/>
          <a:chExt cx="0" cy="0"/>
        </a:xfrm>
      </p:grpSpPr>
      <p:sp>
        <p:nvSpPr>
          <p:cNvPr id="11597" name="Google Shape;11597;g3a3e8ceeccc_7_88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98" name="Google Shape;11598;g3a3e8ceeccc_7_88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19" name="Shape 11619"/>
        <p:cNvGrpSpPr/>
        <p:nvPr/>
      </p:nvGrpSpPr>
      <p:grpSpPr>
        <a:xfrm>
          <a:off x="0" y="0"/>
          <a:ext cx="0" cy="0"/>
          <a:chOff x="0" y="0"/>
          <a:chExt cx="0" cy="0"/>
        </a:xfrm>
      </p:grpSpPr>
      <p:sp>
        <p:nvSpPr>
          <p:cNvPr id="11620" name="Google Shape;11620;g3ac99400b13_2_9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21" name="Google Shape;11621;g3ac99400b13_2_9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41" name="Shape 11641"/>
        <p:cNvGrpSpPr/>
        <p:nvPr/>
      </p:nvGrpSpPr>
      <p:grpSpPr>
        <a:xfrm>
          <a:off x="0" y="0"/>
          <a:ext cx="0" cy="0"/>
          <a:chOff x="0" y="0"/>
          <a:chExt cx="0" cy="0"/>
        </a:xfrm>
      </p:grpSpPr>
      <p:sp>
        <p:nvSpPr>
          <p:cNvPr id="11642" name="Google Shape;11642;g3a3e8ceeccc_7_78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43" name="Google Shape;11643;g3a3e8ceeccc_7_78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68" name="Shape 11668"/>
        <p:cNvGrpSpPr/>
        <p:nvPr/>
      </p:nvGrpSpPr>
      <p:grpSpPr>
        <a:xfrm>
          <a:off x="0" y="0"/>
          <a:ext cx="0" cy="0"/>
          <a:chOff x="0" y="0"/>
          <a:chExt cx="0" cy="0"/>
        </a:xfrm>
      </p:grpSpPr>
      <p:sp>
        <p:nvSpPr>
          <p:cNvPr id="11669" name="Google Shape;11669;g3a3e8ceeccc_8_13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70" name="Google Shape;11670;g3a3e8ceeccc_8_13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00" name="Shape 11700"/>
        <p:cNvGrpSpPr/>
        <p:nvPr/>
      </p:nvGrpSpPr>
      <p:grpSpPr>
        <a:xfrm>
          <a:off x="0" y="0"/>
          <a:ext cx="0" cy="0"/>
          <a:chOff x="0" y="0"/>
          <a:chExt cx="0" cy="0"/>
        </a:xfrm>
      </p:grpSpPr>
      <p:sp>
        <p:nvSpPr>
          <p:cNvPr id="11701" name="Google Shape;11701;g3a3e8ceeccc_8_4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02" name="Google Shape;11702;g3a3e8ceeccc_8_4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07" name="Shape 11707"/>
        <p:cNvGrpSpPr/>
        <p:nvPr/>
      </p:nvGrpSpPr>
      <p:grpSpPr>
        <a:xfrm>
          <a:off x="0" y="0"/>
          <a:ext cx="0" cy="0"/>
          <a:chOff x="0" y="0"/>
          <a:chExt cx="0" cy="0"/>
        </a:xfrm>
      </p:grpSpPr>
      <p:sp>
        <p:nvSpPr>
          <p:cNvPr id="11708" name="Google Shape;11708;g3a3e8ceeccc_8_18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09" name="Google Shape;11709;g3a3e8ceeccc_8_18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21" name="Shape 11721"/>
        <p:cNvGrpSpPr/>
        <p:nvPr/>
      </p:nvGrpSpPr>
      <p:grpSpPr>
        <a:xfrm>
          <a:off x="0" y="0"/>
          <a:ext cx="0" cy="0"/>
          <a:chOff x="0" y="0"/>
          <a:chExt cx="0" cy="0"/>
        </a:xfrm>
      </p:grpSpPr>
      <p:sp>
        <p:nvSpPr>
          <p:cNvPr id="11722" name="Google Shape;11722;g3a3e8ceeccc_8_41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23" name="Google Shape;11723;g3a3e8ceeccc_8_41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1200"/>
              </a:spcBef>
              <a:spcAft>
                <a:spcPts val="0"/>
              </a:spcAft>
              <a:buClr>
                <a:schemeClr val="dk1"/>
              </a:buClr>
              <a:buSzPts val="1100"/>
              <a:buFont typeface="Arial"/>
              <a:buNone/>
            </a:pPr>
            <a:r>
              <a:rPr lang="en">
                <a:solidFill>
                  <a:schemeClr val="dk1"/>
                </a:solidFill>
              </a:rPr>
              <a:t>Ian lin </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More importantly, our predictions aligned with the actual voting composition. The weighted ensemble reflects the real All-Star voting structure:</a:t>
            </a:r>
            <a:br>
              <a:rPr lang="en">
                <a:solidFill>
                  <a:schemeClr val="dk1"/>
                </a:solidFill>
              </a:rPr>
            </a:br>
            <a:r>
              <a:rPr lang="en">
                <a:solidFill>
                  <a:schemeClr val="dk1"/>
                </a:solidFill>
              </a:rPr>
              <a:t>performance-based stats mirror how players and media evaluate talent, while popularity captures fan voting influence, and sentiment adds narrative context.</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Together, this makes our predictions structurally aligned with how All-Stars are actually chosen.</a:t>
            </a:r>
            <a:endParaRPr>
              <a:solidFill>
                <a:schemeClr val="dk1"/>
              </a:solidFill>
            </a:endParaRPr>
          </a:p>
          <a:p>
            <a:pPr indent="0" lvl="0" marL="0" rtl="0" algn="l">
              <a:spcBef>
                <a:spcPts val="120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37" name="Shape 11737"/>
        <p:cNvGrpSpPr/>
        <p:nvPr/>
      </p:nvGrpSpPr>
      <p:grpSpPr>
        <a:xfrm>
          <a:off x="0" y="0"/>
          <a:ext cx="0" cy="0"/>
          <a:chOff x="0" y="0"/>
          <a:chExt cx="0" cy="0"/>
        </a:xfrm>
      </p:grpSpPr>
      <p:sp>
        <p:nvSpPr>
          <p:cNvPr id="11738" name="Google Shape;11738;g3a3e8ceeccc_8_46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39" name="Google Shape;11739;g3a3e8ceeccc_8_46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1200"/>
              </a:spcBef>
              <a:spcAft>
                <a:spcPts val="0"/>
              </a:spcAft>
              <a:buClr>
                <a:schemeClr val="dk1"/>
              </a:buClr>
              <a:buSzPts val="1100"/>
              <a:buFont typeface="Arial"/>
              <a:buNone/>
            </a:pPr>
            <a:r>
              <a:rPr lang="en">
                <a:solidFill>
                  <a:schemeClr val="dk1"/>
                </a:solidFill>
              </a:rPr>
              <a:t>Ian lin </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From a practical perspective, our model produces a single Hybrid All-Star Score that allows easy player ranking across conferences and positions.</a:t>
            </a:r>
            <a:br>
              <a:rPr lang="en">
                <a:solidFill>
                  <a:schemeClr val="dk1"/>
                </a:solidFill>
              </a:rPr>
            </a:br>
            <a:r>
              <a:rPr lang="en">
                <a:solidFill>
                  <a:schemeClr val="dk1"/>
                </a:solidFill>
              </a:rPr>
              <a:t> The pipeline can incorporate live box score data and popularity trends to update predictions during the season.</a:t>
            </a:r>
            <a:br>
              <a:rPr lang="en">
                <a:solidFill>
                  <a:schemeClr val="dk1"/>
                </a:solidFill>
              </a:rPr>
            </a:br>
            <a:r>
              <a:rPr lang="en">
                <a:solidFill>
                  <a:schemeClr val="dk1"/>
                </a:solidFill>
              </a:rPr>
              <a:t> Overall, the model provides transparent, data-driven All-Star forecasts and helps identify selection biases where popularity may outweigh performance.</a:t>
            </a:r>
            <a:endParaRPr>
              <a:solidFill>
                <a:schemeClr val="dk1"/>
              </a:solidFill>
            </a:endParaRPr>
          </a:p>
          <a:p>
            <a:pPr indent="0" lvl="0" marL="0" rtl="0" algn="l">
              <a:spcBef>
                <a:spcPts val="1200"/>
              </a:spcBef>
              <a:spcAft>
                <a:spcPts val="0"/>
              </a:spcAft>
              <a:buNone/>
            </a:pPr>
            <a:r>
              <a:t/>
            </a:r>
            <a:endParaRPr>
              <a:solidFill>
                <a:schemeClr val="dk1"/>
              </a:solidFill>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53" name="Shape 11753"/>
        <p:cNvGrpSpPr/>
        <p:nvPr/>
      </p:nvGrpSpPr>
      <p:grpSpPr>
        <a:xfrm>
          <a:off x="0" y="0"/>
          <a:ext cx="0" cy="0"/>
          <a:chOff x="0" y="0"/>
          <a:chExt cx="0" cy="0"/>
        </a:xfrm>
      </p:grpSpPr>
      <p:sp>
        <p:nvSpPr>
          <p:cNvPr id="11754" name="Google Shape;11754;g3a60b5fba1d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55" name="Google Shape;11755;g3a60b5fba1d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69" name="Shape 11769"/>
        <p:cNvGrpSpPr/>
        <p:nvPr/>
      </p:nvGrpSpPr>
      <p:grpSpPr>
        <a:xfrm>
          <a:off x="0" y="0"/>
          <a:ext cx="0" cy="0"/>
          <a:chOff x="0" y="0"/>
          <a:chExt cx="0" cy="0"/>
        </a:xfrm>
      </p:grpSpPr>
      <p:sp>
        <p:nvSpPr>
          <p:cNvPr id="11770" name="Google Shape;11770;g3a60b5fba1d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71" name="Google Shape;11771;g3a60b5fba1d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90" name="Shape 11790"/>
        <p:cNvGrpSpPr/>
        <p:nvPr/>
      </p:nvGrpSpPr>
      <p:grpSpPr>
        <a:xfrm>
          <a:off x="0" y="0"/>
          <a:ext cx="0" cy="0"/>
          <a:chOff x="0" y="0"/>
          <a:chExt cx="0" cy="0"/>
        </a:xfrm>
      </p:grpSpPr>
      <p:sp>
        <p:nvSpPr>
          <p:cNvPr id="11791" name="Google Shape;11791;g3acdc2c6fee_0_1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92" name="Google Shape;11792;g3acdc2c6fee_0_1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32" name="Shape 11832"/>
        <p:cNvGrpSpPr/>
        <p:nvPr/>
      </p:nvGrpSpPr>
      <p:grpSpPr>
        <a:xfrm>
          <a:off x="0" y="0"/>
          <a:ext cx="0" cy="0"/>
          <a:chOff x="0" y="0"/>
          <a:chExt cx="0" cy="0"/>
        </a:xfrm>
      </p:grpSpPr>
      <p:sp>
        <p:nvSpPr>
          <p:cNvPr id="11833" name="Google Shape;11833;g3a3e8ceeccc_7_74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34" name="Google Shape;11834;g3a3e8ceeccc_7_74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36.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6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6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6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6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7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7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7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8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8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9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91.xml.rels><?xml version="1.0" encoding="UTF-8" standalone="yes"?><Relationships xmlns="http://schemas.openxmlformats.org/package/2006/relationships"><Relationship Id="rId1" Type="http://schemas.openxmlformats.org/officeDocument/2006/relationships/slideMaster" Target="../slideMasters/slideMaster17.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89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9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9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9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9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9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9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9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0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0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0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0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0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0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0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0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0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0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1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1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1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1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1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1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1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1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1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1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2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2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2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2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2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2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2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2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2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3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3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3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3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3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3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3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3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4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4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4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46.xml.rels><?xml version="1.0" encoding="UTF-8" standalone="yes"?><Relationships xmlns="http://schemas.openxmlformats.org/package/2006/relationships"><Relationship Id="rId1" Type="http://schemas.openxmlformats.org/officeDocument/2006/relationships/slideMaster" Target="../slideMasters/slideMaster18.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94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4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94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5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5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5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5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5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5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5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5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5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5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6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6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6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6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6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6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6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6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6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6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7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7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7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7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7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7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7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7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7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7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8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8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8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8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8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8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8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8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8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8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9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9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9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9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9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9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9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9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9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0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001.xml.rels><?xml version="1.0" encoding="UTF-8" standalone="yes"?><Relationships xmlns="http://schemas.openxmlformats.org/package/2006/relationships"><Relationship Id="rId1" Type="http://schemas.openxmlformats.org/officeDocument/2006/relationships/slideMaster" Target="../slideMasters/slideMaster19.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00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00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0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1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1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1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1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1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1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1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2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2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2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2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2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2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2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2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2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2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3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3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3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3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3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3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3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3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3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3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4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4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4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4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4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4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4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4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4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4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5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5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5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5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5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5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56.xml.rels><?xml version="1.0" encoding="UTF-8" standalone="yes"?><Relationships xmlns="http://schemas.openxmlformats.org/package/2006/relationships"><Relationship Id="rId1" Type="http://schemas.openxmlformats.org/officeDocument/2006/relationships/slideMaster" Target="../slideMasters/slideMaster20.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05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5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05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6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6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6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6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6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6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6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6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6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6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7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7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7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7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7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7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7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7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7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7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8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8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8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8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8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8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8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8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8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8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9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9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9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9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9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9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9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9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9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9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10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10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10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10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10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10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10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10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10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10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11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111.xml.rels><?xml version="1.0" encoding="UTF-8" standalone="yes"?><Relationships xmlns="http://schemas.openxmlformats.org/package/2006/relationships"><Relationship Id="rId1" Type="http://schemas.openxmlformats.org/officeDocument/2006/relationships/slideMaster" Target="../slideMasters/slideMaster2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11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11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11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1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1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1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1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1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2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2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2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2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2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2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2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3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3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3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3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3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4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4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4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4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4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4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4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4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4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4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5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5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5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5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5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5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5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5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5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5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6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6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6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6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6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6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66.xml.rels><?xml version="1.0" encoding="UTF-8" standalone="yes"?><Relationships xmlns="http://schemas.openxmlformats.org/package/2006/relationships"><Relationship Id="rId1" Type="http://schemas.openxmlformats.org/officeDocument/2006/relationships/slideMaster" Target="../slideMasters/slideMaster22.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16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6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6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7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7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7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7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7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7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7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7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7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7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8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8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8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8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8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8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8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8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8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8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9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9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9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9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9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9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9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9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9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9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0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0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0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0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0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0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0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0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0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0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1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1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1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1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1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1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1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1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1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1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2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21.xml.rels><?xml version="1.0" encoding="UTF-8" standalone="yes"?><Relationships xmlns="http://schemas.openxmlformats.org/package/2006/relationships"><Relationship Id="rId1" Type="http://schemas.openxmlformats.org/officeDocument/2006/relationships/slideMaster" Target="../slideMasters/slideMaster23.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22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2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2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2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2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2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2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2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3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3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3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3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3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3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3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3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3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3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4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4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4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4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4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4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4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4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4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4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5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5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5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5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6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6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6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6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6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6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6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6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6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6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7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7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7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7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7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7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76.xml.rels><?xml version="1.0" encoding="UTF-8" standalone="yes"?><Relationships xmlns="http://schemas.openxmlformats.org/package/2006/relationships"><Relationship Id="rId1" Type="http://schemas.openxmlformats.org/officeDocument/2006/relationships/slideMaster" Target="../slideMasters/slideMaster24.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27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7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7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28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28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28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28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28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28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28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28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28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28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29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29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29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29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29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29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29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29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29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29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0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0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0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0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0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0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0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0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0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0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1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1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1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1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1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1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1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1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1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1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2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2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2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2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2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2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2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2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2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2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3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31.xml.rels><?xml version="1.0" encoding="UTF-8" standalone="yes"?><Relationships xmlns="http://schemas.openxmlformats.org/package/2006/relationships"><Relationship Id="rId1" Type="http://schemas.openxmlformats.org/officeDocument/2006/relationships/slideMaster" Target="../slideMasters/slideMaster25.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33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3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3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3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3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3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3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3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4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4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4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4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4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4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4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4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4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4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5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5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5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5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5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5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5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5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5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5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6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6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6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6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6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6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6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6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6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6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7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7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7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7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7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7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7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7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7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7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8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8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8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8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8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8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86.xml.rels><?xml version="1.0" encoding="UTF-8" standalone="yes"?><Relationships xmlns="http://schemas.openxmlformats.org/package/2006/relationships"><Relationship Id="rId1" Type="http://schemas.openxmlformats.org/officeDocument/2006/relationships/slideMaster" Target="../slideMasters/slideMaster26.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38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38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9" name="Shape 9"/>
        <p:cNvGrpSpPr/>
        <p:nvPr/>
      </p:nvGrpSpPr>
      <p:grpSpPr>
        <a:xfrm>
          <a:off x="0" y="0"/>
          <a:ext cx="0" cy="0"/>
          <a:chOff x="0" y="0"/>
          <a:chExt cx="0" cy="0"/>
        </a:xfrm>
      </p:grpSpPr>
      <p:sp>
        <p:nvSpPr>
          <p:cNvPr id="10" name="Google Shape;10;p2"/>
          <p:cNvSpPr txBox="1"/>
          <p:nvPr>
            <p:ph type="ctrTitle"/>
          </p:nvPr>
        </p:nvSpPr>
        <p:spPr>
          <a:xfrm>
            <a:off x="311708" y="744575"/>
            <a:ext cx="8520600" cy="2052600"/>
          </a:xfrm>
          <a:prstGeom prst="rect">
            <a:avLst/>
          </a:prstGeom>
        </p:spPr>
        <p:txBody>
          <a:bodyPr anchorCtr="0" anchor="b" bIns="91425" lIns="91425" spcFirstLastPara="1" rIns="91425" wrap="square" tIns="91425">
            <a:norm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1" name="Google Shape;11;p2"/>
          <p:cNvSpPr txBox="1"/>
          <p:nvPr>
            <p:ph idx="1" type="subTitle"/>
          </p:nvPr>
        </p:nvSpPr>
        <p:spPr>
          <a:xfrm>
            <a:off x="311700" y="2834125"/>
            <a:ext cx="8520600" cy="7926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2" name="Google Shape;12;p2"/>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 name="Shape 13"/>
        <p:cNvGrpSpPr/>
        <p:nvPr/>
      </p:nvGrpSpPr>
      <p:grpSpPr>
        <a:xfrm>
          <a:off x="0" y="0"/>
          <a:ext cx="0" cy="0"/>
          <a:chOff x="0" y="0"/>
          <a:chExt cx="0" cy="0"/>
        </a:xfrm>
      </p:grpSpPr>
      <p:sp>
        <p:nvSpPr>
          <p:cNvPr id="14" name="Google Shape;14;p3"/>
          <p:cNvSpPr txBox="1"/>
          <p:nvPr>
            <p:ph type="title"/>
          </p:nvPr>
        </p:nvSpPr>
        <p:spPr>
          <a:xfrm>
            <a:off x="311700" y="2150850"/>
            <a:ext cx="8520600" cy="841800"/>
          </a:xfrm>
          <a:prstGeom prst="rect">
            <a:avLst/>
          </a:prstGeom>
        </p:spPr>
        <p:txBody>
          <a:bodyPr anchorCtr="0" anchor="ctr" bIns="91425" lIns="91425" spcFirstLastPara="1" rIns="91425" wrap="square" tIns="91425">
            <a:norm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 name="Google Shape;15;p3"/>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6" name="Shape 16"/>
        <p:cNvGrpSpPr/>
        <p:nvPr/>
      </p:nvGrpSpPr>
      <p:grpSpPr>
        <a:xfrm>
          <a:off x="0" y="0"/>
          <a:ext cx="0" cy="0"/>
          <a:chOff x="0" y="0"/>
          <a:chExt cx="0" cy="0"/>
        </a:xfrm>
      </p:grpSpPr>
      <p:sp>
        <p:nvSpPr>
          <p:cNvPr id="17" name="Google Shape;17;p4"/>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8" name="Google Shape;18;p4"/>
          <p:cNvSpPr txBox="1"/>
          <p:nvPr>
            <p:ph idx="1" type="body"/>
          </p:nvPr>
        </p:nvSpPr>
        <p:spPr>
          <a:xfrm>
            <a:off x="311700" y="1152475"/>
            <a:ext cx="8520600" cy="3416400"/>
          </a:xfrm>
          <a:prstGeom prst="rect">
            <a:avLst/>
          </a:prstGeom>
        </p:spPr>
        <p:txBody>
          <a:bodyPr anchorCtr="0" anchor="t" bIns="91425" lIns="91425" spcFirstLastPara="1" rIns="91425" wrap="square" tIns="91425">
            <a:normAutofit/>
          </a:bodyPr>
          <a:lstStyle>
            <a:lvl1pPr indent="-342900" lvl="0" marL="457200">
              <a:spcBef>
                <a:spcPts val="0"/>
              </a:spcBef>
              <a:spcAft>
                <a:spcPts val="0"/>
              </a:spcAft>
              <a:buSzPts val="18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19" name="Google Shape;19;p4"/>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0" name="Shape 20"/>
        <p:cNvGrpSpPr/>
        <p:nvPr/>
      </p:nvGrpSpPr>
      <p:grpSpPr>
        <a:xfrm>
          <a:off x="0" y="0"/>
          <a:ext cx="0" cy="0"/>
          <a:chOff x="0" y="0"/>
          <a:chExt cx="0" cy="0"/>
        </a:xfrm>
      </p:grpSpPr>
      <p:sp>
        <p:nvSpPr>
          <p:cNvPr id="21" name="Google Shape;21;p5"/>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2" name="Google Shape;22;p5"/>
          <p:cNvSpPr txBox="1"/>
          <p:nvPr>
            <p:ph idx="1" type="body"/>
          </p:nvPr>
        </p:nvSpPr>
        <p:spPr>
          <a:xfrm>
            <a:off x="311700" y="1152475"/>
            <a:ext cx="3999900" cy="3416400"/>
          </a:xfrm>
          <a:prstGeom prst="rect">
            <a:avLst/>
          </a:prstGeom>
        </p:spPr>
        <p:txBody>
          <a:bodyPr anchorCtr="0" anchor="t" bIns="91425" lIns="91425" spcFirstLastPara="1" rIns="91425" wrap="square" tIns="91425">
            <a:normAutofit/>
          </a:bodyPr>
          <a:lstStyle>
            <a:lvl1pPr indent="-317500" lvl="0" marL="457200">
              <a:spcBef>
                <a:spcPts val="0"/>
              </a:spcBef>
              <a:spcAft>
                <a:spcPts val="0"/>
              </a:spcAft>
              <a:buSzPts val="1400"/>
              <a:buChar char="●"/>
              <a:defRPr sz="14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23" name="Google Shape;23;p5"/>
          <p:cNvSpPr txBox="1"/>
          <p:nvPr>
            <p:ph idx="2" type="body"/>
          </p:nvPr>
        </p:nvSpPr>
        <p:spPr>
          <a:xfrm>
            <a:off x="4832400" y="1152475"/>
            <a:ext cx="3999900" cy="3416400"/>
          </a:xfrm>
          <a:prstGeom prst="rect">
            <a:avLst/>
          </a:prstGeom>
        </p:spPr>
        <p:txBody>
          <a:bodyPr anchorCtr="0" anchor="t" bIns="91425" lIns="91425" spcFirstLastPara="1" rIns="91425" wrap="square" tIns="91425">
            <a:normAutofit/>
          </a:bodyPr>
          <a:lstStyle>
            <a:lvl1pPr indent="-317500" lvl="0" marL="457200">
              <a:spcBef>
                <a:spcPts val="0"/>
              </a:spcBef>
              <a:spcAft>
                <a:spcPts val="0"/>
              </a:spcAft>
              <a:buSzPts val="1400"/>
              <a:buChar char="●"/>
              <a:defRPr sz="14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24" name="Google Shape;24;p5"/>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5" name="Shape 25"/>
        <p:cNvGrpSpPr/>
        <p:nvPr/>
      </p:nvGrpSpPr>
      <p:grpSpPr>
        <a:xfrm>
          <a:off x="0" y="0"/>
          <a:ext cx="0" cy="0"/>
          <a:chOff x="0" y="0"/>
          <a:chExt cx="0" cy="0"/>
        </a:xfrm>
      </p:grpSpPr>
      <p:sp>
        <p:nvSpPr>
          <p:cNvPr id="26" name="Google Shape;26;p6"/>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7" name="Google Shape;27;p6"/>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8" name="Shape 28"/>
        <p:cNvGrpSpPr/>
        <p:nvPr/>
      </p:nvGrpSpPr>
      <p:grpSpPr>
        <a:xfrm>
          <a:off x="0" y="0"/>
          <a:ext cx="0" cy="0"/>
          <a:chOff x="0" y="0"/>
          <a:chExt cx="0" cy="0"/>
        </a:xfrm>
      </p:grpSpPr>
      <p:sp>
        <p:nvSpPr>
          <p:cNvPr id="29" name="Google Shape;29;p7"/>
          <p:cNvSpPr txBox="1"/>
          <p:nvPr>
            <p:ph type="title"/>
          </p:nvPr>
        </p:nvSpPr>
        <p:spPr>
          <a:xfrm>
            <a:off x="311700" y="555600"/>
            <a:ext cx="2808000" cy="755700"/>
          </a:xfrm>
          <a:prstGeom prst="rect">
            <a:avLst/>
          </a:prstGeom>
        </p:spPr>
        <p:txBody>
          <a:bodyPr anchorCtr="0" anchor="b" bIns="91425" lIns="91425" spcFirstLastPara="1" rIns="91425" wrap="square" tIns="91425">
            <a:norm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30" name="Google Shape;30;p7"/>
          <p:cNvSpPr txBox="1"/>
          <p:nvPr>
            <p:ph idx="1" type="body"/>
          </p:nvPr>
        </p:nvSpPr>
        <p:spPr>
          <a:xfrm>
            <a:off x="311700" y="1389600"/>
            <a:ext cx="2808000" cy="3179400"/>
          </a:xfrm>
          <a:prstGeom prst="rect">
            <a:avLst/>
          </a:prstGeom>
        </p:spPr>
        <p:txBody>
          <a:bodyPr anchorCtr="0" anchor="t" bIns="91425" lIns="91425" spcFirstLastPara="1" rIns="91425" wrap="square" tIns="91425">
            <a:normAutofit/>
          </a:bodyPr>
          <a:lstStyle>
            <a:lvl1pPr indent="-304800" lvl="0" marL="457200">
              <a:spcBef>
                <a:spcPts val="0"/>
              </a:spcBef>
              <a:spcAft>
                <a:spcPts val="0"/>
              </a:spcAft>
              <a:buSzPts val="1200"/>
              <a:buChar char="●"/>
              <a:defRPr sz="12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31" name="Google Shape;31;p7"/>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2" name="Shape 32"/>
        <p:cNvGrpSpPr/>
        <p:nvPr/>
      </p:nvGrpSpPr>
      <p:grpSpPr>
        <a:xfrm>
          <a:off x="0" y="0"/>
          <a:ext cx="0" cy="0"/>
          <a:chOff x="0" y="0"/>
          <a:chExt cx="0" cy="0"/>
        </a:xfrm>
      </p:grpSpPr>
      <p:sp>
        <p:nvSpPr>
          <p:cNvPr id="33" name="Google Shape;33;p8"/>
          <p:cNvSpPr txBox="1"/>
          <p:nvPr>
            <p:ph type="title"/>
          </p:nvPr>
        </p:nvSpPr>
        <p:spPr>
          <a:xfrm>
            <a:off x="490250" y="450150"/>
            <a:ext cx="6367800" cy="4090800"/>
          </a:xfrm>
          <a:prstGeom prst="rect">
            <a:avLst/>
          </a:prstGeom>
        </p:spPr>
        <p:txBody>
          <a:bodyPr anchorCtr="0" anchor="ctr" bIns="91425" lIns="91425" spcFirstLastPara="1" rIns="91425" wrap="square" tIns="91425">
            <a:norm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34" name="Google Shape;34;p8"/>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5" name="Shape 35"/>
        <p:cNvGrpSpPr/>
        <p:nvPr/>
      </p:nvGrpSpPr>
      <p:grpSpPr>
        <a:xfrm>
          <a:off x="0" y="0"/>
          <a:ext cx="0" cy="0"/>
          <a:chOff x="0" y="0"/>
          <a:chExt cx="0" cy="0"/>
        </a:xfrm>
      </p:grpSpPr>
      <p:sp>
        <p:nvSpPr>
          <p:cNvPr id="36" name="Google Shape;36;p9"/>
          <p:cNvSpPr/>
          <p:nvPr/>
        </p:nvSpPr>
        <p:spPr>
          <a:xfrm>
            <a:off x="4572000" y="-125"/>
            <a:ext cx="4572000" cy="514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9"/>
          <p:cNvSpPr txBox="1"/>
          <p:nvPr>
            <p:ph type="title"/>
          </p:nvPr>
        </p:nvSpPr>
        <p:spPr>
          <a:xfrm>
            <a:off x="265500" y="1233175"/>
            <a:ext cx="4045200" cy="1482300"/>
          </a:xfrm>
          <a:prstGeom prst="rect">
            <a:avLst/>
          </a:prstGeom>
        </p:spPr>
        <p:txBody>
          <a:bodyPr anchorCtr="0" anchor="b" bIns="91425" lIns="91425" spcFirstLastPara="1" rIns="91425" wrap="square" tIns="91425">
            <a:norm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38" name="Google Shape;38;p9"/>
          <p:cNvSpPr txBox="1"/>
          <p:nvPr>
            <p:ph idx="1" type="subTitle"/>
          </p:nvPr>
        </p:nvSpPr>
        <p:spPr>
          <a:xfrm>
            <a:off x="265500" y="2803075"/>
            <a:ext cx="4045200" cy="12351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39" name="Google Shape;39;p9"/>
          <p:cNvSpPr txBox="1"/>
          <p:nvPr>
            <p:ph idx="2" type="body"/>
          </p:nvPr>
        </p:nvSpPr>
        <p:spPr>
          <a:xfrm>
            <a:off x="4939500" y="724075"/>
            <a:ext cx="3837000" cy="3695100"/>
          </a:xfrm>
          <a:prstGeom prst="rect">
            <a:avLst/>
          </a:prstGeom>
        </p:spPr>
        <p:txBody>
          <a:bodyPr anchorCtr="0" anchor="ctr" bIns="91425" lIns="91425" spcFirstLastPara="1" rIns="91425" wrap="square" tIns="91425">
            <a:normAutofit/>
          </a:bodyPr>
          <a:lstStyle>
            <a:lvl1pPr indent="-342900" lvl="0" marL="457200">
              <a:spcBef>
                <a:spcPts val="0"/>
              </a:spcBef>
              <a:spcAft>
                <a:spcPts val="0"/>
              </a:spcAft>
              <a:buSzPts val="18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40" name="Google Shape;40;p9"/>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1" name="Shape 41"/>
        <p:cNvGrpSpPr/>
        <p:nvPr/>
      </p:nvGrpSpPr>
      <p:grpSpPr>
        <a:xfrm>
          <a:off x="0" y="0"/>
          <a:ext cx="0" cy="0"/>
          <a:chOff x="0" y="0"/>
          <a:chExt cx="0" cy="0"/>
        </a:xfrm>
      </p:grpSpPr>
      <p:sp>
        <p:nvSpPr>
          <p:cNvPr id="42" name="Google Shape;42;p10"/>
          <p:cNvSpPr txBox="1"/>
          <p:nvPr>
            <p:ph idx="1" type="body"/>
          </p:nvPr>
        </p:nvSpPr>
        <p:spPr>
          <a:xfrm>
            <a:off x="311700" y="4230575"/>
            <a:ext cx="5998800" cy="605100"/>
          </a:xfrm>
          <a:prstGeom prst="rect">
            <a:avLst/>
          </a:prstGeom>
        </p:spPr>
        <p:txBody>
          <a:bodyPr anchorCtr="0" anchor="ctr" bIns="91425" lIns="91425" spcFirstLastPara="1" rIns="91425" wrap="square" tIns="91425">
            <a:normAutofit/>
          </a:bodyPr>
          <a:lstStyle>
            <a:lvl1pPr indent="-228600" lvl="0" marL="457200">
              <a:lnSpc>
                <a:spcPct val="100000"/>
              </a:lnSpc>
              <a:spcBef>
                <a:spcPts val="0"/>
              </a:spcBef>
              <a:spcAft>
                <a:spcPts val="0"/>
              </a:spcAft>
              <a:buSzPts val="1800"/>
              <a:buNone/>
              <a:defRPr/>
            </a:lvl1pPr>
          </a:lstStyle>
          <a:p/>
        </p:txBody>
      </p:sp>
      <p:sp>
        <p:nvSpPr>
          <p:cNvPr id="43" name="Google Shape;43;p10"/>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4" name="Shape 44"/>
        <p:cNvGrpSpPr/>
        <p:nvPr/>
      </p:nvGrpSpPr>
      <p:grpSpPr>
        <a:xfrm>
          <a:off x="0" y="0"/>
          <a:ext cx="0" cy="0"/>
          <a:chOff x="0" y="0"/>
          <a:chExt cx="0" cy="0"/>
        </a:xfrm>
      </p:grpSpPr>
      <p:sp>
        <p:nvSpPr>
          <p:cNvPr id="45" name="Google Shape;45;p11"/>
          <p:cNvSpPr txBox="1"/>
          <p:nvPr>
            <p:ph hasCustomPrompt="1" type="title"/>
          </p:nvPr>
        </p:nvSpPr>
        <p:spPr>
          <a:xfrm>
            <a:off x="311700" y="1106125"/>
            <a:ext cx="8520600" cy="1963500"/>
          </a:xfrm>
          <a:prstGeom prst="rect">
            <a:avLst/>
          </a:prstGeom>
        </p:spPr>
        <p:txBody>
          <a:bodyPr anchorCtr="0" anchor="b" bIns="91425" lIns="91425" spcFirstLastPara="1" rIns="91425" wrap="square" tIns="91425">
            <a:norm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6" name="Google Shape;46;p11"/>
          <p:cNvSpPr txBox="1"/>
          <p:nvPr>
            <p:ph idx="1" type="body"/>
          </p:nvPr>
        </p:nvSpPr>
        <p:spPr>
          <a:xfrm>
            <a:off x="311700" y="3152225"/>
            <a:ext cx="8520600" cy="1300800"/>
          </a:xfrm>
          <a:prstGeom prst="rect">
            <a:avLst/>
          </a:prstGeom>
        </p:spPr>
        <p:txBody>
          <a:bodyPr anchorCtr="0" anchor="t" bIns="91425" lIns="91425" spcFirstLastPara="1" rIns="91425" wrap="square" tIns="91425">
            <a:normAutofit/>
          </a:bodyPr>
          <a:lstStyle>
            <a:lvl1pPr indent="-342900" lvl="0" marL="457200" algn="ctr">
              <a:spcBef>
                <a:spcPts val="0"/>
              </a:spcBef>
              <a:spcAft>
                <a:spcPts val="0"/>
              </a:spcAft>
              <a:buSzPts val="1800"/>
              <a:buChar char="●"/>
              <a:defRPr/>
            </a:lvl1pPr>
            <a:lvl2pPr indent="-317500" lvl="1" marL="914400" algn="ctr">
              <a:spcBef>
                <a:spcPts val="0"/>
              </a:spcBef>
              <a:spcAft>
                <a:spcPts val="0"/>
              </a:spcAft>
              <a:buSzPts val="1400"/>
              <a:buChar char="○"/>
              <a:defRPr/>
            </a:lvl2pPr>
            <a:lvl3pPr indent="-317500" lvl="2" marL="1371600" algn="ctr">
              <a:spcBef>
                <a:spcPts val="0"/>
              </a:spcBef>
              <a:spcAft>
                <a:spcPts val="0"/>
              </a:spcAft>
              <a:buSzPts val="1400"/>
              <a:buChar char="■"/>
              <a:defRPr/>
            </a:lvl3pPr>
            <a:lvl4pPr indent="-317500" lvl="3" marL="1828800" algn="ctr">
              <a:spcBef>
                <a:spcPts val="0"/>
              </a:spcBef>
              <a:spcAft>
                <a:spcPts val="0"/>
              </a:spcAft>
              <a:buSzPts val="1400"/>
              <a:buChar char="●"/>
              <a:defRPr/>
            </a:lvl4pPr>
            <a:lvl5pPr indent="-317500" lvl="4" marL="2286000" algn="ctr">
              <a:spcBef>
                <a:spcPts val="0"/>
              </a:spcBef>
              <a:spcAft>
                <a:spcPts val="0"/>
              </a:spcAft>
              <a:buSzPts val="1400"/>
              <a:buChar char="○"/>
              <a:defRPr/>
            </a:lvl5pPr>
            <a:lvl6pPr indent="-317500" lvl="5" marL="2743200" algn="ctr">
              <a:spcBef>
                <a:spcPts val="0"/>
              </a:spcBef>
              <a:spcAft>
                <a:spcPts val="0"/>
              </a:spcAft>
              <a:buSzPts val="1400"/>
              <a:buChar char="■"/>
              <a:defRPr/>
            </a:lvl6pPr>
            <a:lvl7pPr indent="-317500" lvl="6" marL="3200400" algn="ctr">
              <a:spcBef>
                <a:spcPts val="0"/>
              </a:spcBef>
              <a:spcAft>
                <a:spcPts val="0"/>
              </a:spcAft>
              <a:buSzPts val="1400"/>
              <a:buChar char="●"/>
              <a:defRPr/>
            </a:lvl7pPr>
            <a:lvl8pPr indent="-317500" lvl="7" marL="3657600" algn="ctr">
              <a:spcBef>
                <a:spcPts val="0"/>
              </a:spcBef>
              <a:spcAft>
                <a:spcPts val="0"/>
              </a:spcAft>
              <a:buSzPts val="1400"/>
              <a:buChar char="○"/>
              <a:defRPr/>
            </a:lvl8pPr>
            <a:lvl9pPr indent="-317500" lvl="8" marL="4114800" algn="ctr">
              <a:spcBef>
                <a:spcPts val="0"/>
              </a:spcBef>
              <a:spcAft>
                <a:spcPts val="0"/>
              </a:spcAft>
              <a:buSzPts val="1400"/>
              <a:buChar char="■"/>
              <a:defRPr/>
            </a:lvl9pPr>
          </a:lstStyle>
          <a:p/>
        </p:txBody>
      </p:sp>
      <p:sp>
        <p:nvSpPr>
          <p:cNvPr id="47" name="Google Shape;47;p11"/>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48" name="Shape 48"/>
        <p:cNvGrpSpPr/>
        <p:nvPr/>
      </p:nvGrpSpPr>
      <p:grpSpPr>
        <a:xfrm>
          <a:off x="0" y="0"/>
          <a:ext cx="0" cy="0"/>
          <a:chOff x="0" y="0"/>
          <a:chExt cx="0" cy="0"/>
        </a:xfrm>
      </p:grpSpPr>
      <p:sp>
        <p:nvSpPr>
          <p:cNvPr id="49" name="Google Shape;49;p12"/>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50" name="Shape 50"/>
        <p:cNvGrpSpPr/>
        <p:nvPr/>
      </p:nvGrpSpPr>
      <p:grpSpPr>
        <a:xfrm>
          <a:off x="0" y="0"/>
          <a:ext cx="0" cy="0"/>
          <a:chOff x="0" y="0"/>
          <a:chExt cx="0" cy="0"/>
        </a:xfrm>
      </p:grpSpPr>
      <p:sp>
        <p:nvSpPr>
          <p:cNvPr id="51" name="Google Shape;51;p13"/>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rmAutofit/>
          </a:bodyPr>
          <a:lstStyle>
            <a:lvl1pPr lvl="0" algn="ctr">
              <a:spcBef>
                <a:spcPts val="0"/>
              </a:spcBef>
              <a:spcAft>
                <a:spcPts val="0"/>
              </a:spcAft>
              <a:buClr>
                <a:schemeClr val="lt1"/>
              </a:buClr>
              <a:buSzPts val="3600"/>
              <a:buNone/>
              <a:defRPr>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52" name="Shape 52"/>
        <p:cNvGrpSpPr/>
        <p:nvPr/>
      </p:nvGrpSpPr>
      <p:grpSpPr>
        <a:xfrm>
          <a:off x="0" y="0"/>
          <a:ext cx="0" cy="0"/>
          <a:chOff x="0" y="0"/>
          <a:chExt cx="0" cy="0"/>
        </a:xfrm>
      </p:grpSpPr>
      <p:sp>
        <p:nvSpPr>
          <p:cNvPr id="53" name="Google Shape;53;p14"/>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14"/>
          <p:cNvSpPr txBox="1"/>
          <p:nvPr>
            <p:ph type="title"/>
          </p:nvPr>
        </p:nvSpPr>
        <p:spPr>
          <a:xfrm>
            <a:off x="948875" y="1767400"/>
            <a:ext cx="2518200" cy="507000"/>
          </a:xfrm>
          <a:prstGeom prst="rect">
            <a:avLst/>
          </a:prstGeom>
        </p:spPr>
        <p:txBody>
          <a:bodyPr anchorCtr="0" anchor="t" bIns="91425" lIns="91425" spcFirstLastPara="1" rIns="91425" wrap="square" tIns="91425">
            <a:norm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55" name="Google Shape;55;p14"/>
          <p:cNvSpPr txBox="1"/>
          <p:nvPr>
            <p:ph idx="1" type="subTitle"/>
          </p:nvPr>
        </p:nvSpPr>
        <p:spPr>
          <a:xfrm>
            <a:off x="948875" y="2274200"/>
            <a:ext cx="2518200" cy="1233600"/>
          </a:xfrm>
          <a:prstGeom prst="rect">
            <a:avLst/>
          </a:prstGeom>
        </p:spPr>
        <p:txBody>
          <a:bodyPr anchorCtr="0" anchor="t" bIns="91425" lIns="91425" spcFirstLastPara="1" rIns="91425" wrap="square" tIns="91425">
            <a:norm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60" name="Shape 60"/>
        <p:cNvGrpSpPr/>
        <p:nvPr/>
      </p:nvGrpSpPr>
      <p:grpSpPr>
        <a:xfrm>
          <a:off x="0" y="0"/>
          <a:ext cx="0" cy="0"/>
          <a:chOff x="0" y="0"/>
          <a:chExt cx="0" cy="0"/>
        </a:xfrm>
      </p:grpSpPr>
      <p:sp>
        <p:nvSpPr>
          <p:cNvPr id="61" name="Google Shape;61;p1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16"/>
          <p:cNvSpPr txBox="1"/>
          <p:nvPr>
            <p:ph type="ctrTitle"/>
          </p:nvPr>
        </p:nvSpPr>
        <p:spPr>
          <a:xfrm>
            <a:off x="2048825" y="848600"/>
            <a:ext cx="5046300" cy="10305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63" name="Google Shape;63;p16"/>
          <p:cNvSpPr txBox="1"/>
          <p:nvPr>
            <p:ph idx="1" type="subTitle"/>
          </p:nvPr>
        </p:nvSpPr>
        <p:spPr>
          <a:xfrm>
            <a:off x="2048825" y="3798375"/>
            <a:ext cx="50463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4" name="Google Shape;64;p16"/>
          <p:cNvSpPr txBox="1"/>
          <p:nvPr>
            <p:ph idx="2" type="subTitle"/>
          </p:nvPr>
        </p:nvSpPr>
        <p:spPr>
          <a:xfrm>
            <a:off x="2902475" y="1879100"/>
            <a:ext cx="3339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65" name="Shape 65"/>
        <p:cNvGrpSpPr/>
        <p:nvPr/>
      </p:nvGrpSpPr>
      <p:grpSpPr>
        <a:xfrm>
          <a:off x="0" y="0"/>
          <a:ext cx="0" cy="0"/>
          <a:chOff x="0" y="0"/>
          <a:chExt cx="0" cy="0"/>
        </a:xfrm>
      </p:grpSpPr>
      <p:sp>
        <p:nvSpPr>
          <p:cNvPr id="66" name="Google Shape;66;p1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17"/>
          <p:cNvSpPr/>
          <p:nvPr/>
        </p:nvSpPr>
        <p:spPr>
          <a:xfrm flipH="1" rot="-5400000">
            <a:off x="-1114550" y="743900"/>
            <a:ext cx="3655500" cy="3655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17"/>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69" name="Google Shape;69;p17"/>
          <p:cNvSpPr txBox="1"/>
          <p:nvPr>
            <p:ph hasCustomPrompt="1" idx="2" type="title"/>
          </p:nvPr>
        </p:nvSpPr>
        <p:spPr>
          <a:xfrm>
            <a:off x="821288" y="157487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70" name="Google Shape;70;p17"/>
          <p:cNvSpPr txBox="1"/>
          <p:nvPr>
            <p:ph idx="1" type="subTitle"/>
          </p:nvPr>
        </p:nvSpPr>
        <p:spPr>
          <a:xfrm>
            <a:off x="2971613" y="32407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71" name="Shape 71"/>
        <p:cNvGrpSpPr/>
        <p:nvPr/>
      </p:nvGrpSpPr>
      <p:grpSpPr>
        <a:xfrm>
          <a:off x="0" y="0"/>
          <a:ext cx="0" cy="0"/>
          <a:chOff x="0" y="0"/>
          <a:chExt cx="0" cy="0"/>
        </a:xfrm>
      </p:grpSpPr>
      <p:grpSp>
        <p:nvGrpSpPr>
          <p:cNvPr id="72" name="Google Shape;72;p18"/>
          <p:cNvGrpSpPr/>
          <p:nvPr/>
        </p:nvGrpSpPr>
        <p:grpSpPr>
          <a:xfrm>
            <a:off x="713225" y="539500"/>
            <a:ext cx="7717500" cy="4064400"/>
            <a:chOff x="713225" y="539500"/>
            <a:chExt cx="7717500" cy="4064400"/>
          </a:xfrm>
        </p:grpSpPr>
        <p:cxnSp>
          <p:nvCxnSpPr>
            <p:cNvPr id="73" name="Google Shape;73;p1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74" name="Google Shape;74;p1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 name="Google Shape;75;p1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6" name="Google Shape;76;p18"/>
          <p:cNvSpPr txBox="1"/>
          <p:nvPr>
            <p:ph idx="1" type="subTitle"/>
          </p:nvPr>
        </p:nvSpPr>
        <p:spPr>
          <a:xfrm>
            <a:off x="2817300" y="2114400"/>
            <a:ext cx="3509400" cy="1529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6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77" name="Shape 77"/>
        <p:cNvGrpSpPr/>
        <p:nvPr/>
      </p:nvGrpSpPr>
      <p:grpSpPr>
        <a:xfrm>
          <a:off x="0" y="0"/>
          <a:ext cx="0" cy="0"/>
          <a:chOff x="0" y="0"/>
          <a:chExt cx="0" cy="0"/>
        </a:xfrm>
      </p:grpSpPr>
      <p:grpSp>
        <p:nvGrpSpPr>
          <p:cNvPr id="78" name="Google Shape;78;p19"/>
          <p:cNvGrpSpPr/>
          <p:nvPr/>
        </p:nvGrpSpPr>
        <p:grpSpPr>
          <a:xfrm>
            <a:off x="713225" y="539500"/>
            <a:ext cx="7717500" cy="4064400"/>
            <a:chOff x="713225" y="539500"/>
            <a:chExt cx="7717500" cy="4064400"/>
          </a:xfrm>
        </p:grpSpPr>
        <p:sp>
          <p:nvSpPr>
            <p:cNvPr id="79" name="Google Shape;79;p1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 name="Google Shape;80;p1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1" name="Google Shape;81;p1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2" name="Google Shape;82;p19"/>
          <p:cNvSpPr txBox="1"/>
          <p:nvPr>
            <p:ph idx="1" type="subTitle"/>
          </p:nvPr>
        </p:nvSpPr>
        <p:spPr>
          <a:xfrm>
            <a:off x="1425525" y="32987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3" name="Google Shape;83;p19"/>
          <p:cNvSpPr txBox="1"/>
          <p:nvPr>
            <p:ph idx="2" type="subTitle"/>
          </p:nvPr>
        </p:nvSpPr>
        <p:spPr>
          <a:xfrm>
            <a:off x="1425525" y="2867137"/>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4" name="Google Shape;84;p19"/>
          <p:cNvSpPr txBox="1"/>
          <p:nvPr>
            <p:ph idx="3" type="subTitle"/>
          </p:nvPr>
        </p:nvSpPr>
        <p:spPr>
          <a:xfrm>
            <a:off x="5333725" y="32885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5" name="Google Shape;85;p19"/>
          <p:cNvSpPr txBox="1"/>
          <p:nvPr>
            <p:ph idx="4" type="subTitle"/>
          </p:nvPr>
        </p:nvSpPr>
        <p:spPr>
          <a:xfrm>
            <a:off x="5333725" y="28586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86" name="Shape 86"/>
        <p:cNvGrpSpPr/>
        <p:nvPr/>
      </p:nvGrpSpPr>
      <p:grpSpPr>
        <a:xfrm>
          <a:off x="0" y="0"/>
          <a:ext cx="0" cy="0"/>
          <a:chOff x="0" y="0"/>
          <a:chExt cx="0" cy="0"/>
        </a:xfrm>
      </p:grpSpPr>
      <p:grpSp>
        <p:nvGrpSpPr>
          <p:cNvPr id="87" name="Google Shape;87;p20"/>
          <p:cNvGrpSpPr/>
          <p:nvPr/>
        </p:nvGrpSpPr>
        <p:grpSpPr>
          <a:xfrm>
            <a:off x="713225" y="539500"/>
            <a:ext cx="7717500" cy="4064400"/>
            <a:chOff x="713225" y="539500"/>
            <a:chExt cx="7717500" cy="4064400"/>
          </a:xfrm>
        </p:grpSpPr>
        <p:sp>
          <p:nvSpPr>
            <p:cNvPr id="88" name="Google Shape;88;p2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 name="Google Shape;89;p2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0" name="Google Shape;90;p2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91" name="Shape 91"/>
        <p:cNvGrpSpPr/>
        <p:nvPr/>
      </p:nvGrpSpPr>
      <p:grpSpPr>
        <a:xfrm>
          <a:off x="0" y="0"/>
          <a:ext cx="0" cy="0"/>
          <a:chOff x="0" y="0"/>
          <a:chExt cx="0" cy="0"/>
        </a:xfrm>
      </p:grpSpPr>
      <p:grpSp>
        <p:nvGrpSpPr>
          <p:cNvPr id="92" name="Google Shape;92;p21"/>
          <p:cNvGrpSpPr/>
          <p:nvPr/>
        </p:nvGrpSpPr>
        <p:grpSpPr>
          <a:xfrm>
            <a:off x="713225" y="539500"/>
            <a:ext cx="7717500" cy="4064400"/>
            <a:chOff x="713225" y="539500"/>
            <a:chExt cx="7717500" cy="4064400"/>
          </a:xfrm>
        </p:grpSpPr>
        <p:cxnSp>
          <p:nvCxnSpPr>
            <p:cNvPr id="93" name="Google Shape;93;p2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94" name="Google Shape;94;p2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 name="Google Shape;95;p2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6" name="Google Shape;96;p21"/>
          <p:cNvSpPr txBox="1"/>
          <p:nvPr>
            <p:ph idx="1" type="subTitle"/>
          </p:nvPr>
        </p:nvSpPr>
        <p:spPr>
          <a:xfrm>
            <a:off x="2105700" y="1543900"/>
            <a:ext cx="4932600" cy="2550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800"/>
              <a:buChar char="●"/>
              <a:defRPr sz="1600">
                <a:solidFill>
                  <a:schemeClr val="lt1"/>
                </a:solidFill>
              </a:defRPr>
            </a:lvl1pPr>
            <a:lvl2pPr lvl="1">
              <a:lnSpc>
                <a:spcPct val="100000"/>
              </a:lnSpc>
              <a:spcBef>
                <a:spcPts val="0"/>
              </a:spcBef>
              <a:spcAft>
                <a:spcPts val="0"/>
              </a:spcAft>
              <a:buClr>
                <a:schemeClr val="lt1"/>
              </a:buClr>
              <a:buSzPts val="2800"/>
              <a:buChar char="○"/>
              <a:defRPr sz="2800">
                <a:solidFill>
                  <a:schemeClr val="lt1"/>
                </a:solidFill>
              </a:defRPr>
            </a:lvl2pPr>
            <a:lvl3pPr lvl="2">
              <a:lnSpc>
                <a:spcPct val="100000"/>
              </a:lnSpc>
              <a:spcBef>
                <a:spcPts val="0"/>
              </a:spcBef>
              <a:spcAft>
                <a:spcPts val="0"/>
              </a:spcAft>
              <a:buClr>
                <a:schemeClr val="lt1"/>
              </a:buClr>
              <a:buSzPts val="2800"/>
              <a:buChar char="■"/>
              <a:defRPr sz="2800">
                <a:solidFill>
                  <a:schemeClr val="lt1"/>
                </a:solidFill>
              </a:defRPr>
            </a:lvl3pPr>
            <a:lvl4pPr lvl="3">
              <a:lnSpc>
                <a:spcPct val="100000"/>
              </a:lnSpc>
              <a:spcBef>
                <a:spcPts val="0"/>
              </a:spcBef>
              <a:spcAft>
                <a:spcPts val="0"/>
              </a:spcAft>
              <a:buClr>
                <a:schemeClr val="lt1"/>
              </a:buClr>
              <a:buSzPts val="2800"/>
              <a:buChar char="●"/>
              <a:defRPr sz="2800">
                <a:solidFill>
                  <a:schemeClr val="lt1"/>
                </a:solidFill>
              </a:defRPr>
            </a:lvl4pPr>
            <a:lvl5pPr lvl="4">
              <a:lnSpc>
                <a:spcPct val="100000"/>
              </a:lnSpc>
              <a:spcBef>
                <a:spcPts val="0"/>
              </a:spcBef>
              <a:spcAft>
                <a:spcPts val="0"/>
              </a:spcAft>
              <a:buClr>
                <a:schemeClr val="lt1"/>
              </a:buClr>
              <a:buSzPts val="2800"/>
              <a:buChar char="○"/>
              <a:defRPr sz="2800">
                <a:solidFill>
                  <a:schemeClr val="lt1"/>
                </a:solidFill>
              </a:defRPr>
            </a:lvl5pPr>
            <a:lvl6pPr lvl="5">
              <a:lnSpc>
                <a:spcPct val="100000"/>
              </a:lnSpc>
              <a:spcBef>
                <a:spcPts val="0"/>
              </a:spcBef>
              <a:spcAft>
                <a:spcPts val="0"/>
              </a:spcAft>
              <a:buClr>
                <a:schemeClr val="lt1"/>
              </a:buClr>
              <a:buSzPts val="2800"/>
              <a:buChar char="■"/>
              <a:defRPr sz="2800">
                <a:solidFill>
                  <a:schemeClr val="lt1"/>
                </a:solidFill>
              </a:defRPr>
            </a:lvl6pPr>
            <a:lvl7pPr lvl="6">
              <a:lnSpc>
                <a:spcPct val="100000"/>
              </a:lnSpc>
              <a:spcBef>
                <a:spcPts val="0"/>
              </a:spcBef>
              <a:spcAft>
                <a:spcPts val="0"/>
              </a:spcAft>
              <a:buClr>
                <a:schemeClr val="lt1"/>
              </a:buClr>
              <a:buSzPts val="2800"/>
              <a:buChar char="●"/>
              <a:defRPr sz="2800">
                <a:solidFill>
                  <a:schemeClr val="lt1"/>
                </a:solidFill>
              </a:defRPr>
            </a:lvl7pPr>
            <a:lvl8pPr lvl="7">
              <a:lnSpc>
                <a:spcPct val="100000"/>
              </a:lnSpc>
              <a:spcBef>
                <a:spcPts val="0"/>
              </a:spcBef>
              <a:spcAft>
                <a:spcPts val="0"/>
              </a:spcAft>
              <a:buClr>
                <a:schemeClr val="lt1"/>
              </a:buClr>
              <a:buSzPts val="2800"/>
              <a:buChar char="○"/>
              <a:defRPr sz="2800">
                <a:solidFill>
                  <a:schemeClr val="lt1"/>
                </a:solidFill>
              </a:defRPr>
            </a:lvl8pPr>
            <a:lvl9pPr lvl="8">
              <a:lnSpc>
                <a:spcPct val="100000"/>
              </a:lnSpc>
              <a:spcBef>
                <a:spcPts val="0"/>
              </a:spcBef>
              <a:spcAft>
                <a:spcPts val="0"/>
              </a:spcAft>
              <a:buClr>
                <a:schemeClr val="lt1"/>
              </a:buClr>
              <a:buSzPts val="2800"/>
              <a:buChar char="■"/>
              <a:defRPr sz="2800">
                <a:solidFill>
                  <a:schemeClr val="lt1"/>
                </a:solidFill>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97" name="Shape 97"/>
        <p:cNvGrpSpPr/>
        <p:nvPr/>
      </p:nvGrpSpPr>
      <p:grpSpPr>
        <a:xfrm>
          <a:off x="0" y="0"/>
          <a:ext cx="0" cy="0"/>
          <a:chOff x="0" y="0"/>
          <a:chExt cx="0" cy="0"/>
        </a:xfrm>
      </p:grpSpPr>
      <p:sp>
        <p:nvSpPr>
          <p:cNvPr id="98" name="Google Shape;98;p2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2"/>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100" name="Shape 100"/>
        <p:cNvGrpSpPr/>
        <p:nvPr/>
      </p:nvGrpSpPr>
      <p:grpSpPr>
        <a:xfrm>
          <a:off x="0" y="0"/>
          <a:ext cx="0" cy="0"/>
          <a:chOff x="0" y="0"/>
          <a:chExt cx="0" cy="0"/>
        </a:xfrm>
      </p:grpSpPr>
      <p:grpSp>
        <p:nvGrpSpPr>
          <p:cNvPr id="101" name="Google Shape;101;p23"/>
          <p:cNvGrpSpPr/>
          <p:nvPr/>
        </p:nvGrpSpPr>
        <p:grpSpPr>
          <a:xfrm>
            <a:off x="713225" y="539500"/>
            <a:ext cx="7717500" cy="4064400"/>
            <a:chOff x="713225" y="539500"/>
            <a:chExt cx="7717500" cy="4064400"/>
          </a:xfrm>
        </p:grpSpPr>
        <p:cxnSp>
          <p:nvCxnSpPr>
            <p:cNvPr id="102" name="Google Shape;102;p2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03" name="Google Shape;103;p2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 name="Google Shape;104;p23"/>
            <p:cNvCxnSpPr/>
            <p:nvPr/>
          </p:nvCxnSpPr>
          <p:spPr>
            <a:xfrm rot="10800000">
              <a:off x="4876775" y="1096300"/>
              <a:ext cx="0" cy="3507600"/>
            </a:xfrm>
            <a:prstGeom prst="straightConnector1">
              <a:avLst/>
            </a:prstGeom>
            <a:noFill/>
            <a:ln cap="flat" cmpd="sng" w="38100">
              <a:solidFill>
                <a:schemeClr val="accent1"/>
              </a:solidFill>
              <a:prstDash val="solid"/>
              <a:round/>
              <a:headEnd len="med" w="med" type="none"/>
              <a:tailEnd len="med" w="med" type="none"/>
            </a:ln>
          </p:spPr>
        </p:cxnSp>
      </p:grpSp>
      <p:sp>
        <p:nvSpPr>
          <p:cNvPr id="105" name="Google Shape;105;p2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6" name="Google Shape;106;p23"/>
          <p:cNvSpPr txBox="1"/>
          <p:nvPr>
            <p:ph idx="1" type="subTitle"/>
          </p:nvPr>
        </p:nvSpPr>
        <p:spPr>
          <a:xfrm>
            <a:off x="1312950" y="2327975"/>
            <a:ext cx="2973000" cy="13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07" name="Google Shape;107;p23"/>
          <p:cNvSpPr txBox="1"/>
          <p:nvPr>
            <p:ph idx="2" type="subTitle"/>
          </p:nvPr>
        </p:nvSpPr>
        <p:spPr>
          <a:xfrm>
            <a:off x="1312950" y="1809275"/>
            <a:ext cx="29730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108" name="Shape 108"/>
        <p:cNvGrpSpPr/>
        <p:nvPr/>
      </p:nvGrpSpPr>
      <p:grpSpPr>
        <a:xfrm>
          <a:off x="0" y="0"/>
          <a:ext cx="0" cy="0"/>
          <a:chOff x="0" y="0"/>
          <a:chExt cx="0" cy="0"/>
        </a:xfrm>
      </p:grpSpPr>
      <p:sp>
        <p:nvSpPr>
          <p:cNvPr id="109" name="Google Shape;109;p24"/>
          <p:cNvSpPr txBox="1"/>
          <p:nvPr>
            <p:ph type="title"/>
          </p:nvPr>
        </p:nvSpPr>
        <p:spPr>
          <a:xfrm>
            <a:off x="865625" y="3328700"/>
            <a:ext cx="6367800" cy="1427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3600"/>
              <a:buNone/>
              <a:defRPr sz="3600">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110" name="Shape 110"/>
        <p:cNvGrpSpPr/>
        <p:nvPr/>
      </p:nvGrpSpPr>
      <p:grpSpPr>
        <a:xfrm>
          <a:off x="0" y="0"/>
          <a:ext cx="0" cy="0"/>
          <a:chOff x="0" y="0"/>
          <a:chExt cx="0" cy="0"/>
        </a:xfrm>
      </p:grpSpPr>
      <p:sp>
        <p:nvSpPr>
          <p:cNvPr id="111" name="Google Shape;111;p2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5"/>
          <p:cNvSpPr txBox="1"/>
          <p:nvPr>
            <p:ph hasCustomPrompt="1" type="title"/>
          </p:nvPr>
        </p:nvSpPr>
        <p:spPr>
          <a:xfrm>
            <a:off x="994200" y="1505850"/>
            <a:ext cx="7155600" cy="13323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13" name="Google Shape;113;p25"/>
          <p:cNvSpPr txBox="1"/>
          <p:nvPr>
            <p:ph idx="1" type="subTitle"/>
          </p:nvPr>
        </p:nvSpPr>
        <p:spPr>
          <a:xfrm>
            <a:off x="994200" y="2838150"/>
            <a:ext cx="4774200" cy="79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14" name="Shape 114"/>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115" name="Shape 115"/>
        <p:cNvGrpSpPr/>
        <p:nvPr/>
      </p:nvGrpSpPr>
      <p:grpSpPr>
        <a:xfrm>
          <a:off x="0" y="0"/>
          <a:ext cx="0" cy="0"/>
          <a:chOff x="0" y="0"/>
          <a:chExt cx="0" cy="0"/>
        </a:xfrm>
      </p:grpSpPr>
      <p:sp>
        <p:nvSpPr>
          <p:cNvPr id="116" name="Google Shape;116;p27"/>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117" name="Shape 117"/>
        <p:cNvGrpSpPr/>
        <p:nvPr/>
      </p:nvGrpSpPr>
      <p:grpSpPr>
        <a:xfrm>
          <a:off x="0" y="0"/>
          <a:ext cx="0" cy="0"/>
          <a:chOff x="0" y="0"/>
          <a:chExt cx="0" cy="0"/>
        </a:xfrm>
      </p:grpSpPr>
      <p:grpSp>
        <p:nvGrpSpPr>
          <p:cNvPr id="118" name="Google Shape;118;p28"/>
          <p:cNvGrpSpPr/>
          <p:nvPr/>
        </p:nvGrpSpPr>
        <p:grpSpPr>
          <a:xfrm>
            <a:off x="713200" y="539513"/>
            <a:ext cx="7717600" cy="4064400"/>
            <a:chOff x="713125" y="539500"/>
            <a:chExt cx="7717600" cy="4064400"/>
          </a:xfrm>
        </p:grpSpPr>
        <p:cxnSp>
          <p:nvCxnSpPr>
            <p:cNvPr id="119" name="Google Shape;119;p28"/>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20" name="Google Shape;120;p2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1" name="Google Shape;121;p28"/>
            <p:cNvCxnSpPr>
              <a:stCxn id="120" idx="2"/>
            </p:cNvCxnSpPr>
            <p:nvPr/>
          </p:nvCxnSpPr>
          <p:spPr>
            <a:xfrm rot="10800000">
              <a:off x="45719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122" name="Google Shape;122;p28"/>
            <p:cNvCxnSpPr/>
            <p:nvPr/>
          </p:nvCxnSpPr>
          <p:spPr>
            <a:xfrm rot="10800000">
              <a:off x="713125" y="2912025"/>
              <a:ext cx="7709100" cy="0"/>
            </a:xfrm>
            <a:prstGeom prst="straightConnector1">
              <a:avLst/>
            </a:prstGeom>
            <a:noFill/>
            <a:ln cap="flat" cmpd="sng" w="38100">
              <a:solidFill>
                <a:schemeClr val="accent1"/>
              </a:solidFill>
              <a:prstDash val="solid"/>
              <a:round/>
              <a:headEnd len="med" w="med" type="none"/>
              <a:tailEnd len="med" w="med" type="none"/>
            </a:ln>
          </p:spPr>
        </p:cxnSp>
        <p:cxnSp>
          <p:nvCxnSpPr>
            <p:cNvPr id="123" name="Google Shape;123;p28"/>
            <p:cNvCxnSpPr/>
            <p:nvPr/>
          </p:nvCxnSpPr>
          <p:spPr>
            <a:xfrm rot="10800000">
              <a:off x="17602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124" name="Google Shape;124;p28"/>
            <p:cNvCxnSpPr/>
            <p:nvPr/>
          </p:nvCxnSpPr>
          <p:spPr>
            <a:xfrm rot="10800000">
              <a:off x="7378100" y="1254400"/>
              <a:ext cx="0" cy="3349500"/>
            </a:xfrm>
            <a:prstGeom prst="straightConnector1">
              <a:avLst/>
            </a:prstGeom>
            <a:noFill/>
            <a:ln cap="flat" cmpd="sng" w="38100">
              <a:solidFill>
                <a:schemeClr val="accent1"/>
              </a:solidFill>
              <a:prstDash val="solid"/>
              <a:round/>
              <a:headEnd len="med" w="med" type="none"/>
              <a:tailEnd len="med" w="med" type="none"/>
            </a:ln>
          </p:spPr>
        </p:cxnSp>
      </p:grpSp>
      <p:sp>
        <p:nvSpPr>
          <p:cNvPr id="125" name="Google Shape;125;p28"/>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26" name="Google Shape;126;p28"/>
          <p:cNvSpPr txBox="1"/>
          <p:nvPr>
            <p:ph idx="1" type="subTitle"/>
          </p:nvPr>
        </p:nvSpPr>
        <p:spPr>
          <a:xfrm>
            <a:off x="1924988" y="2036825"/>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27" name="Google Shape;127;p28"/>
          <p:cNvSpPr txBox="1"/>
          <p:nvPr>
            <p:ph idx="2" type="subTitle"/>
          </p:nvPr>
        </p:nvSpPr>
        <p:spPr>
          <a:xfrm>
            <a:off x="1924988" y="1518125"/>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8" name="Google Shape;128;p28"/>
          <p:cNvSpPr txBox="1"/>
          <p:nvPr>
            <p:ph hasCustomPrompt="1" idx="3" type="title"/>
          </p:nvPr>
        </p:nvSpPr>
        <p:spPr>
          <a:xfrm>
            <a:off x="8197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129" name="Google Shape;129;p28"/>
          <p:cNvSpPr txBox="1"/>
          <p:nvPr>
            <p:ph idx="4" type="subTitle"/>
          </p:nvPr>
        </p:nvSpPr>
        <p:spPr>
          <a:xfrm>
            <a:off x="4760188" y="2036825"/>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130" name="Google Shape;130;p28"/>
          <p:cNvSpPr txBox="1"/>
          <p:nvPr>
            <p:ph idx="5" type="subTitle"/>
          </p:nvPr>
        </p:nvSpPr>
        <p:spPr>
          <a:xfrm>
            <a:off x="4760188" y="1518125"/>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31" name="Google Shape;131;p28"/>
          <p:cNvSpPr txBox="1"/>
          <p:nvPr>
            <p:ph hasCustomPrompt="1" idx="6" type="title"/>
          </p:nvPr>
        </p:nvSpPr>
        <p:spPr>
          <a:xfrm>
            <a:off x="74842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132" name="Google Shape;132;p28"/>
          <p:cNvSpPr txBox="1"/>
          <p:nvPr>
            <p:ph idx="7" type="subTitle"/>
          </p:nvPr>
        </p:nvSpPr>
        <p:spPr>
          <a:xfrm>
            <a:off x="1924988" y="3691200"/>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33" name="Google Shape;133;p28"/>
          <p:cNvSpPr txBox="1"/>
          <p:nvPr>
            <p:ph idx="8" type="subTitle"/>
          </p:nvPr>
        </p:nvSpPr>
        <p:spPr>
          <a:xfrm>
            <a:off x="1924988" y="3172500"/>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4" name="Google Shape;134;p28"/>
          <p:cNvSpPr txBox="1"/>
          <p:nvPr>
            <p:ph hasCustomPrompt="1" idx="9" type="title"/>
          </p:nvPr>
        </p:nvSpPr>
        <p:spPr>
          <a:xfrm>
            <a:off x="819800" y="346450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135" name="Google Shape;135;p28"/>
          <p:cNvSpPr txBox="1"/>
          <p:nvPr>
            <p:ph idx="13" type="subTitle"/>
          </p:nvPr>
        </p:nvSpPr>
        <p:spPr>
          <a:xfrm>
            <a:off x="4760200" y="3673200"/>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136" name="Google Shape;136;p28"/>
          <p:cNvSpPr txBox="1"/>
          <p:nvPr>
            <p:ph idx="14" type="subTitle"/>
          </p:nvPr>
        </p:nvSpPr>
        <p:spPr>
          <a:xfrm>
            <a:off x="4760200" y="3154500"/>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37" name="Google Shape;137;p28"/>
          <p:cNvSpPr txBox="1"/>
          <p:nvPr>
            <p:ph hasCustomPrompt="1" idx="15" type="title"/>
          </p:nvPr>
        </p:nvSpPr>
        <p:spPr>
          <a:xfrm>
            <a:off x="7488624" y="3475788"/>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
    <p:bg>
      <p:bgPr>
        <a:solidFill>
          <a:schemeClr val="dk1"/>
        </a:solidFill>
      </p:bgPr>
    </p:bg>
    <p:spTree>
      <p:nvGrpSpPr>
        <p:cNvPr id="138" name="Shape 138"/>
        <p:cNvGrpSpPr/>
        <p:nvPr/>
      </p:nvGrpSpPr>
      <p:grpSpPr>
        <a:xfrm>
          <a:off x="0" y="0"/>
          <a:ext cx="0" cy="0"/>
          <a:chOff x="0" y="0"/>
          <a:chExt cx="0" cy="0"/>
        </a:xfrm>
      </p:grpSpPr>
      <p:grpSp>
        <p:nvGrpSpPr>
          <p:cNvPr id="139" name="Google Shape;139;p29"/>
          <p:cNvGrpSpPr/>
          <p:nvPr/>
        </p:nvGrpSpPr>
        <p:grpSpPr>
          <a:xfrm>
            <a:off x="713300" y="539513"/>
            <a:ext cx="7717500" cy="4064400"/>
            <a:chOff x="713225" y="539500"/>
            <a:chExt cx="7717500" cy="4064400"/>
          </a:xfrm>
        </p:grpSpPr>
        <p:cxnSp>
          <p:nvCxnSpPr>
            <p:cNvPr id="140" name="Google Shape;140;p29"/>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41" name="Google Shape;141;p2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 name="Google Shape;142;p29"/>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43" name="Google Shape;143;p29"/>
          <p:cNvSpPr txBox="1"/>
          <p:nvPr>
            <p:ph idx="1" type="subTitle"/>
          </p:nvPr>
        </p:nvSpPr>
        <p:spPr>
          <a:xfrm>
            <a:off x="897170"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44" name="Google Shape;144;p29"/>
          <p:cNvSpPr txBox="1"/>
          <p:nvPr>
            <p:ph idx="2" type="subTitle"/>
          </p:nvPr>
        </p:nvSpPr>
        <p:spPr>
          <a:xfrm>
            <a:off x="897170"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5" name="Google Shape;145;p29"/>
          <p:cNvSpPr txBox="1"/>
          <p:nvPr>
            <p:ph hasCustomPrompt="1" idx="3" type="title"/>
          </p:nvPr>
        </p:nvSpPr>
        <p:spPr>
          <a:xfrm>
            <a:off x="1261666"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146" name="Google Shape;146;p29"/>
          <p:cNvSpPr txBox="1"/>
          <p:nvPr>
            <p:ph idx="4" type="subTitle"/>
          </p:nvPr>
        </p:nvSpPr>
        <p:spPr>
          <a:xfrm>
            <a:off x="47527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147" name="Google Shape;147;p29"/>
          <p:cNvSpPr txBox="1"/>
          <p:nvPr>
            <p:ph idx="5" type="subTitle"/>
          </p:nvPr>
        </p:nvSpPr>
        <p:spPr>
          <a:xfrm>
            <a:off x="47527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48" name="Google Shape;148;p29"/>
          <p:cNvSpPr txBox="1"/>
          <p:nvPr>
            <p:ph hasCustomPrompt="1" idx="6" type="title"/>
          </p:nvPr>
        </p:nvSpPr>
        <p:spPr>
          <a:xfrm>
            <a:off x="5117252"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149" name="Google Shape;149;p29"/>
          <p:cNvSpPr txBox="1"/>
          <p:nvPr>
            <p:ph idx="7" type="subTitle"/>
          </p:nvPr>
        </p:nvSpPr>
        <p:spPr>
          <a:xfrm>
            <a:off x="28249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50" name="Google Shape;150;p29"/>
          <p:cNvSpPr txBox="1"/>
          <p:nvPr>
            <p:ph idx="8" type="subTitle"/>
          </p:nvPr>
        </p:nvSpPr>
        <p:spPr>
          <a:xfrm>
            <a:off x="28249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51" name="Google Shape;151;p29"/>
          <p:cNvSpPr txBox="1"/>
          <p:nvPr>
            <p:ph hasCustomPrompt="1" idx="9" type="title"/>
          </p:nvPr>
        </p:nvSpPr>
        <p:spPr>
          <a:xfrm>
            <a:off x="3189459"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152" name="Google Shape;152;p29"/>
          <p:cNvSpPr txBox="1"/>
          <p:nvPr>
            <p:ph idx="13" type="subTitle"/>
          </p:nvPr>
        </p:nvSpPr>
        <p:spPr>
          <a:xfrm>
            <a:off x="6680545"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153" name="Google Shape;153;p29"/>
          <p:cNvSpPr txBox="1"/>
          <p:nvPr>
            <p:ph idx="14" type="subTitle"/>
          </p:nvPr>
        </p:nvSpPr>
        <p:spPr>
          <a:xfrm>
            <a:off x="6680545"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54" name="Google Shape;154;p29"/>
          <p:cNvSpPr txBox="1"/>
          <p:nvPr>
            <p:ph hasCustomPrompt="1" idx="15" type="title"/>
          </p:nvPr>
        </p:nvSpPr>
        <p:spPr>
          <a:xfrm>
            <a:off x="7045045" y="1975647"/>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dk1"/>
        </a:solidFill>
      </p:bgPr>
    </p:bg>
    <p:spTree>
      <p:nvGrpSpPr>
        <p:cNvPr id="155" name="Shape 155"/>
        <p:cNvGrpSpPr/>
        <p:nvPr/>
      </p:nvGrpSpPr>
      <p:grpSpPr>
        <a:xfrm>
          <a:off x="0" y="0"/>
          <a:ext cx="0" cy="0"/>
          <a:chOff x="0" y="0"/>
          <a:chExt cx="0" cy="0"/>
        </a:xfrm>
      </p:grpSpPr>
      <p:sp>
        <p:nvSpPr>
          <p:cNvPr id="156" name="Google Shape;156;p3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30"/>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58" name="Google Shape;158;p30"/>
          <p:cNvSpPr txBox="1"/>
          <p:nvPr>
            <p:ph hasCustomPrompt="1" idx="2" type="title"/>
          </p:nvPr>
        </p:nvSpPr>
        <p:spPr>
          <a:xfrm>
            <a:off x="1131163" y="96802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159" name="Google Shape;159;p30"/>
          <p:cNvSpPr txBox="1"/>
          <p:nvPr>
            <p:ph idx="1" type="subTitle"/>
          </p:nvPr>
        </p:nvSpPr>
        <p:spPr>
          <a:xfrm>
            <a:off x="1131163" y="37284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
    <p:bg>
      <p:bgPr>
        <a:solidFill>
          <a:schemeClr val="dk1"/>
        </a:solidFill>
      </p:bgPr>
    </p:bg>
    <p:spTree>
      <p:nvGrpSpPr>
        <p:cNvPr id="160" name="Shape 160"/>
        <p:cNvGrpSpPr/>
        <p:nvPr/>
      </p:nvGrpSpPr>
      <p:grpSpPr>
        <a:xfrm>
          <a:off x="0" y="0"/>
          <a:ext cx="0" cy="0"/>
          <a:chOff x="0" y="0"/>
          <a:chExt cx="0" cy="0"/>
        </a:xfrm>
      </p:grpSpPr>
      <p:sp>
        <p:nvSpPr>
          <p:cNvPr id="161" name="Google Shape;161;p3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31"/>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63" name="Google Shape;163;p31"/>
          <p:cNvSpPr txBox="1"/>
          <p:nvPr>
            <p:ph hasCustomPrompt="1" idx="2" type="title"/>
          </p:nvPr>
        </p:nvSpPr>
        <p:spPr>
          <a:xfrm>
            <a:off x="3496800" y="894025"/>
            <a:ext cx="2150400" cy="1665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164" name="Google Shape;164;p31"/>
          <p:cNvSpPr txBox="1"/>
          <p:nvPr>
            <p:ph idx="1" type="subTitle"/>
          </p:nvPr>
        </p:nvSpPr>
        <p:spPr>
          <a:xfrm>
            <a:off x="1896450" y="3802475"/>
            <a:ext cx="53511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165" name="Shape 165"/>
        <p:cNvGrpSpPr/>
        <p:nvPr/>
      </p:nvGrpSpPr>
      <p:grpSpPr>
        <a:xfrm>
          <a:off x="0" y="0"/>
          <a:ext cx="0" cy="0"/>
          <a:chOff x="0" y="0"/>
          <a:chExt cx="0" cy="0"/>
        </a:xfrm>
      </p:grpSpPr>
      <p:sp>
        <p:nvSpPr>
          <p:cNvPr id="166" name="Google Shape;166;p3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32"/>
          <p:cNvSpPr txBox="1"/>
          <p:nvPr>
            <p:ph type="title"/>
          </p:nvPr>
        </p:nvSpPr>
        <p:spPr>
          <a:xfrm>
            <a:off x="1952375" y="3189813"/>
            <a:ext cx="4629600" cy="491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68" name="Google Shape;168;p32"/>
          <p:cNvSpPr txBox="1"/>
          <p:nvPr>
            <p:ph idx="1" type="subTitle"/>
          </p:nvPr>
        </p:nvSpPr>
        <p:spPr>
          <a:xfrm>
            <a:off x="1952375" y="1995238"/>
            <a:ext cx="4629600" cy="111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
    <p:bg>
      <p:bgPr>
        <a:solidFill>
          <a:schemeClr val="dk1"/>
        </a:solidFill>
      </p:bgPr>
    </p:bg>
    <p:spTree>
      <p:nvGrpSpPr>
        <p:cNvPr id="169" name="Shape 169"/>
        <p:cNvGrpSpPr/>
        <p:nvPr/>
      </p:nvGrpSpPr>
      <p:grpSpPr>
        <a:xfrm>
          <a:off x="0" y="0"/>
          <a:ext cx="0" cy="0"/>
          <a:chOff x="0" y="0"/>
          <a:chExt cx="0" cy="0"/>
        </a:xfrm>
      </p:grpSpPr>
      <p:sp>
        <p:nvSpPr>
          <p:cNvPr id="170" name="Google Shape;170;p33"/>
          <p:cNvSpPr txBox="1"/>
          <p:nvPr>
            <p:ph type="title"/>
          </p:nvPr>
        </p:nvSpPr>
        <p:spPr>
          <a:xfrm>
            <a:off x="713250" y="5395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atin typeface="Roboto"/>
                <a:ea typeface="Roboto"/>
                <a:cs typeface="Roboto"/>
                <a:sym typeface="Roboto"/>
              </a:defRPr>
            </a:lvl1pPr>
            <a:lvl2pPr lvl="1">
              <a:spcBef>
                <a:spcPts val="0"/>
              </a:spcBef>
              <a:spcAft>
                <a:spcPts val="0"/>
              </a:spcAft>
              <a:buSzPts val="2800"/>
              <a:buNone/>
              <a:defRPr>
                <a:latin typeface="Roboto"/>
                <a:ea typeface="Roboto"/>
                <a:cs typeface="Roboto"/>
                <a:sym typeface="Roboto"/>
              </a:defRPr>
            </a:lvl2pPr>
            <a:lvl3pPr lvl="2">
              <a:spcBef>
                <a:spcPts val="0"/>
              </a:spcBef>
              <a:spcAft>
                <a:spcPts val="0"/>
              </a:spcAft>
              <a:buSzPts val="2800"/>
              <a:buNone/>
              <a:defRPr>
                <a:latin typeface="Roboto"/>
                <a:ea typeface="Roboto"/>
                <a:cs typeface="Roboto"/>
                <a:sym typeface="Roboto"/>
              </a:defRPr>
            </a:lvl3pPr>
            <a:lvl4pPr lvl="3">
              <a:spcBef>
                <a:spcPts val="0"/>
              </a:spcBef>
              <a:spcAft>
                <a:spcPts val="0"/>
              </a:spcAft>
              <a:buSzPts val="2800"/>
              <a:buNone/>
              <a:defRPr>
                <a:latin typeface="Roboto"/>
                <a:ea typeface="Roboto"/>
                <a:cs typeface="Roboto"/>
                <a:sym typeface="Roboto"/>
              </a:defRPr>
            </a:lvl4pPr>
            <a:lvl5pPr lvl="4">
              <a:spcBef>
                <a:spcPts val="0"/>
              </a:spcBef>
              <a:spcAft>
                <a:spcPts val="0"/>
              </a:spcAft>
              <a:buSzPts val="2800"/>
              <a:buNone/>
              <a:defRPr>
                <a:latin typeface="Roboto"/>
                <a:ea typeface="Roboto"/>
                <a:cs typeface="Roboto"/>
                <a:sym typeface="Roboto"/>
              </a:defRPr>
            </a:lvl5pPr>
            <a:lvl6pPr lvl="5">
              <a:spcBef>
                <a:spcPts val="0"/>
              </a:spcBef>
              <a:spcAft>
                <a:spcPts val="0"/>
              </a:spcAft>
              <a:buSzPts val="2800"/>
              <a:buNone/>
              <a:defRPr>
                <a:latin typeface="Roboto"/>
                <a:ea typeface="Roboto"/>
                <a:cs typeface="Roboto"/>
                <a:sym typeface="Roboto"/>
              </a:defRPr>
            </a:lvl6pPr>
            <a:lvl7pPr lvl="6">
              <a:spcBef>
                <a:spcPts val="0"/>
              </a:spcBef>
              <a:spcAft>
                <a:spcPts val="0"/>
              </a:spcAft>
              <a:buSzPts val="2800"/>
              <a:buNone/>
              <a:defRPr>
                <a:latin typeface="Roboto"/>
                <a:ea typeface="Roboto"/>
                <a:cs typeface="Roboto"/>
                <a:sym typeface="Roboto"/>
              </a:defRPr>
            </a:lvl7pPr>
            <a:lvl8pPr lvl="7">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171" name="Google Shape;171;p3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33"/>
          <p:cNvSpPr txBox="1"/>
          <p:nvPr>
            <p:ph idx="2" type="title"/>
          </p:nvPr>
        </p:nvSpPr>
        <p:spPr>
          <a:xfrm>
            <a:off x="3364525" y="3430088"/>
            <a:ext cx="4629600" cy="491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73" name="Google Shape;173;p33"/>
          <p:cNvSpPr txBox="1"/>
          <p:nvPr>
            <p:ph idx="1" type="subTitle"/>
          </p:nvPr>
        </p:nvSpPr>
        <p:spPr>
          <a:xfrm>
            <a:off x="3364525" y="2235513"/>
            <a:ext cx="4629600" cy="111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0">
    <p:bg>
      <p:bgPr>
        <a:solidFill>
          <a:schemeClr val="dk1"/>
        </a:solidFill>
      </p:bgPr>
    </p:bg>
    <p:spTree>
      <p:nvGrpSpPr>
        <p:cNvPr id="174" name="Shape 174"/>
        <p:cNvGrpSpPr/>
        <p:nvPr/>
      </p:nvGrpSpPr>
      <p:grpSpPr>
        <a:xfrm>
          <a:off x="0" y="0"/>
          <a:ext cx="0" cy="0"/>
          <a:chOff x="0" y="0"/>
          <a:chExt cx="0" cy="0"/>
        </a:xfrm>
      </p:grpSpPr>
      <p:sp>
        <p:nvSpPr>
          <p:cNvPr id="175" name="Google Shape;175;p3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34"/>
          <p:cNvSpPr txBox="1"/>
          <p:nvPr>
            <p:ph hasCustomPrompt="1" type="title"/>
          </p:nvPr>
        </p:nvSpPr>
        <p:spPr>
          <a:xfrm>
            <a:off x="2070613" y="1505850"/>
            <a:ext cx="4774200" cy="1332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77" name="Google Shape;177;p34"/>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22">
    <p:bg>
      <p:bgPr>
        <a:solidFill>
          <a:schemeClr val="dk1"/>
        </a:solidFill>
      </p:bgPr>
    </p:bg>
    <p:spTree>
      <p:nvGrpSpPr>
        <p:cNvPr id="178" name="Shape 178"/>
        <p:cNvGrpSpPr/>
        <p:nvPr/>
      </p:nvGrpSpPr>
      <p:grpSpPr>
        <a:xfrm>
          <a:off x="0" y="0"/>
          <a:ext cx="0" cy="0"/>
          <a:chOff x="0" y="0"/>
          <a:chExt cx="0" cy="0"/>
        </a:xfrm>
      </p:grpSpPr>
      <p:sp>
        <p:nvSpPr>
          <p:cNvPr id="179" name="Google Shape;179;p35"/>
          <p:cNvSpPr txBox="1"/>
          <p:nvPr>
            <p:ph hasCustomPrompt="1" type="title"/>
          </p:nvPr>
        </p:nvSpPr>
        <p:spPr>
          <a:xfrm>
            <a:off x="2337663" y="1768700"/>
            <a:ext cx="2299800" cy="1209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80" name="Google Shape;180;p35"/>
          <p:cNvSpPr txBox="1"/>
          <p:nvPr>
            <p:ph idx="1" type="subTitle"/>
          </p:nvPr>
        </p:nvSpPr>
        <p:spPr>
          <a:xfrm>
            <a:off x="4989538" y="1768700"/>
            <a:ext cx="3188400" cy="1209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81" name="Google Shape;181;p35"/>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2" name="Google Shape;182;p35"/>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83" name="Google Shape;183;p35"/>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bg>
      <p:bgPr>
        <a:solidFill>
          <a:schemeClr val="dk1"/>
        </a:solidFill>
      </p:bgPr>
    </p:bg>
    <p:spTree>
      <p:nvGrpSpPr>
        <p:cNvPr id="184" name="Shape 184"/>
        <p:cNvGrpSpPr/>
        <p:nvPr/>
      </p:nvGrpSpPr>
      <p:grpSpPr>
        <a:xfrm>
          <a:off x="0" y="0"/>
          <a:ext cx="0" cy="0"/>
          <a:chOff x="0" y="0"/>
          <a:chExt cx="0" cy="0"/>
        </a:xfrm>
      </p:grpSpPr>
      <p:sp>
        <p:nvSpPr>
          <p:cNvPr id="185" name="Google Shape;185;p36"/>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6" name="Google Shape;186;p36"/>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87" name="Google Shape;187;p3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88" name="Google Shape;188;p36"/>
          <p:cNvSpPr txBox="1"/>
          <p:nvPr>
            <p:ph hasCustomPrompt="1" idx="2" type="title"/>
          </p:nvPr>
        </p:nvSpPr>
        <p:spPr>
          <a:xfrm>
            <a:off x="1153250" y="1714350"/>
            <a:ext cx="2299800" cy="103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89" name="Google Shape;189;p36"/>
          <p:cNvSpPr txBox="1"/>
          <p:nvPr>
            <p:ph idx="1" type="subTitle"/>
          </p:nvPr>
        </p:nvSpPr>
        <p:spPr>
          <a:xfrm>
            <a:off x="1153250" y="2750550"/>
            <a:ext cx="2299800" cy="1058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90" name="Google Shape;190;p36"/>
          <p:cNvSpPr txBox="1"/>
          <p:nvPr>
            <p:ph hasCustomPrompt="1" idx="3" type="title"/>
          </p:nvPr>
        </p:nvSpPr>
        <p:spPr>
          <a:xfrm>
            <a:off x="5006988" y="1378188"/>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91" name="Google Shape;191;p36"/>
          <p:cNvSpPr txBox="1"/>
          <p:nvPr>
            <p:ph idx="4" type="subTitle"/>
          </p:nvPr>
        </p:nvSpPr>
        <p:spPr>
          <a:xfrm>
            <a:off x="5006988" y="202385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92" name="Google Shape;192;p36"/>
          <p:cNvSpPr txBox="1"/>
          <p:nvPr>
            <p:ph hasCustomPrompt="1" idx="5" type="title"/>
          </p:nvPr>
        </p:nvSpPr>
        <p:spPr>
          <a:xfrm>
            <a:off x="5006988" y="3133450"/>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93" name="Google Shape;193;p36"/>
          <p:cNvSpPr txBox="1"/>
          <p:nvPr>
            <p:ph idx="6" type="subTitle"/>
          </p:nvPr>
        </p:nvSpPr>
        <p:spPr>
          <a:xfrm>
            <a:off x="5006988" y="377900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3">
    <p:bg>
      <p:bgPr>
        <a:solidFill>
          <a:schemeClr val="dk1"/>
        </a:solidFill>
      </p:bgPr>
    </p:bg>
    <p:spTree>
      <p:nvGrpSpPr>
        <p:cNvPr id="194" name="Shape 194"/>
        <p:cNvGrpSpPr/>
        <p:nvPr/>
      </p:nvGrpSpPr>
      <p:grpSpPr>
        <a:xfrm>
          <a:off x="0" y="0"/>
          <a:ext cx="0" cy="0"/>
          <a:chOff x="0" y="0"/>
          <a:chExt cx="0" cy="0"/>
        </a:xfrm>
      </p:grpSpPr>
      <p:sp>
        <p:nvSpPr>
          <p:cNvPr id="195" name="Google Shape;195;p37"/>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6" name="Google Shape;196;p37"/>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97" name="Google Shape;197;p3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98" name="Google Shape;198;p37"/>
          <p:cNvSpPr txBox="1"/>
          <p:nvPr>
            <p:ph hasCustomPrompt="1" idx="2" type="title"/>
          </p:nvPr>
        </p:nvSpPr>
        <p:spPr>
          <a:xfrm>
            <a:off x="1153250"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99" name="Google Shape;199;p37"/>
          <p:cNvSpPr txBox="1"/>
          <p:nvPr>
            <p:ph idx="1" type="subTitle"/>
          </p:nvPr>
        </p:nvSpPr>
        <p:spPr>
          <a:xfrm>
            <a:off x="1153250" y="3575299"/>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0" name="Google Shape;200;p37"/>
          <p:cNvSpPr txBox="1"/>
          <p:nvPr>
            <p:ph hasCustomPrompt="1" idx="3" type="title"/>
          </p:nvPr>
        </p:nvSpPr>
        <p:spPr>
          <a:xfrm>
            <a:off x="3476088"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201" name="Google Shape;201;p37"/>
          <p:cNvSpPr txBox="1"/>
          <p:nvPr>
            <p:ph idx="4" type="subTitle"/>
          </p:nvPr>
        </p:nvSpPr>
        <p:spPr>
          <a:xfrm>
            <a:off x="3476100" y="3575295"/>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2" name="Google Shape;202;p37"/>
          <p:cNvSpPr txBox="1"/>
          <p:nvPr>
            <p:ph hasCustomPrompt="1" idx="5" type="title"/>
          </p:nvPr>
        </p:nvSpPr>
        <p:spPr>
          <a:xfrm>
            <a:off x="5798944" y="2777254"/>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203" name="Google Shape;203;p37"/>
          <p:cNvSpPr txBox="1"/>
          <p:nvPr>
            <p:ph idx="6" type="subTitle"/>
          </p:nvPr>
        </p:nvSpPr>
        <p:spPr>
          <a:xfrm>
            <a:off x="5798944" y="3575198"/>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_1_1">
    <p:bg>
      <p:bgPr>
        <a:solidFill>
          <a:schemeClr val="dk1"/>
        </a:solidFill>
      </p:bgPr>
    </p:bg>
    <p:spTree>
      <p:nvGrpSpPr>
        <p:cNvPr id="204" name="Shape 204"/>
        <p:cNvGrpSpPr/>
        <p:nvPr/>
      </p:nvGrpSpPr>
      <p:grpSpPr>
        <a:xfrm>
          <a:off x="0" y="0"/>
          <a:ext cx="0" cy="0"/>
          <a:chOff x="0" y="0"/>
          <a:chExt cx="0" cy="0"/>
        </a:xfrm>
      </p:grpSpPr>
      <p:grpSp>
        <p:nvGrpSpPr>
          <p:cNvPr id="205" name="Google Shape;205;p38"/>
          <p:cNvGrpSpPr/>
          <p:nvPr/>
        </p:nvGrpSpPr>
        <p:grpSpPr>
          <a:xfrm>
            <a:off x="713225" y="539500"/>
            <a:ext cx="7717500" cy="4064400"/>
            <a:chOff x="713225" y="539500"/>
            <a:chExt cx="7717500" cy="4064400"/>
          </a:xfrm>
        </p:grpSpPr>
        <p:sp>
          <p:nvSpPr>
            <p:cNvPr id="206" name="Google Shape;206;p3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7" name="Google Shape;207;p3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08" name="Google Shape;208;p3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_1">
    <p:bg>
      <p:bgPr>
        <a:solidFill>
          <a:schemeClr val="dk1"/>
        </a:solidFill>
      </p:bgPr>
    </p:bg>
    <p:spTree>
      <p:nvGrpSpPr>
        <p:cNvPr id="209" name="Shape 209"/>
        <p:cNvGrpSpPr/>
        <p:nvPr/>
      </p:nvGrpSpPr>
      <p:grpSpPr>
        <a:xfrm>
          <a:off x="0" y="0"/>
          <a:ext cx="0" cy="0"/>
          <a:chOff x="0" y="0"/>
          <a:chExt cx="0" cy="0"/>
        </a:xfrm>
      </p:grpSpPr>
      <p:grpSp>
        <p:nvGrpSpPr>
          <p:cNvPr id="210" name="Google Shape;210;p39"/>
          <p:cNvGrpSpPr/>
          <p:nvPr/>
        </p:nvGrpSpPr>
        <p:grpSpPr>
          <a:xfrm>
            <a:off x="713225" y="539500"/>
            <a:ext cx="7717500" cy="4064400"/>
            <a:chOff x="713225" y="539500"/>
            <a:chExt cx="7717500" cy="4064400"/>
          </a:xfrm>
        </p:grpSpPr>
        <p:sp>
          <p:nvSpPr>
            <p:cNvPr id="211" name="Google Shape;211;p3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2" name="Google Shape;212;p3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13" name="Google Shape;213;p39"/>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1_1_1">
    <p:bg>
      <p:bgPr>
        <a:solidFill>
          <a:schemeClr val="dk1"/>
        </a:solidFill>
      </p:bgPr>
    </p:bg>
    <p:spTree>
      <p:nvGrpSpPr>
        <p:cNvPr id="214" name="Shape 214"/>
        <p:cNvGrpSpPr/>
        <p:nvPr/>
      </p:nvGrpSpPr>
      <p:grpSpPr>
        <a:xfrm>
          <a:off x="0" y="0"/>
          <a:ext cx="0" cy="0"/>
          <a:chOff x="0" y="0"/>
          <a:chExt cx="0" cy="0"/>
        </a:xfrm>
      </p:grpSpPr>
      <p:grpSp>
        <p:nvGrpSpPr>
          <p:cNvPr id="215" name="Google Shape;215;p40"/>
          <p:cNvGrpSpPr/>
          <p:nvPr/>
        </p:nvGrpSpPr>
        <p:grpSpPr>
          <a:xfrm>
            <a:off x="713225" y="539500"/>
            <a:ext cx="7717500" cy="4064400"/>
            <a:chOff x="713225" y="539500"/>
            <a:chExt cx="7717500" cy="4064400"/>
          </a:xfrm>
        </p:grpSpPr>
        <p:sp>
          <p:nvSpPr>
            <p:cNvPr id="216" name="Google Shape;216;p4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7" name="Google Shape;217;p4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18" name="Google Shape;218;p40"/>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BLANK_1_1_1_1_1_1_3">
    <p:bg>
      <p:bgPr>
        <a:solidFill>
          <a:schemeClr val="dk1"/>
        </a:solidFill>
      </p:bgPr>
    </p:bg>
    <p:spTree>
      <p:nvGrpSpPr>
        <p:cNvPr id="219" name="Shape 219"/>
        <p:cNvGrpSpPr/>
        <p:nvPr/>
      </p:nvGrpSpPr>
      <p:grpSpPr>
        <a:xfrm>
          <a:off x="0" y="0"/>
          <a:ext cx="0" cy="0"/>
          <a:chOff x="0" y="0"/>
          <a:chExt cx="0" cy="0"/>
        </a:xfrm>
      </p:grpSpPr>
      <p:grpSp>
        <p:nvGrpSpPr>
          <p:cNvPr id="220" name="Google Shape;220;p41"/>
          <p:cNvGrpSpPr/>
          <p:nvPr/>
        </p:nvGrpSpPr>
        <p:grpSpPr>
          <a:xfrm>
            <a:off x="713225" y="539500"/>
            <a:ext cx="7717500" cy="4064400"/>
            <a:chOff x="713225" y="539500"/>
            <a:chExt cx="7717500" cy="4064400"/>
          </a:xfrm>
        </p:grpSpPr>
        <p:sp>
          <p:nvSpPr>
            <p:cNvPr id="221" name="Google Shape;221;p4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2" name="Google Shape;222;p4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23" name="Google Shape;223;p41"/>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_1_3_1">
    <p:bg>
      <p:bgPr>
        <a:solidFill>
          <a:schemeClr val="dk1"/>
        </a:solidFill>
      </p:bgPr>
    </p:bg>
    <p:spTree>
      <p:nvGrpSpPr>
        <p:cNvPr id="224" name="Shape 224"/>
        <p:cNvGrpSpPr/>
        <p:nvPr/>
      </p:nvGrpSpPr>
      <p:grpSpPr>
        <a:xfrm>
          <a:off x="0" y="0"/>
          <a:ext cx="0" cy="0"/>
          <a:chOff x="0" y="0"/>
          <a:chExt cx="0" cy="0"/>
        </a:xfrm>
      </p:grpSpPr>
      <p:grpSp>
        <p:nvGrpSpPr>
          <p:cNvPr id="225" name="Google Shape;225;p42"/>
          <p:cNvGrpSpPr/>
          <p:nvPr/>
        </p:nvGrpSpPr>
        <p:grpSpPr>
          <a:xfrm>
            <a:off x="713225" y="539500"/>
            <a:ext cx="7717500" cy="4064400"/>
            <a:chOff x="713225" y="539500"/>
            <a:chExt cx="7717500" cy="4064400"/>
          </a:xfrm>
        </p:grpSpPr>
        <p:sp>
          <p:nvSpPr>
            <p:cNvPr id="226" name="Google Shape;226;p4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7" name="Google Shape;227;p4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28" name="Google Shape;228;p42"/>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0">
    <p:bg>
      <p:bgPr>
        <a:solidFill>
          <a:schemeClr val="dk1"/>
        </a:solidFill>
      </p:bgPr>
    </p:bg>
    <p:spTree>
      <p:nvGrpSpPr>
        <p:cNvPr id="229" name="Shape 229"/>
        <p:cNvGrpSpPr/>
        <p:nvPr/>
      </p:nvGrpSpPr>
      <p:grpSpPr>
        <a:xfrm>
          <a:off x="0" y="0"/>
          <a:ext cx="0" cy="0"/>
          <a:chOff x="0" y="0"/>
          <a:chExt cx="0" cy="0"/>
        </a:xfrm>
      </p:grpSpPr>
      <p:sp>
        <p:nvSpPr>
          <p:cNvPr id="230" name="Google Shape;230;p4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43"/>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_1_1_1_2">
    <p:bg>
      <p:bgPr>
        <a:solidFill>
          <a:schemeClr val="dk1"/>
        </a:solidFill>
      </p:bgPr>
    </p:bg>
    <p:spTree>
      <p:nvGrpSpPr>
        <p:cNvPr id="232" name="Shape 232"/>
        <p:cNvGrpSpPr/>
        <p:nvPr/>
      </p:nvGrpSpPr>
      <p:grpSpPr>
        <a:xfrm>
          <a:off x="0" y="0"/>
          <a:ext cx="0" cy="0"/>
          <a:chOff x="0" y="0"/>
          <a:chExt cx="0" cy="0"/>
        </a:xfrm>
      </p:grpSpPr>
      <p:sp>
        <p:nvSpPr>
          <p:cNvPr id="233" name="Google Shape;233;p44"/>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44"/>
          <p:cNvSpPr txBox="1"/>
          <p:nvPr>
            <p:ph type="title"/>
          </p:nvPr>
        </p:nvSpPr>
        <p:spPr>
          <a:xfrm>
            <a:off x="1263200" y="1298488"/>
            <a:ext cx="2732700" cy="109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235" name="Google Shape;235;p44"/>
          <p:cNvSpPr txBox="1"/>
          <p:nvPr>
            <p:ph idx="1" type="subTitle"/>
          </p:nvPr>
        </p:nvSpPr>
        <p:spPr>
          <a:xfrm>
            <a:off x="1263200" y="2394813"/>
            <a:ext cx="2732700" cy="1541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236" name="Shape 236"/>
        <p:cNvGrpSpPr/>
        <p:nvPr/>
      </p:nvGrpSpPr>
      <p:grpSpPr>
        <a:xfrm>
          <a:off x="0" y="0"/>
          <a:ext cx="0" cy="0"/>
          <a:chOff x="0" y="0"/>
          <a:chExt cx="0" cy="0"/>
        </a:xfrm>
      </p:grpSpPr>
      <p:sp>
        <p:nvSpPr>
          <p:cNvPr id="237" name="Google Shape;237;p45"/>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45"/>
          <p:cNvSpPr txBox="1"/>
          <p:nvPr>
            <p:ph type="title"/>
          </p:nvPr>
        </p:nvSpPr>
        <p:spPr>
          <a:xfrm>
            <a:off x="948875" y="1767400"/>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239" name="Google Shape;239;p45"/>
          <p:cNvSpPr txBox="1"/>
          <p:nvPr>
            <p:ph idx="1" type="subTitle"/>
          </p:nvPr>
        </p:nvSpPr>
        <p:spPr>
          <a:xfrm>
            <a:off x="948875" y="2274200"/>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1_1_1_2_1_1_1">
    <p:bg>
      <p:bgPr>
        <a:solidFill>
          <a:schemeClr val="dk1"/>
        </a:solidFill>
      </p:bgPr>
    </p:bg>
    <p:spTree>
      <p:nvGrpSpPr>
        <p:cNvPr id="240" name="Shape 240"/>
        <p:cNvGrpSpPr/>
        <p:nvPr/>
      </p:nvGrpSpPr>
      <p:grpSpPr>
        <a:xfrm>
          <a:off x="0" y="0"/>
          <a:ext cx="0" cy="0"/>
          <a:chOff x="0" y="0"/>
          <a:chExt cx="0" cy="0"/>
        </a:xfrm>
      </p:grpSpPr>
      <p:grpSp>
        <p:nvGrpSpPr>
          <p:cNvPr id="241" name="Google Shape;241;p46"/>
          <p:cNvGrpSpPr/>
          <p:nvPr/>
        </p:nvGrpSpPr>
        <p:grpSpPr>
          <a:xfrm>
            <a:off x="713225" y="539500"/>
            <a:ext cx="7717500" cy="4064400"/>
            <a:chOff x="713225" y="539500"/>
            <a:chExt cx="7717500" cy="4064400"/>
          </a:xfrm>
        </p:grpSpPr>
        <p:sp>
          <p:nvSpPr>
            <p:cNvPr id="242" name="Google Shape;242;p4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3" name="Google Shape;243;p4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44" name="Google Shape;244;p4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45" name="Google Shape;245;p46"/>
          <p:cNvSpPr txBox="1"/>
          <p:nvPr>
            <p:ph idx="1" type="subTitle"/>
          </p:nvPr>
        </p:nvSpPr>
        <p:spPr>
          <a:xfrm>
            <a:off x="862402" y="2181950"/>
            <a:ext cx="74778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46" name="Google Shape;246;p46"/>
          <p:cNvSpPr txBox="1"/>
          <p:nvPr>
            <p:ph idx="2" type="subTitle"/>
          </p:nvPr>
        </p:nvSpPr>
        <p:spPr>
          <a:xfrm>
            <a:off x="853775" y="2571350"/>
            <a:ext cx="7477800" cy="1937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247" name="Google Shape;247;p46"/>
          <p:cNvSpPr txBox="1"/>
          <p:nvPr>
            <p:ph idx="3" type="subTitle"/>
          </p:nvPr>
        </p:nvSpPr>
        <p:spPr>
          <a:xfrm>
            <a:off x="821225" y="1404325"/>
            <a:ext cx="76095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bg>
      <p:bgPr>
        <a:solidFill>
          <a:schemeClr val="dk1"/>
        </a:solidFill>
      </p:bgPr>
    </p:bg>
    <p:spTree>
      <p:nvGrpSpPr>
        <p:cNvPr id="248" name="Shape 248"/>
        <p:cNvGrpSpPr/>
        <p:nvPr/>
      </p:nvGrpSpPr>
      <p:grpSpPr>
        <a:xfrm>
          <a:off x="0" y="0"/>
          <a:ext cx="0" cy="0"/>
          <a:chOff x="0" y="0"/>
          <a:chExt cx="0" cy="0"/>
        </a:xfrm>
      </p:grpSpPr>
      <p:sp>
        <p:nvSpPr>
          <p:cNvPr id="249" name="Google Shape;249;p47"/>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47"/>
          <p:cNvSpPr txBox="1"/>
          <p:nvPr>
            <p:ph type="title"/>
          </p:nvPr>
        </p:nvSpPr>
        <p:spPr>
          <a:xfrm>
            <a:off x="4762538" y="1024043"/>
            <a:ext cx="3159900" cy="2028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251" name="Google Shape;251;p47"/>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bg>
      <p:bgPr>
        <a:solidFill>
          <a:schemeClr val="dk1"/>
        </a:solidFill>
      </p:bgPr>
    </p:bg>
    <p:spTree>
      <p:nvGrpSpPr>
        <p:cNvPr id="252" name="Shape 252"/>
        <p:cNvGrpSpPr/>
        <p:nvPr/>
      </p:nvGrpSpPr>
      <p:grpSpPr>
        <a:xfrm>
          <a:off x="0" y="0"/>
          <a:ext cx="0" cy="0"/>
          <a:chOff x="0" y="0"/>
          <a:chExt cx="0" cy="0"/>
        </a:xfrm>
      </p:grpSpPr>
      <p:sp>
        <p:nvSpPr>
          <p:cNvPr id="253" name="Google Shape;253;p48"/>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48"/>
          <p:cNvSpPr txBox="1"/>
          <p:nvPr>
            <p:ph type="title"/>
          </p:nvPr>
        </p:nvSpPr>
        <p:spPr>
          <a:xfrm>
            <a:off x="954338" y="1773175"/>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255" name="Google Shape;255;p48"/>
          <p:cNvSpPr txBox="1"/>
          <p:nvPr>
            <p:ph idx="1" type="subTitle"/>
          </p:nvPr>
        </p:nvSpPr>
        <p:spPr>
          <a:xfrm>
            <a:off x="954338" y="2279975"/>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
    <p:bg>
      <p:bgPr>
        <a:solidFill>
          <a:schemeClr val="dk1"/>
        </a:solidFill>
      </p:bgPr>
    </p:bg>
    <p:spTree>
      <p:nvGrpSpPr>
        <p:cNvPr id="256" name="Shape 256"/>
        <p:cNvGrpSpPr/>
        <p:nvPr/>
      </p:nvGrpSpPr>
      <p:grpSpPr>
        <a:xfrm>
          <a:off x="0" y="0"/>
          <a:ext cx="0" cy="0"/>
          <a:chOff x="0" y="0"/>
          <a:chExt cx="0" cy="0"/>
        </a:xfrm>
      </p:grpSpPr>
      <p:grpSp>
        <p:nvGrpSpPr>
          <p:cNvPr id="257" name="Google Shape;257;p49"/>
          <p:cNvGrpSpPr/>
          <p:nvPr/>
        </p:nvGrpSpPr>
        <p:grpSpPr>
          <a:xfrm>
            <a:off x="713225" y="539500"/>
            <a:ext cx="7717500" cy="4064400"/>
            <a:chOff x="713225" y="539500"/>
            <a:chExt cx="7717500" cy="4064400"/>
          </a:xfrm>
        </p:grpSpPr>
        <p:sp>
          <p:nvSpPr>
            <p:cNvPr id="258" name="Google Shape;258;p4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59" name="Google Shape;259;p4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60" name="Google Shape;260;p4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61" name="Google Shape;261;p49"/>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62" name="Google Shape;262;p49"/>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63" name="Google Shape;263;p49"/>
          <p:cNvSpPr txBox="1"/>
          <p:nvPr>
            <p:ph idx="3" type="subTitle"/>
          </p:nvPr>
        </p:nvSpPr>
        <p:spPr>
          <a:xfrm>
            <a:off x="853775" y="2571192"/>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264" name="Google Shape;264;p49"/>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65" name="Google Shape;265;p49"/>
          <p:cNvSpPr txBox="1"/>
          <p:nvPr>
            <p:ph idx="5" type="subTitle"/>
          </p:nvPr>
        </p:nvSpPr>
        <p:spPr>
          <a:xfrm>
            <a:off x="4615325" y="2570500"/>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1_1_1_1">
    <p:bg>
      <p:bgPr>
        <a:solidFill>
          <a:schemeClr val="dk1"/>
        </a:solidFill>
      </p:bgPr>
    </p:bg>
    <p:spTree>
      <p:nvGrpSpPr>
        <p:cNvPr id="266" name="Shape 266"/>
        <p:cNvGrpSpPr/>
        <p:nvPr/>
      </p:nvGrpSpPr>
      <p:grpSpPr>
        <a:xfrm>
          <a:off x="0" y="0"/>
          <a:ext cx="0" cy="0"/>
          <a:chOff x="0" y="0"/>
          <a:chExt cx="0" cy="0"/>
        </a:xfrm>
      </p:grpSpPr>
      <p:grpSp>
        <p:nvGrpSpPr>
          <p:cNvPr id="267" name="Google Shape;267;p50"/>
          <p:cNvGrpSpPr/>
          <p:nvPr/>
        </p:nvGrpSpPr>
        <p:grpSpPr>
          <a:xfrm>
            <a:off x="713225" y="539500"/>
            <a:ext cx="7717500" cy="4064400"/>
            <a:chOff x="713225" y="539500"/>
            <a:chExt cx="7717500" cy="4064400"/>
          </a:xfrm>
        </p:grpSpPr>
        <p:sp>
          <p:nvSpPr>
            <p:cNvPr id="268" name="Google Shape;268;p5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69" name="Google Shape;269;p5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70" name="Google Shape;270;p5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71" name="Google Shape;271;p50"/>
          <p:cNvSpPr txBox="1"/>
          <p:nvPr>
            <p:ph idx="1" type="subTitle"/>
          </p:nvPr>
        </p:nvSpPr>
        <p:spPr>
          <a:xfrm>
            <a:off x="1422663" y="3527586"/>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72" name="Google Shape;272;p50"/>
          <p:cNvSpPr txBox="1"/>
          <p:nvPr>
            <p:ph idx="2" type="subTitle"/>
          </p:nvPr>
        </p:nvSpPr>
        <p:spPr>
          <a:xfrm>
            <a:off x="1422663" y="3098062"/>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73" name="Google Shape;273;p50"/>
          <p:cNvSpPr txBox="1"/>
          <p:nvPr>
            <p:ph idx="3" type="subTitle"/>
          </p:nvPr>
        </p:nvSpPr>
        <p:spPr>
          <a:xfrm>
            <a:off x="5336638" y="3527925"/>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74" name="Google Shape;274;p50"/>
          <p:cNvSpPr txBox="1"/>
          <p:nvPr>
            <p:ph idx="4" type="subTitle"/>
          </p:nvPr>
        </p:nvSpPr>
        <p:spPr>
          <a:xfrm>
            <a:off x="5336638" y="30980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8">
    <p:bg>
      <p:bgPr>
        <a:solidFill>
          <a:schemeClr val="dk1"/>
        </a:solidFill>
      </p:bgPr>
    </p:bg>
    <p:spTree>
      <p:nvGrpSpPr>
        <p:cNvPr id="275" name="Shape 275"/>
        <p:cNvGrpSpPr/>
        <p:nvPr/>
      </p:nvGrpSpPr>
      <p:grpSpPr>
        <a:xfrm>
          <a:off x="0" y="0"/>
          <a:ext cx="0" cy="0"/>
          <a:chOff x="0" y="0"/>
          <a:chExt cx="0" cy="0"/>
        </a:xfrm>
      </p:grpSpPr>
      <p:grpSp>
        <p:nvGrpSpPr>
          <p:cNvPr id="276" name="Google Shape;276;p51"/>
          <p:cNvGrpSpPr/>
          <p:nvPr/>
        </p:nvGrpSpPr>
        <p:grpSpPr>
          <a:xfrm>
            <a:off x="713225" y="539500"/>
            <a:ext cx="7717500" cy="4064400"/>
            <a:chOff x="713225" y="539500"/>
            <a:chExt cx="7717500" cy="4064400"/>
          </a:xfrm>
        </p:grpSpPr>
        <p:sp>
          <p:nvSpPr>
            <p:cNvPr id="277" name="Google Shape;277;p5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8" name="Google Shape;278;p5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79" name="Google Shape;279;p5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80" name="Google Shape;280;p51"/>
          <p:cNvSpPr txBox="1"/>
          <p:nvPr>
            <p:ph idx="1" type="subTitle"/>
          </p:nvPr>
        </p:nvSpPr>
        <p:spPr>
          <a:xfrm>
            <a:off x="2965993" y="1780597"/>
            <a:ext cx="3506400" cy="80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81" name="Google Shape;281;p51"/>
          <p:cNvSpPr txBox="1"/>
          <p:nvPr>
            <p:ph idx="2" type="subTitle"/>
          </p:nvPr>
        </p:nvSpPr>
        <p:spPr>
          <a:xfrm>
            <a:off x="2965993" y="1351073"/>
            <a:ext cx="3506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82" name="Google Shape;282;p51"/>
          <p:cNvSpPr txBox="1"/>
          <p:nvPr>
            <p:ph idx="3" type="subTitle"/>
          </p:nvPr>
        </p:nvSpPr>
        <p:spPr>
          <a:xfrm>
            <a:off x="2280193" y="3541819"/>
            <a:ext cx="3506400" cy="809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83" name="Google Shape;283;p51"/>
          <p:cNvSpPr txBox="1"/>
          <p:nvPr>
            <p:ph idx="4" type="subTitle"/>
          </p:nvPr>
        </p:nvSpPr>
        <p:spPr>
          <a:xfrm>
            <a:off x="2280193" y="3111944"/>
            <a:ext cx="3506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bg>
      <p:bgPr>
        <a:solidFill>
          <a:schemeClr val="dk1"/>
        </a:solidFill>
      </p:bgPr>
    </p:bg>
    <p:spTree>
      <p:nvGrpSpPr>
        <p:cNvPr id="284" name="Shape 284"/>
        <p:cNvGrpSpPr/>
        <p:nvPr/>
      </p:nvGrpSpPr>
      <p:grpSpPr>
        <a:xfrm>
          <a:off x="0" y="0"/>
          <a:ext cx="0" cy="0"/>
          <a:chOff x="0" y="0"/>
          <a:chExt cx="0" cy="0"/>
        </a:xfrm>
      </p:grpSpPr>
      <p:grpSp>
        <p:nvGrpSpPr>
          <p:cNvPr id="285" name="Google Shape;285;p52"/>
          <p:cNvGrpSpPr/>
          <p:nvPr/>
        </p:nvGrpSpPr>
        <p:grpSpPr>
          <a:xfrm>
            <a:off x="713225" y="539500"/>
            <a:ext cx="7717500" cy="4064400"/>
            <a:chOff x="713225" y="539500"/>
            <a:chExt cx="7717500" cy="4064400"/>
          </a:xfrm>
        </p:grpSpPr>
        <p:sp>
          <p:nvSpPr>
            <p:cNvPr id="286" name="Google Shape;286;p5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7" name="Google Shape;287;p5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88" name="Google Shape;288;p5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89" name="Google Shape;289;p52"/>
          <p:cNvSpPr txBox="1"/>
          <p:nvPr>
            <p:ph idx="1" type="subTitle"/>
          </p:nvPr>
        </p:nvSpPr>
        <p:spPr>
          <a:xfrm>
            <a:off x="1041662" y="2850162"/>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90" name="Google Shape;290;p52"/>
          <p:cNvSpPr txBox="1"/>
          <p:nvPr>
            <p:ph idx="2" type="subTitle"/>
          </p:nvPr>
        </p:nvSpPr>
        <p:spPr>
          <a:xfrm>
            <a:off x="1041662"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91" name="Google Shape;291;p52"/>
          <p:cNvSpPr txBox="1"/>
          <p:nvPr>
            <p:ph idx="3" type="subTitle"/>
          </p:nvPr>
        </p:nvSpPr>
        <p:spPr>
          <a:xfrm>
            <a:off x="6437934" y="2850513"/>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92" name="Google Shape;292;p52"/>
          <p:cNvSpPr txBox="1"/>
          <p:nvPr>
            <p:ph idx="4" type="subTitle"/>
          </p:nvPr>
        </p:nvSpPr>
        <p:spPr>
          <a:xfrm>
            <a:off x="6437934"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6">
    <p:bg>
      <p:bgPr>
        <a:solidFill>
          <a:schemeClr val="dk1"/>
        </a:solidFill>
      </p:bgPr>
    </p:bg>
    <p:spTree>
      <p:nvGrpSpPr>
        <p:cNvPr id="293" name="Shape 293"/>
        <p:cNvGrpSpPr/>
        <p:nvPr/>
      </p:nvGrpSpPr>
      <p:grpSpPr>
        <a:xfrm>
          <a:off x="0" y="0"/>
          <a:ext cx="0" cy="0"/>
          <a:chOff x="0" y="0"/>
          <a:chExt cx="0" cy="0"/>
        </a:xfrm>
      </p:grpSpPr>
      <p:grpSp>
        <p:nvGrpSpPr>
          <p:cNvPr id="294" name="Google Shape;294;p53"/>
          <p:cNvGrpSpPr/>
          <p:nvPr/>
        </p:nvGrpSpPr>
        <p:grpSpPr>
          <a:xfrm>
            <a:off x="713225" y="539500"/>
            <a:ext cx="7717500" cy="4064400"/>
            <a:chOff x="713225" y="539500"/>
            <a:chExt cx="7717500" cy="4064400"/>
          </a:xfrm>
        </p:grpSpPr>
        <p:sp>
          <p:nvSpPr>
            <p:cNvPr id="295" name="Google Shape;295;p5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6" name="Google Shape;296;p5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97" name="Google Shape;297;p5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98" name="Google Shape;298;p53"/>
          <p:cNvSpPr txBox="1"/>
          <p:nvPr>
            <p:ph idx="1" type="subTitle"/>
          </p:nvPr>
        </p:nvSpPr>
        <p:spPr>
          <a:xfrm>
            <a:off x="1425525" y="1808851"/>
            <a:ext cx="2384700" cy="2377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
        <p:nvSpPr>
          <p:cNvPr id="299" name="Google Shape;299;p53"/>
          <p:cNvSpPr txBox="1"/>
          <p:nvPr>
            <p:ph idx="2" type="subTitle"/>
          </p:nvPr>
        </p:nvSpPr>
        <p:spPr>
          <a:xfrm>
            <a:off x="5333725" y="1808850"/>
            <a:ext cx="2384700" cy="2356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_1_1_1">
    <p:bg>
      <p:bgPr>
        <a:solidFill>
          <a:schemeClr val="dk1"/>
        </a:solidFill>
      </p:bgPr>
    </p:bg>
    <p:spTree>
      <p:nvGrpSpPr>
        <p:cNvPr id="300" name="Shape 300"/>
        <p:cNvGrpSpPr/>
        <p:nvPr/>
      </p:nvGrpSpPr>
      <p:grpSpPr>
        <a:xfrm>
          <a:off x="0" y="0"/>
          <a:ext cx="0" cy="0"/>
          <a:chOff x="0" y="0"/>
          <a:chExt cx="0" cy="0"/>
        </a:xfrm>
      </p:grpSpPr>
      <p:grpSp>
        <p:nvGrpSpPr>
          <p:cNvPr id="301" name="Google Shape;301;p54"/>
          <p:cNvGrpSpPr/>
          <p:nvPr/>
        </p:nvGrpSpPr>
        <p:grpSpPr>
          <a:xfrm>
            <a:off x="713225" y="539500"/>
            <a:ext cx="7717500" cy="4064400"/>
            <a:chOff x="713225" y="539500"/>
            <a:chExt cx="7717500" cy="4064400"/>
          </a:xfrm>
        </p:grpSpPr>
        <p:sp>
          <p:nvSpPr>
            <p:cNvPr id="302" name="Google Shape;302;p5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3" name="Google Shape;303;p5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04" name="Google Shape;304;p5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05" name="Google Shape;305;p54"/>
          <p:cNvSpPr txBox="1"/>
          <p:nvPr>
            <p:ph idx="1" type="subTitle"/>
          </p:nvPr>
        </p:nvSpPr>
        <p:spPr>
          <a:xfrm>
            <a:off x="852300" y="16473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06" name="Google Shape;306;p54"/>
          <p:cNvSpPr txBox="1"/>
          <p:nvPr>
            <p:ph idx="2" type="subTitle"/>
          </p:nvPr>
        </p:nvSpPr>
        <p:spPr>
          <a:xfrm>
            <a:off x="852300" y="12178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307" name="Google Shape;307;p54"/>
          <p:cNvSpPr txBox="1"/>
          <p:nvPr>
            <p:ph idx="3" type="subTitle"/>
          </p:nvPr>
        </p:nvSpPr>
        <p:spPr>
          <a:xfrm>
            <a:off x="852300" y="27819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08" name="Google Shape;308;p54"/>
          <p:cNvSpPr txBox="1"/>
          <p:nvPr>
            <p:ph idx="4" type="subTitle"/>
          </p:nvPr>
        </p:nvSpPr>
        <p:spPr>
          <a:xfrm>
            <a:off x="852300" y="23524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309" name="Google Shape;309;p54"/>
          <p:cNvSpPr txBox="1"/>
          <p:nvPr>
            <p:ph idx="5" type="subTitle"/>
          </p:nvPr>
        </p:nvSpPr>
        <p:spPr>
          <a:xfrm>
            <a:off x="852300" y="3916538"/>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10" name="Google Shape;310;p54"/>
          <p:cNvSpPr txBox="1"/>
          <p:nvPr>
            <p:ph idx="6" type="subTitle"/>
          </p:nvPr>
        </p:nvSpPr>
        <p:spPr>
          <a:xfrm>
            <a:off x="852300" y="34870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bg>
      <p:bgPr>
        <a:solidFill>
          <a:schemeClr val="dk1"/>
        </a:solidFill>
      </p:bgPr>
    </p:bg>
    <p:spTree>
      <p:nvGrpSpPr>
        <p:cNvPr id="311" name="Shape 311"/>
        <p:cNvGrpSpPr/>
        <p:nvPr/>
      </p:nvGrpSpPr>
      <p:grpSpPr>
        <a:xfrm>
          <a:off x="0" y="0"/>
          <a:ext cx="0" cy="0"/>
          <a:chOff x="0" y="0"/>
          <a:chExt cx="0" cy="0"/>
        </a:xfrm>
      </p:grpSpPr>
      <p:grpSp>
        <p:nvGrpSpPr>
          <p:cNvPr id="312" name="Google Shape;312;p55"/>
          <p:cNvGrpSpPr/>
          <p:nvPr/>
        </p:nvGrpSpPr>
        <p:grpSpPr>
          <a:xfrm>
            <a:off x="713225" y="539500"/>
            <a:ext cx="7717500" cy="4064400"/>
            <a:chOff x="713225" y="539500"/>
            <a:chExt cx="7717500" cy="4064400"/>
          </a:xfrm>
        </p:grpSpPr>
        <p:sp>
          <p:nvSpPr>
            <p:cNvPr id="313" name="Google Shape;313;p5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14" name="Google Shape;314;p5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15" name="Google Shape;315;p5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16" name="Google Shape;316;p55"/>
          <p:cNvSpPr txBox="1"/>
          <p:nvPr>
            <p:ph idx="1" type="subTitle"/>
          </p:nvPr>
        </p:nvSpPr>
        <p:spPr>
          <a:xfrm>
            <a:off x="919850"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17" name="Google Shape;317;p55"/>
          <p:cNvSpPr txBox="1"/>
          <p:nvPr>
            <p:ph idx="2" type="subTitle"/>
          </p:nvPr>
        </p:nvSpPr>
        <p:spPr>
          <a:xfrm>
            <a:off x="919850"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18" name="Google Shape;318;p55"/>
          <p:cNvSpPr txBox="1"/>
          <p:nvPr>
            <p:ph idx="3" type="subTitle"/>
          </p:nvPr>
        </p:nvSpPr>
        <p:spPr>
          <a:xfrm>
            <a:off x="3500699"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19" name="Google Shape;319;p55"/>
          <p:cNvSpPr txBox="1"/>
          <p:nvPr>
            <p:ph idx="4" type="subTitle"/>
          </p:nvPr>
        </p:nvSpPr>
        <p:spPr>
          <a:xfrm>
            <a:off x="3500697"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20" name="Google Shape;320;p55"/>
          <p:cNvSpPr txBox="1"/>
          <p:nvPr>
            <p:ph idx="5" type="subTitle"/>
          </p:nvPr>
        </p:nvSpPr>
        <p:spPr>
          <a:xfrm>
            <a:off x="6069048"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21" name="Google Shape;321;p55"/>
          <p:cNvSpPr txBox="1"/>
          <p:nvPr>
            <p:ph idx="6" type="subTitle"/>
          </p:nvPr>
        </p:nvSpPr>
        <p:spPr>
          <a:xfrm>
            <a:off x="6069043"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1_1_1_1_1_1">
    <p:bg>
      <p:bgPr>
        <a:solidFill>
          <a:schemeClr val="dk1"/>
        </a:solidFill>
      </p:bgPr>
    </p:bg>
    <p:spTree>
      <p:nvGrpSpPr>
        <p:cNvPr id="322" name="Shape 322"/>
        <p:cNvGrpSpPr/>
        <p:nvPr/>
      </p:nvGrpSpPr>
      <p:grpSpPr>
        <a:xfrm>
          <a:off x="0" y="0"/>
          <a:ext cx="0" cy="0"/>
          <a:chOff x="0" y="0"/>
          <a:chExt cx="0" cy="0"/>
        </a:xfrm>
      </p:grpSpPr>
      <p:grpSp>
        <p:nvGrpSpPr>
          <p:cNvPr id="323" name="Google Shape;323;p56"/>
          <p:cNvGrpSpPr/>
          <p:nvPr/>
        </p:nvGrpSpPr>
        <p:grpSpPr>
          <a:xfrm>
            <a:off x="713225" y="539500"/>
            <a:ext cx="7717500" cy="4064400"/>
            <a:chOff x="713225" y="539500"/>
            <a:chExt cx="7717500" cy="4064400"/>
          </a:xfrm>
        </p:grpSpPr>
        <p:sp>
          <p:nvSpPr>
            <p:cNvPr id="324" name="Google Shape;324;p5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25" name="Google Shape;325;p5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26" name="Google Shape;326;p5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27" name="Google Shape;327;p56"/>
          <p:cNvSpPr txBox="1"/>
          <p:nvPr>
            <p:ph idx="1" type="subTitle"/>
          </p:nvPr>
        </p:nvSpPr>
        <p:spPr>
          <a:xfrm>
            <a:off x="919850" y="28955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28" name="Google Shape;328;p56"/>
          <p:cNvSpPr txBox="1"/>
          <p:nvPr>
            <p:ph idx="2" type="subTitle"/>
          </p:nvPr>
        </p:nvSpPr>
        <p:spPr>
          <a:xfrm>
            <a:off x="919850" y="23982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29" name="Google Shape;329;p56"/>
          <p:cNvSpPr txBox="1"/>
          <p:nvPr>
            <p:ph idx="3" type="subTitle"/>
          </p:nvPr>
        </p:nvSpPr>
        <p:spPr>
          <a:xfrm>
            <a:off x="3500700" y="32003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30" name="Google Shape;330;p56"/>
          <p:cNvSpPr txBox="1"/>
          <p:nvPr>
            <p:ph idx="4" type="subTitle"/>
          </p:nvPr>
        </p:nvSpPr>
        <p:spPr>
          <a:xfrm>
            <a:off x="3500697" y="27030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31" name="Google Shape;331;p56"/>
          <p:cNvSpPr txBox="1"/>
          <p:nvPr>
            <p:ph idx="5" type="subTitle"/>
          </p:nvPr>
        </p:nvSpPr>
        <p:spPr>
          <a:xfrm>
            <a:off x="6069049" y="35051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32" name="Google Shape;332;p56"/>
          <p:cNvSpPr txBox="1"/>
          <p:nvPr>
            <p:ph idx="6" type="subTitle"/>
          </p:nvPr>
        </p:nvSpPr>
        <p:spPr>
          <a:xfrm>
            <a:off x="6069043" y="30078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BLANK_1_1_1_1_1_1_1_1_1_1">
    <p:bg>
      <p:bgPr>
        <a:solidFill>
          <a:schemeClr val="dk1"/>
        </a:solidFill>
      </p:bgPr>
    </p:bg>
    <p:spTree>
      <p:nvGrpSpPr>
        <p:cNvPr id="333" name="Shape 333"/>
        <p:cNvGrpSpPr/>
        <p:nvPr/>
      </p:nvGrpSpPr>
      <p:grpSpPr>
        <a:xfrm>
          <a:off x="0" y="0"/>
          <a:ext cx="0" cy="0"/>
          <a:chOff x="0" y="0"/>
          <a:chExt cx="0" cy="0"/>
        </a:xfrm>
      </p:grpSpPr>
      <p:grpSp>
        <p:nvGrpSpPr>
          <p:cNvPr id="334" name="Google Shape;334;p57"/>
          <p:cNvGrpSpPr/>
          <p:nvPr/>
        </p:nvGrpSpPr>
        <p:grpSpPr>
          <a:xfrm>
            <a:off x="713225" y="539500"/>
            <a:ext cx="7717500" cy="4064400"/>
            <a:chOff x="713225" y="539500"/>
            <a:chExt cx="7717500" cy="4064400"/>
          </a:xfrm>
        </p:grpSpPr>
        <p:sp>
          <p:nvSpPr>
            <p:cNvPr id="335" name="Google Shape;335;p5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6" name="Google Shape;336;p5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37" name="Google Shape;337;p5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38" name="Google Shape;338;p57"/>
          <p:cNvSpPr txBox="1"/>
          <p:nvPr>
            <p:ph idx="1" type="subTitle"/>
          </p:nvPr>
        </p:nvSpPr>
        <p:spPr>
          <a:xfrm>
            <a:off x="111297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39" name="Google Shape;339;p57"/>
          <p:cNvSpPr txBox="1"/>
          <p:nvPr>
            <p:ph idx="2" type="subTitle"/>
          </p:nvPr>
        </p:nvSpPr>
        <p:spPr>
          <a:xfrm>
            <a:off x="111297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40" name="Google Shape;340;p57"/>
          <p:cNvSpPr txBox="1"/>
          <p:nvPr>
            <p:ph idx="3" type="subTitle"/>
          </p:nvPr>
        </p:nvSpPr>
        <p:spPr>
          <a:xfrm>
            <a:off x="3497250" y="18612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41" name="Google Shape;341;p57"/>
          <p:cNvSpPr txBox="1"/>
          <p:nvPr>
            <p:ph idx="4" type="subTitle"/>
          </p:nvPr>
        </p:nvSpPr>
        <p:spPr>
          <a:xfrm>
            <a:off x="3497250" y="13639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42" name="Google Shape;342;p57"/>
          <p:cNvSpPr txBox="1"/>
          <p:nvPr>
            <p:ph idx="5" type="subTitle"/>
          </p:nvPr>
        </p:nvSpPr>
        <p:spPr>
          <a:xfrm>
            <a:off x="588152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43" name="Google Shape;343;p57"/>
          <p:cNvSpPr txBox="1"/>
          <p:nvPr>
            <p:ph idx="6" type="subTitle"/>
          </p:nvPr>
        </p:nvSpPr>
        <p:spPr>
          <a:xfrm>
            <a:off x="588152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2">
    <p:bg>
      <p:bgPr>
        <a:solidFill>
          <a:schemeClr val="dk1"/>
        </a:solidFill>
      </p:bgPr>
    </p:bg>
    <p:spTree>
      <p:nvGrpSpPr>
        <p:cNvPr id="344" name="Shape 344"/>
        <p:cNvGrpSpPr/>
        <p:nvPr/>
      </p:nvGrpSpPr>
      <p:grpSpPr>
        <a:xfrm>
          <a:off x="0" y="0"/>
          <a:ext cx="0" cy="0"/>
          <a:chOff x="0" y="0"/>
          <a:chExt cx="0" cy="0"/>
        </a:xfrm>
      </p:grpSpPr>
      <p:grpSp>
        <p:nvGrpSpPr>
          <p:cNvPr id="345" name="Google Shape;345;p58"/>
          <p:cNvGrpSpPr/>
          <p:nvPr/>
        </p:nvGrpSpPr>
        <p:grpSpPr>
          <a:xfrm>
            <a:off x="713225" y="539500"/>
            <a:ext cx="7717500" cy="4064400"/>
            <a:chOff x="713225" y="539500"/>
            <a:chExt cx="7717500" cy="4064400"/>
          </a:xfrm>
        </p:grpSpPr>
        <p:sp>
          <p:nvSpPr>
            <p:cNvPr id="346" name="Google Shape;346;p5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7" name="Google Shape;347;p5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48" name="Google Shape;348;p5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49" name="Google Shape;349;p58"/>
          <p:cNvSpPr txBox="1"/>
          <p:nvPr>
            <p:ph idx="1" type="subTitle"/>
          </p:nvPr>
        </p:nvSpPr>
        <p:spPr>
          <a:xfrm>
            <a:off x="945800" y="1875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50" name="Google Shape;350;p58"/>
          <p:cNvSpPr txBox="1"/>
          <p:nvPr>
            <p:ph idx="2" type="subTitle"/>
          </p:nvPr>
        </p:nvSpPr>
        <p:spPr>
          <a:xfrm>
            <a:off x="945800" y="1446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351" name="Google Shape;351;p58"/>
          <p:cNvSpPr txBox="1"/>
          <p:nvPr>
            <p:ph idx="3" type="subTitle"/>
          </p:nvPr>
        </p:nvSpPr>
        <p:spPr>
          <a:xfrm>
            <a:off x="5153800" y="2781950"/>
            <a:ext cx="30444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52" name="Google Shape;352;p58"/>
          <p:cNvSpPr txBox="1"/>
          <p:nvPr>
            <p:ph idx="4" type="subTitle"/>
          </p:nvPr>
        </p:nvSpPr>
        <p:spPr>
          <a:xfrm>
            <a:off x="5153800" y="2352425"/>
            <a:ext cx="3044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353" name="Google Shape;353;p58"/>
          <p:cNvSpPr txBox="1"/>
          <p:nvPr>
            <p:ph idx="5" type="subTitle"/>
          </p:nvPr>
        </p:nvSpPr>
        <p:spPr>
          <a:xfrm>
            <a:off x="945800" y="3687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54" name="Google Shape;354;p58"/>
          <p:cNvSpPr txBox="1"/>
          <p:nvPr>
            <p:ph idx="6" type="subTitle"/>
          </p:nvPr>
        </p:nvSpPr>
        <p:spPr>
          <a:xfrm>
            <a:off x="945800" y="3258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5">
    <p:bg>
      <p:bgPr>
        <a:solidFill>
          <a:schemeClr val="dk1"/>
        </a:solidFill>
      </p:bgPr>
    </p:bg>
    <p:spTree>
      <p:nvGrpSpPr>
        <p:cNvPr id="355" name="Shape 355"/>
        <p:cNvGrpSpPr/>
        <p:nvPr/>
      </p:nvGrpSpPr>
      <p:grpSpPr>
        <a:xfrm>
          <a:off x="0" y="0"/>
          <a:ext cx="0" cy="0"/>
          <a:chOff x="0" y="0"/>
          <a:chExt cx="0" cy="0"/>
        </a:xfrm>
      </p:grpSpPr>
      <p:grpSp>
        <p:nvGrpSpPr>
          <p:cNvPr id="356" name="Google Shape;356;p59"/>
          <p:cNvGrpSpPr/>
          <p:nvPr/>
        </p:nvGrpSpPr>
        <p:grpSpPr>
          <a:xfrm>
            <a:off x="713225" y="539500"/>
            <a:ext cx="7717500" cy="4064400"/>
            <a:chOff x="713225" y="539500"/>
            <a:chExt cx="7717500" cy="4064400"/>
          </a:xfrm>
        </p:grpSpPr>
        <p:sp>
          <p:nvSpPr>
            <p:cNvPr id="357" name="Google Shape;357;p5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8" name="Google Shape;358;p5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59" name="Google Shape;359;p5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60" name="Google Shape;360;p59"/>
          <p:cNvSpPr txBox="1"/>
          <p:nvPr>
            <p:ph idx="1" type="subTitle"/>
          </p:nvPr>
        </p:nvSpPr>
        <p:spPr>
          <a:xfrm>
            <a:off x="1658100" y="1978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61" name="Google Shape;361;p59"/>
          <p:cNvSpPr txBox="1"/>
          <p:nvPr>
            <p:ph idx="2" type="subTitle"/>
          </p:nvPr>
        </p:nvSpPr>
        <p:spPr>
          <a:xfrm>
            <a:off x="1658100" y="1549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362" name="Google Shape;362;p59"/>
          <p:cNvSpPr txBox="1"/>
          <p:nvPr>
            <p:ph idx="3" type="subTitle"/>
          </p:nvPr>
        </p:nvSpPr>
        <p:spPr>
          <a:xfrm>
            <a:off x="1658100" y="2884846"/>
            <a:ext cx="62850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63" name="Google Shape;363;p59"/>
          <p:cNvSpPr txBox="1"/>
          <p:nvPr>
            <p:ph idx="4" type="subTitle"/>
          </p:nvPr>
        </p:nvSpPr>
        <p:spPr>
          <a:xfrm>
            <a:off x="1658100" y="2455321"/>
            <a:ext cx="62850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364" name="Google Shape;364;p59"/>
          <p:cNvSpPr txBox="1"/>
          <p:nvPr>
            <p:ph idx="5" type="subTitle"/>
          </p:nvPr>
        </p:nvSpPr>
        <p:spPr>
          <a:xfrm>
            <a:off x="1658100" y="3790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65" name="Google Shape;365;p59"/>
          <p:cNvSpPr txBox="1"/>
          <p:nvPr>
            <p:ph idx="6" type="subTitle"/>
          </p:nvPr>
        </p:nvSpPr>
        <p:spPr>
          <a:xfrm>
            <a:off x="1658100" y="3361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24">
    <p:bg>
      <p:bgPr>
        <a:solidFill>
          <a:schemeClr val="dk1"/>
        </a:solidFill>
      </p:bgPr>
    </p:bg>
    <p:spTree>
      <p:nvGrpSpPr>
        <p:cNvPr id="366" name="Shape 366"/>
        <p:cNvGrpSpPr/>
        <p:nvPr/>
      </p:nvGrpSpPr>
      <p:grpSpPr>
        <a:xfrm>
          <a:off x="0" y="0"/>
          <a:ext cx="0" cy="0"/>
          <a:chOff x="0" y="0"/>
          <a:chExt cx="0" cy="0"/>
        </a:xfrm>
      </p:grpSpPr>
      <p:grpSp>
        <p:nvGrpSpPr>
          <p:cNvPr id="367" name="Google Shape;367;p60"/>
          <p:cNvGrpSpPr/>
          <p:nvPr/>
        </p:nvGrpSpPr>
        <p:grpSpPr>
          <a:xfrm>
            <a:off x="713225" y="539500"/>
            <a:ext cx="7717500" cy="4064400"/>
            <a:chOff x="713225" y="539500"/>
            <a:chExt cx="7717500" cy="4064400"/>
          </a:xfrm>
        </p:grpSpPr>
        <p:sp>
          <p:nvSpPr>
            <p:cNvPr id="368" name="Google Shape;368;p6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9" name="Google Shape;369;p6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70" name="Google Shape;370;p6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71" name="Google Shape;371;p60"/>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372" name="Google Shape;372;p60"/>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373" name="Google Shape;373;p60"/>
          <p:cNvSpPr txBox="1"/>
          <p:nvPr>
            <p:ph idx="3" type="subTitle"/>
          </p:nvPr>
        </p:nvSpPr>
        <p:spPr>
          <a:xfrm>
            <a:off x="853775" y="257119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374" name="Google Shape;374;p60"/>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375" name="Google Shape;375;p60"/>
          <p:cNvSpPr txBox="1"/>
          <p:nvPr>
            <p:ph idx="5" type="subTitle"/>
          </p:nvPr>
        </p:nvSpPr>
        <p:spPr>
          <a:xfrm>
            <a:off x="4452875" y="2570500"/>
            <a:ext cx="3761700" cy="172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376" name="Google Shape;376;p60"/>
          <p:cNvSpPr txBox="1"/>
          <p:nvPr>
            <p:ph idx="6" type="subTitle"/>
          </p:nvPr>
        </p:nvSpPr>
        <p:spPr>
          <a:xfrm>
            <a:off x="853775" y="323750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377" name="Google Shape;377;p60"/>
          <p:cNvSpPr txBox="1"/>
          <p:nvPr>
            <p:ph idx="7" type="subTitle"/>
          </p:nvPr>
        </p:nvSpPr>
        <p:spPr>
          <a:xfrm>
            <a:off x="853775" y="362674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_1_1_1_1">
    <p:bg>
      <p:bgPr>
        <a:solidFill>
          <a:schemeClr val="dk1"/>
        </a:solidFill>
      </p:bgPr>
    </p:bg>
    <p:spTree>
      <p:nvGrpSpPr>
        <p:cNvPr id="378" name="Shape 378"/>
        <p:cNvGrpSpPr/>
        <p:nvPr/>
      </p:nvGrpSpPr>
      <p:grpSpPr>
        <a:xfrm>
          <a:off x="0" y="0"/>
          <a:ext cx="0" cy="0"/>
          <a:chOff x="0" y="0"/>
          <a:chExt cx="0" cy="0"/>
        </a:xfrm>
      </p:grpSpPr>
      <p:grpSp>
        <p:nvGrpSpPr>
          <p:cNvPr id="379" name="Google Shape;379;p61"/>
          <p:cNvGrpSpPr/>
          <p:nvPr/>
        </p:nvGrpSpPr>
        <p:grpSpPr>
          <a:xfrm>
            <a:off x="713225" y="539500"/>
            <a:ext cx="7717500" cy="4064400"/>
            <a:chOff x="713225" y="539500"/>
            <a:chExt cx="7717500" cy="4064400"/>
          </a:xfrm>
        </p:grpSpPr>
        <p:sp>
          <p:nvSpPr>
            <p:cNvPr id="380" name="Google Shape;380;p6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1" name="Google Shape;381;p6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82" name="Google Shape;382;p6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83" name="Google Shape;383;p61"/>
          <p:cNvSpPr txBox="1"/>
          <p:nvPr>
            <p:ph idx="1" type="subTitle"/>
          </p:nvPr>
        </p:nvSpPr>
        <p:spPr>
          <a:xfrm>
            <a:off x="1112425"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84" name="Google Shape;384;p61"/>
          <p:cNvSpPr txBox="1"/>
          <p:nvPr>
            <p:ph idx="2" type="subTitle"/>
          </p:nvPr>
        </p:nvSpPr>
        <p:spPr>
          <a:xfrm>
            <a:off x="1112425"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85" name="Google Shape;385;p61"/>
          <p:cNvSpPr txBox="1"/>
          <p:nvPr>
            <p:ph idx="3" type="subTitle"/>
          </p:nvPr>
        </p:nvSpPr>
        <p:spPr>
          <a:xfrm>
            <a:off x="5584150"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86" name="Google Shape;386;p61"/>
          <p:cNvSpPr txBox="1"/>
          <p:nvPr>
            <p:ph idx="4" type="subTitle"/>
          </p:nvPr>
        </p:nvSpPr>
        <p:spPr>
          <a:xfrm>
            <a:off x="5584150"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87" name="Google Shape;387;p61"/>
          <p:cNvSpPr txBox="1"/>
          <p:nvPr>
            <p:ph idx="5" type="subTitle"/>
          </p:nvPr>
        </p:nvSpPr>
        <p:spPr>
          <a:xfrm>
            <a:off x="1112425"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88" name="Google Shape;388;p61"/>
          <p:cNvSpPr txBox="1"/>
          <p:nvPr>
            <p:ph idx="6" type="subTitle"/>
          </p:nvPr>
        </p:nvSpPr>
        <p:spPr>
          <a:xfrm>
            <a:off x="1112425"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89" name="Google Shape;389;p61"/>
          <p:cNvSpPr txBox="1"/>
          <p:nvPr>
            <p:ph idx="7" type="subTitle"/>
          </p:nvPr>
        </p:nvSpPr>
        <p:spPr>
          <a:xfrm>
            <a:off x="5584150"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90" name="Google Shape;390;p61"/>
          <p:cNvSpPr txBox="1"/>
          <p:nvPr>
            <p:ph idx="8" type="subTitle"/>
          </p:nvPr>
        </p:nvSpPr>
        <p:spPr>
          <a:xfrm>
            <a:off x="5584150"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1_1_1_1_1">
    <p:bg>
      <p:bgPr>
        <a:solidFill>
          <a:schemeClr val="dk1"/>
        </a:solidFill>
      </p:bgPr>
    </p:bg>
    <p:spTree>
      <p:nvGrpSpPr>
        <p:cNvPr id="391" name="Shape 391"/>
        <p:cNvGrpSpPr/>
        <p:nvPr/>
      </p:nvGrpSpPr>
      <p:grpSpPr>
        <a:xfrm>
          <a:off x="0" y="0"/>
          <a:ext cx="0" cy="0"/>
          <a:chOff x="0" y="0"/>
          <a:chExt cx="0" cy="0"/>
        </a:xfrm>
      </p:grpSpPr>
      <p:grpSp>
        <p:nvGrpSpPr>
          <p:cNvPr id="392" name="Google Shape;392;p62"/>
          <p:cNvGrpSpPr/>
          <p:nvPr/>
        </p:nvGrpSpPr>
        <p:grpSpPr>
          <a:xfrm>
            <a:off x="713300" y="539550"/>
            <a:ext cx="7717500" cy="4064400"/>
            <a:chOff x="713300" y="539550"/>
            <a:chExt cx="7717500" cy="4064400"/>
          </a:xfrm>
        </p:grpSpPr>
        <p:cxnSp>
          <p:nvCxnSpPr>
            <p:cNvPr id="393" name="Google Shape;393;p62"/>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394" name="Google Shape;394;p62"/>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5" name="Google Shape;395;p6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96" name="Google Shape;396;p62"/>
          <p:cNvSpPr txBox="1"/>
          <p:nvPr>
            <p:ph idx="1" type="subTitle"/>
          </p:nvPr>
        </p:nvSpPr>
        <p:spPr>
          <a:xfrm>
            <a:off x="10166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97" name="Google Shape;397;p62"/>
          <p:cNvSpPr txBox="1"/>
          <p:nvPr>
            <p:ph idx="2" type="subTitle"/>
          </p:nvPr>
        </p:nvSpPr>
        <p:spPr>
          <a:xfrm>
            <a:off x="10166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98" name="Google Shape;398;p62"/>
          <p:cNvSpPr txBox="1"/>
          <p:nvPr>
            <p:ph idx="3" type="subTitle"/>
          </p:nvPr>
        </p:nvSpPr>
        <p:spPr>
          <a:xfrm>
            <a:off x="10166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99" name="Google Shape;399;p62"/>
          <p:cNvSpPr txBox="1"/>
          <p:nvPr>
            <p:ph idx="4" type="subTitle"/>
          </p:nvPr>
        </p:nvSpPr>
        <p:spPr>
          <a:xfrm>
            <a:off x="10166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00" name="Google Shape;400;p62"/>
          <p:cNvSpPr txBox="1"/>
          <p:nvPr>
            <p:ph idx="5" type="subTitle"/>
          </p:nvPr>
        </p:nvSpPr>
        <p:spPr>
          <a:xfrm>
            <a:off x="48094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01" name="Google Shape;401;p62"/>
          <p:cNvSpPr txBox="1"/>
          <p:nvPr>
            <p:ph idx="6" type="subTitle"/>
          </p:nvPr>
        </p:nvSpPr>
        <p:spPr>
          <a:xfrm>
            <a:off x="48094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02" name="Google Shape;402;p62"/>
          <p:cNvSpPr txBox="1"/>
          <p:nvPr>
            <p:ph idx="7" type="subTitle"/>
          </p:nvPr>
        </p:nvSpPr>
        <p:spPr>
          <a:xfrm>
            <a:off x="48094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03" name="Google Shape;403;p62"/>
          <p:cNvSpPr txBox="1"/>
          <p:nvPr>
            <p:ph idx="8" type="subTitle"/>
          </p:nvPr>
        </p:nvSpPr>
        <p:spPr>
          <a:xfrm>
            <a:off x="48094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1_1_1_1_1_1_1_1_1">
    <p:bg>
      <p:bgPr>
        <a:solidFill>
          <a:schemeClr val="dk1"/>
        </a:solidFill>
      </p:bgPr>
    </p:bg>
    <p:spTree>
      <p:nvGrpSpPr>
        <p:cNvPr id="404" name="Shape 404"/>
        <p:cNvGrpSpPr/>
        <p:nvPr/>
      </p:nvGrpSpPr>
      <p:grpSpPr>
        <a:xfrm>
          <a:off x="0" y="0"/>
          <a:ext cx="0" cy="0"/>
          <a:chOff x="0" y="0"/>
          <a:chExt cx="0" cy="0"/>
        </a:xfrm>
      </p:grpSpPr>
      <p:grpSp>
        <p:nvGrpSpPr>
          <p:cNvPr id="405" name="Google Shape;405;p63"/>
          <p:cNvGrpSpPr/>
          <p:nvPr/>
        </p:nvGrpSpPr>
        <p:grpSpPr>
          <a:xfrm>
            <a:off x="713225" y="539500"/>
            <a:ext cx="7717500" cy="4064400"/>
            <a:chOff x="713225" y="539500"/>
            <a:chExt cx="7717500" cy="4064400"/>
          </a:xfrm>
        </p:grpSpPr>
        <p:sp>
          <p:nvSpPr>
            <p:cNvPr id="406" name="Google Shape;406;p6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07" name="Google Shape;407;p6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08" name="Google Shape;408;p6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09" name="Google Shape;409;p63"/>
          <p:cNvSpPr txBox="1"/>
          <p:nvPr>
            <p:ph idx="1" type="subTitle"/>
          </p:nvPr>
        </p:nvSpPr>
        <p:spPr>
          <a:xfrm>
            <a:off x="8844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10" name="Google Shape;410;p63"/>
          <p:cNvSpPr txBox="1"/>
          <p:nvPr>
            <p:ph idx="2" type="subTitle"/>
          </p:nvPr>
        </p:nvSpPr>
        <p:spPr>
          <a:xfrm>
            <a:off x="884474"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11" name="Google Shape;411;p63"/>
          <p:cNvSpPr txBox="1"/>
          <p:nvPr>
            <p:ph idx="3" type="subTitle"/>
          </p:nvPr>
        </p:nvSpPr>
        <p:spPr>
          <a:xfrm>
            <a:off x="2767708"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12" name="Google Shape;412;p63"/>
          <p:cNvSpPr txBox="1"/>
          <p:nvPr>
            <p:ph idx="4" type="subTitle"/>
          </p:nvPr>
        </p:nvSpPr>
        <p:spPr>
          <a:xfrm>
            <a:off x="2767709"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13" name="Google Shape;413;p63"/>
          <p:cNvSpPr txBox="1"/>
          <p:nvPr>
            <p:ph idx="5" type="subTitle"/>
          </p:nvPr>
        </p:nvSpPr>
        <p:spPr>
          <a:xfrm>
            <a:off x="4650942"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14" name="Google Shape;414;p63"/>
          <p:cNvSpPr txBox="1"/>
          <p:nvPr>
            <p:ph idx="6" type="subTitle"/>
          </p:nvPr>
        </p:nvSpPr>
        <p:spPr>
          <a:xfrm>
            <a:off x="4650945"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15" name="Google Shape;415;p63"/>
          <p:cNvSpPr txBox="1"/>
          <p:nvPr>
            <p:ph idx="7" type="subTitle"/>
          </p:nvPr>
        </p:nvSpPr>
        <p:spPr>
          <a:xfrm>
            <a:off x="65341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16" name="Google Shape;416;p63"/>
          <p:cNvSpPr txBox="1"/>
          <p:nvPr>
            <p:ph idx="8" type="subTitle"/>
          </p:nvPr>
        </p:nvSpPr>
        <p:spPr>
          <a:xfrm>
            <a:off x="6534180"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7">
    <p:bg>
      <p:bgPr>
        <a:solidFill>
          <a:schemeClr val="dk1"/>
        </a:solidFill>
      </p:bgPr>
    </p:bg>
    <p:spTree>
      <p:nvGrpSpPr>
        <p:cNvPr id="417" name="Shape 417"/>
        <p:cNvGrpSpPr/>
        <p:nvPr/>
      </p:nvGrpSpPr>
      <p:grpSpPr>
        <a:xfrm>
          <a:off x="0" y="0"/>
          <a:ext cx="0" cy="0"/>
          <a:chOff x="0" y="0"/>
          <a:chExt cx="0" cy="0"/>
        </a:xfrm>
      </p:grpSpPr>
      <p:grpSp>
        <p:nvGrpSpPr>
          <p:cNvPr id="418" name="Google Shape;418;p64"/>
          <p:cNvGrpSpPr/>
          <p:nvPr/>
        </p:nvGrpSpPr>
        <p:grpSpPr>
          <a:xfrm>
            <a:off x="713225" y="539500"/>
            <a:ext cx="7717500" cy="4064400"/>
            <a:chOff x="713225" y="539500"/>
            <a:chExt cx="7717500" cy="4064400"/>
          </a:xfrm>
        </p:grpSpPr>
        <p:sp>
          <p:nvSpPr>
            <p:cNvPr id="419" name="Google Shape;419;p6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0" name="Google Shape;420;p6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21" name="Google Shape;421;p6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22" name="Google Shape;422;p64"/>
          <p:cNvSpPr txBox="1"/>
          <p:nvPr>
            <p:ph idx="1" type="subTitle"/>
          </p:nvPr>
        </p:nvSpPr>
        <p:spPr>
          <a:xfrm>
            <a:off x="1909431" y="1906051"/>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423" name="Google Shape;423;p64"/>
          <p:cNvSpPr txBox="1"/>
          <p:nvPr>
            <p:ph idx="2" type="subTitle"/>
          </p:nvPr>
        </p:nvSpPr>
        <p:spPr>
          <a:xfrm>
            <a:off x="1909431" y="1387350"/>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24" name="Google Shape;424;p64"/>
          <p:cNvSpPr txBox="1"/>
          <p:nvPr>
            <p:ph idx="3" type="subTitle"/>
          </p:nvPr>
        </p:nvSpPr>
        <p:spPr>
          <a:xfrm>
            <a:off x="4971369" y="1906050"/>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425" name="Google Shape;425;p64"/>
          <p:cNvSpPr txBox="1"/>
          <p:nvPr>
            <p:ph idx="4" type="subTitle"/>
          </p:nvPr>
        </p:nvSpPr>
        <p:spPr>
          <a:xfrm>
            <a:off x="4971369" y="1387350"/>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26" name="Google Shape;426;p64"/>
          <p:cNvSpPr txBox="1"/>
          <p:nvPr>
            <p:ph idx="5" type="subTitle"/>
          </p:nvPr>
        </p:nvSpPr>
        <p:spPr>
          <a:xfrm>
            <a:off x="1909431" y="3654425"/>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427" name="Google Shape;427;p64"/>
          <p:cNvSpPr txBox="1"/>
          <p:nvPr>
            <p:ph idx="6" type="subTitle"/>
          </p:nvPr>
        </p:nvSpPr>
        <p:spPr>
          <a:xfrm>
            <a:off x="1909431" y="3135724"/>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28" name="Google Shape;428;p64"/>
          <p:cNvSpPr txBox="1"/>
          <p:nvPr>
            <p:ph idx="7" type="subTitle"/>
          </p:nvPr>
        </p:nvSpPr>
        <p:spPr>
          <a:xfrm>
            <a:off x="4971369" y="3654424"/>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429" name="Google Shape;429;p64"/>
          <p:cNvSpPr txBox="1"/>
          <p:nvPr>
            <p:ph idx="8" type="subTitle"/>
          </p:nvPr>
        </p:nvSpPr>
        <p:spPr>
          <a:xfrm>
            <a:off x="4971369" y="3135724"/>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1_1_1_1_1_2">
    <p:bg>
      <p:bgPr>
        <a:solidFill>
          <a:schemeClr val="dk1"/>
        </a:solidFill>
      </p:bgPr>
    </p:bg>
    <p:spTree>
      <p:nvGrpSpPr>
        <p:cNvPr id="430" name="Shape 430"/>
        <p:cNvGrpSpPr/>
        <p:nvPr/>
      </p:nvGrpSpPr>
      <p:grpSpPr>
        <a:xfrm>
          <a:off x="0" y="0"/>
          <a:ext cx="0" cy="0"/>
          <a:chOff x="0" y="0"/>
          <a:chExt cx="0" cy="0"/>
        </a:xfrm>
      </p:grpSpPr>
      <p:grpSp>
        <p:nvGrpSpPr>
          <p:cNvPr id="431" name="Google Shape;431;p65"/>
          <p:cNvGrpSpPr/>
          <p:nvPr/>
        </p:nvGrpSpPr>
        <p:grpSpPr>
          <a:xfrm>
            <a:off x="713225" y="539500"/>
            <a:ext cx="7717500" cy="4064400"/>
            <a:chOff x="713225" y="539500"/>
            <a:chExt cx="7717500" cy="4064400"/>
          </a:xfrm>
        </p:grpSpPr>
        <p:sp>
          <p:nvSpPr>
            <p:cNvPr id="432" name="Google Shape;432;p6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3" name="Google Shape;433;p6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34" name="Google Shape;434;p6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35" name="Google Shape;435;p65"/>
          <p:cNvSpPr txBox="1"/>
          <p:nvPr>
            <p:ph idx="1" type="subTitle"/>
          </p:nvPr>
        </p:nvSpPr>
        <p:spPr>
          <a:xfrm>
            <a:off x="95812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36" name="Google Shape;436;p65"/>
          <p:cNvSpPr txBox="1"/>
          <p:nvPr>
            <p:ph idx="2" type="subTitle"/>
          </p:nvPr>
        </p:nvSpPr>
        <p:spPr>
          <a:xfrm>
            <a:off x="95812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7" name="Google Shape;437;p65"/>
          <p:cNvSpPr txBox="1"/>
          <p:nvPr>
            <p:ph idx="3" type="subTitle"/>
          </p:nvPr>
        </p:nvSpPr>
        <p:spPr>
          <a:xfrm>
            <a:off x="3420000"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38" name="Google Shape;438;p65"/>
          <p:cNvSpPr txBox="1"/>
          <p:nvPr>
            <p:ph idx="4" type="subTitle"/>
          </p:nvPr>
        </p:nvSpPr>
        <p:spPr>
          <a:xfrm>
            <a:off x="3420000"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9" name="Google Shape;439;p65"/>
          <p:cNvSpPr txBox="1"/>
          <p:nvPr>
            <p:ph idx="5" type="subTitle"/>
          </p:nvPr>
        </p:nvSpPr>
        <p:spPr>
          <a:xfrm>
            <a:off x="588187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40" name="Google Shape;440;p65"/>
          <p:cNvSpPr txBox="1"/>
          <p:nvPr>
            <p:ph idx="6" type="subTitle"/>
          </p:nvPr>
        </p:nvSpPr>
        <p:spPr>
          <a:xfrm>
            <a:off x="588187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41" name="Google Shape;441;p65"/>
          <p:cNvSpPr txBox="1"/>
          <p:nvPr>
            <p:ph idx="7" type="subTitle"/>
          </p:nvPr>
        </p:nvSpPr>
        <p:spPr>
          <a:xfrm>
            <a:off x="2189050"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42" name="Google Shape;442;p65"/>
          <p:cNvSpPr txBox="1"/>
          <p:nvPr>
            <p:ph idx="8" type="subTitle"/>
          </p:nvPr>
        </p:nvSpPr>
        <p:spPr>
          <a:xfrm>
            <a:off x="2189050"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43" name="Google Shape;443;p65"/>
          <p:cNvSpPr txBox="1"/>
          <p:nvPr>
            <p:ph idx="9" type="subTitle"/>
          </p:nvPr>
        </p:nvSpPr>
        <p:spPr>
          <a:xfrm>
            <a:off x="4650925"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44" name="Google Shape;444;p65"/>
          <p:cNvSpPr txBox="1"/>
          <p:nvPr>
            <p:ph idx="13" type="subTitle"/>
          </p:nvPr>
        </p:nvSpPr>
        <p:spPr>
          <a:xfrm>
            <a:off x="4650925"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_1_1_1_1_1_1">
    <p:bg>
      <p:bgPr>
        <a:solidFill>
          <a:schemeClr val="dk1"/>
        </a:solidFill>
      </p:bgPr>
    </p:bg>
    <p:spTree>
      <p:nvGrpSpPr>
        <p:cNvPr id="445" name="Shape 445"/>
        <p:cNvGrpSpPr/>
        <p:nvPr/>
      </p:nvGrpSpPr>
      <p:grpSpPr>
        <a:xfrm>
          <a:off x="0" y="0"/>
          <a:ext cx="0" cy="0"/>
          <a:chOff x="0" y="0"/>
          <a:chExt cx="0" cy="0"/>
        </a:xfrm>
      </p:grpSpPr>
      <p:grpSp>
        <p:nvGrpSpPr>
          <p:cNvPr id="446" name="Google Shape;446;p66"/>
          <p:cNvGrpSpPr/>
          <p:nvPr/>
        </p:nvGrpSpPr>
        <p:grpSpPr>
          <a:xfrm>
            <a:off x="713225" y="539500"/>
            <a:ext cx="7717500" cy="4064400"/>
            <a:chOff x="713225" y="539500"/>
            <a:chExt cx="7717500" cy="4064400"/>
          </a:xfrm>
        </p:grpSpPr>
        <p:sp>
          <p:nvSpPr>
            <p:cNvPr id="447" name="Google Shape;447;p6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8" name="Google Shape;448;p6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49" name="Google Shape;449;p6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50" name="Google Shape;450;p66"/>
          <p:cNvSpPr txBox="1"/>
          <p:nvPr>
            <p:ph idx="1" type="subTitle"/>
          </p:nvPr>
        </p:nvSpPr>
        <p:spPr>
          <a:xfrm>
            <a:off x="1134425"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51" name="Google Shape;451;p66"/>
          <p:cNvSpPr txBox="1"/>
          <p:nvPr>
            <p:ph idx="2" type="subTitle"/>
          </p:nvPr>
        </p:nvSpPr>
        <p:spPr>
          <a:xfrm>
            <a:off x="113442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2" name="Google Shape;452;p66"/>
          <p:cNvSpPr txBox="1"/>
          <p:nvPr>
            <p:ph idx="3" type="subTitle"/>
          </p:nvPr>
        </p:nvSpPr>
        <p:spPr>
          <a:xfrm>
            <a:off x="3495738"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53" name="Google Shape;453;p66"/>
          <p:cNvSpPr txBox="1"/>
          <p:nvPr>
            <p:ph idx="4" type="subTitle"/>
          </p:nvPr>
        </p:nvSpPr>
        <p:spPr>
          <a:xfrm>
            <a:off x="3495750"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4" name="Google Shape;454;p66"/>
          <p:cNvSpPr txBox="1"/>
          <p:nvPr>
            <p:ph idx="5" type="subTitle"/>
          </p:nvPr>
        </p:nvSpPr>
        <p:spPr>
          <a:xfrm>
            <a:off x="5857051"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55" name="Google Shape;455;p66"/>
          <p:cNvSpPr txBox="1"/>
          <p:nvPr>
            <p:ph idx="6" type="subTitle"/>
          </p:nvPr>
        </p:nvSpPr>
        <p:spPr>
          <a:xfrm>
            <a:off x="585707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6" name="Google Shape;456;p66"/>
          <p:cNvSpPr txBox="1"/>
          <p:nvPr>
            <p:ph idx="7" type="subTitle"/>
          </p:nvPr>
        </p:nvSpPr>
        <p:spPr>
          <a:xfrm>
            <a:off x="1134425"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57" name="Google Shape;457;p66"/>
          <p:cNvSpPr txBox="1"/>
          <p:nvPr>
            <p:ph idx="8" type="subTitle"/>
          </p:nvPr>
        </p:nvSpPr>
        <p:spPr>
          <a:xfrm>
            <a:off x="113442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8" name="Google Shape;458;p66"/>
          <p:cNvSpPr txBox="1"/>
          <p:nvPr>
            <p:ph idx="9" type="subTitle"/>
          </p:nvPr>
        </p:nvSpPr>
        <p:spPr>
          <a:xfrm>
            <a:off x="3495738"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59" name="Google Shape;459;p66"/>
          <p:cNvSpPr txBox="1"/>
          <p:nvPr>
            <p:ph idx="13" type="subTitle"/>
          </p:nvPr>
        </p:nvSpPr>
        <p:spPr>
          <a:xfrm>
            <a:off x="3495750"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60" name="Google Shape;460;p66"/>
          <p:cNvSpPr txBox="1"/>
          <p:nvPr>
            <p:ph idx="14" type="subTitle"/>
          </p:nvPr>
        </p:nvSpPr>
        <p:spPr>
          <a:xfrm>
            <a:off x="5857051"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61" name="Google Shape;461;p66"/>
          <p:cNvSpPr txBox="1"/>
          <p:nvPr>
            <p:ph idx="15" type="subTitle"/>
          </p:nvPr>
        </p:nvSpPr>
        <p:spPr>
          <a:xfrm>
            <a:off x="585707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21">
    <p:bg>
      <p:bgPr>
        <a:solidFill>
          <a:schemeClr val="dk1"/>
        </a:solidFill>
      </p:bgPr>
    </p:bg>
    <p:spTree>
      <p:nvGrpSpPr>
        <p:cNvPr id="462" name="Shape 462"/>
        <p:cNvGrpSpPr/>
        <p:nvPr/>
      </p:nvGrpSpPr>
      <p:grpSpPr>
        <a:xfrm>
          <a:off x="0" y="0"/>
          <a:ext cx="0" cy="0"/>
          <a:chOff x="0" y="0"/>
          <a:chExt cx="0" cy="0"/>
        </a:xfrm>
      </p:grpSpPr>
      <p:grpSp>
        <p:nvGrpSpPr>
          <p:cNvPr id="463" name="Google Shape;463;p67"/>
          <p:cNvGrpSpPr/>
          <p:nvPr/>
        </p:nvGrpSpPr>
        <p:grpSpPr>
          <a:xfrm>
            <a:off x="713225" y="539500"/>
            <a:ext cx="7717500" cy="4064400"/>
            <a:chOff x="713225" y="539500"/>
            <a:chExt cx="7717500" cy="4064400"/>
          </a:xfrm>
        </p:grpSpPr>
        <p:sp>
          <p:nvSpPr>
            <p:cNvPr id="464" name="Google Shape;464;p6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5" name="Google Shape;465;p6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66" name="Google Shape;466;p6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67" name="Google Shape;467;p67"/>
          <p:cNvSpPr txBox="1"/>
          <p:nvPr>
            <p:ph idx="1" type="subTitle"/>
          </p:nvPr>
        </p:nvSpPr>
        <p:spPr>
          <a:xfrm>
            <a:off x="1059065"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68" name="Google Shape;468;p67"/>
          <p:cNvSpPr txBox="1"/>
          <p:nvPr>
            <p:ph idx="2" type="subTitle"/>
          </p:nvPr>
        </p:nvSpPr>
        <p:spPr>
          <a:xfrm>
            <a:off x="1059065"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69" name="Google Shape;469;p67"/>
          <p:cNvSpPr txBox="1"/>
          <p:nvPr>
            <p:ph idx="3" type="subTitle"/>
          </p:nvPr>
        </p:nvSpPr>
        <p:spPr>
          <a:xfrm>
            <a:off x="1059052" y="2806879"/>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70" name="Google Shape;470;p67"/>
          <p:cNvSpPr txBox="1"/>
          <p:nvPr>
            <p:ph idx="4" type="subTitle"/>
          </p:nvPr>
        </p:nvSpPr>
        <p:spPr>
          <a:xfrm>
            <a:off x="1059070" y="2454554"/>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71" name="Google Shape;471;p67"/>
          <p:cNvSpPr txBox="1"/>
          <p:nvPr>
            <p:ph idx="5" type="subTitle"/>
          </p:nvPr>
        </p:nvSpPr>
        <p:spPr>
          <a:xfrm>
            <a:off x="5042599"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72" name="Google Shape;472;p67"/>
          <p:cNvSpPr txBox="1"/>
          <p:nvPr>
            <p:ph idx="6" type="subTitle"/>
          </p:nvPr>
        </p:nvSpPr>
        <p:spPr>
          <a:xfrm>
            <a:off x="5042634"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73" name="Google Shape;473;p67"/>
          <p:cNvSpPr txBox="1"/>
          <p:nvPr>
            <p:ph idx="7" type="subTitle"/>
          </p:nvPr>
        </p:nvSpPr>
        <p:spPr>
          <a:xfrm>
            <a:off x="1059065"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74" name="Google Shape;474;p67"/>
          <p:cNvSpPr txBox="1"/>
          <p:nvPr>
            <p:ph idx="8" type="subTitle"/>
          </p:nvPr>
        </p:nvSpPr>
        <p:spPr>
          <a:xfrm>
            <a:off x="1059065"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75" name="Google Shape;475;p67"/>
          <p:cNvSpPr txBox="1"/>
          <p:nvPr>
            <p:ph idx="9" type="subTitle"/>
          </p:nvPr>
        </p:nvSpPr>
        <p:spPr>
          <a:xfrm>
            <a:off x="5042630" y="2806867"/>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76" name="Google Shape;476;p67"/>
          <p:cNvSpPr txBox="1"/>
          <p:nvPr>
            <p:ph idx="13" type="subTitle"/>
          </p:nvPr>
        </p:nvSpPr>
        <p:spPr>
          <a:xfrm>
            <a:off x="5042648" y="24545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77" name="Google Shape;477;p67"/>
          <p:cNvSpPr txBox="1"/>
          <p:nvPr>
            <p:ph idx="14" type="subTitle"/>
          </p:nvPr>
        </p:nvSpPr>
        <p:spPr>
          <a:xfrm>
            <a:off x="5042599"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78" name="Google Shape;478;p67"/>
          <p:cNvSpPr txBox="1"/>
          <p:nvPr>
            <p:ph idx="15" type="subTitle"/>
          </p:nvPr>
        </p:nvSpPr>
        <p:spPr>
          <a:xfrm>
            <a:off x="5042634"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_1_1_1_1_1">
    <p:bg>
      <p:bgPr>
        <a:solidFill>
          <a:schemeClr val="dk1"/>
        </a:solidFill>
      </p:bgPr>
    </p:bg>
    <p:spTree>
      <p:nvGrpSpPr>
        <p:cNvPr id="479" name="Shape 479"/>
        <p:cNvGrpSpPr/>
        <p:nvPr/>
      </p:nvGrpSpPr>
      <p:grpSpPr>
        <a:xfrm>
          <a:off x="0" y="0"/>
          <a:ext cx="0" cy="0"/>
          <a:chOff x="0" y="0"/>
          <a:chExt cx="0" cy="0"/>
        </a:xfrm>
      </p:grpSpPr>
      <p:grpSp>
        <p:nvGrpSpPr>
          <p:cNvPr id="480" name="Google Shape;480;p68"/>
          <p:cNvGrpSpPr/>
          <p:nvPr/>
        </p:nvGrpSpPr>
        <p:grpSpPr>
          <a:xfrm>
            <a:off x="713225" y="539500"/>
            <a:ext cx="7717500" cy="4064400"/>
            <a:chOff x="713225" y="539500"/>
            <a:chExt cx="7717500" cy="4064400"/>
          </a:xfrm>
        </p:grpSpPr>
        <p:sp>
          <p:nvSpPr>
            <p:cNvPr id="481" name="Google Shape;481;p6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2" name="Google Shape;482;p68"/>
            <p:cNvCxnSpPr/>
            <p:nvPr/>
          </p:nvCxnSpPr>
          <p:spPr>
            <a:xfrm>
              <a:off x="734825" y="1483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83" name="Google Shape;483;p68"/>
          <p:cNvSpPr txBox="1"/>
          <p:nvPr>
            <p:ph type="title"/>
          </p:nvPr>
        </p:nvSpPr>
        <p:spPr>
          <a:xfrm>
            <a:off x="3607800" y="539500"/>
            <a:ext cx="4519200" cy="939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r">
              <a:spcBef>
                <a:spcPts val="0"/>
              </a:spcBef>
              <a:spcAft>
                <a:spcPts val="0"/>
              </a:spcAft>
              <a:buClr>
                <a:schemeClr val="lt1"/>
              </a:buClr>
              <a:buSzPts val="4800"/>
              <a:buNone/>
              <a:defRPr sz="4800">
                <a:solidFill>
                  <a:schemeClr val="lt1"/>
                </a:solidFill>
              </a:defRPr>
            </a:lvl2pPr>
            <a:lvl3pPr lvl="2" algn="r">
              <a:spcBef>
                <a:spcPts val="0"/>
              </a:spcBef>
              <a:spcAft>
                <a:spcPts val="0"/>
              </a:spcAft>
              <a:buClr>
                <a:schemeClr val="lt1"/>
              </a:buClr>
              <a:buSzPts val="4800"/>
              <a:buNone/>
              <a:defRPr sz="4800">
                <a:solidFill>
                  <a:schemeClr val="lt1"/>
                </a:solidFill>
              </a:defRPr>
            </a:lvl3pPr>
            <a:lvl4pPr lvl="3" algn="r">
              <a:spcBef>
                <a:spcPts val="0"/>
              </a:spcBef>
              <a:spcAft>
                <a:spcPts val="0"/>
              </a:spcAft>
              <a:buClr>
                <a:schemeClr val="lt1"/>
              </a:buClr>
              <a:buSzPts val="4800"/>
              <a:buNone/>
              <a:defRPr sz="4800">
                <a:solidFill>
                  <a:schemeClr val="lt1"/>
                </a:solidFill>
              </a:defRPr>
            </a:lvl4pPr>
            <a:lvl5pPr lvl="4" algn="r">
              <a:spcBef>
                <a:spcPts val="0"/>
              </a:spcBef>
              <a:spcAft>
                <a:spcPts val="0"/>
              </a:spcAft>
              <a:buClr>
                <a:schemeClr val="lt1"/>
              </a:buClr>
              <a:buSzPts val="4800"/>
              <a:buNone/>
              <a:defRPr sz="4800">
                <a:solidFill>
                  <a:schemeClr val="lt1"/>
                </a:solidFill>
              </a:defRPr>
            </a:lvl5pPr>
            <a:lvl6pPr lvl="5" algn="r">
              <a:spcBef>
                <a:spcPts val="0"/>
              </a:spcBef>
              <a:spcAft>
                <a:spcPts val="0"/>
              </a:spcAft>
              <a:buClr>
                <a:schemeClr val="lt1"/>
              </a:buClr>
              <a:buSzPts val="4800"/>
              <a:buNone/>
              <a:defRPr sz="4800">
                <a:solidFill>
                  <a:schemeClr val="lt1"/>
                </a:solidFill>
              </a:defRPr>
            </a:lvl6pPr>
            <a:lvl7pPr lvl="6" algn="r">
              <a:spcBef>
                <a:spcPts val="0"/>
              </a:spcBef>
              <a:spcAft>
                <a:spcPts val="0"/>
              </a:spcAft>
              <a:buClr>
                <a:schemeClr val="lt1"/>
              </a:buClr>
              <a:buSzPts val="4800"/>
              <a:buNone/>
              <a:defRPr sz="4800">
                <a:solidFill>
                  <a:schemeClr val="lt1"/>
                </a:solidFill>
              </a:defRPr>
            </a:lvl7pPr>
            <a:lvl8pPr lvl="7" algn="r">
              <a:spcBef>
                <a:spcPts val="0"/>
              </a:spcBef>
              <a:spcAft>
                <a:spcPts val="0"/>
              </a:spcAft>
              <a:buClr>
                <a:schemeClr val="lt1"/>
              </a:buClr>
              <a:buSzPts val="4800"/>
              <a:buNone/>
              <a:defRPr sz="4800">
                <a:solidFill>
                  <a:schemeClr val="lt1"/>
                </a:solidFill>
              </a:defRPr>
            </a:lvl8pPr>
            <a:lvl9pPr lvl="8" algn="r">
              <a:spcBef>
                <a:spcPts val="0"/>
              </a:spcBef>
              <a:spcAft>
                <a:spcPts val="0"/>
              </a:spcAft>
              <a:buClr>
                <a:schemeClr val="lt1"/>
              </a:buClr>
              <a:buSzPts val="4800"/>
              <a:buNone/>
              <a:defRPr sz="4800">
                <a:solidFill>
                  <a:schemeClr val="lt1"/>
                </a:solidFill>
              </a:defRPr>
            </a:lvl9pPr>
          </a:lstStyle>
          <a:p/>
        </p:txBody>
      </p:sp>
      <p:sp>
        <p:nvSpPr>
          <p:cNvPr id="484" name="Google Shape;484;p68"/>
          <p:cNvSpPr txBox="1"/>
          <p:nvPr>
            <p:ph idx="1" type="subTitle"/>
          </p:nvPr>
        </p:nvSpPr>
        <p:spPr>
          <a:xfrm>
            <a:off x="3607800" y="2278000"/>
            <a:ext cx="4519200" cy="744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r">
              <a:lnSpc>
                <a:spcPct val="100000"/>
              </a:lnSpc>
              <a:spcBef>
                <a:spcPts val="0"/>
              </a:spcBef>
              <a:spcAft>
                <a:spcPts val="0"/>
              </a:spcAft>
              <a:buClr>
                <a:schemeClr val="lt1"/>
              </a:buClr>
              <a:buSzPts val="2800"/>
              <a:buNone/>
              <a:defRPr sz="2800">
                <a:solidFill>
                  <a:schemeClr val="lt1"/>
                </a:solidFill>
              </a:defRPr>
            </a:lvl2pPr>
            <a:lvl3pPr lvl="2" algn="r">
              <a:lnSpc>
                <a:spcPct val="100000"/>
              </a:lnSpc>
              <a:spcBef>
                <a:spcPts val="0"/>
              </a:spcBef>
              <a:spcAft>
                <a:spcPts val="0"/>
              </a:spcAft>
              <a:buClr>
                <a:schemeClr val="lt1"/>
              </a:buClr>
              <a:buSzPts val="2800"/>
              <a:buNone/>
              <a:defRPr sz="2800">
                <a:solidFill>
                  <a:schemeClr val="lt1"/>
                </a:solidFill>
              </a:defRPr>
            </a:lvl3pPr>
            <a:lvl4pPr lvl="3" algn="r">
              <a:lnSpc>
                <a:spcPct val="100000"/>
              </a:lnSpc>
              <a:spcBef>
                <a:spcPts val="0"/>
              </a:spcBef>
              <a:spcAft>
                <a:spcPts val="0"/>
              </a:spcAft>
              <a:buClr>
                <a:schemeClr val="lt1"/>
              </a:buClr>
              <a:buSzPts val="2800"/>
              <a:buNone/>
              <a:defRPr sz="2800">
                <a:solidFill>
                  <a:schemeClr val="lt1"/>
                </a:solidFill>
              </a:defRPr>
            </a:lvl4pPr>
            <a:lvl5pPr lvl="4" algn="r">
              <a:lnSpc>
                <a:spcPct val="100000"/>
              </a:lnSpc>
              <a:spcBef>
                <a:spcPts val="0"/>
              </a:spcBef>
              <a:spcAft>
                <a:spcPts val="0"/>
              </a:spcAft>
              <a:buClr>
                <a:schemeClr val="lt1"/>
              </a:buClr>
              <a:buSzPts val="2800"/>
              <a:buNone/>
              <a:defRPr sz="2800">
                <a:solidFill>
                  <a:schemeClr val="lt1"/>
                </a:solidFill>
              </a:defRPr>
            </a:lvl5pPr>
            <a:lvl6pPr lvl="5" algn="r">
              <a:lnSpc>
                <a:spcPct val="100000"/>
              </a:lnSpc>
              <a:spcBef>
                <a:spcPts val="0"/>
              </a:spcBef>
              <a:spcAft>
                <a:spcPts val="0"/>
              </a:spcAft>
              <a:buClr>
                <a:schemeClr val="lt1"/>
              </a:buClr>
              <a:buSzPts val="2800"/>
              <a:buNone/>
              <a:defRPr sz="2800">
                <a:solidFill>
                  <a:schemeClr val="lt1"/>
                </a:solidFill>
              </a:defRPr>
            </a:lvl6pPr>
            <a:lvl7pPr lvl="6" algn="r">
              <a:lnSpc>
                <a:spcPct val="100000"/>
              </a:lnSpc>
              <a:spcBef>
                <a:spcPts val="0"/>
              </a:spcBef>
              <a:spcAft>
                <a:spcPts val="0"/>
              </a:spcAft>
              <a:buClr>
                <a:schemeClr val="lt1"/>
              </a:buClr>
              <a:buSzPts val="2800"/>
              <a:buNone/>
              <a:defRPr sz="2800">
                <a:solidFill>
                  <a:schemeClr val="lt1"/>
                </a:solidFill>
              </a:defRPr>
            </a:lvl7pPr>
            <a:lvl8pPr lvl="7"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sp>
        <p:nvSpPr>
          <p:cNvPr id="485" name="Google Shape;485;p68"/>
          <p:cNvSpPr txBox="1"/>
          <p:nvPr>
            <p:ph idx="2" type="subTitle"/>
          </p:nvPr>
        </p:nvSpPr>
        <p:spPr>
          <a:xfrm>
            <a:off x="3607800" y="1769750"/>
            <a:ext cx="4519200" cy="510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486" name="Google Shape;486;p68"/>
          <p:cNvSpPr txBox="1"/>
          <p:nvPr/>
        </p:nvSpPr>
        <p:spPr>
          <a:xfrm>
            <a:off x="3508050" y="3477600"/>
            <a:ext cx="4718700" cy="554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Roboto"/>
                <a:ea typeface="Roboto"/>
                <a:cs typeface="Roboto"/>
                <a:sym typeface="Roboto"/>
              </a:rPr>
              <a:t>CREDITS:</a:t>
            </a:r>
            <a:r>
              <a:rPr lang="en" sz="1200">
                <a:solidFill>
                  <a:schemeClr val="lt1"/>
                </a:solidFill>
                <a:latin typeface="Roboto"/>
                <a:ea typeface="Roboto"/>
                <a:cs typeface="Roboto"/>
                <a:sym typeface="Roboto"/>
              </a:rPr>
              <a:t> This presentation template was created by </a:t>
            </a:r>
            <a:r>
              <a:rPr b="1" lang="en" sz="1200">
                <a:solidFill>
                  <a:schemeClr val="accent1"/>
                </a:solidFill>
                <a:uFill>
                  <a:noFill/>
                </a:uFill>
                <a:latin typeface="Roboto"/>
                <a:ea typeface="Roboto"/>
                <a:cs typeface="Roboto"/>
                <a:sym typeface="Roboto"/>
                <a:hlinkClick r:id="rId2">
                  <a:extLst>
                    <a:ext uri="{A12FA001-AC4F-418D-AE19-62706E023703}">
                      <ahyp:hlinkClr val="tx"/>
                    </a:ext>
                  </a:extLst>
                </a:hlinkClick>
              </a:rPr>
              <a:t>Slidesgo</a:t>
            </a:r>
            <a:r>
              <a:rPr b="1" lang="en" sz="1200">
                <a:solidFill>
                  <a:schemeClr val="accent6"/>
                </a:solidFill>
                <a:latin typeface="Roboto"/>
                <a:ea typeface="Roboto"/>
                <a:cs typeface="Roboto"/>
                <a:sym typeface="Roboto"/>
              </a:rPr>
              <a:t>,</a:t>
            </a:r>
            <a:r>
              <a:rPr lang="en" sz="1200">
                <a:solidFill>
                  <a:schemeClr val="lt1"/>
                </a:solidFill>
                <a:latin typeface="Roboto"/>
                <a:ea typeface="Roboto"/>
                <a:cs typeface="Roboto"/>
                <a:sym typeface="Roboto"/>
              </a:rPr>
              <a:t> including icons by </a:t>
            </a:r>
            <a:r>
              <a:rPr b="1" lang="en" sz="1200">
                <a:solidFill>
                  <a:schemeClr val="accent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1"/>
                </a:solidFill>
                <a:latin typeface="Roboto"/>
                <a:ea typeface="Roboto"/>
                <a:cs typeface="Roboto"/>
                <a:sym typeface="Roboto"/>
              </a:rPr>
              <a:t>, and infographics &amp; images by </a:t>
            </a:r>
            <a:r>
              <a:rPr b="1" lang="en" sz="1200">
                <a:solidFill>
                  <a:schemeClr val="accent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accent1"/>
              </a:solidFill>
              <a:latin typeface="Roboto"/>
              <a:ea typeface="Roboto"/>
              <a:cs typeface="Roboto"/>
              <a:sym typeface="Roboto"/>
            </a:endParaRPr>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_1_1_1_1_1">
    <p:bg>
      <p:bgPr>
        <a:solidFill>
          <a:schemeClr val="dk1"/>
        </a:solidFill>
      </p:bgPr>
    </p:bg>
    <p:spTree>
      <p:nvGrpSpPr>
        <p:cNvPr id="487" name="Shape 487"/>
        <p:cNvGrpSpPr/>
        <p:nvPr/>
      </p:nvGrpSpPr>
      <p:grpSpPr>
        <a:xfrm>
          <a:off x="0" y="0"/>
          <a:ext cx="0" cy="0"/>
          <a:chOff x="0" y="0"/>
          <a:chExt cx="0" cy="0"/>
        </a:xfrm>
      </p:grpSpPr>
      <p:sp>
        <p:nvSpPr>
          <p:cNvPr id="488" name="Google Shape;488;p6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_1_1_1_1_1">
    <p:bg>
      <p:bgPr>
        <a:solidFill>
          <a:schemeClr val="dk1"/>
        </a:solidFill>
      </p:bgPr>
    </p:bg>
    <p:spTree>
      <p:nvGrpSpPr>
        <p:cNvPr id="489" name="Shape 489"/>
        <p:cNvGrpSpPr/>
        <p:nvPr/>
      </p:nvGrpSpPr>
      <p:grpSpPr>
        <a:xfrm>
          <a:off x="0" y="0"/>
          <a:ext cx="0" cy="0"/>
          <a:chOff x="0" y="0"/>
          <a:chExt cx="0" cy="0"/>
        </a:xfrm>
      </p:grpSpPr>
      <p:grpSp>
        <p:nvGrpSpPr>
          <p:cNvPr id="490" name="Google Shape;490;p70"/>
          <p:cNvGrpSpPr/>
          <p:nvPr/>
        </p:nvGrpSpPr>
        <p:grpSpPr>
          <a:xfrm>
            <a:off x="713225" y="539500"/>
            <a:ext cx="7717500" cy="4064400"/>
            <a:chOff x="713225" y="539500"/>
            <a:chExt cx="7717500" cy="4064400"/>
          </a:xfrm>
        </p:grpSpPr>
        <p:sp>
          <p:nvSpPr>
            <p:cNvPr id="491" name="Google Shape;491;p7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2" name="Google Shape;492;p7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Layouts/slideLayout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497" name="Shape 497"/>
        <p:cNvGrpSpPr/>
        <p:nvPr/>
      </p:nvGrpSpPr>
      <p:grpSpPr>
        <a:xfrm>
          <a:off x="0" y="0"/>
          <a:ext cx="0" cy="0"/>
          <a:chOff x="0" y="0"/>
          <a:chExt cx="0" cy="0"/>
        </a:xfrm>
      </p:grpSpPr>
      <p:sp>
        <p:nvSpPr>
          <p:cNvPr id="498" name="Google Shape;498;p7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72"/>
          <p:cNvSpPr txBox="1"/>
          <p:nvPr>
            <p:ph type="ctrTitle"/>
          </p:nvPr>
        </p:nvSpPr>
        <p:spPr>
          <a:xfrm>
            <a:off x="2048825" y="848600"/>
            <a:ext cx="5046300" cy="10305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500" name="Google Shape;500;p72"/>
          <p:cNvSpPr txBox="1"/>
          <p:nvPr>
            <p:ph idx="1" type="subTitle"/>
          </p:nvPr>
        </p:nvSpPr>
        <p:spPr>
          <a:xfrm>
            <a:off x="2048825" y="3798375"/>
            <a:ext cx="50463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501" name="Google Shape;501;p72"/>
          <p:cNvSpPr txBox="1"/>
          <p:nvPr>
            <p:ph idx="2" type="subTitle"/>
          </p:nvPr>
        </p:nvSpPr>
        <p:spPr>
          <a:xfrm>
            <a:off x="2902475" y="1879100"/>
            <a:ext cx="3339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502" name="Shape 502"/>
        <p:cNvGrpSpPr/>
        <p:nvPr/>
      </p:nvGrpSpPr>
      <p:grpSpPr>
        <a:xfrm>
          <a:off x="0" y="0"/>
          <a:ext cx="0" cy="0"/>
          <a:chOff x="0" y="0"/>
          <a:chExt cx="0" cy="0"/>
        </a:xfrm>
      </p:grpSpPr>
      <p:sp>
        <p:nvSpPr>
          <p:cNvPr id="503" name="Google Shape;503;p7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73"/>
          <p:cNvSpPr/>
          <p:nvPr/>
        </p:nvSpPr>
        <p:spPr>
          <a:xfrm flipH="1" rot="-5400000">
            <a:off x="-1114550" y="743900"/>
            <a:ext cx="3655500" cy="3655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73"/>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506" name="Google Shape;506;p73"/>
          <p:cNvSpPr txBox="1"/>
          <p:nvPr>
            <p:ph hasCustomPrompt="1" idx="2" type="title"/>
          </p:nvPr>
        </p:nvSpPr>
        <p:spPr>
          <a:xfrm>
            <a:off x="821288" y="157487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507" name="Google Shape;507;p73"/>
          <p:cNvSpPr txBox="1"/>
          <p:nvPr>
            <p:ph idx="1" type="subTitle"/>
          </p:nvPr>
        </p:nvSpPr>
        <p:spPr>
          <a:xfrm>
            <a:off x="2971613" y="32407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508" name="Shape 508"/>
        <p:cNvGrpSpPr/>
        <p:nvPr/>
      </p:nvGrpSpPr>
      <p:grpSpPr>
        <a:xfrm>
          <a:off x="0" y="0"/>
          <a:ext cx="0" cy="0"/>
          <a:chOff x="0" y="0"/>
          <a:chExt cx="0" cy="0"/>
        </a:xfrm>
      </p:grpSpPr>
      <p:grpSp>
        <p:nvGrpSpPr>
          <p:cNvPr id="509" name="Google Shape;509;p74"/>
          <p:cNvGrpSpPr/>
          <p:nvPr/>
        </p:nvGrpSpPr>
        <p:grpSpPr>
          <a:xfrm>
            <a:off x="713225" y="539500"/>
            <a:ext cx="7717500" cy="4064400"/>
            <a:chOff x="713225" y="539500"/>
            <a:chExt cx="7717500" cy="4064400"/>
          </a:xfrm>
        </p:grpSpPr>
        <p:cxnSp>
          <p:nvCxnSpPr>
            <p:cNvPr id="510" name="Google Shape;510;p7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511" name="Google Shape;511;p7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 name="Google Shape;512;p7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13" name="Google Shape;513;p74"/>
          <p:cNvSpPr txBox="1"/>
          <p:nvPr>
            <p:ph idx="1" type="subTitle"/>
          </p:nvPr>
        </p:nvSpPr>
        <p:spPr>
          <a:xfrm>
            <a:off x="2817300" y="2114400"/>
            <a:ext cx="3509400" cy="1529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6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514" name="Shape 514"/>
        <p:cNvGrpSpPr/>
        <p:nvPr/>
      </p:nvGrpSpPr>
      <p:grpSpPr>
        <a:xfrm>
          <a:off x="0" y="0"/>
          <a:ext cx="0" cy="0"/>
          <a:chOff x="0" y="0"/>
          <a:chExt cx="0" cy="0"/>
        </a:xfrm>
      </p:grpSpPr>
      <p:grpSp>
        <p:nvGrpSpPr>
          <p:cNvPr id="515" name="Google Shape;515;p75"/>
          <p:cNvGrpSpPr/>
          <p:nvPr/>
        </p:nvGrpSpPr>
        <p:grpSpPr>
          <a:xfrm>
            <a:off x="713225" y="539500"/>
            <a:ext cx="7717500" cy="4064400"/>
            <a:chOff x="713225" y="539500"/>
            <a:chExt cx="7717500" cy="4064400"/>
          </a:xfrm>
        </p:grpSpPr>
        <p:sp>
          <p:nvSpPr>
            <p:cNvPr id="516" name="Google Shape;516;p7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7" name="Google Shape;517;p7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18" name="Google Shape;518;p7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19" name="Google Shape;519;p75"/>
          <p:cNvSpPr txBox="1"/>
          <p:nvPr>
            <p:ph idx="1" type="subTitle"/>
          </p:nvPr>
        </p:nvSpPr>
        <p:spPr>
          <a:xfrm>
            <a:off x="1425525" y="32987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0" name="Google Shape;520;p75"/>
          <p:cNvSpPr txBox="1"/>
          <p:nvPr>
            <p:ph idx="2" type="subTitle"/>
          </p:nvPr>
        </p:nvSpPr>
        <p:spPr>
          <a:xfrm>
            <a:off x="1425525" y="2867137"/>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1" name="Google Shape;521;p75"/>
          <p:cNvSpPr txBox="1"/>
          <p:nvPr>
            <p:ph idx="3" type="subTitle"/>
          </p:nvPr>
        </p:nvSpPr>
        <p:spPr>
          <a:xfrm>
            <a:off x="5333725" y="32885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2" name="Google Shape;522;p75"/>
          <p:cNvSpPr txBox="1"/>
          <p:nvPr>
            <p:ph idx="4" type="subTitle"/>
          </p:nvPr>
        </p:nvSpPr>
        <p:spPr>
          <a:xfrm>
            <a:off x="5333725" y="28586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523" name="Shape 523"/>
        <p:cNvGrpSpPr/>
        <p:nvPr/>
      </p:nvGrpSpPr>
      <p:grpSpPr>
        <a:xfrm>
          <a:off x="0" y="0"/>
          <a:ext cx="0" cy="0"/>
          <a:chOff x="0" y="0"/>
          <a:chExt cx="0" cy="0"/>
        </a:xfrm>
      </p:grpSpPr>
      <p:grpSp>
        <p:nvGrpSpPr>
          <p:cNvPr id="524" name="Google Shape;524;p76"/>
          <p:cNvGrpSpPr/>
          <p:nvPr/>
        </p:nvGrpSpPr>
        <p:grpSpPr>
          <a:xfrm>
            <a:off x="713225" y="539500"/>
            <a:ext cx="7717500" cy="4064400"/>
            <a:chOff x="713225" y="539500"/>
            <a:chExt cx="7717500" cy="4064400"/>
          </a:xfrm>
        </p:grpSpPr>
        <p:sp>
          <p:nvSpPr>
            <p:cNvPr id="525" name="Google Shape;525;p7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6" name="Google Shape;526;p7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27" name="Google Shape;527;p7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528" name="Shape 528"/>
        <p:cNvGrpSpPr/>
        <p:nvPr/>
      </p:nvGrpSpPr>
      <p:grpSpPr>
        <a:xfrm>
          <a:off x="0" y="0"/>
          <a:ext cx="0" cy="0"/>
          <a:chOff x="0" y="0"/>
          <a:chExt cx="0" cy="0"/>
        </a:xfrm>
      </p:grpSpPr>
      <p:grpSp>
        <p:nvGrpSpPr>
          <p:cNvPr id="529" name="Google Shape;529;p77"/>
          <p:cNvGrpSpPr/>
          <p:nvPr/>
        </p:nvGrpSpPr>
        <p:grpSpPr>
          <a:xfrm>
            <a:off x="713225" y="539500"/>
            <a:ext cx="7717500" cy="4064400"/>
            <a:chOff x="713225" y="539500"/>
            <a:chExt cx="7717500" cy="4064400"/>
          </a:xfrm>
        </p:grpSpPr>
        <p:cxnSp>
          <p:nvCxnSpPr>
            <p:cNvPr id="530" name="Google Shape;530;p7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531" name="Google Shape;531;p7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2" name="Google Shape;532;p7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33" name="Google Shape;533;p77"/>
          <p:cNvSpPr txBox="1"/>
          <p:nvPr>
            <p:ph idx="1" type="subTitle"/>
          </p:nvPr>
        </p:nvSpPr>
        <p:spPr>
          <a:xfrm>
            <a:off x="2105700" y="1543900"/>
            <a:ext cx="4932600" cy="2550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800"/>
              <a:buChar char="●"/>
              <a:defRPr sz="1600">
                <a:solidFill>
                  <a:schemeClr val="lt1"/>
                </a:solidFill>
              </a:defRPr>
            </a:lvl1pPr>
            <a:lvl2pPr lvl="1">
              <a:lnSpc>
                <a:spcPct val="100000"/>
              </a:lnSpc>
              <a:spcBef>
                <a:spcPts val="0"/>
              </a:spcBef>
              <a:spcAft>
                <a:spcPts val="0"/>
              </a:spcAft>
              <a:buClr>
                <a:schemeClr val="lt1"/>
              </a:buClr>
              <a:buSzPts val="2800"/>
              <a:buChar char="○"/>
              <a:defRPr sz="2800">
                <a:solidFill>
                  <a:schemeClr val="lt1"/>
                </a:solidFill>
              </a:defRPr>
            </a:lvl2pPr>
            <a:lvl3pPr lvl="2">
              <a:lnSpc>
                <a:spcPct val="100000"/>
              </a:lnSpc>
              <a:spcBef>
                <a:spcPts val="0"/>
              </a:spcBef>
              <a:spcAft>
                <a:spcPts val="0"/>
              </a:spcAft>
              <a:buClr>
                <a:schemeClr val="lt1"/>
              </a:buClr>
              <a:buSzPts val="2800"/>
              <a:buChar char="■"/>
              <a:defRPr sz="2800">
                <a:solidFill>
                  <a:schemeClr val="lt1"/>
                </a:solidFill>
              </a:defRPr>
            </a:lvl3pPr>
            <a:lvl4pPr lvl="3">
              <a:lnSpc>
                <a:spcPct val="100000"/>
              </a:lnSpc>
              <a:spcBef>
                <a:spcPts val="0"/>
              </a:spcBef>
              <a:spcAft>
                <a:spcPts val="0"/>
              </a:spcAft>
              <a:buClr>
                <a:schemeClr val="lt1"/>
              </a:buClr>
              <a:buSzPts val="2800"/>
              <a:buChar char="●"/>
              <a:defRPr sz="2800">
                <a:solidFill>
                  <a:schemeClr val="lt1"/>
                </a:solidFill>
              </a:defRPr>
            </a:lvl4pPr>
            <a:lvl5pPr lvl="4">
              <a:lnSpc>
                <a:spcPct val="100000"/>
              </a:lnSpc>
              <a:spcBef>
                <a:spcPts val="0"/>
              </a:spcBef>
              <a:spcAft>
                <a:spcPts val="0"/>
              </a:spcAft>
              <a:buClr>
                <a:schemeClr val="lt1"/>
              </a:buClr>
              <a:buSzPts val="2800"/>
              <a:buChar char="○"/>
              <a:defRPr sz="2800">
                <a:solidFill>
                  <a:schemeClr val="lt1"/>
                </a:solidFill>
              </a:defRPr>
            </a:lvl5pPr>
            <a:lvl6pPr lvl="5">
              <a:lnSpc>
                <a:spcPct val="100000"/>
              </a:lnSpc>
              <a:spcBef>
                <a:spcPts val="0"/>
              </a:spcBef>
              <a:spcAft>
                <a:spcPts val="0"/>
              </a:spcAft>
              <a:buClr>
                <a:schemeClr val="lt1"/>
              </a:buClr>
              <a:buSzPts val="2800"/>
              <a:buChar char="■"/>
              <a:defRPr sz="2800">
                <a:solidFill>
                  <a:schemeClr val="lt1"/>
                </a:solidFill>
              </a:defRPr>
            </a:lvl6pPr>
            <a:lvl7pPr lvl="6">
              <a:lnSpc>
                <a:spcPct val="100000"/>
              </a:lnSpc>
              <a:spcBef>
                <a:spcPts val="0"/>
              </a:spcBef>
              <a:spcAft>
                <a:spcPts val="0"/>
              </a:spcAft>
              <a:buClr>
                <a:schemeClr val="lt1"/>
              </a:buClr>
              <a:buSzPts val="2800"/>
              <a:buChar char="●"/>
              <a:defRPr sz="2800">
                <a:solidFill>
                  <a:schemeClr val="lt1"/>
                </a:solidFill>
              </a:defRPr>
            </a:lvl7pPr>
            <a:lvl8pPr lvl="7">
              <a:lnSpc>
                <a:spcPct val="100000"/>
              </a:lnSpc>
              <a:spcBef>
                <a:spcPts val="0"/>
              </a:spcBef>
              <a:spcAft>
                <a:spcPts val="0"/>
              </a:spcAft>
              <a:buClr>
                <a:schemeClr val="lt1"/>
              </a:buClr>
              <a:buSzPts val="2800"/>
              <a:buChar char="○"/>
              <a:defRPr sz="2800">
                <a:solidFill>
                  <a:schemeClr val="lt1"/>
                </a:solidFill>
              </a:defRPr>
            </a:lvl8pPr>
            <a:lvl9pPr lvl="8">
              <a:lnSpc>
                <a:spcPct val="100000"/>
              </a:lnSpc>
              <a:spcBef>
                <a:spcPts val="0"/>
              </a:spcBef>
              <a:spcAft>
                <a:spcPts val="0"/>
              </a:spcAft>
              <a:buClr>
                <a:schemeClr val="lt1"/>
              </a:buClr>
              <a:buSzPts val="2800"/>
              <a:buChar char="■"/>
              <a:defRPr sz="2800">
                <a:solidFill>
                  <a:schemeClr val="lt1"/>
                </a:solidFill>
              </a:defRPr>
            </a:lvl9pPr>
          </a:lstStyle>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534" name="Shape 534"/>
        <p:cNvGrpSpPr/>
        <p:nvPr/>
      </p:nvGrpSpPr>
      <p:grpSpPr>
        <a:xfrm>
          <a:off x="0" y="0"/>
          <a:ext cx="0" cy="0"/>
          <a:chOff x="0" y="0"/>
          <a:chExt cx="0" cy="0"/>
        </a:xfrm>
      </p:grpSpPr>
      <p:sp>
        <p:nvSpPr>
          <p:cNvPr id="535" name="Google Shape;535;p7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78"/>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537" name="Shape 537"/>
        <p:cNvGrpSpPr/>
        <p:nvPr/>
      </p:nvGrpSpPr>
      <p:grpSpPr>
        <a:xfrm>
          <a:off x="0" y="0"/>
          <a:ext cx="0" cy="0"/>
          <a:chOff x="0" y="0"/>
          <a:chExt cx="0" cy="0"/>
        </a:xfrm>
      </p:grpSpPr>
      <p:grpSp>
        <p:nvGrpSpPr>
          <p:cNvPr id="538" name="Google Shape;538;p79"/>
          <p:cNvGrpSpPr/>
          <p:nvPr/>
        </p:nvGrpSpPr>
        <p:grpSpPr>
          <a:xfrm>
            <a:off x="713225" y="539500"/>
            <a:ext cx="7717500" cy="4064400"/>
            <a:chOff x="713225" y="539500"/>
            <a:chExt cx="7717500" cy="4064400"/>
          </a:xfrm>
        </p:grpSpPr>
        <p:cxnSp>
          <p:nvCxnSpPr>
            <p:cNvPr id="539" name="Google Shape;539;p7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540" name="Google Shape;540;p7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1" name="Google Shape;541;p79"/>
            <p:cNvCxnSpPr/>
            <p:nvPr/>
          </p:nvCxnSpPr>
          <p:spPr>
            <a:xfrm rot="10800000">
              <a:off x="4876775" y="1096300"/>
              <a:ext cx="0" cy="3507600"/>
            </a:xfrm>
            <a:prstGeom prst="straightConnector1">
              <a:avLst/>
            </a:prstGeom>
            <a:noFill/>
            <a:ln cap="flat" cmpd="sng" w="38100">
              <a:solidFill>
                <a:schemeClr val="accent1"/>
              </a:solidFill>
              <a:prstDash val="solid"/>
              <a:round/>
              <a:headEnd len="med" w="med" type="none"/>
              <a:tailEnd len="med" w="med" type="none"/>
            </a:ln>
          </p:spPr>
        </p:cxnSp>
      </p:grpSp>
      <p:sp>
        <p:nvSpPr>
          <p:cNvPr id="542" name="Google Shape;542;p7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43" name="Google Shape;543;p79"/>
          <p:cNvSpPr txBox="1"/>
          <p:nvPr>
            <p:ph idx="1" type="subTitle"/>
          </p:nvPr>
        </p:nvSpPr>
        <p:spPr>
          <a:xfrm>
            <a:off x="1312950" y="2327975"/>
            <a:ext cx="2973000" cy="13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544" name="Google Shape;544;p79"/>
          <p:cNvSpPr txBox="1"/>
          <p:nvPr>
            <p:ph idx="2" type="subTitle"/>
          </p:nvPr>
        </p:nvSpPr>
        <p:spPr>
          <a:xfrm>
            <a:off x="1312950" y="1809275"/>
            <a:ext cx="29730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545" name="Shape 545"/>
        <p:cNvGrpSpPr/>
        <p:nvPr/>
      </p:nvGrpSpPr>
      <p:grpSpPr>
        <a:xfrm>
          <a:off x="0" y="0"/>
          <a:ext cx="0" cy="0"/>
          <a:chOff x="0" y="0"/>
          <a:chExt cx="0" cy="0"/>
        </a:xfrm>
      </p:grpSpPr>
      <p:sp>
        <p:nvSpPr>
          <p:cNvPr id="546" name="Google Shape;546;p80"/>
          <p:cNvSpPr txBox="1"/>
          <p:nvPr>
            <p:ph type="title"/>
          </p:nvPr>
        </p:nvSpPr>
        <p:spPr>
          <a:xfrm>
            <a:off x="865625" y="3328700"/>
            <a:ext cx="6367800" cy="1427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3600"/>
              <a:buNone/>
              <a:defRPr sz="3600">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547" name="Shape 547"/>
        <p:cNvGrpSpPr/>
        <p:nvPr/>
      </p:nvGrpSpPr>
      <p:grpSpPr>
        <a:xfrm>
          <a:off x="0" y="0"/>
          <a:ext cx="0" cy="0"/>
          <a:chOff x="0" y="0"/>
          <a:chExt cx="0" cy="0"/>
        </a:xfrm>
      </p:grpSpPr>
      <p:sp>
        <p:nvSpPr>
          <p:cNvPr id="548" name="Google Shape;548;p8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81"/>
          <p:cNvSpPr txBox="1"/>
          <p:nvPr>
            <p:ph hasCustomPrompt="1" type="title"/>
          </p:nvPr>
        </p:nvSpPr>
        <p:spPr>
          <a:xfrm>
            <a:off x="994200" y="1505850"/>
            <a:ext cx="7155600" cy="13323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550" name="Google Shape;550;p81"/>
          <p:cNvSpPr txBox="1"/>
          <p:nvPr>
            <p:ph idx="1" type="subTitle"/>
          </p:nvPr>
        </p:nvSpPr>
        <p:spPr>
          <a:xfrm>
            <a:off x="994200" y="2838150"/>
            <a:ext cx="4774200" cy="79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551" name="Shape 551"/>
        <p:cNvGrpSpPr/>
        <p:nvPr/>
      </p:nvGrpSpPr>
      <p:grpSpPr>
        <a:xfrm>
          <a:off x="0" y="0"/>
          <a:ext cx="0" cy="0"/>
          <a:chOff x="0" y="0"/>
          <a:chExt cx="0" cy="0"/>
        </a:xfrm>
      </p:grpSpPr>
    </p:spTree>
  </p:cSld>
  <p:clrMapOvr>
    <a:masterClrMapping/>
  </p:clrMapOvr>
</p:sldLayout>
</file>

<file path=ppt/slideLayouts/slideLayout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552" name="Shape 552"/>
        <p:cNvGrpSpPr/>
        <p:nvPr/>
      </p:nvGrpSpPr>
      <p:grpSpPr>
        <a:xfrm>
          <a:off x="0" y="0"/>
          <a:ext cx="0" cy="0"/>
          <a:chOff x="0" y="0"/>
          <a:chExt cx="0" cy="0"/>
        </a:xfrm>
      </p:grpSpPr>
      <p:sp>
        <p:nvSpPr>
          <p:cNvPr id="553" name="Google Shape;553;p83"/>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554" name="Shape 554"/>
        <p:cNvGrpSpPr/>
        <p:nvPr/>
      </p:nvGrpSpPr>
      <p:grpSpPr>
        <a:xfrm>
          <a:off x="0" y="0"/>
          <a:ext cx="0" cy="0"/>
          <a:chOff x="0" y="0"/>
          <a:chExt cx="0" cy="0"/>
        </a:xfrm>
      </p:grpSpPr>
      <p:grpSp>
        <p:nvGrpSpPr>
          <p:cNvPr id="555" name="Google Shape;555;p84"/>
          <p:cNvGrpSpPr/>
          <p:nvPr/>
        </p:nvGrpSpPr>
        <p:grpSpPr>
          <a:xfrm>
            <a:off x="713200" y="539513"/>
            <a:ext cx="7717600" cy="4064400"/>
            <a:chOff x="713125" y="539500"/>
            <a:chExt cx="7717600" cy="4064400"/>
          </a:xfrm>
        </p:grpSpPr>
        <p:cxnSp>
          <p:nvCxnSpPr>
            <p:cNvPr id="556" name="Google Shape;556;p84"/>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557" name="Google Shape;557;p8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8" name="Google Shape;558;p84"/>
            <p:cNvCxnSpPr>
              <a:stCxn id="557" idx="2"/>
            </p:cNvCxnSpPr>
            <p:nvPr/>
          </p:nvCxnSpPr>
          <p:spPr>
            <a:xfrm rot="10800000">
              <a:off x="45719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559" name="Google Shape;559;p84"/>
            <p:cNvCxnSpPr/>
            <p:nvPr/>
          </p:nvCxnSpPr>
          <p:spPr>
            <a:xfrm rot="10800000">
              <a:off x="713125" y="2912025"/>
              <a:ext cx="7709100" cy="0"/>
            </a:xfrm>
            <a:prstGeom prst="straightConnector1">
              <a:avLst/>
            </a:prstGeom>
            <a:noFill/>
            <a:ln cap="flat" cmpd="sng" w="38100">
              <a:solidFill>
                <a:schemeClr val="accent1"/>
              </a:solidFill>
              <a:prstDash val="solid"/>
              <a:round/>
              <a:headEnd len="med" w="med" type="none"/>
              <a:tailEnd len="med" w="med" type="none"/>
            </a:ln>
          </p:spPr>
        </p:cxnSp>
        <p:cxnSp>
          <p:nvCxnSpPr>
            <p:cNvPr id="560" name="Google Shape;560;p84"/>
            <p:cNvCxnSpPr/>
            <p:nvPr/>
          </p:nvCxnSpPr>
          <p:spPr>
            <a:xfrm rot="10800000">
              <a:off x="17602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561" name="Google Shape;561;p84"/>
            <p:cNvCxnSpPr/>
            <p:nvPr/>
          </p:nvCxnSpPr>
          <p:spPr>
            <a:xfrm rot="10800000">
              <a:off x="7378100" y="1254400"/>
              <a:ext cx="0" cy="3349500"/>
            </a:xfrm>
            <a:prstGeom prst="straightConnector1">
              <a:avLst/>
            </a:prstGeom>
            <a:noFill/>
            <a:ln cap="flat" cmpd="sng" w="38100">
              <a:solidFill>
                <a:schemeClr val="accent1"/>
              </a:solidFill>
              <a:prstDash val="solid"/>
              <a:round/>
              <a:headEnd len="med" w="med" type="none"/>
              <a:tailEnd len="med" w="med" type="none"/>
            </a:ln>
          </p:spPr>
        </p:cxnSp>
      </p:grpSp>
      <p:sp>
        <p:nvSpPr>
          <p:cNvPr id="562" name="Google Shape;562;p84"/>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63" name="Google Shape;563;p84"/>
          <p:cNvSpPr txBox="1"/>
          <p:nvPr>
            <p:ph idx="1" type="subTitle"/>
          </p:nvPr>
        </p:nvSpPr>
        <p:spPr>
          <a:xfrm>
            <a:off x="1924988" y="2036825"/>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64" name="Google Shape;564;p84"/>
          <p:cNvSpPr txBox="1"/>
          <p:nvPr>
            <p:ph idx="2" type="subTitle"/>
          </p:nvPr>
        </p:nvSpPr>
        <p:spPr>
          <a:xfrm>
            <a:off x="1924988" y="1518125"/>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65" name="Google Shape;565;p84"/>
          <p:cNvSpPr txBox="1"/>
          <p:nvPr>
            <p:ph hasCustomPrompt="1" idx="3" type="title"/>
          </p:nvPr>
        </p:nvSpPr>
        <p:spPr>
          <a:xfrm>
            <a:off x="8197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566" name="Google Shape;566;p84"/>
          <p:cNvSpPr txBox="1"/>
          <p:nvPr>
            <p:ph idx="4" type="subTitle"/>
          </p:nvPr>
        </p:nvSpPr>
        <p:spPr>
          <a:xfrm>
            <a:off x="4760188" y="2036825"/>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567" name="Google Shape;567;p84"/>
          <p:cNvSpPr txBox="1"/>
          <p:nvPr>
            <p:ph idx="5" type="subTitle"/>
          </p:nvPr>
        </p:nvSpPr>
        <p:spPr>
          <a:xfrm>
            <a:off x="4760188" y="1518125"/>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568" name="Google Shape;568;p84"/>
          <p:cNvSpPr txBox="1"/>
          <p:nvPr>
            <p:ph hasCustomPrompt="1" idx="6" type="title"/>
          </p:nvPr>
        </p:nvSpPr>
        <p:spPr>
          <a:xfrm>
            <a:off x="74842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569" name="Google Shape;569;p84"/>
          <p:cNvSpPr txBox="1"/>
          <p:nvPr>
            <p:ph idx="7" type="subTitle"/>
          </p:nvPr>
        </p:nvSpPr>
        <p:spPr>
          <a:xfrm>
            <a:off x="1924988" y="3691200"/>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70" name="Google Shape;570;p84"/>
          <p:cNvSpPr txBox="1"/>
          <p:nvPr>
            <p:ph idx="8" type="subTitle"/>
          </p:nvPr>
        </p:nvSpPr>
        <p:spPr>
          <a:xfrm>
            <a:off x="1924988" y="3172500"/>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71" name="Google Shape;571;p84"/>
          <p:cNvSpPr txBox="1"/>
          <p:nvPr>
            <p:ph hasCustomPrompt="1" idx="9" type="title"/>
          </p:nvPr>
        </p:nvSpPr>
        <p:spPr>
          <a:xfrm>
            <a:off x="819800" y="346450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572" name="Google Shape;572;p84"/>
          <p:cNvSpPr txBox="1"/>
          <p:nvPr>
            <p:ph idx="13" type="subTitle"/>
          </p:nvPr>
        </p:nvSpPr>
        <p:spPr>
          <a:xfrm>
            <a:off x="4760200" y="3673200"/>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573" name="Google Shape;573;p84"/>
          <p:cNvSpPr txBox="1"/>
          <p:nvPr>
            <p:ph idx="14" type="subTitle"/>
          </p:nvPr>
        </p:nvSpPr>
        <p:spPr>
          <a:xfrm>
            <a:off x="4760200" y="3154500"/>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574" name="Google Shape;574;p84"/>
          <p:cNvSpPr txBox="1"/>
          <p:nvPr>
            <p:ph hasCustomPrompt="1" idx="15" type="title"/>
          </p:nvPr>
        </p:nvSpPr>
        <p:spPr>
          <a:xfrm>
            <a:off x="7488624" y="3475788"/>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
    <p:bg>
      <p:bgPr>
        <a:solidFill>
          <a:schemeClr val="dk1"/>
        </a:solidFill>
      </p:bgPr>
    </p:bg>
    <p:spTree>
      <p:nvGrpSpPr>
        <p:cNvPr id="575" name="Shape 575"/>
        <p:cNvGrpSpPr/>
        <p:nvPr/>
      </p:nvGrpSpPr>
      <p:grpSpPr>
        <a:xfrm>
          <a:off x="0" y="0"/>
          <a:ext cx="0" cy="0"/>
          <a:chOff x="0" y="0"/>
          <a:chExt cx="0" cy="0"/>
        </a:xfrm>
      </p:grpSpPr>
      <p:grpSp>
        <p:nvGrpSpPr>
          <p:cNvPr id="576" name="Google Shape;576;p85"/>
          <p:cNvGrpSpPr/>
          <p:nvPr/>
        </p:nvGrpSpPr>
        <p:grpSpPr>
          <a:xfrm>
            <a:off x="713300" y="539513"/>
            <a:ext cx="7717500" cy="4064400"/>
            <a:chOff x="713225" y="539500"/>
            <a:chExt cx="7717500" cy="4064400"/>
          </a:xfrm>
        </p:grpSpPr>
        <p:cxnSp>
          <p:nvCxnSpPr>
            <p:cNvPr id="577" name="Google Shape;577;p85"/>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578" name="Google Shape;578;p8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9" name="Google Shape;579;p85"/>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80" name="Google Shape;580;p85"/>
          <p:cNvSpPr txBox="1"/>
          <p:nvPr>
            <p:ph idx="1" type="subTitle"/>
          </p:nvPr>
        </p:nvSpPr>
        <p:spPr>
          <a:xfrm>
            <a:off x="897170"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81" name="Google Shape;581;p85"/>
          <p:cNvSpPr txBox="1"/>
          <p:nvPr>
            <p:ph idx="2" type="subTitle"/>
          </p:nvPr>
        </p:nvSpPr>
        <p:spPr>
          <a:xfrm>
            <a:off x="897170"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82" name="Google Shape;582;p85"/>
          <p:cNvSpPr txBox="1"/>
          <p:nvPr>
            <p:ph hasCustomPrompt="1" idx="3" type="title"/>
          </p:nvPr>
        </p:nvSpPr>
        <p:spPr>
          <a:xfrm>
            <a:off x="1261666"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583" name="Google Shape;583;p85"/>
          <p:cNvSpPr txBox="1"/>
          <p:nvPr>
            <p:ph idx="4" type="subTitle"/>
          </p:nvPr>
        </p:nvSpPr>
        <p:spPr>
          <a:xfrm>
            <a:off x="47527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584" name="Google Shape;584;p85"/>
          <p:cNvSpPr txBox="1"/>
          <p:nvPr>
            <p:ph idx="5" type="subTitle"/>
          </p:nvPr>
        </p:nvSpPr>
        <p:spPr>
          <a:xfrm>
            <a:off x="47527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585" name="Google Shape;585;p85"/>
          <p:cNvSpPr txBox="1"/>
          <p:nvPr>
            <p:ph hasCustomPrompt="1" idx="6" type="title"/>
          </p:nvPr>
        </p:nvSpPr>
        <p:spPr>
          <a:xfrm>
            <a:off x="5117252"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586" name="Google Shape;586;p85"/>
          <p:cNvSpPr txBox="1"/>
          <p:nvPr>
            <p:ph idx="7" type="subTitle"/>
          </p:nvPr>
        </p:nvSpPr>
        <p:spPr>
          <a:xfrm>
            <a:off x="28249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87" name="Google Shape;587;p85"/>
          <p:cNvSpPr txBox="1"/>
          <p:nvPr>
            <p:ph idx="8" type="subTitle"/>
          </p:nvPr>
        </p:nvSpPr>
        <p:spPr>
          <a:xfrm>
            <a:off x="28249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88" name="Google Shape;588;p85"/>
          <p:cNvSpPr txBox="1"/>
          <p:nvPr>
            <p:ph hasCustomPrompt="1" idx="9" type="title"/>
          </p:nvPr>
        </p:nvSpPr>
        <p:spPr>
          <a:xfrm>
            <a:off x="3189459"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589" name="Google Shape;589;p85"/>
          <p:cNvSpPr txBox="1"/>
          <p:nvPr>
            <p:ph idx="13" type="subTitle"/>
          </p:nvPr>
        </p:nvSpPr>
        <p:spPr>
          <a:xfrm>
            <a:off x="6680545"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590" name="Google Shape;590;p85"/>
          <p:cNvSpPr txBox="1"/>
          <p:nvPr>
            <p:ph idx="14" type="subTitle"/>
          </p:nvPr>
        </p:nvSpPr>
        <p:spPr>
          <a:xfrm>
            <a:off x="6680545"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591" name="Google Shape;591;p85"/>
          <p:cNvSpPr txBox="1"/>
          <p:nvPr>
            <p:ph hasCustomPrompt="1" idx="15" type="title"/>
          </p:nvPr>
        </p:nvSpPr>
        <p:spPr>
          <a:xfrm>
            <a:off x="7045045" y="1975647"/>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dk1"/>
        </a:solidFill>
      </p:bgPr>
    </p:bg>
    <p:spTree>
      <p:nvGrpSpPr>
        <p:cNvPr id="592" name="Shape 592"/>
        <p:cNvGrpSpPr/>
        <p:nvPr/>
      </p:nvGrpSpPr>
      <p:grpSpPr>
        <a:xfrm>
          <a:off x="0" y="0"/>
          <a:ext cx="0" cy="0"/>
          <a:chOff x="0" y="0"/>
          <a:chExt cx="0" cy="0"/>
        </a:xfrm>
      </p:grpSpPr>
      <p:sp>
        <p:nvSpPr>
          <p:cNvPr id="593" name="Google Shape;593;p8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86"/>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595" name="Google Shape;595;p86"/>
          <p:cNvSpPr txBox="1"/>
          <p:nvPr>
            <p:ph hasCustomPrompt="1" idx="2" type="title"/>
          </p:nvPr>
        </p:nvSpPr>
        <p:spPr>
          <a:xfrm>
            <a:off x="1131163" y="96802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596" name="Google Shape;596;p86"/>
          <p:cNvSpPr txBox="1"/>
          <p:nvPr>
            <p:ph idx="1" type="subTitle"/>
          </p:nvPr>
        </p:nvSpPr>
        <p:spPr>
          <a:xfrm>
            <a:off x="1131163" y="37284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
    <p:bg>
      <p:bgPr>
        <a:solidFill>
          <a:schemeClr val="dk1"/>
        </a:solidFill>
      </p:bgPr>
    </p:bg>
    <p:spTree>
      <p:nvGrpSpPr>
        <p:cNvPr id="597" name="Shape 597"/>
        <p:cNvGrpSpPr/>
        <p:nvPr/>
      </p:nvGrpSpPr>
      <p:grpSpPr>
        <a:xfrm>
          <a:off x="0" y="0"/>
          <a:ext cx="0" cy="0"/>
          <a:chOff x="0" y="0"/>
          <a:chExt cx="0" cy="0"/>
        </a:xfrm>
      </p:grpSpPr>
      <p:sp>
        <p:nvSpPr>
          <p:cNvPr id="598" name="Google Shape;598;p8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87"/>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600" name="Google Shape;600;p87"/>
          <p:cNvSpPr txBox="1"/>
          <p:nvPr>
            <p:ph hasCustomPrompt="1" idx="2" type="title"/>
          </p:nvPr>
        </p:nvSpPr>
        <p:spPr>
          <a:xfrm>
            <a:off x="3496800" y="894025"/>
            <a:ext cx="2150400" cy="1665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601" name="Google Shape;601;p87"/>
          <p:cNvSpPr txBox="1"/>
          <p:nvPr>
            <p:ph idx="1" type="subTitle"/>
          </p:nvPr>
        </p:nvSpPr>
        <p:spPr>
          <a:xfrm>
            <a:off x="1896450" y="3802475"/>
            <a:ext cx="53511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602" name="Shape 602"/>
        <p:cNvGrpSpPr/>
        <p:nvPr/>
      </p:nvGrpSpPr>
      <p:grpSpPr>
        <a:xfrm>
          <a:off x="0" y="0"/>
          <a:ext cx="0" cy="0"/>
          <a:chOff x="0" y="0"/>
          <a:chExt cx="0" cy="0"/>
        </a:xfrm>
      </p:grpSpPr>
      <p:sp>
        <p:nvSpPr>
          <p:cNvPr id="603" name="Google Shape;603;p8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88"/>
          <p:cNvSpPr txBox="1"/>
          <p:nvPr>
            <p:ph type="title"/>
          </p:nvPr>
        </p:nvSpPr>
        <p:spPr>
          <a:xfrm>
            <a:off x="1952375" y="3189813"/>
            <a:ext cx="4629600" cy="491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05" name="Google Shape;605;p88"/>
          <p:cNvSpPr txBox="1"/>
          <p:nvPr>
            <p:ph idx="1" type="subTitle"/>
          </p:nvPr>
        </p:nvSpPr>
        <p:spPr>
          <a:xfrm>
            <a:off x="1952375" y="1995238"/>
            <a:ext cx="4629600" cy="111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
    <p:bg>
      <p:bgPr>
        <a:solidFill>
          <a:schemeClr val="dk1"/>
        </a:solidFill>
      </p:bgPr>
    </p:bg>
    <p:spTree>
      <p:nvGrpSpPr>
        <p:cNvPr id="606" name="Shape 606"/>
        <p:cNvGrpSpPr/>
        <p:nvPr/>
      </p:nvGrpSpPr>
      <p:grpSpPr>
        <a:xfrm>
          <a:off x="0" y="0"/>
          <a:ext cx="0" cy="0"/>
          <a:chOff x="0" y="0"/>
          <a:chExt cx="0" cy="0"/>
        </a:xfrm>
      </p:grpSpPr>
      <p:sp>
        <p:nvSpPr>
          <p:cNvPr id="607" name="Google Shape;607;p89"/>
          <p:cNvSpPr txBox="1"/>
          <p:nvPr>
            <p:ph type="title"/>
          </p:nvPr>
        </p:nvSpPr>
        <p:spPr>
          <a:xfrm>
            <a:off x="713250" y="5395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atin typeface="Roboto"/>
                <a:ea typeface="Roboto"/>
                <a:cs typeface="Roboto"/>
                <a:sym typeface="Roboto"/>
              </a:defRPr>
            </a:lvl1pPr>
            <a:lvl2pPr lvl="1">
              <a:spcBef>
                <a:spcPts val="0"/>
              </a:spcBef>
              <a:spcAft>
                <a:spcPts val="0"/>
              </a:spcAft>
              <a:buSzPts val="2800"/>
              <a:buNone/>
              <a:defRPr>
                <a:latin typeface="Roboto"/>
                <a:ea typeface="Roboto"/>
                <a:cs typeface="Roboto"/>
                <a:sym typeface="Roboto"/>
              </a:defRPr>
            </a:lvl2pPr>
            <a:lvl3pPr lvl="2">
              <a:spcBef>
                <a:spcPts val="0"/>
              </a:spcBef>
              <a:spcAft>
                <a:spcPts val="0"/>
              </a:spcAft>
              <a:buSzPts val="2800"/>
              <a:buNone/>
              <a:defRPr>
                <a:latin typeface="Roboto"/>
                <a:ea typeface="Roboto"/>
                <a:cs typeface="Roboto"/>
                <a:sym typeface="Roboto"/>
              </a:defRPr>
            </a:lvl3pPr>
            <a:lvl4pPr lvl="3">
              <a:spcBef>
                <a:spcPts val="0"/>
              </a:spcBef>
              <a:spcAft>
                <a:spcPts val="0"/>
              </a:spcAft>
              <a:buSzPts val="2800"/>
              <a:buNone/>
              <a:defRPr>
                <a:latin typeface="Roboto"/>
                <a:ea typeface="Roboto"/>
                <a:cs typeface="Roboto"/>
                <a:sym typeface="Roboto"/>
              </a:defRPr>
            </a:lvl4pPr>
            <a:lvl5pPr lvl="4">
              <a:spcBef>
                <a:spcPts val="0"/>
              </a:spcBef>
              <a:spcAft>
                <a:spcPts val="0"/>
              </a:spcAft>
              <a:buSzPts val="2800"/>
              <a:buNone/>
              <a:defRPr>
                <a:latin typeface="Roboto"/>
                <a:ea typeface="Roboto"/>
                <a:cs typeface="Roboto"/>
                <a:sym typeface="Roboto"/>
              </a:defRPr>
            </a:lvl5pPr>
            <a:lvl6pPr lvl="5">
              <a:spcBef>
                <a:spcPts val="0"/>
              </a:spcBef>
              <a:spcAft>
                <a:spcPts val="0"/>
              </a:spcAft>
              <a:buSzPts val="2800"/>
              <a:buNone/>
              <a:defRPr>
                <a:latin typeface="Roboto"/>
                <a:ea typeface="Roboto"/>
                <a:cs typeface="Roboto"/>
                <a:sym typeface="Roboto"/>
              </a:defRPr>
            </a:lvl6pPr>
            <a:lvl7pPr lvl="6">
              <a:spcBef>
                <a:spcPts val="0"/>
              </a:spcBef>
              <a:spcAft>
                <a:spcPts val="0"/>
              </a:spcAft>
              <a:buSzPts val="2800"/>
              <a:buNone/>
              <a:defRPr>
                <a:latin typeface="Roboto"/>
                <a:ea typeface="Roboto"/>
                <a:cs typeface="Roboto"/>
                <a:sym typeface="Roboto"/>
              </a:defRPr>
            </a:lvl7pPr>
            <a:lvl8pPr lvl="7">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608" name="Google Shape;608;p8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89"/>
          <p:cNvSpPr txBox="1"/>
          <p:nvPr>
            <p:ph idx="2" type="title"/>
          </p:nvPr>
        </p:nvSpPr>
        <p:spPr>
          <a:xfrm>
            <a:off x="3364525" y="3430088"/>
            <a:ext cx="4629600" cy="491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10" name="Google Shape;610;p89"/>
          <p:cNvSpPr txBox="1"/>
          <p:nvPr>
            <p:ph idx="1" type="subTitle"/>
          </p:nvPr>
        </p:nvSpPr>
        <p:spPr>
          <a:xfrm>
            <a:off x="3364525" y="2235513"/>
            <a:ext cx="4629600" cy="111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0">
    <p:bg>
      <p:bgPr>
        <a:solidFill>
          <a:schemeClr val="dk1"/>
        </a:solidFill>
      </p:bgPr>
    </p:bg>
    <p:spTree>
      <p:nvGrpSpPr>
        <p:cNvPr id="611" name="Shape 611"/>
        <p:cNvGrpSpPr/>
        <p:nvPr/>
      </p:nvGrpSpPr>
      <p:grpSpPr>
        <a:xfrm>
          <a:off x="0" y="0"/>
          <a:ext cx="0" cy="0"/>
          <a:chOff x="0" y="0"/>
          <a:chExt cx="0" cy="0"/>
        </a:xfrm>
      </p:grpSpPr>
      <p:sp>
        <p:nvSpPr>
          <p:cNvPr id="612" name="Google Shape;612;p9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90"/>
          <p:cNvSpPr txBox="1"/>
          <p:nvPr>
            <p:ph hasCustomPrompt="1" type="title"/>
          </p:nvPr>
        </p:nvSpPr>
        <p:spPr>
          <a:xfrm>
            <a:off x="2070613" y="1505850"/>
            <a:ext cx="4774200" cy="1332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14" name="Google Shape;614;p90"/>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22">
    <p:bg>
      <p:bgPr>
        <a:solidFill>
          <a:schemeClr val="dk1"/>
        </a:solidFill>
      </p:bgPr>
    </p:bg>
    <p:spTree>
      <p:nvGrpSpPr>
        <p:cNvPr id="615" name="Shape 615"/>
        <p:cNvGrpSpPr/>
        <p:nvPr/>
      </p:nvGrpSpPr>
      <p:grpSpPr>
        <a:xfrm>
          <a:off x="0" y="0"/>
          <a:ext cx="0" cy="0"/>
          <a:chOff x="0" y="0"/>
          <a:chExt cx="0" cy="0"/>
        </a:xfrm>
      </p:grpSpPr>
      <p:sp>
        <p:nvSpPr>
          <p:cNvPr id="616" name="Google Shape;616;p91"/>
          <p:cNvSpPr txBox="1"/>
          <p:nvPr>
            <p:ph hasCustomPrompt="1" type="title"/>
          </p:nvPr>
        </p:nvSpPr>
        <p:spPr>
          <a:xfrm>
            <a:off x="2337663" y="1768700"/>
            <a:ext cx="2299800" cy="1209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17" name="Google Shape;617;p91"/>
          <p:cNvSpPr txBox="1"/>
          <p:nvPr>
            <p:ph idx="1" type="subTitle"/>
          </p:nvPr>
        </p:nvSpPr>
        <p:spPr>
          <a:xfrm>
            <a:off x="4989538" y="1768700"/>
            <a:ext cx="3188400" cy="1209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18" name="Google Shape;618;p91"/>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9" name="Google Shape;619;p91"/>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620" name="Google Shape;620;p91"/>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bg>
      <p:bgPr>
        <a:solidFill>
          <a:schemeClr val="dk1"/>
        </a:solidFill>
      </p:bgPr>
    </p:bg>
    <p:spTree>
      <p:nvGrpSpPr>
        <p:cNvPr id="621" name="Shape 621"/>
        <p:cNvGrpSpPr/>
        <p:nvPr/>
      </p:nvGrpSpPr>
      <p:grpSpPr>
        <a:xfrm>
          <a:off x="0" y="0"/>
          <a:ext cx="0" cy="0"/>
          <a:chOff x="0" y="0"/>
          <a:chExt cx="0" cy="0"/>
        </a:xfrm>
      </p:grpSpPr>
      <p:sp>
        <p:nvSpPr>
          <p:cNvPr id="622" name="Google Shape;622;p92"/>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3" name="Google Shape;623;p92"/>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624" name="Google Shape;624;p9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25" name="Google Shape;625;p92"/>
          <p:cNvSpPr txBox="1"/>
          <p:nvPr>
            <p:ph hasCustomPrompt="1" idx="2" type="title"/>
          </p:nvPr>
        </p:nvSpPr>
        <p:spPr>
          <a:xfrm>
            <a:off x="1153250" y="1714350"/>
            <a:ext cx="2299800" cy="103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26" name="Google Shape;626;p92"/>
          <p:cNvSpPr txBox="1"/>
          <p:nvPr>
            <p:ph idx="1" type="subTitle"/>
          </p:nvPr>
        </p:nvSpPr>
        <p:spPr>
          <a:xfrm>
            <a:off x="1153250" y="2750550"/>
            <a:ext cx="2299800" cy="1058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27" name="Google Shape;627;p92"/>
          <p:cNvSpPr txBox="1"/>
          <p:nvPr>
            <p:ph hasCustomPrompt="1" idx="3" type="title"/>
          </p:nvPr>
        </p:nvSpPr>
        <p:spPr>
          <a:xfrm>
            <a:off x="5006988" y="1378188"/>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28" name="Google Shape;628;p92"/>
          <p:cNvSpPr txBox="1"/>
          <p:nvPr>
            <p:ph idx="4" type="subTitle"/>
          </p:nvPr>
        </p:nvSpPr>
        <p:spPr>
          <a:xfrm>
            <a:off x="5006988" y="202385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29" name="Google Shape;629;p92"/>
          <p:cNvSpPr txBox="1"/>
          <p:nvPr>
            <p:ph hasCustomPrompt="1" idx="5" type="title"/>
          </p:nvPr>
        </p:nvSpPr>
        <p:spPr>
          <a:xfrm>
            <a:off x="5006988" y="3133450"/>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30" name="Google Shape;630;p92"/>
          <p:cNvSpPr txBox="1"/>
          <p:nvPr>
            <p:ph idx="6" type="subTitle"/>
          </p:nvPr>
        </p:nvSpPr>
        <p:spPr>
          <a:xfrm>
            <a:off x="5006988" y="377900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3">
    <p:bg>
      <p:bgPr>
        <a:solidFill>
          <a:schemeClr val="dk1"/>
        </a:solidFill>
      </p:bgPr>
    </p:bg>
    <p:spTree>
      <p:nvGrpSpPr>
        <p:cNvPr id="631" name="Shape 631"/>
        <p:cNvGrpSpPr/>
        <p:nvPr/>
      </p:nvGrpSpPr>
      <p:grpSpPr>
        <a:xfrm>
          <a:off x="0" y="0"/>
          <a:ext cx="0" cy="0"/>
          <a:chOff x="0" y="0"/>
          <a:chExt cx="0" cy="0"/>
        </a:xfrm>
      </p:grpSpPr>
      <p:sp>
        <p:nvSpPr>
          <p:cNvPr id="632" name="Google Shape;632;p93"/>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3" name="Google Shape;633;p93"/>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634" name="Google Shape;634;p9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35" name="Google Shape;635;p93"/>
          <p:cNvSpPr txBox="1"/>
          <p:nvPr>
            <p:ph hasCustomPrompt="1" idx="2" type="title"/>
          </p:nvPr>
        </p:nvSpPr>
        <p:spPr>
          <a:xfrm>
            <a:off x="1153250"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36" name="Google Shape;636;p93"/>
          <p:cNvSpPr txBox="1"/>
          <p:nvPr>
            <p:ph idx="1" type="subTitle"/>
          </p:nvPr>
        </p:nvSpPr>
        <p:spPr>
          <a:xfrm>
            <a:off x="1153250" y="3575299"/>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37" name="Google Shape;637;p93"/>
          <p:cNvSpPr txBox="1"/>
          <p:nvPr>
            <p:ph hasCustomPrompt="1" idx="3" type="title"/>
          </p:nvPr>
        </p:nvSpPr>
        <p:spPr>
          <a:xfrm>
            <a:off x="3476088"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38" name="Google Shape;638;p93"/>
          <p:cNvSpPr txBox="1"/>
          <p:nvPr>
            <p:ph idx="4" type="subTitle"/>
          </p:nvPr>
        </p:nvSpPr>
        <p:spPr>
          <a:xfrm>
            <a:off x="3476100" y="3575295"/>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39" name="Google Shape;639;p93"/>
          <p:cNvSpPr txBox="1"/>
          <p:nvPr>
            <p:ph hasCustomPrompt="1" idx="5" type="title"/>
          </p:nvPr>
        </p:nvSpPr>
        <p:spPr>
          <a:xfrm>
            <a:off x="5798944" y="2777254"/>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40" name="Google Shape;640;p93"/>
          <p:cNvSpPr txBox="1"/>
          <p:nvPr>
            <p:ph idx="6" type="subTitle"/>
          </p:nvPr>
        </p:nvSpPr>
        <p:spPr>
          <a:xfrm>
            <a:off x="5798944" y="3575198"/>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_1_1">
    <p:bg>
      <p:bgPr>
        <a:solidFill>
          <a:schemeClr val="dk1"/>
        </a:solidFill>
      </p:bgPr>
    </p:bg>
    <p:spTree>
      <p:nvGrpSpPr>
        <p:cNvPr id="641" name="Shape 641"/>
        <p:cNvGrpSpPr/>
        <p:nvPr/>
      </p:nvGrpSpPr>
      <p:grpSpPr>
        <a:xfrm>
          <a:off x="0" y="0"/>
          <a:ext cx="0" cy="0"/>
          <a:chOff x="0" y="0"/>
          <a:chExt cx="0" cy="0"/>
        </a:xfrm>
      </p:grpSpPr>
      <p:grpSp>
        <p:nvGrpSpPr>
          <p:cNvPr id="642" name="Google Shape;642;p94"/>
          <p:cNvGrpSpPr/>
          <p:nvPr/>
        </p:nvGrpSpPr>
        <p:grpSpPr>
          <a:xfrm>
            <a:off x="713225" y="539500"/>
            <a:ext cx="7717500" cy="4064400"/>
            <a:chOff x="713225" y="539500"/>
            <a:chExt cx="7717500" cy="4064400"/>
          </a:xfrm>
        </p:grpSpPr>
        <p:sp>
          <p:nvSpPr>
            <p:cNvPr id="643" name="Google Shape;643;p9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4" name="Google Shape;644;p9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45" name="Google Shape;645;p9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_1">
    <p:bg>
      <p:bgPr>
        <a:solidFill>
          <a:schemeClr val="dk1"/>
        </a:solidFill>
      </p:bgPr>
    </p:bg>
    <p:spTree>
      <p:nvGrpSpPr>
        <p:cNvPr id="646" name="Shape 646"/>
        <p:cNvGrpSpPr/>
        <p:nvPr/>
      </p:nvGrpSpPr>
      <p:grpSpPr>
        <a:xfrm>
          <a:off x="0" y="0"/>
          <a:ext cx="0" cy="0"/>
          <a:chOff x="0" y="0"/>
          <a:chExt cx="0" cy="0"/>
        </a:xfrm>
      </p:grpSpPr>
      <p:grpSp>
        <p:nvGrpSpPr>
          <p:cNvPr id="647" name="Google Shape;647;p95"/>
          <p:cNvGrpSpPr/>
          <p:nvPr/>
        </p:nvGrpSpPr>
        <p:grpSpPr>
          <a:xfrm>
            <a:off x="713225" y="539500"/>
            <a:ext cx="7717500" cy="4064400"/>
            <a:chOff x="713225" y="539500"/>
            <a:chExt cx="7717500" cy="4064400"/>
          </a:xfrm>
        </p:grpSpPr>
        <p:sp>
          <p:nvSpPr>
            <p:cNvPr id="648" name="Google Shape;648;p9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9" name="Google Shape;649;p9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50" name="Google Shape;650;p95"/>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1_1_1">
    <p:bg>
      <p:bgPr>
        <a:solidFill>
          <a:schemeClr val="dk1"/>
        </a:solidFill>
      </p:bgPr>
    </p:bg>
    <p:spTree>
      <p:nvGrpSpPr>
        <p:cNvPr id="651" name="Shape 651"/>
        <p:cNvGrpSpPr/>
        <p:nvPr/>
      </p:nvGrpSpPr>
      <p:grpSpPr>
        <a:xfrm>
          <a:off x="0" y="0"/>
          <a:ext cx="0" cy="0"/>
          <a:chOff x="0" y="0"/>
          <a:chExt cx="0" cy="0"/>
        </a:xfrm>
      </p:grpSpPr>
      <p:grpSp>
        <p:nvGrpSpPr>
          <p:cNvPr id="652" name="Google Shape;652;p96"/>
          <p:cNvGrpSpPr/>
          <p:nvPr/>
        </p:nvGrpSpPr>
        <p:grpSpPr>
          <a:xfrm>
            <a:off x="713225" y="539500"/>
            <a:ext cx="7717500" cy="4064400"/>
            <a:chOff x="713225" y="539500"/>
            <a:chExt cx="7717500" cy="4064400"/>
          </a:xfrm>
        </p:grpSpPr>
        <p:sp>
          <p:nvSpPr>
            <p:cNvPr id="653" name="Google Shape;653;p9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4" name="Google Shape;654;p9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55" name="Google Shape;655;p96"/>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BLANK_1_1_1_1_1_1_3">
    <p:bg>
      <p:bgPr>
        <a:solidFill>
          <a:schemeClr val="dk1"/>
        </a:solidFill>
      </p:bgPr>
    </p:bg>
    <p:spTree>
      <p:nvGrpSpPr>
        <p:cNvPr id="656" name="Shape 656"/>
        <p:cNvGrpSpPr/>
        <p:nvPr/>
      </p:nvGrpSpPr>
      <p:grpSpPr>
        <a:xfrm>
          <a:off x="0" y="0"/>
          <a:ext cx="0" cy="0"/>
          <a:chOff x="0" y="0"/>
          <a:chExt cx="0" cy="0"/>
        </a:xfrm>
      </p:grpSpPr>
      <p:grpSp>
        <p:nvGrpSpPr>
          <p:cNvPr id="657" name="Google Shape;657;p97"/>
          <p:cNvGrpSpPr/>
          <p:nvPr/>
        </p:nvGrpSpPr>
        <p:grpSpPr>
          <a:xfrm>
            <a:off x="713225" y="539500"/>
            <a:ext cx="7717500" cy="4064400"/>
            <a:chOff x="713225" y="539500"/>
            <a:chExt cx="7717500" cy="4064400"/>
          </a:xfrm>
        </p:grpSpPr>
        <p:sp>
          <p:nvSpPr>
            <p:cNvPr id="658" name="Google Shape;658;p9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9" name="Google Shape;659;p9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60" name="Google Shape;660;p97"/>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_1_3_1">
    <p:bg>
      <p:bgPr>
        <a:solidFill>
          <a:schemeClr val="dk1"/>
        </a:solidFill>
      </p:bgPr>
    </p:bg>
    <p:spTree>
      <p:nvGrpSpPr>
        <p:cNvPr id="661" name="Shape 661"/>
        <p:cNvGrpSpPr/>
        <p:nvPr/>
      </p:nvGrpSpPr>
      <p:grpSpPr>
        <a:xfrm>
          <a:off x="0" y="0"/>
          <a:ext cx="0" cy="0"/>
          <a:chOff x="0" y="0"/>
          <a:chExt cx="0" cy="0"/>
        </a:xfrm>
      </p:grpSpPr>
      <p:grpSp>
        <p:nvGrpSpPr>
          <p:cNvPr id="662" name="Google Shape;662;p98"/>
          <p:cNvGrpSpPr/>
          <p:nvPr/>
        </p:nvGrpSpPr>
        <p:grpSpPr>
          <a:xfrm>
            <a:off x="713225" y="539500"/>
            <a:ext cx="7717500" cy="4064400"/>
            <a:chOff x="713225" y="539500"/>
            <a:chExt cx="7717500" cy="4064400"/>
          </a:xfrm>
        </p:grpSpPr>
        <p:sp>
          <p:nvSpPr>
            <p:cNvPr id="663" name="Google Shape;663;p9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4" name="Google Shape;664;p9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65" name="Google Shape;665;p98"/>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0">
    <p:bg>
      <p:bgPr>
        <a:solidFill>
          <a:schemeClr val="dk1"/>
        </a:solidFill>
      </p:bgPr>
    </p:bg>
    <p:spTree>
      <p:nvGrpSpPr>
        <p:cNvPr id="666" name="Shape 666"/>
        <p:cNvGrpSpPr/>
        <p:nvPr/>
      </p:nvGrpSpPr>
      <p:grpSpPr>
        <a:xfrm>
          <a:off x="0" y="0"/>
          <a:ext cx="0" cy="0"/>
          <a:chOff x="0" y="0"/>
          <a:chExt cx="0" cy="0"/>
        </a:xfrm>
      </p:grpSpPr>
      <p:sp>
        <p:nvSpPr>
          <p:cNvPr id="667" name="Google Shape;667;p9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99"/>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_1_1_1_2">
    <p:bg>
      <p:bgPr>
        <a:solidFill>
          <a:schemeClr val="dk1"/>
        </a:solidFill>
      </p:bgPr>
    </p:bg>
    <p:spTree>
      <p:nvGrpSpPr>
        <p:cNvPr id="669" name="Shape 669"/>
        <p:cNvGrpSpPr/>
        <p:nvPr/>
      </p:nvGrpSpPr>
      <p:grpSpPr>
        <a:xfrm>
          <a:off x="0" y="0"/>
          <a:ext cx="0" cy="0"/>
          <a:chOff x="0" y="0"/>
          <a:chExt cx="0" cy="0"/>
        </a:xfrm>
      </p:grpSpPr>
      <p:sp>
        <p:nvSpPr>
          <p:cNvPr id="670" name="Google Shape;670;p100"/>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100"/>
          <p:cNvSpPr txBox="1"/>
          <p:nvPr>
            <p:ph type="title"/>
          </p:nvPr>
        </p:nvSpPr>
        <p:spPr>
          <a:xfrm>
            <a:off x="1263200" y="1298488"/>
            <a:ext cx="2732700" cy="109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672" name="Google Shape;672;p100"/>
          <p:cNvSpPr txBox="1"/>
          <p:nvPr>
            <p:ph idx="1" type="subTitle"/>
          </p:nvPr>
        </p:nvSpPr>
        <p:spPr>
          <a:xfrm>
            <a:off x="1263200" y="2394813"/>
            <a:ext cx="2732700" cy="1541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673" name="Shape 673"/>
        <p:cNvGrpSpPr/>
        <p:nvPr/>
      </p:nvGrpSpPr>
      <p:grpSpPr>
        <a:xfrm>
          <a:off x="0" y="0"/>
          <a:ext cx="0" cy="0"/>
          <a:chOff x="0" y="0"/>
          <a:chExt cx="0" cy="0"/>
        </a:xfrm>
      </p:grpSpPr>
      <p:sp>
        <p:nvSpPr>
          <p:cNvPr id="674" name="Google Shape;674;p101"/>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101"/>
          <p:cNvSpPr txBox="1"/>
          <p:nvPr>
            <p:ph type="title"/>
          </p:nvPr>
        </p:nvSpPr>
        <p:spPr>
          <a:xfrm>
            <a:off x="948875" y="1767400"/>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676" name="Google Shape;676;p101"/>
          <p:cNvSpPr txBox="1"/>
          <p:nvPr>
            <p:ph idx="1" type="subTitle"/>
          </p:nvPr>
        </p:nvSpPr>
        <p:spPr>
          <a:xfrm>
            <a:off x="948875" y="2274200"/>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1_1_1_2_1_1_1">
    <p:bg>
      <p:bgPr>
        <a:solidFill>
          <a:schemeClr val="dk1"/>
        </a:solidFill>
      </p:bgPr>
    </p:bg>
    <p:spTree>
      <p:nvGrpSpPr>
        <p:cNvPr id="677" name="Shape 677"/>
        <p:cNvGrpSpPr/>
        <p:nvPr/>
      </p:nvGrpSpPr>
      <p:grpSpPr>
        <a:xfrm>
          <a:off x="0" y="0"/>
          <a:ext cx="0" cy="0"/>
          <a:chOff x="0" y="0"/>
          <a:chExt cx="0" cy="0"/>
        </a:xfrm>
      </p:grpSpPr>
      <p:grpSp>
        <p:nvGrpSpPr>
          <p:cNvPr id="678" name="Google Shape;678;p102"/>
          <p:cNvGrpSpPr/>
          <p:nvPr/>
        </p:nvGrpSpPr>
        <p:grpSpPr>
          <a:xfrm>
            <a:off x="713225" y="539500"/>
            <a:ext cx="7717500" cy="4064400"/>
            <a:chOff x="713225" y="539500"/>
            <a:chExt cx="7717500" cy="4064400"/>
          </a:xfrm>
        </p:grpSpPr>
        <p:sp>
          <p:nvSpPr>
            <p:cNvPr id="679" name="Google Shape;679;p10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0" name="Google Shape;680;p10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81" name="Google Shape;681;p10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82" name="Google Shape;682;p102"/>
          <p:cNvSpPr txBox="1"/>
          <p:nvPr>
            <p:ph idx="1" type="subTitle"/>
          </p:nvPr>
        </p:nvSpPr>
        <p:spPr>
          <a:xfrm>
            <a:off x="862402" y="2181950"/>
            <a:ext cx="74778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683" name="Google Shape;683;p102"/>
          <p:cNvSpPr txBox="1"/>
          <p:nvPr>
            <p:ph idx="2" type="subTitle"/>
          </p:nvPr>
        </p:nvSpPr>
        <p:spPr>
          <a:xfrm>
            <a:off x="853775" y="2571350"/>
            <a:ext cx="7477800" cy="1937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684" name="Google Shape;684;p102"/>
          <p:cNvSpPr txBox="1"/>
          <p:nvPr>
            <p:ph idx="3" type="subTitle"/>
          </p:nvPr>
        </p:nvSpPr>
        <p:spPr>
          <a:xfrm>
            <a:off x="821225" y="1404325"/>
            <a:ext cx="76095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bg>
      <p:bgPr>
        <a:solidFill>
          <a:schemeClr val="dk1"/>
        </a:solidFill>
      </p:bgPr>
    </p:bg>
    <p:spTree>
      <p:nvGrpSpPr>
        <p:cNvPr id="685" name="Shape 685"/>
        <p:cNvGrpSpPr/>
        <p:nvPr/>
      </p:nvGrpSpPr>
      <p:grpSpPr>
        <a:xfrm>
          <a:off x="0" y="0"/>
          <a:ext cx="0" cy="0"/>
          <a:chOff x="0" y="0"/>
          <a:chExt cx="0" cy="0"/>
        </a:xfrm>
      </p:grpSpPr>
      <p:sp>
        <p:nvSpPr>
          <p:cNvPr id="686" name="Google Shape;686;p103"/>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103"/>
          <p:cNvSpPr txBox="1"/>
          <p:nvPr>
            <p:ph type="title"/>
          </p:nvPr>
        </p:nvSpPr>
        <p:spPr>
          <a:xfrm>
            <a:off x="4762538" y="1024043"/>
            <a:ext cx="3159900" cy="2028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688" name="Google Shape;688;p103"/>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bg>
      <p:bgPr>
        <a:solidFill>
          <a:schemeClr val="dk1"/>
        </a:solidFill>
      </p:bgPr>
    </p:bg>
    <p:spTree>
      <p:nvGrpSpPr>
        <p:cNvPr id="689" name="Shape 689"/>
        <p:cNvGrpSpPr/>
        <p:nvPr/>
      </p:nvGrpSpPr>
      <p:grpSpPr>
        <a:xfrm>
          <a:off x="0" y="0"/>
          <a:ext cx="0" cy="0"/>
          <a:chOff x="0" y="0"/>
          <a:chExt cx="0" cy="0"/>
        </a:xfrm>
      </p:grpSpPr>
      <p:sp>
        <p:nvSpPr>
          <p:cNvPr id="690" name="Google Shape;690;p104"/>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104"/>
          <p:cNvSpPr txBox="1"/>
          <p:nvPr>
            <p:ph type="title"/>
          </p:nvPr>
        </p:nvSpPr>
        <p:spPr>
          <a:xfrm>
            <a:off x="954338" y="1773175"/>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692" name="Google Shape;692;p104"/>
          <p:cNvSpPr txBox="1"/>
          <p:nvPr>
            <p:ph idx="1" type="subTitle"/>
          </p:nvPr>
        </p:nvSpPr>
        <p:spPr>
          <a:xfrm>
            <a:off x="954338" y="2279975"/>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
    <p:bg>
      <p:bgPr>
        <a:solidFill>
          <a:schemeClr val="dk1"/>
        </a:solidFill>
      </p:bgPr>
    </p:bg>
    <p:spTree>
      <p:nvGrpSpPr>
        <p:cNvPr id="693" name="Shape 693"/>
        <p:cNvGrpSpPr/>
        <p:nvPr/>
      </p:nvGrpSpPr>
      <p:grpSpPr>
        <a:xfrm>
          <a:off x="0" y="0"/>
          <a:ext cx="0" cy="0"/>
          <a:chOff x="0" y="0"/>
          <a:chExt cx="0" cy="0"/>
        </a:xfrm>
      </p:grpSpPr>
      <p:grpSp>
        <p:nvGrpSpPr>
          <p:cNvPr id="694" name="Google Shape;694;p105"/>
          <p:cNvGrpSpPr/>
          <p:nvPr/>
        </p:nvGrpSpPr>
        <p:grpSpPr>
          <a:xfrm>
            <a:off x="713225" y="539500"/>
            <a:ext cx="7717500" cy="4064400"/>
            <a:chOff x="713225" y="539500"/>
            <a:chExt cx="7717500" cy="4064400"/>
          </a:xfrm>
        </p:grpSpPr>
        <p:sp>
          <p:nvSpPr>
            <p:cNvPr id="695" name="Google Shape;695;p10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6" name="Google Shape;696;p10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97" name="Google Shape;697;p10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98" name="Google Shape;698;p105"/>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699" name="Google Shape;699;p105"/>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700" name="Google Shape;700;p105"/>
          <p:cNvSpPr txBox="1"/>
          <p:nvPr>
            <p:ph idx="3" type="subTitle"/>
          </p:nvPr>
        </p:nvSpPr>
        <p:spPr>
          <a:xfrm>
            <a:off x="853775" y="2571192"/>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701" name="Google Shape;701;p105"/>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702" name="Google Shape;702;p105"/>
          <p:cNvSpPr txBox="1"/>
          <p:nvPr>
            <p:ph idx="5" type="subTitle"/>
          </p:nvPr>
        </p:nvSpPr>
        <p:spPr>
          <a:xfrm>
            <a:off x="4615325" y="2570500"/>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1_1_1_1">
    <p:bg>
      <p:bgPr>
        <a:solidFill>
          <a:schemeClr val="dk1"/>
        </a:solidFill>
      </p:bgPr>
    </p:bg>
    <p:spTree>
      <p:nvGrpSpPr>
        <p:cNvPr id="703" name="Shape 703"/>
        <p:cNvGrpSpPr/>
        <p:nvPr/>
      </p:nvGrpSpPr>
      <p:grpSpPr>
        <a:xfrm>
          <a:off x="0" y="0"/>
          <a:ext cx="0" cy="0"/>
          <a:chOff x="0" y="0"/>
          <a:chExt cx="0" cy="0"/>
        </a:xfrm>
      </p:grpSpPr>
      <p:grpSp>
        <p:nvGrpSpPr>
          <p:cNvPr id="704" name="Google Shape;704;p106"/>
          <p:cNvGrpSpPr/>
          <p:nvPr/>
        </p:nvGrpSpPr>
        <p:grpSpPr>
          <a:xfrm>
            <a:off x="713225" y="539500"/>
            <a:ext cx="7717500" cy="4064400"/>
            <a:chOff x="713225" y="539500"/>
            <a:chExt cx="7717500" cy="4064400"/>
          </a:xfrm>
        </p:grpSpPr>
        <p:sp>
          <p:nvSpPr>
            <p:cNvPr id="705" name="Google Shape;705;p10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6" name="Google Shape;706;p10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07" name="Google Shape;707;p10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08" name="Google Shape;708;p106"/>
          <p:cNvSpPr txBox="1"/>
          <p:nvPr>
            <p:ph idx="1" type="subTitle"/>
          </p:nvPr>
        </p:nvSpPr>
        <p:spPr>
          <a:xfrm>
            <a:off x="1422663" y="3527586"/>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09" name="Google Shape;709;p106"/>
          <p:cNvSpPr txBox="1"/>
          <p:nvPr>
            <p:ph idx="2" type="subTitle"/>
          </p:nvPr>
        </p:nvSpPr>
        <p:spPr>
          <a:xfrm>
            <a:off x="1422663" y="3098062"/>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10" name="Google Shape;710;p106"/>
          <p:cNvSpPr txBox="1"/>
          <p:nvPr>
            <p:ph idx="3" type="subTitle"/>
          </p:nvPr>
        </p:nvSpPr>
        <p:spPr>
          <a:xfrm>
            <a:off x="5336638" y="3527925"/>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11" name="Google Shape;711;p106"/>
          <p:cNvSpPr txBox="1"/>
          <p:nvPr>
            <p:ph idx="4" type="subTitle"/>
          </p:nvPr>
        </p:nvSpPr>
        <p:spPr>
          <a:xfrm>
            <a:off x="5336638" y="30980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8">
    <p:bg>
      <p:bgPr>
        <a:solidFill>
          <a:schemeClr val="dk1"/>
        </a:solidFill>
      </p:bgPr>
    </p:bg>
    <p:spTree>
      <p:nvGrpSpPr>
        <p:cNvPr id="712" name="Shape 712"/>
        <p:cNvGrpSpPr/>
        <p:nvPr/>
      </p:nvGrpSpPr>
      <p:grpSpPr>
        <a:xfrm>
          <a:off x="0" y="0"/>
          <a:ext cx="0" cy="0"/>
          <a:chOff x="0" y="0"/>
          <a:chExt cx="0" cy="0"/>
        </a:xfrm>
      </p:grpSpPr>
      <p:grpSp>
        <p:nvGrpSpPr>
          <p:cNvPr id="713" name="Google Shape;713;p107"/>
          <p:cNvGrpSpPr/>
          <p:nvPr/>
        </p:nvGrpSpPr>
        <p:grpSpPr>
          <a:xfrm>
            <a:off x="713225" y="539500"/>
            <a:ext cx="7717500" cy="4064400"/>
            <a:chOff x="713225" y="539500"/>
            <a:chExt cx="7717500" cy="4064400"/>
          </a:xfrm>
        </p:grpSpPr>
        <p:sp>
          <p:nvSpPr>
            <p:cNvPr id="714" name="Google Shape;714;p10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5" name="Google Shape;715;p10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16" name="Google Shape;716;p10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17" name="Google Shape;717;p107"/>
          <p:cNvSpPr txBox="1"/>
          <p:nvPr>
            <p:ph idx="1" type="subTitle"/>
          </p:nvPr>
        </p:nvSpPr>
        <p:spPr>
          <a:xfrm>
            <a:off x="2965993" y="1780597"/>
            <a:ext cx="3506400" cy="80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18" name="Google Shape;718;p107"/>
          <p:cNvSpPr txBox="1"/>
          <p:nvPr>
            <p:ph idx="2" type="subTitle"/>
          </p:nvPr>
        </p:nvSpPr>
        <p:spPr>
          <a:xfrm>
            <a:off x="2965993" y="1351073"/>
            <a:ext cx="3506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19" name="Google Shape;719;p107"/>
          <p:cNvSpPr txBox="1"/>
          <p:nvPr>
            <p:ph idx="3" type="subTitle"/>
          </p:nvPr>
        </p:nvSpPr>
        <p:spPr>
          <a:xfrm>
            <a:off x="2280193" y="3541819"/>
            <a:ext cx="3506400" cy="809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20" name="Google Shape;720;p107"/>
          <p:cNvSpPr txBox="1"/>
          <p:nvPr>
            <p:ph idx="4" type="subTitle"/>
          </p:nvPr>
        </p:nvSpPr>
        <p:spPr>
          <a:xfrm>
            <a:off x="2280193" y="3111944"/>
            <a:ext cx="3506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bg>
      <p:bgPr>
        <a:solidFill>
          <a:schemeClr val="dk1"/>
        </a:solidFill>
      </p:bgPr>
    </p:bg>
    <p:spTree>
      <p:nvGrpSpPr>
        <p:cNvPr id="721" name="Shape 721"/>
        <p:cNvGrpSpPr/>
        <p:nvPr/>
      </p:nvGrpSpPr>
      <p:grpSpPr>
        <a:xfrm>
          <a:off x="0" y="0"/>
          <a:ext cx="0" cy="0"/>
          <a:chOff x="0" y="0"/>
          <a:chExt cx="0" cy="0"/>
        </a:xfrm>
      </p:grpSpPr>
      <p:grpSp>
        <p:nvGrpSpPr>
          <p:cNvPr id="722" name="Google Shape;722;p108"/>
          <p:cNvGrpSpPr/>
          <p:nvPr/>
        </p:nvGrpSpPr>
        <p:grpSpPr>
          <a:xfrm>
            <a:off x="713225" y="539500"/>
            <a:ext cx="7717500" cy="4064400"/>
            <a:chOff x="713225" y="539500"/>
            <a:chExt cx="7717500" cy="4064400"/>
          </a:xfrm>
        </p:grpSpPr>
        <p:sp>
          <p:nvSpPr>
            <p:cNvPr id="723" name="Google Shape;723;p10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4" name="Google Shape;724;p10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25" name="Google Shape;725;p10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26" name="Google Shape;726;p108"/>
          <p:cNvSpPr txBox="1"/>
          <p:nvPr>
            <p:ph idx="1" type="subTitle"/>
          </p:nvPr>
        </p:nvSpPr>
        <p:spPr>
          <a:xfrm>
            <a:off x="1041662" y="2850162"/>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27" name="Google Shape;727;p108"/>
          <p:cNvSpPr txBox="1"/>
          <p:nvPr>
            <p:ph idx="2" type="subTitle"/>
          </p:nvPr>
        </p:nvSpPr>
        <p:spPr>
          <a:xfrm>
            <a:off x="1041662"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28" name="Google Shape;728;p108"/>
          <p:cNvSpPr txBox="1"/>
          <p:nvPr>
            <p:ph idx="3" type="subTitle"/>
          </p:nvPr>
        </p:nvSpPr>
        <p:spPr>
          <a:xfrm>
            <a:off x="6437934" y="2850513"/>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29" name="Google Shape;729;p108"/>
          <p:cNvSpPr txBox="1"/>
          <p:nvPr>
            <p:ph idx="4" type="subTitle"/>
          </p:nvPr>
        </p:nvSpPr>
        <p:spPr>
          <a:xfrm>
            <a:off x="6437934"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6">
    <p:bg>
      <p:bgPr>
        <a:solidFill>
          <a:schemeClr val="dk1"/>
        </a:solidFill>
      </p:bgPr>
    </p:bg>
    <p:spTree>
      <p:nvGrpSpPr>
        <p:cNvPr id="730" name="Shape 730"/>
        <p:cNvGrpSpPr/>
        <p:nvPr/>
      </p:nvGrpSpPr>
      <p:grpSpPr>
        <a:xfrm>
          <a:off x="0" y="0"/>
          <a:ext cx="0" cy="0"/>
          <a:chOff x="0" y="0"/>
          <a:chExt cx="0" cy="0"/>
        </a:xfrm>
      </p:grpSpPr>
      <p:grpSp>
        <p:nvGrpSpPr>
          <p:cNvPr id="731" name="Google Shape;731;p109"/>
          <p:cNvGrpSpPr/>
          <p:nvPr/>
        </p:nvGrpSpPr>
        <p:grpSpPr>
          <a:xfrm>
            <a:off x="713225" y="539500"/>
            <a:ext cx="7717500" cy="4064400"/>
            <a:chOff x="713225" y="539500"/>
            <a:chExt cx="7717500" cy="4064400"/>
          </a:xfrm>
        </p:grpSpPr>
        <p:sp>
          <p:nvSpPr>
            <p:cNvPr id="732" name="Google Shape;732;p10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3" name="Google Shape;733;p10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34" name="Google Shape;734;p10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35" name="Google Shape;735;p109"/>
          <p:cNvSpPr txBox="1"/>
          <p:nvPr>
            <p:ph idx="1" type="subTitle"/>
          </p:nvPr>
        </p:nvSpPr>
        <p:spPr>
          <a:xfrm>
            <a:off x="1425525" y="1808851"/>
            <a:ext cx="2384700" cy="2377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
        <p:nvSpPr>
          <p:cNvPr id="736" name="Google Shape;736;p109"/>
          <p:cNvSpPr txBox="1"/>
          <p:nvPr>
            <p:ph idx="2" type="subTitle"/>
          </p:nvPr>
        </p:nvSpPr>
        <p:spPr>
          <a:xfrm>
            <a:off x="5333725" y="1808850"/>
            <a:ext cx="2384700" cy="2356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_1_1_1">
    <p:bg>
      <p:bgPr>
        <a:solidFill>
          <a:schemeClr val="dk1"/>
        </a:solidFill>
      </p:bgPr>
    </p:bg>
    <p:spTree>
      <p:nvGrpSpPr>
        <p:cNvPr id="737" name="Shape 737"/>
        <p:cNvGrpSpPr/>
        <p:nvPr/>
      </p:nvGrpSpPr>
      <p:grpSpPr>
        <a:xfrm>
          <a:off x="0" y="0"/>
          <a:ext cx="0" cy="0"/>
          <a:chOff x="0" y="0"/>
          <a:chExt cx="0" cy="0"/>
        </a:xfrm>
      </p:grpSpPr>
      <p:grpSp>
        <p:nvGrpSpPr>
          <p:cNvPr id="738" name="Google Shape;738;p110"/>
          <p:cNvGrpSpPr/>
          <p:nvPr/>
        </p:nvGrpSpPr>
        <p:grpSpPr>
          <a:xfrm>
            <a:off x="713225" y="539500"/>
            <a:ext cx="7717500" cy="4064400"/>
            <a:chOff x="713225" y="539500"/>
            <a:chExt cx="7717500" cy="4064400"/>
          </a:xfrm>
        </p:grpSpPr>
        <p:sp>
          <p:nvSpPr>
            <p:cNvPr id="739" name="Google Shape;739;p11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0" name="Google Shape;740;p11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41" name="Google Shape;741;p11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42" name="Google Shape;742;p110"/>
          <p:cNvSpPr txBox="1"/>
          <p:nvPr>
            <p:ph idx="1" type="subTitle"/>
          </p:nvPr>
        </p:nvSpPr>
        <p:spPr>
          <a:xfrm>
            <a:off x="852300" y="16473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43" name="Google Shape;743;p110"/>
          <p:cNvSpPr txBox="1"/>
          <p:nvPr>
            <p:ph idx="2" type="subTitle"/>
          </p:nvPr>
        </p:nvSpPr>
        <p:spPr>
          <a:xfrm>
            <a:off x="852300" y="12178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744" name="Google Shape;744;p110"/>
          <p:cNvSpPr txBox="1"/>
          <p:nvPr>
            <p:ph idx="3" type="subTitle"/>
          </p:nvPr>
        </p:nvSpPr>
        <p:spPr>
          <a:xfrm>
            <a:off x="852300" y="27819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45" name="Google Shape;745;p110"/>
          <p:cNvSpPr txBox="1"/>
          <p:nvPr>
            <p:ph idx="4" type="subTitle"/>
          </p:nvPr>
        </p:nvSpPr>
        <p:spPr>
          <a:xfrm>
            <a:off x="852300" y="23524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746" name="Google Shape;746;p110"/>
          <p:cNvSpPr txBox="1"/>
          <p:nvPr>
            <p:ph idx="5" type="subTitle"/>
          </p:nvPr>
        </p:nvSpPr>
        <p:spPr>
          <a:xfrm>
            <a:off x="852300" y="3916538"/>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47" name="Google Shape;747;p110"/>
          <p:cNvSpPr txBox="1"/>
          <p:nvPr>
            <p:ph idx="6" type="subTitle"/>
          </p:nvPr>
        </p:nvSpPr>
        <p:spPr>
          <a:xfrm>
            <a:off x="852300" y="34870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bg>
      <p:bgPr>
        <a:solidFill>
          <a:schemeClr val="dk1"/>
        </a:solidFill>
      </p:bgPr>
    </p:bg>
    <p:spTree>
      <p:nvGrpSpPr>
        <p:cNvPr id="748" name="Shape 748"/>
        <p:cNvGrpSpPr/>
        <p:nvPr/>
      </p:nvGrpSpPr>
      <p:grpSpPr>
        <a:xfrm>
          <a:off x="0" y="0"/>
          <a:ext cx="0" cy="0"/>
          <a:chOff x="0" y="0"/>
          <a:chExt cx="0" cy="0"/>
        </a:xfrm>
      </p:grpSpPr>
      <p:grpSp>
        <p:nvGrpSpPr>
          <p:cNvPr id="749" name="Google Shape;749;p111"/>
          <p:cNvGrpSpPr/>
          <p:nvPr/>
        </p:nvGrpSpPr>
        <p:grpSpPr>
          <a:xfrm>
            <a:off x="713225" y="539500"/>
            <a:ext cx="7717500" cy="4064400"/>
            <a:chOff x="713225" y="539500"/>
            <a:chExt cx="7717500" cy="4064400"/>
          </a:xfrm>
        </p:grpSpPr>
        <p:sp>
          <p:nvSpPr>
            <p:cNvPr id="750" name="Google Shape;750;p11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1" name="Google Shape;751;p11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52" name="Google Shape;752;p11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53" name="Google Shape;753;p111"/>
          <p:cNvSpPr txBox="1"/>
          <p:nvPr>
            <p:ph idx="1" type="subTitle"/>
          </p:nvPr>
        </p:nvSpPr>
        <p:spPr>
          <a:xfrm>
            <a:off x="919850"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54" name="Google Shape;754;p111"/>
          <p:cNvSpPr txBox="1"/>
          <p:nvPr>
            <p:ph idx="2" type="subTitle"/>
          </p:nvPr>
        </p:nvSpPr>
        <p:spPr>
          <a:xfrm>
            <a:off x="919850"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55" name="Google Shape;755;p111"/>
          <p:cNvSpPr txBox="1"/>
          <p:nvPr>
            <p:ph idx="3" type="subTitle"/>
          </p:nvPr>
        </p:nvSpPr>
        <p:spPr>
          <a:xfrm>
            <a:off x="3500699"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56" name="Google Shape;756;p111"/>
          <p:cNvSpPr txBox="1"/>
          <p:nvPr>
            <p:ph idx="4" type="subTitle"/>
          </p:nvPr>
        </p:nvSpPr>
        <p:spPr>
          <a:xfrm>
            <a:off x="3500697"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57" name="Google Shape;757;p111"/>
          <p:cNvSpPr txBox="1"/>
          <p:nvPr>
            <p:ph idx="5" type="subTitle"/>
          </p:nvPr>
        </p:nvSpPr>
        <p:spPr>
          <a:xfrm>
            <a:off x="6069048"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58" name="Google Shape;758;p111"/>
          <p:cNvSpPr txBox="1"/>
          <p:nvPr>
            <p:ph idx="6" type="subTitle"/>
          </p:nvPr>
        </p:nvSpPr>
        <p:spPr>
          <a:xfrm>
            <a:off x="6069043"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1_1_1_1_1_1">
    <p:bg>
      <p:bgPr>
        <a:solidFill>
          <a:schemeClr val="dk1"/>
        </a:solidFill>
      </p:bgPr>
    </p:bg>
    <p:spTree>
      <p:nvGrpSpPr>
        <p:cNvPr id="759" name="Shape 759"/>
        <p:cNvGrpSpPr/>
        <p:nvPr/>
      </p:nvGrpSpPr>
      <p:grpSpPr>
        <a:xfrm>
          <a:off x="0" y="0"/>
          <a:ext cx="0" cy="0"/>
          <a:chOff x="0" y="0"/>
          <a:chExt cx="0" cy="0"/>
        </a:xfrm>
      </p:grpSpPr>
      <p:grpSp>
        <p:nvGrpSpPr>
          <p:cNvPr id="760" name="Google Shape;760;p112"/>
          <p:cNvGrpSpPr/>
          <p:nvPr/>
        </p:nvGrpSpPr>
        <p:grpSpPr>
          <a:xfrm>
            <a:off x="713225" y="539500"/>
            <a:ext cx="7717500" cy="4064400"/>
            <a:chOff x="713225" y="539500"/>
            <a:chExt cx="7717500" cy="4064400"/>
          </a:xfrm>
        </p:grpSpPr>
        <p:sp>
          <p:nvSpPr>
            <p:cNvPr id="761" name="Google Shape;761;p11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2" name="Google Shape;762;p11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63" name="Google Shape;763;p11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64" name="Google Shape;764;p112"/>
          <p:cNvSpPr txBox="1"/>
          <p:nvPr>
            <p:ph idx="1" type="subTitle"/>
          </p:nvPr>
        </p:nvSpPr>
        <p:spPr>
          <a:xfrm>
            <a:off x="919850" y="28955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65" name="Google Shape;765;p112"/>
          <p:cNvSpPr txBox="1"/>
          <p:nvPr>
            <p:ph idx="2" type="subTitle"/>
          </p:nvPr>
        </p:nvSpPr>
        <p:spPr>
          <a:xfrm>
            <a:off x="919850" y="23982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66" name="Google Shape;766;p112"/>
          <p:cNvSpPr txBox="1"/>
          <p:nvPr>
            <p:ph idx="3" type="subTitle"/>
          </p:nvPr>
        </p:nvSpPr>
        <p:spPr>
          <a:xfrm>
            <a:off x="3500700" y="32003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67" name="Google Shape;767;p112"/>
          <p:cNvSpPr txBox="1"/>
          <p:nvPr>
            <p:ph idx="4" type="subTitle"/>
          </p:nvPr>
        </p:nvSpPr>
        <p:spPr>
          <a:xfrm>
            <a:off x="3500697" y="27030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68" name="Google Shape;768;p112"/>
          <p:cNvSpPr txBox="1"/>
          <p:nvPr>
            <p:ph idx="5" type="subTitle"/>
          </p:nvPr>
        </p:nvSpPr>
        <p:spPr>
          <a:xfrm>
            <a:off x="6069049" y="35051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69" name="Google Shape;769;p112"/>
          <p:cNvSpPr txBox="1"/>
          <p:nvPr>
            <p:ph idx="6" type="subTitle"/>
          </p:nvPr>
        </p:nvSpPr>
        <p:spPr>
          <a:xfrm>
            <a:off x="6069043" y="30078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BLANK_1_1_1_1_1_1_1_1_1_1">
    <p:bg>
      <p:bgPr>
        <a:solidFill>
          <a:schemeClr val="dk1"/>
        </a:solidFill>
      </p:bgPr>
    </p:bg>
    <p:spTree>
      <p:nvGrpSpPr>
        <p:cNvPr id="770" name="Shape 770"/>
        <p:cNvGrpSpPr/>
        <p:nvPr/>
      </p:nvGrpSpPr>
      <p:grpSpPr>
        <a:xfrm>
          <a:off x="0" y="0"/>
          <a:ext cx="0" cy="0"/>
          <a:chOff x="0" y="0"/>
          <a:chExt cx="0" cy="0"/>
        </a:xfrm>
      </p:grpSpPr>
      <p:grpSp>
        <p:nvGrpSpPr>
          <p:cNvPr id="771" name="Google Shape;771;p113"/>
          <p:cNvGrpSpPr/>
          <p:nvPr/>
        </p:nvGrpSpPr>
        <p:grpSpPr>
          <a:xfrm>
            <a:off x="713225" y="539500"/>
            <a:ext cx="7717500" cy="4064400"/>
            <a:chOff x="713225" y="539500"/>
            <a:chExt cx="7717500" cy="4064400"/>
          </a:xfrm>
        </p:grpSpPr>
        <p:sp>
          <p:nvSpPr>
            <p:cNvPr id="772" name="Google Shape;772;p11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3" name="Google Shape;773;p11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74" name="Google Shape;774;p11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75" name="Google Shape;775;p113"/>
          <p:cNvSpPr txBox="1"/>
          <p:nvPr>
            <p:ph idx="1" type="subTitle"/>
          </p:nvPr>
        </p:nvSpPr>
        <p:spPr>
          <a:xfrm>
            <a:off x="111297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76" name="Google Shape;776;p113"/>
          <p:cNvSpPr txBox="1"/>
          <p:nvPr>
            <p:ph idx="2" type="subTitle"/>
          </p:nvPr>
        </p:nvSpPr>
        <p:spPr>
          <a:xfrm>
            <a:off x="111297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77" name="Google Shape;777;p113"/>
          <p:cNvSpPr txBox="1"/>
          <p:nvPr>
            <p:ph idx="3" type="subTitle"/>
          </p:nvPr>
        </p:nvSpPr>
        <p:spPr>
          <a:xfrm>
            <a:off x="3497250" y="18612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78" name="Google Shape;778;p113"/>
          <p:cNvSpPr txBox="1"/>
          <p:nvPr>
            <p:ph idx="4" type="subTitle"/>
          </p:nvPr>
        </p:nvSpPr>
        <p:spPr>
          <a:xfrm>
            <a:off x="3497250" y="13639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79" name="Google Shape;779;p113"/>
          <p:cNvSpPr txBox="1"/>
          <p:nvPr>
            <p:ph idx="5" type="subTitle"/>
          </p:nvPr>
        </p:nvSpPr>
        <p:spPr>
          <a:xfrm>
            <a:off x="588152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80" name="Google Shape;780;p113"/>
          <p:cNvSpPr txBox="1"/>
          <p:nvPr>
            <p:ph idx="6" type="subTitle"/>
          </p:nvPr>
        </p:nvSpPr>
        <p:spPr>
          <a:xfrm>
            <a:off x="588152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2">
    <p:bg>
      <p:bgPr>
        <a:solidFill>
          <a:schemeClr val="dk1"/>
        </a:solidFill>
      </p:bgPr>
    </p:bg>
    <p:spTree>
      <p:nvGrpSpPr>
        <p:cNvPr id="781" name="Shape 781"/>
        <p:cNvGrpSpPr/>
        <p:nvPr/>
      </p:nvGrpSpPr>
      <p:grpSpPr>
        <a:xfrm>
          <a:off x="0" y="0"/>
          <a:ext cx="0" cy="0"/>
          <a:chOff x="0" y="0"/>
          <a:chExt cx="0" cy="0"/>
        </a:xfrm>
      </p:grpSpPr>
      <p:grpSp>
        <p:nvGrpSpPr>
          <p:cNvPr id="782" name="Google Shape;782;p114"/>
          <p:cNvGrpSpPr/>
          <p:nvPr/>
        </p:nvGrpSpPr>
        <p:grpSpPr>
          <a:xfrm>
            <a:off x="713225" y="539500"/>
            <a:ext cx="7717500" cy="4064400"/>
            <a:chOff x="713225" y="539500"/>
            <a:chExt cx="7717500" cy="4064400"/>
          </a:xfrm>
        </p:grpSpPr>
        <p:sp>
          <p:nvSpPr>
            <p:cNvPr id="783" name="Google Shape;783;p11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4" name="Google Shape;784;p11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85" name="Google Shape;785;p11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86" name="Google Shape;786;p114"/>
          <p:cNvSpPr txBox="1"/>
          <p:nvPr>
            <p:ph idx="1" type="subTitle"/>
          </p:nvPr>
        </p:nvSpPr>
        <p:spPr>
          <a:xfrm>
            <a:off x="945800" y="1875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87" name="Google Shape;787;p114"/>
          <p:cNvSpPr txBox="1"/>
          <p:nvPr>
            <p:ph idx="2" type="subTitle"/>
          </p:nvPr>
        </p:nvSpPr>
        <p:spPr>
          <a:xfrm>
            <a:off x="945800" y="1446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788" name="Google Shape;788;p114"/>
          <p:cNvSpPr txBox="1"/>
          <p:nvPr>
            <p:ph idx="3" type="subTitle"/>
          </p:nvPr>
        </p:nvSpPr>
        <p:spPr>
          <a:xfrm>
            <a:off x="5153800" y="2781950"/>
            <a:ext cx="30444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89" name="Google Shape;789;p114"/>
          <p:cNvSpPr txBox="1"/>
          <p:nvPr>
            <p:ph idx="4" type="subTitle"/>
          </p:nvPr>
        </p:nvSpPr>
        <p:spPr>
          <a:xfrm>
            <a:off x="5153800" y="2352425"/>
            <a:ext cx="3044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790" name="Google Shape;790;p114"/>
          <p:cNvSpPr txBox="1"/>
          <p:nvPr>
            <p:ph idx="5" type="subTitle"/>
          </p:nvPr>
        </p:nvSpPr>
        <p:spPr>
          <a:xfrm>
            <a:off x="945800" y="3687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91" name="Google Shape;791;p114"/>
          <p:cNvSpPr txBox="1"/>
          <p:nvPr>
            <p:ph idx="6" type="subTitle"/>
          </p:nvPr>
        </p:nvSpPr>
        <p:spPr>
          <a:xfrm>
            <a:off x="945800" y="3258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5">
    <p:bg>
      <p:bgPr>
        <a:solidFill>
          <a:schemeClr val="dk1"/>
        </a:solidFill>
      </p:bgPr>
    </p:bg>
    <p:spTree>
      <p:nvGrpSpPr>
        <p:cNvPr id="792" name="Shape 792"/>
        <p:cNvGrpSpPr/>
        <p:nvPr/>
      </p:nvGrpSpPr>
      <p:grpSpPr>
        <a:xfrm>
          <a:off x="0" y="0"/>
          <a:ext cx="0" cy="0"/>
          <a:chOff x="0" y="0"/>
          <a:chExt cx="0" cy="0"/>
        </a:xfrm>
      </p:grpSpPr>
      <p:grpSp>
        <p:nvGrpSpPr>
          <p:cNvPr id="793" name="Google Shape;793;p115"/>
          <p:cNvGrpSpPr/>
          <p:nvPr/>
        </p:nvGrpSpPr>
        <p:grpSpPr>
          <a:xfrm>
            <a:off x="713225" y="539500"/>
            <a:ext cx="7717500" cy="4064400"/>
            <a:chOff x="713225" y="539500"/>
            <a:chExt cx="7717500" cy="4064400"/>
          </a:xfrm>
        </p:grpSpPr>
        <p:sp>
          <p:nvSpPr>
            <p:cNvPr id="794" name="Google Shape;794;p11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5" name="Google Shape;795;p11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96" name="Google Shape;796;p11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97" name="Google Shape;797;p115"/>
          <p:cNvSpPr txBox="1"/>
          <p:nvPr>
            <p:ph idx="1" type="subTitle"/>
          </p:nvPr>
        </p:nvSpPr>
        <p:spPr>
          <a:xfrm>
            <a:off x="1658100" y="1978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98" name="Google Shape;798;p115"/>
          <p:cNvSpPr txBox="1"/>
          <p:nvPr>
            <p:ph idx="2" type="subTitle"/>
          </p:nvPr>
        </p:nvSpPr>
        <p:spPr>
          <a:xfrm>
            <a:off x="1658100" y="1549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799" name="Google Shape;799;p115"/>
          <p:cNvSpPr txBox="1"/>
          <p:nvPr>
            <p:ph idx="3" type="subTitle"/>
          </p:nvPr>
        </p:nvSpPr>
        <p:spPr>
          <a:xfrm>
            <a:off x="1658100" y="2884846"/>
            <a:ext cx="62850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800" name="Google Shape;800;p115"/>
          <p:cNvSpPr txBox="1"/>
          <p:nvPr>
            <p:ph idx="4" type="subTitle"/>
          </p:nvPr>
        </p:nvSpPr>
        <p:spPr>
          <a:xfrm>
            <a:off x="1658100" y="2455321"/>
            <a:ext cx="62850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801" name="Google Shape;801;p115"/>
          <p:cNvSpPr txBox="1"/>
          <p:nvPr>
            <p:ph idx="5" type="subTitle"/>
          </p:nvPr>
        </p:nvSpPr>
        <p:spPr>
          <a:xfrm>
            <a:off x="1658100" y="3790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802" name="Google Shape;802;p115"/>
          <p:cNvSpPr txBox="1"/>
          <p:nvPr>
            <p:ph idx="6" type="subTitle"/>
          </p:nvPr>
        </p:nvSpPr>
        <p:spPr>
          <a:xfrm>
            <a:off x="1658100" y="3361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24">
    <p:bg>
      <p:bgPr>
        <a:solidFill>
          <a:schemeClr val="dk1"/>
        </a:solidFill>
      </p:bgPr>
    </p:bg>
    <p:spTree>
      <p:nvGrpSpPr>
        <p:cNvPr id="803" name="Shape 803"/>
        <p:cNvGrpSpPr/>
        <p:nvPr/>
      </p:nvGrpSpPr>
      <p:grpSpPr>
        <a:xfrm>
          <a:off x="0" y="0"/>
          <a:ext cx="0" cy="0"/>
          <a:chOff x="0" y="0"/>
          <a:chExt cx="0" cy="0"/>
        </a:xfrm>
      </p:grpSpPr>
      <p:grpSp>
        <p:nvGrpSpPr>
          <p:cNvPr id="804" name="Google Shape;804;p116"/>
          <p:cNvGrpSpPr/>
          <p:nvPr/>
        </p:nvGrpSpPr>
        <p:grpSpPr>
          <a:xfrm>
            <a:off x="713225" y="539500"/>
            <a:ext cx="7717500" cy="4064400"/>
            <a:chOff x="713225" y="539500"/>
            <a:chExt cx="7717500" cy="4064400"/>
          </a:xfrm>
        </p:grpSpPr>
        <p:sp>
          <p:nvSpPr>
            <p:cNvPr id="805" name="Google Shape;805;p11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6" name="Google Shape;806;p11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07" name="Google Shape;807;p11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08" name="Google Shape;808;p116"/>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809" name="Google Shape;809;p116"/>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810" name="Google Shape;810;p116"/>
          <p:cNvSpPr txBox="1"/>
          <p:nvPr>
            <p:ph idx="3" type="subTitle"/>
          </p:nvPr>
        </p:nvSpPr>
        <p:spPr>
          <a:xfrm>
            <a:off x="853775" y="257119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811" name="Google Shape;811;p116"/>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812" name="Google Shape;812;p116"/>
          <p:cNvSpPr txBox="1"/>
          <p:nvPr>
            <p:ph idx="5" type="subTitle"/>
          </p:nvPr>
        </p:nvSpPr>
        <p:spPr>
          <a:xfrm>
            <a:off x="4452875" y="2570500"/>
            <a:ext cx="3761700" cy="172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813" name="Google Shape;813;p116"/>
          <p:cNvSpPr txBox="1"/>
          <p:nvPr>
            <p:ph idx="6" type="subTitle"/>
          </p:nvPr>
        </p:nvSpPr>
        <p:spPr>
          <a:xfrm>
            <a:off x="853775" y="323750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814" name="Google Shape;814;p116"/>
          <p:cNvSpPr txBox="1"/>
          <p:nvPr>
            <p:ph idx="7" type="subTitle"/>
          </p:nvPr>
        </p:nvSpPr>
        <p:spPr>
          <a:xfrm>
            <a:off x="853775" y="362674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_1_1_1_1">
    <p:bg>
      <p:bgPr>
        <a:solidFill>
          <a:schemeClr val="dk1"/>
        </a:solidFill>
      </p:bgPr>
    </p:bg>
    <p:spTree>
      <p:nvGrpSpPr>
        <p:cNvPr id="815" name="Shape 815"/>
        <p:cNvGrpSpPr/>
        <p:nvPr/>
      </p:nvGrpSpPr>
      <p:grpSpPr>
        <a:xfrm>
          <a:off x="0" y="0"/>
          <a:ext cx="0" cy="0"/>
          <a:chOff x="0" y="0"/>
          <a:chExt cx="0" cy="0"/>
        </a:xfrm>
      </p:grpSpPr>
      <p:grpSp>
        <p:nvGrpSpPr>
          <p:cNvPr id="816" name="Google Shape;816;p117"/>
          <p:cNvGrpSpPr/>
          <p:nvPr/>
        </p:nvGrpSpPr>
        <p:grpSpPr>
          <a:xfrm>
            <a:off x="713225" y="539500"/>
            <a:ext cx="7717500" cy="4064400"/>
            <a:chOff x="713225" y="539500"/>
            <a:chExt cx="7717500" cy="4064400"/>
          </a:xfrm>
        </p:grpSpPr>
        <p:sp>
          <p:nvSpPr>
            <p:cNvPr id="817" name="Google Shape;817;p11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8" name="Google Shape;818;p11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19" name="Google Shape;819;p11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20" name="Google Shape;820;p117"/>
          <p:cNvSpPr txBox="1"/>
          <p:nvPr>
            <p:ph idx="1" type="subTitle"/>
          </p:nvPr>
        </p:nvSpPr>
        <p:spPr>
          <a:xfrm>
            <a:off x="1112425"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21" name="Google Shape;821;p117"/>
          <p:cNvSpPr txBox="1"/>
          <p:nvPr>
            <p:ph idx="2" type="subTitle"/>
          </p:nvPr>
        </p:nvSpPr>
        <p:spPr>
          <a:xfrm>
            <a:off x="1112425"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2" name="Google Shape;822;p117"/>
          <p:cNvSpPr txBox="1"/>
          <p:nvPr>
            <p:ph idx="3" type="subTitle"/>
          </p:nvPr>
        </p:nvSpPr>
        <p:spPr>
          <a:xfrm>
            <a:off x="5584150"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23" name="Google Shape;823;p117"/>
          <p:cNvSpPr txBox="1"/>
          <p:nvPr>
            <p:ph idx="4" type="subTitle"/>
          </p:nvPr>
        </p:nvSpPr>
        <p:spPr>
          <a:xfrm>
            <a:off x="5584150"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4" name="Google Shape;824;p117"/>
          <p:cNvSpPr txBox="1"/>
          <p:nvPr>
            <p:ph idx="5" type="subTitle"/>
          </p:nvPr>
        </p:nvSpPr>
        <p:spPr>
          <a:xfrm>
            <a:off x="1112425"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25" name="Google Shape;825;p117"/>
          <p:cNvSpPr txBox="1"/>
          <p:nvPr>
            <p:ph idx="6" type="subTitle"/>
          </p:nvPr>
        </p:nvSpPr>
        <p:spPr>
          <a:xfrm>
            <a:off x="1112425"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6" name="Google Shape;826;p117"/>
          <p:cNvSpPr txBox="1"/>
          <p:nvPr>
            <p:ph idx="7" type="subTitle"/>
          </p:nvPr>
        </p:nvSpPr>
        <p:spPr>
          <a:xfrm>
            <a:off x="5584150"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27" name="Google Shape;827;p117"/>
          <p:cNvSpPr txBox="1"/>
          <p:nvPr>
            <p:ph idx="8" type="subTitle"/>
          </p:nvPr>
        </p:nvSpPr>
        <p:spPr>
          <a:xfrm>
            <a:off x="5584150"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1_1_1_1_1">
    <p:bg>
      <p:bgPr>
        <a:solidFill>
          <a:schemeClr val="dk1"/>
        </a:solidFill>
      </p:bgPr>
    </p:bg>
    <p:spTree>
      <p:nvGrpSpPr>
        <p:cNvPr id="828" name="Shape 828"/>
        <p:cNvGrpSpPr/>
        <p:nvPr/>
      </p:nvGrpSpPr>
      <p:grpSpPr>
        <a:xfrm>
          <a:off x="0" y="0"/>
          <a:ext cx="0" cy="0"/>
          <a:chOff x="0" y="0"/>
          <a:chExt cx="0" cy="0"/>
        </a:xfrm>
      </p:grpSpPr>
      <p:grpSp>
        <p:nvGrpSpPr>
          <p:cNvPr id="829" name="Google Shape;829;p118"/>
          <p:cNvGrpSpPr/>
          <p:nvPr/>
        </p:nvGrpSpPr>
        <p:grpSpPr>
          <a:xfrm>
            <a:off x="713300" y="539550"/>
            <a:ext cx="7717500" cy="4064400"/>
            <a:chOff x="713300" y="539550"/>
            <a:chExt cx="7717500" cy="4064400"/>
          </a:xfrm>
        </p:grpSpPr>
        <p:cxnSp>
          <p:nvCxnSpPr>
            <p:cNvPr id="830" name="Google Shape;830;p118"/>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831" name="Google Shape;831;p118"/>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 name="Google Shape;832;p11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33" name="Google Shape;833;p118"/>
          <p:cNvSpPr txBox="1"/>
          <p:nvPr>
            <p:ph idx="1" type="subTitle"/>
          </p:nvPr>
        </p:nvSpPr>
        <p:spPr>
          <a:xfrm>
            <a:off x="10166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34" name="Google Shape;834;p118"/>
          <p:cNvSpPr txBox="1"/>
          <p:nvPr>
            <p:ph idx="2" type="subTitle"/>
          </p:nvPr>
        </p:nvSpPr>
        <p:spPr>
          <a:xfrm>
            <a:off x="10166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5" name="Google Shape;835;p118"/>
          <p:cNvSpPr txBox="1"/>
          <p:nvPr>
            <p:ph idx="3" type="subTitle"/>
          </p:nvPr>
        </p:nvSpPr>
        <p:spPr>
          <a:xfrm>
            <a:off x="10166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36" name="Google Shape;836;p118"/>
          <p:cNvSpPr txBox="1"/>
          <p:nvPr>
            <p:ph idx="4" type="subTitle"/>
          </p:nvPr>
        </p:nvSpPr>
        <p:spPr>
          <a:xfrm>
            <a:off x="10166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7" name="Google Shape;837;p118"/>
          <p:cNvSpPr txBox="1"/>
          <p:nvPr>
            <p:ph idx="5" type="subTitle"/>
          </p:nvPr>
        </p:nvSpPr>
        <p:spPr>
          <a:xfrm>
            <a:off x="48094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38" name="Google Shape;838;p118"/>
          <p:cNvSpPr txBox="1"/>
          <p:nvPr>
            <p:ph idx="6" type="subTitle"/>
          </p:nvPr>
        </p:nvSpPr>
        <p:spPr>
          <a:xfrm>
            <a:off x="48094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9" name="Google Shape;839;p118"/>
          <p:cNvSpPr txBox="1"/>
          <p:nvPr>
            <p:ph idx="7" type="subTitle"/>
          </p:nvPr>
        </p:nvSpPr>
        <p:spPr>
          <a:xfrm>
            <a:off x="48094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40" name="Google Shape;840;p118"/>
          <p:cNvSpPr txBox="1"/>
          <p:nvPr>
            <p:ph idx="8" type="subTitle"/>
          </p:nvPr>
        </p:nvSpPr>
        <p:spPr>
          <a:xfrm>
            <a:off x="48094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1_1_1_1_1_1_1_1_1">
    <p:bg>
      <p:bgPr>
        <a:solidFill>
          <a:schemeClr val="dk1"/>
        </a:solidFill>
      </p:bgPr>
    </p:bg>
    <p:spTree>
      <p:nvGrpSpPr>
        <p:cNvPr id="841" name="Shape 841"/>
        <p:cNvGrpSpPr/>
        <p:nvPr/>
      </p:nvGrpSpPr>
      <p:grpSpPr>
        <a:xfrm>
          <a:off x="0" y="0"/>
          <a:ext cx="0" cy="0"/>
          <a:chOff x="0" y="0"/>
          <a:chExt cx="0" cy="0"/>
        </a:xfrm>
      </p:grpSpPr>
      <p:grpSp>
        <p:nvGrpSpPr>
          <p:cNvPr id="842" name="Google Shape;842;p119"/>
          <p:cNvGrpSpPr/>
          <p:nvPr/>
        </p:nvGrpSpPr>
        <p:grpSpPr>
          <a:xfrm>
            <a:off x="713225" y="539500"/>
            <a:ext cx="7717500" cy="4064400"/>
            <a:chOff x="713225" y="539500"/>
            <a:chExt cx="7717500" cy="4064400"/>
          </a:xfrm>
        </p:grpSpPr>
        <p:sp>
          <p:nvSpPr>
            <p:cNvPr id="843" name="Google Shape;843;p11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4" name="Google Shape;844;p11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45" name="Google Shape;845;p11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46" name="Google Shape;846;p119"/>
          <p:cNvSpPr txBox="1"/>
          <p:nvPr>
            <p:ph idx="1" type="subTitle"/>
          </p:nvPr>
        </p:nvSpPr>
        <p:spPr>
          <a:xfrm>
            <a:off x="8844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47" name="Google Shape;847;p119"/>
          <p:cNvSpPr txBox="1"/>
          <p:nvPr>
            <p:ph idx="2" type="subTitle"/>
          </p:nvPr>
        </p:nvSpPr>
        <p:spPr>
          <a:xfrm>
            <a:off x="884474"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48" name="Google Shape;848;p119"/>
          <p:cNvSpPr txBox="1"/>
          <p:nvPr>
            <p:ph idx="3" type="subTitle"/>
          </p:nvPr>
        </p:nvSpPr>
        <p:spPr>
          <a:xfrm>
            <a:off x="2767708"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49" name="Google Shape;849;p119"/>
          <p:cNvSpPr txBox="1"/>
          <p:nvPr>
            <p:ph idx="4" type="subTitle"/>
          </p:nvPr>
        </p:nvSpPr>
        <p:spPr>
          <a:xfrm>
            <a:off x="2767709"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50" name="Google Shape;850;p119"/>
          <p:cNvSpPr txBox="1"/>
          <p:nvPr>
            <p:ph idx="5" type="subTitle"/>
          </p:nvPr>
        </p:nvSpPr>
        <p:spPr>
          <a:xfrm>
            <a:off x="4650942"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51" name="Google Shape;851;p119"/>
          <p:cNvSpPr txBox="1"/>
          <p:nvPr>
            <p:ph idx="6" type="subTitle"/>
          </p:nvPr>
        </p:nvSpPr>
        <p:spPr>
          <a:xfrm>
            <a:off x="4650945"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52" name="Google Shape;852;p119"/>
          <p:cNvSpPr txBox="1"/>
          <p:nvPr>
            <p:ph idx="7" type="subTitle"/>
          </p:nvPr>
        </p:nvSpPr>
        <p:spPr>
          <a:xfrm>
            <a:off x="65341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53" name="Google Shape;853;p119"/>
          <p:cNvSpPr txBox="1"/>
          <p:nvPr>
            <p:ph idx="8" type="subTitle"/>
          </p:nvPr>
        </p:nvSpPr>
        <p:spPr>
          <a:xfrm>
            <a:off x="6534180"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7">
    <p:bg>
      <p:bgPr>
        <a:solidFill>
          <a:schemeClr val="dk1"/>
        </a:solidFill>
      </p:bgPr>
    </p:bg>
    <p:spTree>
      <p:nvGrpSpPr>
        <p:cNvPr id="854" name="Shape 854"/>
        <p:cNvGrpSpPr/>
        <p:nvPr/>
      </p:nvGrpSpPr>
      <p:grpSpPr>
        <a:xfrm>
          <a:off x="0" y="0"/>
          <a:ext cx="0" cy="0"/>
          <a:chOff x="0" y="0"/>
          <a:chExt cx="0" cy="0"/>
        </a:xfrm>
      </p:grpSpPr>
      <p:grpSp>
        <p:nvGrpSpPr>
          <p:cNvPr id="855" name="Google Shape;855;p120"/>
          <p:cNvGrpSpPr/>
          <p:nvPr/>
        </p:nvGrpSpPr>
        <p:grpSpPr>
          <a:xfrm>
            <a:off x="713225" y="539500"/>
            <a:ext cx="7717500" cy="4064400"/>
            <a:chOff x="713225" y="539500"/>
            <a:chExt cx="7717500" cy="4064400"/>
          </a:xfrm>
        </p:grpSpPr>
        <p:sp>
          <p:nvSpPr>
            <p:cNvPr id="856" name="Google Shape;856;p12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7" name="Google Shape;857;p12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58" name="Google Shape;858;p12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59" name="Google Shape;859;p120"/>
          <p:cNvSpPr txBox="1"/>
          <p:nvPr>
            <p:ph idx="1" type="subTitle"/>
          </p:nvPr>
        </p:nvSpPr>
        <p:spPr>
          <a:xfrm>
            <a:off x="1909431" y="1906051"/>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60" name="Google Shape;860;p120"/>
          <p:cNvSpPr txBox="1"/>
          <p:nvPr>
            <p:ph idx="2" type="subTitle"/>
          </p:nvPr>
        </p:nvSpPr>
        <p:spPr>
          <a:xfrm>
            <a:off x="1909431" y="1387350"/>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61" name="Google Shape;861;p120"/>
          <p:cNvSpPr txBox="1"/>
          <p:nvPr>
            <p:ph idx="3" type="subTitle"/>
          </p:nvPr>
        </p:nvSpPr>
        <p:spPr>
          <a:xfrm>
            <a:off x="4971369" y="1906050"/>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62" name="Google Shape;862;p120"/>
          <p:cNvSpPr txBox="1"/>
          <p:nvPr>
            <p:ph idx="4" type="subTitle"/>
          </p:nvPr>
        </p:nvSpPr>
        <p:spPr>
          <a:xfrm>
            <a:off x="4971369" y="1387350"/>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63" name="Google Shape;863;p120"/>
          <p:cNvSpPr txBox="1"/>
          <p:nvPr>
            <p:ph idx="5" type="subTitle"/>
          </p:nvPr>
        </p:nvSpPr>
        <p:spPr>
          <a:xfrm>
            <a:off x="1909431" y="3654425"/>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64" name="Google Shape;864;p120"/>
          <p:cNvSpPr txBox="1"/>
          <p:nvPr>
            <p:ph idx="6" type="subTitle"/>
          </p:nvPr>
        </p:nvSpPr>
        <p:spPr>
          <a:xfrm>
            <a:off x="1909431" y="3135724"/>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65" name="Google Shape;865;p120"/>
          <p:cNvSpPr txBox="1"/>
          <p:nvPr>
            <p:ph idx="7" type="subTitle"/>
          </p:nvPr>
        </p:nvSpPr>
        <p:spPr>
          <a:xfrm>
            <a:off x="4971369" y="3654424"/>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66" name="Google Shape;866;p120"/>
          <p:cNvSpPr txBox="1"/>
          <p:nvPr>
            <p:ph idx="8" type="subTitle"/>
          </p:nvPr>
        </p:nvSpPr>
        <p:spPr>
          <a:xfrm>
            <a:off x="4971369" y="3135724"/>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1_1_1_1_1_2">
    <p:bg>
      <p:bgPr>
        <a:solidFill>
          <a:schemeClr val="dk1"/>
        </a:solidFill>
      </p:bgPr>
    </p:bg>
    <p:spTree>
      <p:nvGrpSpPr>
        <p:cNvPr id="867" name="Shape 867"/>
        <p:cNvGrpSpPr/>
        <p:nvPr/>
      </p:nvGrpSpPr>
      <p:grpSpPr>
        <a:xfrm>
          <a:off x="0" y="0"/>
          <a:ext cx="0" cy="0"/>
          <a:chOff x="0" y="0"/>
          <a:chExt cx="0" cy="0"/>
        </a:xfrm>
      </p:grpSpPr>
      <p:grpSp>
        <p:nvGrpSpPr>
          <p:cNvPr id="868" name="Google Shape;868;p121"/>
          <p:cNvGrpSpPr/>
          <p:nvPr/>
        </p:nvGrpSpPr>
        <p:grpSpPr>
          <a:xfrm>
            <a:off x="713225" y="539500"/>
            <a:ext cx="7717500" cy="4064400"/>
            <a:chOff x="713225" y="539500"/>
            <a:chExt cx="7717500" cy="4064400"/>
          </a:xfrm>
        </p:grpSpPr>
        <p:sp>
          <p:nvSpPr>
            <p:cNvPr id="869" name="Google Shape;869;p12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0" name="Google Shape;870;p12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71" name="Google Shape;871;p12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72" name="Google Shape;872;p121"/>
          <p:cNvSpPr txBox="1"/>
          <p:nvPr>
            <p:ph idx="1" type="subTitle"/>
          </p:nvPr>
        </p:nvSpPr>
        <p:spPr>
          <a:xfrm>
            <a:off x="95812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3" name="Google Shape;873;p121"/>
          <p:cNvSpPr txBox="1"/>
          <p:nvPr>
            <p:ph idx="2" type="subTitle"/>
          </p:nvPr>
        </p:nvSpPr>
        <p:spPr>
          <a:xfrm>
            <a:off x="95812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4" name="Google Shape;874;p121"/>
          <p:cNvSpPr txBox="1"/>
          <p:nvPr>
            <p:ph idx="3" type="subTitle"/>
          </p:nvPr>
        </p:nvSpPr>
        <p:spPr>
          <a:xfrm>
            <a:off x="3420000"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5" name="Google Shape;875;p121"/>
          <p:cNvSpPr txBox="1"/>
          <p:nvPr>
            <p:ph idx="4" type="subTitle"/>
          </p:nvPr>
        </p:nvSpPr>
        <p:spPr>
          <a:xfrm>
            <a:off x="3420000"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6" name="Google Shape;876;p121"/>
          <p:cNvSpPr txBox="1"/>
          <p:nvPr>
            <p:ph idx="5" type="subTitle"/>
          </p:nvPr>
        </p:nvSpPr>
        <p:spPr>
          <a:xfrm>
            <a:off x="588187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7" name="Google Shape;877;p121"/>
          <p:cNvSpPr txBox="1"/>
          <p:nvPr>
            <p:ph idx="6" type="subTitle"/>
          </p:nvPr>
        </p:nvSpPr>
        <p:spPr>
          <a:xfrm>
            <a:off x="588187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8" name="Google Shape;878;p121"/>
          <p:cNvSpPr txBox="1"/>
          <p:nvPr>
            <p:ph idx="7" type="subTitle"/>
          </p:nvPr>
        </p:nvSpPr>
        <p:spPr>
          <a:xfrm>
            <a:off x="2189050"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9" name="Google Shape;879;p121"/>
          <p:cNvSpPr txBox="1"/>
          <p:nvPr>
            <p:ph idx="8" type="subTitle"/>
          </p:nvPr>
        </p:nvSpPr>
        <p:spPr>
          <a:xfrm>
            <a:off x="2189050"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80" name="Google Shape;880;p121"/>
          <p:cNvSpPr txBox="1"/>
          <p:nvPr>
            <p:ph idx="9" type="subTitle"/>
          </p:nvPr>
        </p:nvSpPr>
        <p:spPr>
          <a:xfrm>
            <a:off x="4650925"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81" name="Google Shape;881;p121"/>
          <p:cNvSpPr txBox="1"/>
          <p:nvPr>
            <p:ph idx="13" type="subTitle"/>
          </p:nvPr>
        </p:nvSpPr>
        <p:spPr>
          <a:xfrm>
            <a:off x="4650925"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_1_1_1_1_1_1">
    <p:bg>
      <p:bgPr>
        <a:solidFill>
          <a:schemeClr val="dk1"/>
        </a:solidFill>
      </p:bgPr>
    </p:bg>
    <p:spTree>
      <p:nvGrpSpPr>
        <p:cNvPr id="882" name="Shape 882"/>
        <p:cNvGrpSpPr/>
        <p:nvPr/>
      </p:nvGrpSpPr>
      <p:grpSpPr>
        <a:xfrm>
          <a:off x="0" y="0"/>
          <a:ext cx="0" cy="0"/>
          <a:chOff x="0" y="0"/>
          <a:chExt cx="0" cy="0"/>
        </a:xfrm>
      </p:grpSpPr>
      <p:grpSp>
        <p:nvGrpSpPr>
          <p:cNvPr id="883" name="Google Shape;883;p122"/>
          <p:cNvGrpSpPr/>
          <p:nvPr/>
        </p:nvGrpSpPr>
        <p:grpSpPr>
          <a:xfrm>
            <a:off x="713225" y="539500"/>
            <a:ext cx="7717500" cy="4064400"/>
            <a:chOff x="713225" y="539500"/>
            <a:chExt cx="7717500" cy="4064400"/>
          </a:xfrm>
        </p:grpSpPr>
        <p:sp>
          <p:nvSpPr>
            <p:cNvPr id="884" name="Google Shape;884;p12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5" name="Google Shape;885;p12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86" name="Google Shape;886;p12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87" name="Google Shape;887;p122"/>
          <p:cNvSpPr txBox="1"/>
          <p:nvPr>
            <p:ph idx="1" type="subTitle"/>
          </p:nvPr>
        </p:nvSpPr>
        <p:spPr>
          <a:xfrm>
            <a:off x="1134425"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88" name="Google Shape;888;p122"/>
          <p:cNvSpPr txBox="1"/>
          <p:nvPr>
            <p:ph idx="2" type="subTitle"/>
          </p:nvPr>
        </p:nvSpPr>
        <p:spPr>
          <a:xfrm>
            <a:off x="113442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89" name="Google Shape;889;p122"/>
          <p:cNvSpPr txBox="1"/>
          <p:nvPr>
            <p:ph idx="3" type="subTitle"/>
          </p:nvPr>
        </p:nvSpPr>
        <p:spPr>
          <a:xfrm>
            <a:off x="3495738"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90" name="Google Shape;890;p122"/>
          <p:cNvSpPr txBox="1"/>
          <p:nvPr>
            <p:ph idx="4" type="subTitle"/>
          </p:nvPr>
        </p:nvSpPr>
        <p:spPr>
          <a:xfrm>
            <a:off x="3495750"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91" name="Google Shape;891;p122"/>
          <p:cNvSpPr txBox="1"/>
          <p:nvPr>
            <p:ph idx="5" type="subTitle"/>
          </p:nvPr>
        </p:nvSpPr>
        <p:spPr>
          <a:xfrm>
            <a:off x="5857051"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92" name="Google Shape;892;p122"/>
          <p:cNvSpPr txBox="1"/>
          <p:nvPr>
            <p:ph idx="6" type="subTitle"/>
          </p:nvPr>
        </p:nvSpPr>
        <p:spPr>
          <a:xfrm>
            <a:off x="585707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93" name="Google Shape;893;p122"/>
          <p:cNvSpPr txBox="1"/>
          <p:nvPr>
            <p:ph idx="7" type="subTitle"/>
          </p:nvPr>
        </p:nvSpPr>
        <p:spPr>
          <a:xfrm>
            <a:off x="1134425"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94" name="Google Shape;894;p122"/>
          <p:cNvSpPr txBox="1"/>
          <p:nvPr>
            <p:ph idx="8" type="subTitle"/>
          </p:nvPr>
        </p:nvSpPr>
        <p:spPr>
          <a:xfrm>
            <a:off x="113442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95" name="Google Shape;895;p122"/>
          <p:cNvSpPr txBox="1"/>
          <p:nvPr>
            <p:ph idx="9" type="subTitle"/>
          </p:nvPr>
        </p:nvSpPr>
        <p:spPr>
          <a:xfrm>
            <a:off x="3495738"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96" name="Google Shape;896;p122"/>
          <p:cNvSpPr txBox="1"/>
          <p:nvPr>
            <p:ph idx="13" type="subTitle"/>
          </p:nvPr>
        </p:nvSpPr>
        <p:spPr>
          <a:xfrm>
            <a:off x="3495750"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97" name="Google Shape;897;p122"/>
          <p:cNvSpPr txBox="1"/>
          <p:nvPr>
            <p:ph idx="14" type="subTitle"/>
          </p:nvPr>
        </p:nvSpPr>
        <p:spPr>
          <a:xfrm>
            <a:off x="5857051"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98" name="Google Shape;898;p122"/>
          <p:cNvSpPr txBox="1"/>
          <p:nvPr>
            <p:ph idx="15" type="subTitle"/>
          </p:nvPr>
        </p:nvSpPr>
        <p:spPr>
          <a:xfrm>
            <a:off x="585707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21">
    <p:bg>
      <p:bgPr>
        <a:solidFill>
          <a:schemeClr val="dk1"/>
        </a:solidFill>
      </p:bgPr>
    </p:bg>
    <p:spTree>
      <p:nvGrpSpPr>
        <p:cNvPr id="899" name="Shape 899"/>
        <p:cNvGrpSpPr/>
        <p:nvPr/>
      </p:nvGrpSpPr>
      <p:grpSpPr>
        <a:xfrm>
          <a:off x="0" y="0"/>
          <a:ext cx="0" cy="0"/>
          <a:chOff x="0" y="0"/>
          <a:chExt cx="0" cy="0"/>
        </a:xfrm>
      </p:grpSpPr>
      <p:grpSp>
        <p:nvGrpSpPr>
          <p:cNvPr id="900" name="Google Shape;900;p123"/>
          <p:cNvGrpSpPr/>
          <p:nvPr/>
        </p:nvGrpSpPr>
        <p:grpSpPr>
          <a:xfrm>
            <a:off x="713225" y="539500"/>
            <a:ext cx="7717500" cy="4064400"/>
            <a:chOff x="713225" y="539500"/>
            <a:chExt cx="7717500" cy="4064400"/>
          </a:xfrm>
        </p:grpSpPr>
        <p:sp>
          <p:nvSpPr>
            <p:cNvPr id="901" name="Google Shape;901;p12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2" name="Google Shape;902;p12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03" name="Google Shape;903;p12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04" name="Google Shape;904;p123"/>
          <p:cNvSpPr txBox="1"/>
          <p:nvPr>
            <p:ph idx="1" type="subTitle"/>
          </p:nvPr>
        </p:nvSpPr>
        <p:spPr>
          <a:xfrm>
            <a:off x="1059065"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05" name="Google Shape;905;p123"/>
          <p:cNvSpPr txBox="1"/>
          <p:nvPr>
            <p:ph idx="2" type="subTitle"/>
          </p:nvPr>
        </p:nvSpPr>
        <p:spPr>
          <a:xfrm>
            <a:off x="1059065"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06" name="Google Shape;906;p123"/>
          <p:cNvSpPr txBox="1"/>
          <p:nvPr>
            <p:ph idx="3" type="subTitle"/>
          </p:nvPr>
        </p:nvSpPr>
        <p:spPr>
          <a:xfrm>
            <a:off x="1059052" y="2806879"/>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07" name="Google Shape;907;p123"/>
          <p:cNvSpPr txBox="1"/>
          <p:nvPr>
            <p:ph idx="4" type="subTitle"/>
          </p:nvPr>
        </p:nvSpPr>
        <p:spPr>
          <a:xfrm>
            <a:off x="1059070" y="2454554"/>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08" name="Google Shape;908;p123"/>
          <p:cNvSpPr txBox="1"/>
          <p:nvPr>
            <p:ph idx="5" type="subTitle"/>
          </p:nvPr>
        </p:nvSpPr>
        <p:spPr>
          <a:xfrm>
            <a:off x="5042599"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09" name="Google Shape;909;p123"/>
          <p:cNvSpPr txBox="1"/>
          <p:nvPr>
            <p:ph idx="6" type="subTitle"/>
          </p:nvPr>
        </p:nvSpPr>
        <p:spPr>
          <a:xfrm>
            <a:off x="5042634"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0" name="Google Shape;910;p123"/>
          <p:cNvSpPr txBox="1"/>
          <p:nvPr>
            <p:ph idx="7" type="subTitle"/>
          </p:nvPr>
        </p:nvSpPr>
        <p:spPr>
          <a:xfrm>
            <a:off x="1059065"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11" name="Google Shape;911;p123"/>
          <p:cNvSpPr txBox="1"/>
          <p:nvPr>
            <p:ph idx="8" type="subTitle"/>
          </p:nvPr>
        </p:nvSpPr>
        <p:spPr>
          <a:xfrm>
            <a:off x="1059065"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2" name="Google Shape;912;p123"/>
          <p:cNvSpPr txBox="1"/>
          <p:nvPr>
            <p:ph idx="9" type="subTitle"/>
          </p:nvPr>
        </p:nvSpPr>
        <p:spPr>
          <a:xfrm>
            <a:off x="5042630" y="2806867"/>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13" name="Google Shape;913;p123"/>
          <p:cNvSpPr txBox="1"/>
          <p:nvPr>
            <p:ph idx="13" type="subTitle"/>
          </p:nvPr>
        </p:nvSpPr>
        <p:spPr>
          <a:xfrm>
            <a:off x="5042648" y="24545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4" name="Google Shape;914;p123"/>
          <p:cNvSpPr txBox="1"/>
          <p:nvPr>
            <p:ph idx="14" type="subTitle"/>
          </p:nvPr>
        </p:nvSpPr>
        <p:spPr>
          <a:xfrm>
            <a:off x="5042599"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15" name="Google Shape;915;p123"/>
          <p:cNvSpPr txBox="1"/>
          <p:nvPr>
            <p:ph idx="15" type="subTitle"/>
          </p:nvPr>
        </p:nvSpPr>
        <p:spPr>
          <a:xfrm>
            <a:off x="5042634"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_1_1_1_1_1">
    <p:bg>
      <p:bgPr>
        <a:solidFill>
          <a:schemeClr val="dk1"/>
        </a:solidFill>
      </p:bgPr>
    </p:bg>
    <p:spTree>
      <p:nvGrpSpPr>
        <p:cNvPr id="916" name="Shape 916"/>
        <p:cNvGrpSpPr/>
        <p:nvPr/>
      </p:nvGrpSpPr>
      <p:grpSpPr>
        <a:xfrm>
          <a:off x="0" y="0"/>
          <a:ext cx="0" cy="0"/>
          <a:chOff x="0" y="0"/>
          <a:chExt cx="0" cy="0"/>
        </a:xfrm>
      </p:grpSpPr>
      <p:grpSp>
        <p:nvGrpSpPr>
          <p:cNvPr id="917" name="Google Shape;917;p124"/>
          <p:cNvGrpSpPr/>
          <p:nvPr/>
        </p:nvGrpSpPr>
        <p:grpSpPr>
          <a:xfrm>
            <a:off x="713225" y="539500"/>
            <a:ext cx="7717500" cy="4064400"/>
            <a:chOff x="713225" y="539500"/>
            <a:chExt cx="7717500" cy="4064400"/>
          </a:xfrm>
        </p:grpSpPr>
        <p:sp>
          <p:nvSpPr>
            <p:cNvPr id="918" name="Google Shape;918;p12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9" name="Google Shape;919;p124"/>
            <p:cNvCxnSpPr/>
            <p:nvPr/>
          </p:nvCxnSpPr>
          <p:spPr>
            <a:xfrm>
              <a:off x="734825" y="1483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20" name="Google Shape;920;p124"/>
          <p:cNvSpPr txBox="1"/>
          <p:nvPr>
            <p:ph type="title"/>
          </p:nvPr>
        </p:nvSpPr>
        <p:spPr>
          <a:xfrm>
            <a:off x="3607800" y="539500"/>
            <a:ext cx="4519200" cy="939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r">
              <a:spcBef>
                <a:spcPts val="0"/>
              </a:spcBef>
              <a:spcAft>
                <a:spcPts val="0"/>
              </a:spcAft>
              <a:buClr>
                <a:schemeClr val="lt1"/>
              </a:buClr>
              <a:buSzPts val="4800"/>
              <a:buNone/>
              <a:defRPr sz="4800">
                <a:solidFill>
                  <a:schemeClr val="lt1"/>
                </a:solidFill>
              </a:defRPr>
            </a:lvl2pPr>
            <a:lvl3pPr lvl="2" algn="r">
              <a:spcBef>
                <a:spcPts val="0"/>
              </a:spcBef>
              <a:spcAft>
                <a:spcPts val="0"/>
              </a:spcAft>
              <a:buClr>
                <a:schemeClr val="lt1"/>
              </a:buClr>
              <a:buSzPts val="4800"/>
              <a:buNone/>
              <a:defRPr sz="4800">
                <a:solidFill>
                  <a:schemeClr val="lt1"/>
                </a:solidFill>
              </a:defRPr>
            </a:lvl3pPr>
            <a:lvl4pPr lvl="3" algn="r">
              <a:spcBef>
                <a:spcPts val="0"/>
              </a:spcBef>
              <a:spcAft>
                <a:spcPts val="0"/>
              </a:spcAft>
              <a:buClr>
                <a:schemeClr val="lt1"/>
              </a:buClr>
              <a:buSzPts val="4800"/>
              <a:buNone/>
              <a:defRPr sz="4800">
                <a:solidFill>
                  <a:schemeClr val="lt1"/>
                </a:solidFill>
              </a:defRPr>
            </a:lvl4pPr>
            <a:lvl5pPr lvl="4" algn="r">
              <a:spcBef>
                <a:spcPts val="0"/>
              </a:spcBef>
              <a:spcAft>
                <a:spcPts val="0"/>
              </a:spcAft>
              <a:buClr>
                <a:schemeClr val="lt1"/>
              </a:buClr>
              <a:buSzPts val="4800"/>
              <a:buNone/>
              <a:defRPr sz="4800">
                <a:solidFill>
                  <a:schemeClr val="lt1"/>
                </a:solidFill>
              </a:defRPr>
            </a:lvl5pPr>
            <a:lvl6pPr lvl="5" algn="r">
              <a:spcBef>
                <a:spcPts val="0"/>
              </a:spcBef>
              <a:spcAft>
                <a:spcPts val="0"/>
              </a:spcAft>
              <a:buClr>
                <a:schemeClr val="lt1"/>
              </a:buClr>
              <a:buSzPts val="4800"/>
              <a:buNone/>
              <a:defRPr sz="4800">
                <a:solidFill>
                  <a:schemeClr val="lt1"/>
                </a:solidFill>
              </a:defRPr>
            </a:lvl6pPr>
            <a:lvl7pPr lvl="6" algn="r">
              <a:spcBef>
                <a:spcPts val="0"/>
              </a:spcBef>
              <a:spcAft>
                <a:spcPts val="0"/>
              </a:spcAft>
              <a:buClr>
                <a:schemeClr val="lt1"/>
              </a:buClr>
              <a:buSzPts val="4800"/>
              <a:buNone/>
              <a:defRPr sz="4800">
                <a:solidFill>
                  <a:schemeClr val="lt1"/>
                </a:solidFill>
              </a:defRPr>
            </a:lvl7pPr>
            <a:lvl8pPr lvl="7" algn="r">
              <a:spcBef>
                <a:spcPts val="0"/>
              </a:spcBef>
              <a:spcAft>
                <a:spcPts val="0"/>
              </a:spcAft>
              <a:buClr>
                <a:schemeClr val="lt1"/>
              </a:buClr>
              <a:buSzPts val="4800"/>
              <a:buNone/>
              <a:defRPr sz="4800">
                <a:solidFill>
                  <a:schemeClr val="lt1"/>
                </a:solidFill>
              </a:defRPr>
            </a:lvl8pPr>
            <a:lvl9pPr lvl="8" algn="r">
              <a:spcBef>
                <a:spcPts val="0"/>
              </a:spcBef>
              <a:spcAft>
                <a:spcPts val="0"/>
              </a:spcAft>
              <a:buClr>
                <a:schemeClr val="lt1"/>
              </a:buClr>
              <a:buSzPts val="4800"/>
              <a:buNone/>
              <a:defRPr sz="4800">
                <a:solidFill>
                  <a:schemeClr val="lt1"/>
                </a:solidFill>
              </a:defRPr>
            </a:lvl9pPr>
          </a:lstStyle>
          <a:p/>
        </p:txBody>
      </p:sp>
      <p:sp>
        <p:nvSpPr>
          <p:cNvPr id="921" name="Google Shape;921;p124"/>
          <p:cNvSpPr txBox="1"/>
          <p:nvPr>
            <p:ph idx="1" type="subTitle"/>
          </p:nvPr>
        </p:nvSpPr>
        <p:spPr>
          <a:xfrm>
            <a:off x="3607800" y="2278000"/>
            <a:ext cx="4519200" cy="744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r">
              <a:lnSpc>
                <a:spcPct val="100000"/>
              </a:lnSpc>
              <a:spcBef>
                <a:spcPts val="0"/>
              </a:spcBef>
              <a:spcAft>
                <a:spcPts val="0"/>
              </a:spcAft>
              <a:buClr>
                <a:schemeClr val="lt1"/>
              </a:buClr>
              <a:buSzPts val="2800"/>
              <a:buNone/>
              <a:defRPr sz="2800">
                <a:solidFill>
                  <a:schemeClr val="lt1"/>
                </a:solidFill>
              </a:defRPr>
            </a:lvl2pPr>
            <a:lvl3pPr lvl="2" algn="r">
              <a:lnSpc>
                <a:spcPct val="100000"/>
              </a:lnSpc>
              <a:spcBef>
                <a:spcPts val="0"/>
              </a:spcBef>
              <a:spcAft>
                <a:spcPts val="0"/>
              </a:spcAft>
              <a:buClr>
                <a:schemeClr val="lt1"/>
              </a:buClr>
              <a:buSzPts val="2800"/>
              <a:buNone/>
              <a:defRPr sz="2800">
                <a:solidFill>
                  <a:schemeClr val="lt1"/>
                </a:solidFill>
              </a:defRPr>
            </a:lvl3pPr>
            <a:lvl4pPr lvl="3" algn="r">
              <a:lnSpc>
                <a:spcPct val="100000"/>
              </a:lnSpc>
              <a:spcBef>
                <a:spcPts val="0"/>
              </a:spcBef>
              <a:spcAft>
                <a:spcPts val="0"/>
              </a:spcAft>
              <a:buClr>
                <a:schemeClr val="lt1"/>
              </a:buClr>
              <a:buSzPts val="2800"/>
              <a:buNone/>
              <a:defRPr sz="2800">
                <a:solidFill>
                  <a:schemeClr val="lt1"/>
                </a:solidFill>
              </a:defRPr>
            </a:lvl4pPr>
            <a:lvl5pPr lvl="4" algn="r">
              <a:lnSpc>
                <a:spcPct val="100000"/>
              </a:lnSpc>
              <a:spcBef>
                <a:spcPts val="0"/>
              </a:spcBef>
              <a:spcAft>
                <a:spcPts val="0"/>
              </a:spcAft>
              <a:buClr>
                <a:schemeClr val="lt1"/>
              </a:buClr>
              <a:buSzPts val="2800"/>
              <a:buNone/>
              <a:defRPr sz="2800">
                <a:solidFill>
                  <a:schemeClr val="lt1"/>
                </a:solidFill>
              </a:defRPr>
            </a:lvl5pPr>
            <a:lvl6pPr lvl="5" algn="r">
              <a:lnSpc>
                <a:spcPct val="100000"/>
              </a:lnSpc>
              <a:spcBef>
                <a:spcPts val="0"/>
              </a:spcBef>
              <a:spcAft>
                <a:spcPts val="0"/>
              </a:spcAft>
              <a:buClr>
                <a:schemeClr val="lt1"/>
              </a:buClr>
              <a:buSzPts val="2800"/>
              <a:buNone/>
              <a:defRPr sz="2800">
                <a:solidFill>
                  <a:schemeClr val="lt1"/>
                </a:solidFill>
              </a:defRPr>
            </a:lvl6pPr>
            <a:lvl7pPr lvl="6" algn="r">
              <a:lnSpc>
                <a:spcPct val="100000"/>
              </a:lnSpc>
              <a:spcBef>
                <a:spcPts val="0"/>
              </a:spcBef>
              <a:spcAft>
                <a:spcPts val="0"/>
              </a:spcAft>
              <a:buClr>
                <a:schemeClr val="lt1"/>
              </a:buClr>
              <a:buSzPts val="2800"/>
              <a:buNone/>
              <a:defRPr sz="2800">
                <a:solidFill>
                  <a:schemeClr val="lt1"/>
                </a:solidFill>
              </a:defRPr>
            </a:lvl7pPr>
            <a:lvl8pPr lvl="7"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sp>
        <p:nvSpPr>
          <p:cNvPr id="922" name="Google Shape;922;p124"/>
          <p:cNvSpPr txBox="1"/>
          <p:nvPr>
            <p:ph idx="2" type="subTitle"/>
          </p:nvPr>
        </p:nvSpPr>
        <p:spPr>
          <a:xfrm>
            <a:off x="3607800" y="1769750"/>
            <a:ext cx="4519200" cy="510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923" name="Google Shape;923;p124"/>
          <p:cNvSpPr txBox="1"/>
          <p:nvPr/>
        </p:nvSpPr>
        <p:spPr>
          <a:xfrm>
            <a:off x="3508050" y="3477600"/>
            <a:ext cx="4718700" cy="554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Roboto"/>
                <a:ea typeface="Roboto"/>
                <a:cs typeface="Roboto"/>
                <a:sym typeface="Roboto"/>
              </a:rPr>
              <a:t>CREDITS:</a:t>
            </a:r>
            <a:r>
              <a:rPr lang="en" sz="1200">
                <a:solidFill>
                  <a:schemeClr val="lt1"/>
                </a:solidFill>
                <a:latin typeface="Roboto"/>
                <a:ea typeface="Roboto"/>
                <a:cs typeface="Roboto"/>
                <a:sym typeface="Roboto"/>
              </a:rPr>
              <a:t> This presentation template was created by </a:t>
            </a:r>
            <a:r>
              <a:rPr b="1" lang="en" sz="1200">
                <a:solidFill>
                  <a:schemeClr val="accent1"/>
                </a:solidFill>
                <a:uFill>
                  <a:noFill/>
                </a:uFill>
                <a:latin typeface="Roboto"/>
                <a:ea typeface="Roboto"/>
                <a:cs typeface="Roboto"/>
                <a:sym typeface="Roboto"/>
                <a:hlinkClick r:id="rId2">
                  <a:extLst>
                    <a:ext uri="{A12FA001-AC4F-418D-AE19-62706E023703}">
                      <ahyp:hlinkClr val="tx"/>
                    </a:ext>
                  </a:extLst>
                </a:hlinkClick>
              </a:rPr>
              <a:t>Slidesgo</a:t>
            </a:r>
            <a:r>
              <a:rPr b="1" lang="en" sz="1200">
                <a:solidFill>
                  <a:schemeClr val="accent6"/>
                </a:solidFill>
                <a:latin typeface="Roboto"/>
                <a:ea typeface="Roboto"/>
                <a:cs typeface="Roboto"/>
                <a:sym typeface="Roboto"/>
              </a:rPr>
              <a:t>,</a:t>
            </a:r>
            <a:r>
              <a:rPr lang="en" sz="1200">
                <a:solidFill>
                  <a:schemeClr val="lt1"/>
                </a:solidFill>
                <a:latin typeface="Roboto"/>
                <a:ea typeface="Roboto"/>
                <a:cs typeface="Roboto"/>
                <a:sym typeface="Roboto"/>
              </a:rPr>
              <a:t> including icons by </a:t>
            </a:r>
            <a:r>
              <a:rPr b="1" lang="en" sz="1200">
                <a:solidFill>
                  <a:schemeClr val="accent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1"/>
                </a:solidFill>
                <a:latin typeface="Roboto"/>
                <a:ea typeface="Roboto"/>
                <a:cs typeface="Roboto"/>
                <a:sym typeface="Roboto"/>
              </a:rPr>
              <a:t>, and infographics &amp; images by </a:t>
            </a:r>
            <a:r>
              <a:rPr b="1" lang="en" sz="1200">
                <a:solidFill>
                  <a:schemeClr val="accent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accent1"/>
              </a:solidFill>
              <a:latin typeface="Roboto"/>
              <a:ea typeface="Roboto"/>
              <a:cs typeface="Roboto"/>
              <a:sym typeface="Roboto"/>
            </a:endParaRPr>
          </a:p>
        </p:txBody>
      </p:sp>
    </p:spTree>
  </p:cSld>
  <p:clrMapOvr>
    <a:masterClrMapping/>
  </p:clrMapOvr>
</p:sldLayout>
</file>

<file path=ppt/slideLayouts/slideLayout1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_1_1_1_1_1">
    <p:bg>
      <p:bgPr>
        <a:solidFill>
          <a:schemeClr val="dk1"/>
        </a:solidFill>
      </p:bgPr>
    </p:bg>
    <p:spTree>
      <p:nvGrpSpPr>
        <p:cNvPr id="924" name="Shape 924"/>
        <p:cNvGrpSpPr/>
        <p:nvPr/>
      </p:nvGrpSpPr>
      <p:grpSpPr>
        <a:xfrm>
          <a:off x="0" y="0"/>
          <a:ext cx="0" cy="0"/>
          <a:chOff x="0" y="0"/>
          <a:chExt cx="0" cy="0"/>
        </a:xfrm>
      </p:grpSpPr>
      <p:sp>
        <p:nvSpPr>
          <p:cNvPr id="925" name="Google Shape;925;p12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_1_1_1_1_1">
    <p:bg>
      <p:bgPr>
        <a:solidFill>
          <a:schemeClr val="dk1"/>
        </a:solidFill>
      </p:bgPr>
    </p:bg>
    <p:spTree>
      <p:nvGrpSpPr>
        <p:cNvPr id="926" name="Shape 926"/>
        <p:cNvGrpSpPr/>
        <p:nvPr/>
      </p:nvGrpSpPr>
      <p:grpSpPr>
        <a:xfrm>
          <a:off x="0" y="0"/>
          <a:ext cx="0" cy="0"/>
          <a:chOff x="0" y="0"/>
          <a:chExt cx="0" cy="0"/>
        </a:xfrm>
      </p:grpSpPr>
      <p:grpSp>
        <p:nvGrpSpPr>
          <p:cNvPr id="927" name="Google Shape;927;p126"/>
          <p:cNvGrpSpPr/>
          <p:nvPr/>
        </p:nvGrpSpPr>
        <p:grpSpPr>
          <a:xfrm>
            <a:off x="713225" y="539500"/>
            <a:ext cx="7717500" cy="4064400"/>
            <a:chOff x="713225" y="539500"/>
            <a:chExt cx="7717500" cy="4064400"/>
          </a:xfrm>
        </p:grpSpPr>
        <p:sp>
          <p:nvSpPr>
            <p:cNvPr id="928" name="Google Shape;928;p12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9" name="Google Shape;929;p12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Layouts/slideLayout1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934" name="Shape 934"/>
        <p:cNvGrpSpPr/>
        <p:nvPr/>
      </p:nvGrpSpPr>
      <p:grpSpPr>
        <a:xfrm>
          <a:off x="0" y="0"/>
          <a:ext cx="0" cy="0"/>
          <a:chOff x="0" y="0"/>
          <a:chExt cx="0" cy="0"/>
        </a:xfrm>
      </p:grpSpPr>
      <p:sp>
        <p:nvSpPr>
          <p:cNvPr id="935" name="Google Shape;935;p12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128"/>
          <p:cNvSpPr txBox="1"/>
          <p:nvPr>
            <p:ph type="ctrTitle"/>
          </p:nvPr>
        </p:nvSpPr>
        <p:spPr>
          <a:xfrm>
            <a:off x="2048825" y="848600"/>
            <a:ext cx="5046300" cy="10305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937" name="Google Shape;937;p128"/>
          <p:cNvSpPr txBox="1"/>
          <p:nvPr>
            <p:ph idx="1" type="subTitle"/>
          </p:nvPr>
        </p:nvSpPr>
        <p:spPr>
          <a:xfrm>
            <a:off x="2048825" y="3798375"/>
            <a:ext cx="50463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938" name="Google Shape;938;p128"/>
          <p:cNvSpPr txBox="1"/>
          <p:nvPr>
            <p:ph idx="2" type="subTitle"/>
          </p:nvPr>
        </p:nvSpPr>
        <p:spPr>
          <a:xfrm>
            <a:off x="2902475" y="1879100"/>
            <a:ext cx="3339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939" name="Shape 939"/>
        <p:cNvGrpSpPr/>
        <p:nvPr/>
      </p:nvGrpSpPr>
      <p:grpSpPr>
        <a:xfrm>
          <a:off x="0" y="0"/>
          <a:ext cx="0" cy="0"/>
          <a:chOff x="0" y="0"/>
          <a:chExt cx="0" cy="0"/>
        </a:xfrm>
      </p:grpSpPr>
      <p:sp>
        <p:nvSpPr>
          <p:cNvPr id="940" name="Google Shape;940;p12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129"/>
          <p:cNvSpPr/>
          <p:nvPr/>
        </p:nvSpPr>
        <p:spPr>
          <a:xfrm flipH="1" rot="-5400000">
            <a:off x="-1114550" y="743900"/>
            <a:ext cx="3655500" cy="3655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129"/>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943" name="Google Shape;943;p129"/>
          <p:cNvSpPr txBox="1"/>
          <p:nvPr>
            <p:ph hasCustomPrompt="1" idx="2" type="title"/>
          </p:nvPr>
        </p:nvSpPr>
        <p:spPr>
          <a:xfrm>
            <a:off x="821288" y="157487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944" name="Google Shape;944;p129"/>
          <p:cNvSpPr txBox="1"/>
          <p:nvPr>
            <p:ph idx="1" type="subTitle"/>
          </p:nvPr>
        </p:nvSpPr>
        <p:spPr>
          <a:xfrm>
            <a:off x="2971613" y="32407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945" name="Shape 945"/>
        <p:cNvGrpSpPr/>
        <p:nvPr/>
      </p:nvGrpSpPr>
      <p:grpSpPr>
        <a:xfrm>
          <a:off x="0" y="0"/>
          <a:ext cx="0" cy="0"/>
          <a:chOff x="0" y="0"/>
          <a:chExt cx="0" cy="0"/>
        </a:xfrm>
      </p:grpSpPr>
      <p:grpSp>
        <p:nvGrpSpPr>
          <p:cNvPr id="946" name="Google Shape;946;p130"/>
          <p:cNvGrpSpPr/>
          <p:nvPr/>
        </p:nvGrpSpPr>
        <p:grpSpPr>
          <a:xfrm>
            <a:off x="713225" y="539500"/>
            <a:ext cx="7717500" cy="4064400"/>
            <a:chOff x="713225" y="539500"/>
            <a:chExt cx="7717500" cy="4064400"/>
          </a:xfrm>
        </p:grpSpPr>
        <p:cxnSp>
          <p:nvCxnSpPr>
            <p:cNvPr id="947" name="Google Shape;947;p13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948" name="Google Shape;948;p13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 name="Google Shape;949;p13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50" name="Google Shape;950;p130"/>
          <p:cNvSpPr txBox="1"/>
          <p:nvPr>
            <p:ph idx="1" type="subTitle"/>
          </p:nvPr>
        </p:nvSpPr>
        <p:spPr>
          <a:xfrm>
            <a:off x="2817300" y="2114400"/>
            <a:ext cx="3509400" cy="1529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6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1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951" name="Shape 951"/>
        <p:cNvGrpSpPr/>
        <p:nvPr/>
      </p:nvGrpSpPr>
      <p:grpSpPr>
        <a:xfrm>
          <a:off x="0" y="0"/>
          <a:ext cx="0" cy="0"/>
          <a:chOff x="0" y="0"/>
          <a:chExt cx="0" cy="0"/>
        </a:xfrm>
      </p:grpSpPr>
      <p:grpSp>
        <p:nvGrpSpPr>
          <p:cNvPr id="952" name="Google Shape;952;p131"/>
          <p:cNvGrpSpPr/>
          <p:nvPr/>
        </p:nvGrpSpPr>
        <p:grpSpPr>
          <a:xfrm>
            <a:off x="713225" y="539500"/>
            <a:ext cx="7717500" cy="4064400"/>
            <a:chOff x="713225" y="539500"/>
            <a:chExt cx="7717500" cy="4064400"/>
          </a:xfrm>
        </p:grpSpPr>
        <p:sp>
          <p:nvSpPr>
            <p:cNvPr id="953" name="Google Shape;953;p13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4" name="Google Shape;954;p13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55" name="Google Shape;955;p13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56" name="Google Shape;956;p131"/>
          <p:cNvSpPr txBox="1"/>
          <p:nvPr>
            <p:ph idx="1" type="subTitle"/>
          </p:nvPr>
        </p:nvSpPr>
        <p:spPr>
          <a:xfrm>
            <a:off x="1425525" y="32987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57" name="Google Shape;957;p131"/>
          <p:cNvSpPr txBox="1"/>
          <p:nvPr>
            <p:ph idx="2" type="subTitle"/>
          </p:nvPr>
        </p:nvSpPr>
        <p:spPr>
          <a:xfrm>
            <a:off x="1425525" y="2867137"/>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8" name="Google Shape;958;p131"/>
          <p:cNvSpPr txBox="1"/>
          <p:nvPr>
            <p:ph idx="3" type="subTitle"/>
          </p:nvPr>
        </p:nvSpPr>
        <p:spPr>
          <a:xfrm>
            <a:off x="5333725" y="32885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59" name="Google Shape;959;p131"/>
          <p:cNvSpPr txBox="1"/>
          <p:nvPr>
            <p:ph idx="4" type="subTitle"/>
          </p:nvPr>
        </p:nvSpPr>
        <p:spPr>
          <a:xfrm>
            <a:off x="5333725" y="28586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960" name="Shape 960"/>
        <p:cNvGrpSpPr/>
        <p:nvPr/>
      </p:nvGrpSpPr>
      <p:grpSpPr>
        <a:xfrm>
          <a:off x="0" y="0"/>
          <a:ext cx="0" cy="0"/>
          <a:chOff x="0" y="0"/>
          <a:chExt cx="0" cy="0"/>
        </a:xfrm>
      </p:grpSpPr>
      <p:grpSp>
        <p:nvGrpSpPr>
          <p:cNvPr id="961" name="Google Shape;961;p132"/>
          <p:cNvGrpSpPr/>
          <p:nvPr/>
        </p:nvGrpSpPr>
        <p:grpSpPr>
          <a:xfrm>
            <a:off x="713225" y="539500"/>
            <a:ext cx="7717500" cy="4064400"/>
            <a:chOff x="713225" y="539500"/>
            <a:chExt cx="7717500" cy="4064400"/>
          </a:xfrm>
        </p:grpSpPr>
        <p:sp>
          <p:nvSpPr>
            <p:cNvPr id="962" name="Google Shape;962;p13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3" name="Google Shape;963;p13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64" name="Google Shape;964;p13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965" name="Shape 965"/>
        <p:cNvGrpSpPr/>
        <p:nvPr/>
      </p:nvGrpSpPr>
      <p:grpSpPr>
        <a:xfrm>
          <a:off x="0" y="0"/>
          <a:ext cx="0" cy="0"/>
          <a:chOff x="0" y="0"/>
          <a:chExt cx="0" cy="0"/>
        </a:xfrm>
      </p:grpSpPr>
      <p:grpSp>
        <p:nvGrpSpPr>
          <p:cNvPr id="966" name="Google Shape;966;p133"/>
          <p:cNvGrpSpPr/>
          <p:nvPr/>
        </p:nvGrpSpPr>
        <p:grpSpPr>
          <a:xfrm>
            <a:off x="713225" y="539500"/>
            <a:ext cx="7717500" cy="4064400"/>
            <a:chOff x="713225" y="539500"/>
            <a:chExt cx="7717500" cy="4064400"/>
          </a:xfrm>
        </p:grpSpPr>
        <p:cxnSp>
          <p:nvCxnSpPr>
            <p:cNvPr id="967" name="Google Shape;967;p13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968" name="Google Shape;968;p13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 name="Google Shape;969;p13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70" name="Google Shape;970;p133"/>
          <p:cNvSpPr txBox="1"/>
          <p:nvPr>
            <p:ph idx="1" type="subTitle"/>
          </p:nvPr>
        </p:nvSpPr>
        <p:spPr>
          <a:xfrm>
            <a:off x="2105700" y="1543900"/>
            <a:ext cx="4932600" cy="2550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800"/>
              <a:buChar char="●"/>
              <a:defRPr sz="1600">
                <a:solidFill>
                  <a:schemeClr val="lt1"/>
                </a:solidFill>
              </a:defRPr>
            </a:lvl1pPr>
            <a:lvl2pPr lvl="1">
              <a:lnSpc>
                <a:spcPct val="100000"/>
              </a:lnSpc>
              <a:spcBef>
                <a:spcPts val="0"/>
              </a:spcBef>
              <a:spcAft>
                <a:spcPts val="0"/>
              </a:spcAft>
              <a:buClr>
                <a:schemeClr val="lt1"/>
              </a:buClr>
              <a:buSzPts val="2800"/>
              <a:buChar char="○"/>
              <a:defRPr sz="2800">
                <a:solidFill>
                  <a:schemeClr val="lt1"/>
                </a:solidFill>
              </a:defRPr>
            </a:lvl2pPr>
            <a:lvl3pPr lvl="2">
              <a:lnSpc>
                <a:spcPct val="100000"/>
              </a:lnSpc>
              <a:spcBef>
                <a:spcPts val="0"/>
              </a:spcBef>
              <a:spcAft>
                <a:spcPts val="0"/>
              </a:spcAft>
              <a:buClr>
                <a:schemeClr val="lt1"/>
              </a:buClr>
              <a:buSzPts val="2800"/>
              <a:buChar char="■"/>
              <a:defRPr sz="2800">
                <a:solidFill>
                  <a:schemeClr val="lt1"/>
                </a:solidFill>
              </a:defRPr>
            </a:lvl3pPr>
            <a:lvl4pPr lvl="3">
              <a:lnSpc>
                <a:spcPct val="100000"/>
              </a:lnSpc>
              <a:spcBef>
                <a:spcPts val="0"/>
              </a:spcBef>
              <a:spcAft>
                <a:spcPts val="0"/>
              </a:spcAft>
              <a:buClr>
                <a:schemeClr val="lt1"/>
              </a:buClr>
              <a:buSzPts val="2800"/>
              <a:buChar char="●"/>
              <a:defRPr sz="2800">
                <a:solidFill>
                  <a:schemeClr val="lt1"/>
                </a:solidFill>
              </a:defRPr>
            </a:lvl4pPr>
            <a:lvl5pPr lvl="4">
              <a:lnSpc>
                <a:spcPct val="100000"/>
              </a:lnSpc>
              <a:spcBef>
                <a:spcPts val="0"/>
              </a:spcBef>
              <a:spcAft>
                <a:spcPts val="0"/>
              </a:spcAft>
              <a:buClr>
                <a:schemeClr val="lt1"/>
              </a:buClr>
              <a:buSzPts val="2800"/>
              <a:buChar char="○"/>
              <a:defRPr sz="2800">
                <a:solidFill>
                  <a:schemeClr val="lt1"/>
                </a:solidFill>
              </a:defRPr>
            </a:lvl5pPr>
            <a:lvl6pPr lvl="5">
              <a:lnSpc>
                <a:spcPct val="100000"/>
              </a:lnSpc>
              <a:spcBef>
                <a:spcPts val="0"/>
              </a:spcBef>
              <a:spcAft>
                <a:spcPts val="0"/>
              </a:spcAft>
              <a:buClr>
                <a:schemeClr val="lt1"/>
              </a:buClr>
              <a:buSzPts val="2800"/>
              <a:buChar char="■"/>
              <a:defRPr sz="2800">
                <a:solidFill>
                  <a:schemeClr val="lt1"/>
                </a:solidFill>
              </a:defRPr>
            </a:lvl6pPr>
            <a:lvl7pPr lvl="6">
              <a:lnSpc>
                <a:spcPct val="100000"/>
              </a:lnSpc>
              <a:spcBef>
                <a:spcPts val="0"/>
              </a:spcBef>
              <a:spcAft>
                <a:spcPts val="0"/>
              </a:spcAft>
              <a:buClr>
                <a:schemeClr val="lt1"/>
              </a:buClr>
              <a:buSzPts val="2800"/>
              <a:buChar char="●"/>
              <a:defRPr sz="2800">
                <a:solidFill>
                  <a:schemeClr val="lt1"/>
                </a:solidFill>
              </a:defRPr>
            </a:lvl7pPr>
            <a:lvl8pPr lvl="7">
              <a:lnSpc>
                <a:spcPct val="100000"/>
              </a:lnSpc>
              <a:spcBef>
                <a:spcPts val="0"/>
              </a:spcBef>
              <a:spcAft>
                <a:spcPts val="0"/>
              </a:spcAft>
              <a:buClr>
                <a:schemeClr val="lt1"/>
              </a:buClr>
              <a:buSzPts val="2800"/>
              <a:buChar char="○"/>
              <a:defRPr sz="2800">
                <a:solidFill>
                  <a:schemeClr val="lt1"/>
                </a:solidFill>
              </a:defRPr>
            </a:lvl8pPr>
            <a:lvl9pPr lvl="8">
              <a:lnSpc>
                <a:spcPct val="100000"/>
              </a:lnSpc>
              <a:spcBef>
                <a:spcPts val="0"/>
              </a:spcBef>
              <a:spcAft>
                <a:spcPts val="0"/>
              </a:spcAft>
              <a:buClr>
                <a:schemeClr val="lt1"/>
              </a:buClr>
              <a:buSzPts val="2800"/>
              <a:buChar char="■"/>
              <a:defRPr sz="2800">
                <a:solidFill>
                  <a:schemeClr val="lt1"/>
                </a:solidFill>
              </a:defRPr>
            </a:lvl9pPr>
          </a:lstStyle>
          <a:p/>
        </p:txBody>
      </p:sp>
    </p:spTree>
  </p:cSld>
  <p:clrMapOvr>
    <a:masterClrMapping/>
  </p:clrMapOvr>
</p:sldLayout>
</file>

<file path=ppt/slideLayouts/slideLayout1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971" name="Shape 971"/>
        <p:cNvGrpSpPr/>
        <p:nvPr/>
      </p:nvGrpSpPr>
      <p:grpSpPr>
        <a:xfrm>
          <a:off x="0" y="0"/>
          <a:ext cx="0" cy="0"/>
          <a:chOff x="0" y="0"/>
          <a:chExt cx="0" cy="0"/>
        </a:xfrm>
      </p:grpSpPr>
      <p:sp>
        <p:nvSpPr>
          <p:cNvPr id="972" name="Google Shape;972;p13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134"/>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1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974" name="Shape 974"/>
        <p:cNvGrpSpPr/>
        <p:nvPr/>
      </p:nvGrpSpPr>
      <p:grpSpPr>
        <a:xfrm>
          <a:off x="0" y="0"/>
          <a:ext cx="0" cy="0"/>
          <a:chOff x="0" y="0"/>
          <a:chExt cx="0" cy="0"/>
        </a:xfrm>
      </p:grpSpPr>
      <p:grpSp>
        <p:nvGrpSpPr>
          <p:cNvPr id="975" name="Google Shape;975;p135"/>
          <p:cNvGrpSpPr/>
          <p:nvPr/>
        </p:nvGrpSpPr>
        <p:grpSpPr>
          <a:xfrm>
            <a:off x="713225" y="539500"/>
            <a:ext cx="7717500" cy="4064400"/>
            <a:chOff x="713225" y="539500"/>
            <a:chExt cx="7717500" cy="4064400"/>
          </a:xfrm>
        </p:grpSpPr>
        <p:cxnSp>
          <p:nvCxnSpPr>
            <p:cNvPr id="976" name="Google Shape;976;p13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977" name="Google Shape;977;p13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8" name="Google Shape;978;p135"/>
            <p:cNvCxnSpPr/>
            <p:nvPr/>
          </p:nvCxnSpPr>
          <p:spPr>
            <a:xfrm rot="10800000">
              <a:off x="4876775" y="1096300"/>
              <a:ext cx="0" cy="3507600"/>
            </a:xfrm>
            <a:prstGeom prst="straightConnector1">
              <a:avLst/>
            </a:prstGeom>
            <a:noFill/>
            <a:ln cap="flat" cmpd="sng" w="38100">
              <a:solidFill>
                <a:schemeClr val="accent1"/>
              </a:solidFill>
              <a:prstDash val="solid"/>
              <a:round/>
              <a:headEnd len="med" w="med" type="none"/>
              <a:tailEnd len="med" w="med" type="none"/>
            </a:ln>
          </p:spPr>
        </p:cxnSp>
      </p:grpSp>
      <p:sp>
        <p:nvSpPr>
          <p:cNvPr id="979" name="Google Shape;979;p13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80" name="Google Shape;980;p135"/>
          <p:cNvSpPr txBox="1"/>
          <p:nvPr>
            <p:ph idx="1" type="subTitle"/>
          </p:nvPr>
        </p:nvSpPr>
        <p:spPr>
          <a:xfrm>
            <a:off x="1312950" y="2327975"/>
            <a:ext cx="2973000" cy="13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81" name="Google Shape;981;p135"/>
          <p:cNvSpPr txBox="1"/>
          <p:nvPr>
            <p:ph idx="2" type="subTitle"/>
          </p:nvPr>
        </p:nvSpPr>
        <p:spPr>
          <a:xfrm>
            <a:off x="1312950" y="1809275"/>
            <a:ext cx="29730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982" name="Shape 982"/>
        <p:cNvGrpSpPr/>
        <p:nvPr/>
      </p:nvGrpSpPr>
      <p:grpSpPr>
        <a:xfrm>
          <a:off x="0" y="0"/>
          <a:ext cx="0" cy="0"/>
          <a:chOff x="0" y="0"/>
          <a:chExt cx="0" cy="0"/>
        </a:xfrm>
      </p:grpSpPr>
      <p:sp>
        <p:nvSpPr>
          <p:cNvPr id="983" name="Google Shape;983;p136"/>
          <p:cNvSpPr txBox="1"/>
          <p:nvPr>
            <p:ph type="title"/>
          </p:nvPr>
        </p:nvSpPr>
        <p:spPr>
          <a:xfrm>
            <a:off x="865625" y="3328700"/>
            <a:ext cx="6367800" cy="1427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3600"/>
              <a:buNone/>
              <a:defRPr sz="3600">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1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984" name="Shape 984"/>
        <p:cNvGrpSpPr/>
        <p:nvPr/>
      </p:nvGrpSpPr>
      <p:grpSpPr>
        <a:xfrm>
          <a:off x="0" y="0"/>
          <a:ext cx="0" cy="0"/>
          <a:chOff x="0" y="0"/>
          <a:chExt cx="0" cy="0"/>
        </a:xfrm>
      </p:grpSpPr>
      <p:sp>
        <p:nvSpPr>
          <p:cNvPr id="985" name="Google Shape;985;p13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137"/>
          <p:cNvSpPr txBox="1"/>
          <p:nvPr>
            <p:ph hasCustomPrompt="1" type="title"/>
          </p:nvPr>
        </p:nvSpPr>
        <p:spPr>
          <a:xfrm>
            <a:off x="994200" y="1505850"/>
            <a:ext cx="7155600" cy="13323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987" name="Google Shape;987;p137"/>
          <p:cNvSpPr txBox="1"/>
          <p:nvPr>
            <p:ph idx="1" type="subTitle"/>
          </p:nvPr>
        </p:nvSpPr>
        <p:spPr>
          <a:xfrm>
            <a:off x="994200" y="2838150"/>
            <a:ext cx="4774200" cy="79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988" name="Shape 988"/>
        <p:cNvGrpSpPr/>
        <p:nvPr/>
      </p:nvGrpSpPr>
      <p:grpSpPr>
        <a:xfrm>
          <a:off x="0" y="0"/>
          <a:ext cx="0" cy="0"/>
          <a:chOff x="0" y="0"/>
          <a:chExt cx="0" cy="0"/>
        </a:xfrm>
      </p:grpSpPr>
    </p:spTree>
  </p:cSld>
  <p:clrMapOvr>
    <a:masterClrMapping/>
  </p:clrMapOvr>
</p:sldLayout>
</file>

<file path=ppt/slideLayouts/slideLayout1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989" name="Shape 989"/>
        <p:cNvGrpSpPr/>
        <p:nvPr/>
      </p:nvGrpSpPr>
      <p:grpSpPr>
        <a:xfrm>
          <a:off x="0" y="0"/>
          <a:ext cx="0" cy="0"/>
          <a:chOff x="0" y="0"/>
          <a:chExt cx="0" cy="0"/>
        </a:xfrm>
      </p:grpSpPr>
      <p:sp>
        <p:nvSpPr>
          <p:cNvPr id="990" name="Google Shape;990;p139"/>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1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991" name="Shape 991"/>
        <p:cNvGrpSpPr/>
        <p:nvPr/>
      </p:nvGrpSpPr>
      <p:grpSpPr>
        <a:xfrm>
          <a:off x="0" y="0"/>
          <a:ext cx="0" cy="0"/>
          <a:chOff x="0" y="0"/>
          <a:chExt cx="0" cy="0"/>
        </a:xfrm>
      </p:grpSpPr>
      <p:grpSp>
        <p:nvGrpSpPr>
          <p:cNvPr id="992" name="Google Shape;992;p140"/>
          <p:cNvGrpSpPr/>
          <p:nvPr/>
        </p:nvGrpSpPr>
        <p:grpSpPr>
          <a:xfrm>
            <a:off x="713200" y="539513"/>
            <a:ext cx="7717600" cy="4064400"/>
            <a:chOff x="713125" y="539500"/>
            <a:chExt cx="7717600" cy="4064400"/>
          </a:xfrm>
        </p:grpSpPr>
        <p:cxnSp>
          <p:nvCxnSpPr>
            <p:cNvPr id="993" name="Google Shape;993;p140"/>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994" name="Google Shape;994;p14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5" name="Google Shape;995;p140"/>
            <p:cNvCxnSpPr>
              <a:stCxn id="994" idx="2"/>
            </p:cNvCxnSpPr>
            <p:nvPr/>
          </p:nvCxnSpPr>
          <p:spPr>
            <a:xfrm rot="10800000">
              <a:off x="45719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996" name="Google Shape;996;p140"/>
            <p:cNvCxnSpPr/>
            <p:nvPr/>
          </p:nvCxnSpPr>
          <p:spPr>
            <a:xfrm rot="10800000">
              <a:off x="713125" y="2912025"/>
              <a:ext cx="7709100" cy="0"/>
            </a:xfrm>
            <a:prstGeom prst="straightConnector1">
              <a:avLst/>
            </a:prstGeom>
            <a:noFill/>
            <a:ln cap="flat" cmpd="sng" w="38100">
              <a:solidFill>
                <a:schemeClr val="accent1"/>
              </a:solidFill>
              <a:prstDash val="solid"/>
              <a:round/>
              <a:headEnd len="med" w="med" type="none"/>
              <a:tailEnd len="med" w="med" type="none"/>
            </a:ln>
          </p:spPr>
        </p:cxnSp>
        <p:cxnSp>
          <p:nvCxnSpPr>
            <p:cNvPr id="997" name="Google Shape;997;p140"/>
            <p:cNvCxnSpPr/>
            <p:nvPr/>
          </p:nvCxnSpPr>
          <p:spPr>
            <a:xfrm rot="10800000">
              <a:off x="17602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998" name="Google Shape;998;p140"/>
            <p:cNvCxnSpPr/>
            <p:nvPr/>
          </p:nvCxnSpPr>
          <p:spPr>
            <a:xfrm rot="10800000">
              <a:off x="7378100" y="1254400"/>
              <a:ext cx="0" cy="3349500"/>
            </a:xfrm>
            <a:prstGeom prst="straightConnector1">
              <a:avLst/>
            </a:prstGeom>
            <a:noFill/>
            <a:ln cap="flat" cmpd="sng" w="38100">
              <a:solidFill>
                <a:schemeClr val="accent1"/>
              </a:solidFill>
              <a:prstDash val="solid"/>
              <a:round/>
              <a:headEnd len="med" w="med" type="none"/>
              <a:tailEnd len="med" w="med" type="none"/>
            </a:ln>
          </p:spPr>
        </p:cxnSp>
      </p:grpSp>
      <p:sp>
        <p:nvSpPr>
          <p:cNvPr id="999" name="Google Shape;999;p140"/>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00" name="Google Shape;1000;p140"/>
          <p:cNvSpPr txBox="1"/>
          <p:nvPr>
            <p:ph idx="1" type="subTitle"/>
          </p:nvPr>
        </p:nvSpPr>
        <p:spPr>
          <a:xfrm>
            <a:off x="1924988" y="2036825"/>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1" name="Google Shape;1001;p140"/>
          <p:cNvSpPr txBox="1"/>
          <p:nvPr>
            <p:ph idx="2" type="subTitle"/>
          </p:nvPr>
        </p:nvSpPr>
        <p:spPr>
          <a:xfrm>
            <a:off x="1924988" y="1518125"/>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2" name="Google Shape;1002;p140"/>
          <p:cNvSpPr txBox="1"/>
          <p:nvPr>
            <p:ph hasCustomPrompt="1" idx="3" type="title"/>
          </p:nvPr>
        </p:nvSpPr>
        <p:spPr>
          <a:xfrm>
            <a:off x="8197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1003" name="Google Shape;1003;p140"/>
          <p:cNvSpPr txBox="1"/>
          <p:nvPr>
            <p:ph idx="4" type="subTitle"/>
          </p:nvPr>
        </p:nvSpPr>
        <p:spPr>
          <a:xfrm>
            <a:off x="4760188" y="2036825"/>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1004" name="Google Shape;1004;p140"/>
          <p:cNvSpPr txBox="1"/>
          <p:nvPr>
            <p:ph idx="5" type="subTitle"/>
          </p:nvPr>
        </p:nvSpPr>
        <p:spPr>
          <a:xfrm>
            <a:off x="4760188" y="1518125"/>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005" name="Google Shape;1005;p140"/>
          <p:cNvSpPr txBox="1"/>
          <p:nvPr>
            <p:ph hasCustomPrompt="1" idx="6" type="title"/>
          </p:nvPr>
        </p:nvSpPr>
        <p:spPr>
          <a:xfrm>
            <a:off x="74842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1006" name="Google Shape;1006;p140"/>
          <p:cNvSpPr txBox="1"/>
          <p:nvPr>
            <p:ph idx="7" type="subTitle"/>
          </p:nvPr>
        </p:nvSpPr>
        <p:spPr>
          <a:xfrm>
            <a:off x="1924988" y="3691200"/>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7" name="Google Shape;1007;p140"/>
          <p:cNvSpPr txBox="1"/>
          <p:nvPr>
            <p:ph idx="8" type="subTitle"/>
          </p:nvPr>
        </p:nvSpPr>
        <p:spPr>
          <a:xfrm>
            <a:off x="1924988" y="3172500"/>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8" name="Google Shape;1008;p140"/>
          <p:cNvSpPr txBox="1"/>
          <p:nvPr>
            <p:ph hasCustomPrompt="1" idx="9" type="title"/>
          </p:nvPr>
        </p:nvSpPr>
        <p:spPr>
          <a:xfrm>
            <a:off x="819800" y="346450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1009" name="Google Shape;1009;p140"/>
          <p:cNvSpPr txBox="1"/>
          <p:nvPr>
            <p:ph idx="13" type="subTitle"/>
          </p:nvPr>
        </p:nvSpPr>
        <p:spPr>
          <a:xfrm>
            <a:off x="4760200" y="3673200"/>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1010" name="Google Shape;1010;p140"/>
          <p:cNvSpPr txBox="1"/>
          <p:nvPr>
            <p:ph idx="14" type="subTitle"/>
          </p:nvPr>
        </p:nvSpPr>
        <p:spPr>
          <a:xfrm>
            <a:off x="4760200" y="3154500"/>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011" name="Google Shape;1011;p140"/>
          <p:cNvSpPr txBox="1"/>
          <p:nvPr>
            <p:ph hasCustomPrompt="1" idx="15" type="title"/>
          </p:nvPr>
        </p:nvSpPr>
        <p:spPr>
          <a:xfrm>
            <a:off x="7488624" y="3475788"/>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1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
    <p:bg>
      <p:bgPr>
        <a:solidFill>
          <a:schemeClr val="dk1"/>
        </a:solidFill>
      </p:bgPr>
    </p:bg>
    <p:spTree>
      <p:nvGrpSpPr>
        <p:cNvPr id="1012" name="Shape 1012"/>
        <p:cNvGrpSpPr/>
        <p:nvPr/>
      </p:nvGrpSpPr>
      <p:grpSpPr>
        <a:xfrm>
          <a:off x="0" y="0"/>
          <a:ext cx="0" cy="0"/>
          <a:chOff x="0" y="0"/>
          <a:chExt cx="0" cy="0"/>
        </a:xfrm>
      </p:grpSpPr>
      <p:grpSp>
        <p:nvGrpSpPr>
          <p:cNvPr id="1013" name="Google Shape;1013;p141"/>
          <p:cNvGrpSpPr/>
          <p:nvPr/>
        </p:nvGrpSpPr>
        <p:grpSpPr>
          <a:xfrm>
            <a:off x="713300" y="539513"/>
            <a:ext cx="7717500" cy="4064400"/>
            <a:chOff x="713225" y="539500"/>
            <a:chExt cx="7717500" cy="4064400"/>
          </a:xfrm>
        </p:grpSpPr>
        <p:cxnSp>
          <p:nvCxnSpPr>
            <p:cNvPr id="1014" name="Google Shape;1014;p141"/>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015" name="Google Shape;1015;p14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 name="Google Shape;1016;p141"/>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17" name="Google Shape;1017;p141"/>
          <p:cNvSpPr txBox="1"/>
          <p:nvPr>
            <p:ph idx="1" type="subTitle"/>
          </p:nvPr>
        </p:nvSpPr>
        <p:spPr>
          <a:xfrm>
            <a:off x="897170"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18" name="Google Shape;1018;p141"/>
          <p:cNvSpPr txBox="1"/>
          <p:nvPr>
            <p:ph idx="2" type="subTitle"/>
          </p:nvPr>
        </p:nvSpPr>
        <p:spPr>
          <a:xfrm>
            <a:off x="897170"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19" name="Google Shape;1019;p141"/>
          <p:cNvSpPr txBox="1"/>
          <p:nvPr>
            <p:ph hasCustomPrompt="1" idx="3" type="title"/>
          </p:nvPr>
        </p:nvSpPr>
        <p:spPr>
          <a:xfrm>
            <a:off x="1261666"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1020" name="Google Shape;1020;p141"/>
          <p:cNvSpPr txBox="1"/>
          <p:nvPr>
            <p:ph idx="4" type="subTitle"/>
          </p:nvPr>
        </p:nvSpPr>
        <p:spPr>
          <a:xfrm>
            <a:off x="47527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1021" name="Google Shape;1021;p141"/>
          <p:cNvSpPr txBox="1"/>
          <p:nvPr>
            <p:ph idx="5" type="subTitle"/>
          </p:nvPr>
        </p:nvSpPr>
        <p:spPr>
          <a:xfrm>
            <a:off x="47527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022" name="Google Shape;1022;p141"/>
          <p:cNvSpPr txBox="1"/>
          <p:nvPr>
            <p:ph hasCustomPrompt="1" idx="6" type="title"/>
          </p:nvPr>
        </p:nvSpPr>
        <p:spPr>
          <a:xfrm>
            <a:off x="5117252"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1023" name="Google Shape;1023;p141"/>
          <p:cNvSpPr txBox="1"/>
          <p:nvPr>
            <p:ph idx="7" type="subTitle"/>
          </p:nvPr>
        </p:nvSpPr>
        <p:spPr>
          <a:xfrm>
            <a:off x="28249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24" name="Google Shape;1024;p141"/>
          <p:cNvSpPr txBox="1"/>
          <p:nvPr>
            <p:ph idx="8" type="subTitle"/>
          </p:nvPr>
        </p:nvSpPr>
        <p:spPr>
          <a:xfrm>
            <a:off x="28249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25" name="Google Shape;1025;p141"/>
          <p:cNvSpPr txBox="1"/>
          <p:nvPr>
            <p:ph hasCustomPrompt="1" idx="9" type="title"/>
          </p:nvPr>
        </p:nvSpPr>
        <p:spPr>
          <a:xfrm>
            <a:off x="3189459"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1026" name="Google Shape;1026;p141"/>
          <p:cNvSpPr txBox="1"/>
          <p:nvPr>
            <p:ph idx="13" type="subTitle"/>
          </p:nvPr>
        </p:nvSpPr>
        <p:spPr>
          <a:xfrm>
            <a:off x="6680545"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1027" name="Google Shape;1027;p141"/>
          <p:cNvSpPr txBox="1"/>
          <p:nvPr>
            <p:ph idx="14" type="subTitle"/>
          </p:nvPr>
        </p:nvSpPr>
        <p:spPr>
          <a:xfrm>
            <a:off x="6680545"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028" name="Google Shape;1028;p141"/>
          <p:cNvSpPr txBox="1"/>
          <p:nvPr>
            <p:ph hasCustomPrompt="1" idx="15" type="title"/>
          </p:nvPr>
        </p:nvSpPr>
        <p:spPr>
          <a:xfrm>
            <a:off x="7045045" y="1975647"/>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1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dk1"/>
        </a:solidFill>
      </p:bgPr>
    </p:bg>
    <p:spTree>
      <p:nvGrpSpPr>
        <p:cNvPr id="1029" name="Shape 1029"/>
        <p:cNvGrpSpPr/>
        <p:nvPr/>
      </p:nvGrpSpPr>
      <p:grpSpPr>
        <a:xfrm>
          <a:off x="0" y="0"/>
          <a:ext cx="0" cy="0"/>
          <a:chOff x="0" y="0"/>
          <a:chExt cx="0" cy="0"/>
        </a:xfrm>
      </p:grpSpPr>
      <p:sp>
        <p:nvSpPr>
          <p:cNvPr id="1030" name="Google Shape;1030;p14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142"/>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032" name="Google Shape;1032;p142"/>
          <p:cNvSpPr txBox="1"/>
          <p:nvPr>
            <p:ph hasCustomPrompt="1" idx="2" type="title"/>
          </p:nvPr>
        </p:nvSpPr>
        <p:spPr>
          <a:xfrm>
            <a:off x="1131163" y="96802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1033" name="Google Shape;1033;p142"/>
          <p:cNvSpPr txBox="1"/>
          <p:nvPr>
            <p:ph idx="1" type="subTitle"/>
          </p:nvPr>
        </p:nvSpPr>
        <p:spPr>
          <a:xfrm>
            <a:off x="1131163" y="37284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
    <p:bg>
      <p:bgPr>
        <a:solidFill>
          <a:schemeClr val="dk1"/>
        </a:solidFill>
      </p:bgPr>
    </p:bg>
    <p:spTree>
      <p:nvGrpSpPr>
        <p:cNvPr id="1034" name="Shape 1034"/>
        <p:cNvGrpSpPr/>
        <p:nvPr/>
      </p:nvGrpSpPr>
      <p:grpSpPr>
        <a:xfrm>
          <a:off x="0" y="0"/>
          <a:ext cx="0" cy="0"/>
          <a:chOff x="0" y="0"/>
          <a:chExt cx="0" cy="0"/>
        </a:xfrm>
      </p:grpSpPr>
      <p:sp>
        <p:nvSpPr>
          <p:cNvPr id="1035" name="Google Shape;1035;p14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143"/>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037" name="Google Shape;1037;p143"/>
          <p:cNvSpPr txBox="1"/>
          <p:nvPr>
            <p:ph hasCustomPrompt="1" idx="2" type="title"/>
          </p:nvPr>
        </p:nvSpPr>
        <p:spPr>
          <a:xfrm>
            <a:off x="3496800" y="894025"/>
            <a:ext cx="2150400" cy="1665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1038" name="Google Shape;1038;p143"/>
          <p:cNvSpPr txBox="1"/>
          <p:nvPr>
            <p:ph idx="1" type="subTitle"/>
          </p:nvPr>
        </p:nvSpPr>
        <p:spPr>
          <a:xfrm>
            <a:off x="1896450" y="3802475"/>
            <a:ext cx="53511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1039" name="Shape 1039"/>
        <p:cNvGrpSpPr/>
        <p:nvPr/>
      </p:nvGrpSpPr>
      <p:grpSpPr>
        <a:xfrm>
          <a:off x="0" y="0"/>
          <a:ext cx="0" cy="0"/>
          <a:chOff x="0" y="0"/>
          <a:chExt cx="0" cy="0"/>
        </a:xfrm>
      </p:grpSpPr>
      <p:sp>
        <p:nvSpPr>
          <p:cNvPr id="1040" name="Google Shape;1040;p14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144"/>
          <p:cNvSpPr txBox="1"/>
          <p:nvPr>
            <p:ph type="title"/>
          </p:nvPr>
        </p:nvSpPr>
        <p:spPr>
          <a:xfrm>
            <a:off x="1952375" y="3189813"/>
            <a:ext cx="4629600" cy="491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42" name="Google Shape;1042;p144"/>
          <p:cNvSpPr txBox="1"/>
          <p:nvPr>
            <p:ph idx="1" type="subTitle"/>
          </p:nvPr>
        </p:nvSpPr>
        <p:spPr>
          <a:xfrm>
            <a:off x="1952375" y="1995238"/>
            <a:ext cx="4629600" cy="111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1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
    <p:bg>
      <p:bgPr>
        <a:solidFill>
          <a:schemeClr val="dk1"/>
        </a:solidFill>
      </p:bgPr>
    </p:bg>
    <p:spTree>
      <p:nvGrpSpPr>
        <p:cNvPr id="1043" name="Shape 1043"/>
        <p:cNvGrpSpPr/>
        <p:nvPr/>
      </p:nvGrpSpPr>
      <p:grpSpPr>
        <a:xfrm>
          <a:off x="0" y="0"/>
          <a:ext cx="0" cy="0"/>
          <a:chOff x="0" y="0"/>
          <a:chExt cx="0" cy="0"/>
        </a:xfrm>
      </p:grpSpPr>
      <p:sp>
        <p:nvSpPr>
          <p:cNvPr id="1044" name="Google Shape;1044;p145"/>
          <p:cNvSpPr txBox="1"/>
          <p:nvPr>
            <p:ph type="title"/>
          </p:nvPr>
        </p:nvSpPr>
        <p:spPr>
          <a:xfrm>
            <a:off x="713250" y="5395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atin typeface="Roboto"/>
                <a:ea typeface="Roboto"/>
                <a:cs typeface="Roboto"/>
                <a:sym typeface="Roboto"/>
              </a:defRPr>
            </a:lvl1pPr>
            <a:lvl2pPr lvl="1">
              <a:spcBef>
                <a:spcPts val="0"/>
              </a:spcBef>
              <a:spcAft>
                <a:spcPts val="0"/>
              </a:spcAft>
              <a:buSzPts val="2800"/>
              <a:buNone/>
              <a:defRPr>
                <a:latin typeface="Roboto"/>
                <a:ea typeface="Roboto"/>
                <a:cs typeface="Roboto"/>
                <a:sym typeface="Roboto"/>
              </a:defRPr>
            </a:lvl2pPr>
            <a:lvl3pPr lvl="2">
              <a:spcBef>
                <a:spcPts val="0"/>
              </a:spcBef>
              <a:spcAft>
                <a:spcPts val="0"/>
              </a:spcAft>
              <a:buSzPts val="2800"/>
              <a:buNone/>
              <a:defRPr>
                <a:latin typeface="Roboto"/>
                <a:ea typeface="Roboto"/>
                <a:cs typeface="Roboto"/>
                <a:sym typeface="Roboto"/>
              </a:defRPr>
            </a:lvl3pPr>
            <a:lvl4pPr lvl="3">
              <a:spcBef>
                <a:spcPts val="0"/>
              </a:spcBef>
              <a:spcAft>
                <a:spcPts val="0"/>
              </a:spcAft>
              <a:buSzPts val="2800"/>
              <a:buNone/>
              <a:defRPr>
                <a:latin typeface="Roboto"/>
                <a:ea typeface="Roboto"/>
                <a:cs typeface="Roboto"/>
                <a:sym typeface="Roboto"/>
              </a:defRPr>
            </a:lvl4pPr>
            <a:lvl5pPr lvl="4">
              <a:spcBef>
                <a:spcPts val="0"/>
              </a:spcBef>
              <a:spcAft>
                <a:spcPts val="0"/>
              </a:spcAft>
              <a:buSzPts val="2800"/>
              <a:buNone/>
              <a:defRPr>
                <a:latin typeface="Roboto"/>
                <a:ea typeface="Roboto"/>
                <a:cs typeface="Roboto"/>
                <a:sym typeface="Roboto"/>
              </a:defRPr>
            </a:lvl5pPr>
            <a:lvl6pPr lvl="5">
              <a:spcBef>
                <a:spcPts val="0"/>
              </a:spcBef>
              <a:spcAft>
                <a:spcPts val="0"/>
              </a:spcAft>
              <a:buSzPts val="2800"/>
              <a:buNone/>
              <a:defRPr>
                <a:latin typeface="Roboto"/>
                <a:ea typeface="Roboto"/>
                <a:cs typeface="Roboto"/>
                <a:sym typeface="Roboto"/>
              </a:defRPr>
            </a:lvl6pPr>
            <a:lvl7pPr lvl="6">
              <a:spcBef>
                <a:spcPts val="0"/>
              </a:spcBef>
              <a:spcAft>
                <a:spcPts val="0"/>
              </a:spcAft>
              <a:buSzPts val="2800"/>
              <a:buNone/>
              <a:defRPr>
                <a:latin typeface="Roboto"/>
                <a:ea typeface="Roboto"/>
                <a:cs typeface="Roboto"/>
                <a:sym typeface="Roboto"/>
              </a:defRPr>
            </a:lvl7pPr>
            <a:lvl8pPr lvl="7">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1045" name="Google Shape;1045;p14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145"/>
          <p:cNvSpPr txBox="1"/>
          <p:nvPr>
            <p:ph idx="2" type="title"/>
          </p:nvPr>
        </p:nvSpPr>
        <p:spPr>
          <a:xfrm>
            <a:off x="3364525" y="3430088"/>
            <a:ext cx="4629600" cy="491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47" name="Google Shape;1047;p145"/>
          <p:cNvSpPr txBox="1"/>
          <p:nvPr>
            <p:ph idx="1" type="subTitle"/>
          </p:nvPr>
        </p:nvSpPr>
        <p:spPr>
          <a:xfrm>
            <a:off x="3364525" y="2235513"/>
            <a:ext cx="4629600" cy="111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1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0">
    <p:bg>
      <p:bgPr>
        <a:solidFill>
          <a:schemeClr val="dk1"/>
        </a:solidFill>
      </p:bgPr>
    </p:bg>
    <p:spTree>
      <p:nvGrpSpPr>
        <p:cNvPr id="1048" name="Shape 1048"/>
        <p:cNvGrpSpPr/>
        <p:nvPr/>
      </p:nvGrpSpPr>
      <p:grpSpPr>
        <a:xfrm>
          <a:off x="0" y="0"/>
          <a:ext cx="0" cy="0"/>
          <a:chOff x="0" y="0"/>
          <a:chExt cx="0" cy="0"/>
        </a:xfrm>
      </p:grpSpPr>
      <p:sp>
        <p:nvSpPr>
          <p:cNvPr id="1049" name="Google Shape;1049;p14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146"/>
          <p:cNvSpPr txBox="1"/>
          <p:nvPr>
            <p:ph hasCustomPrompt="1" type="title"/>
          </p:nvPr>
        </p:nvSpPr>
        <p:spPr>
          <a:xfrm>
            <a:off x="2070613" y="1505850"/>
            <a:ext cx="4774200" cy="1332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51" name="Google Shape;1051;p146"/>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22">
    <p:bg>
      <p:bgPr>
        <a:solidFill>
          <a:schemeClr val="dk1"/>
        </a:solidFill>
      </p:bgPr>
    </p:bg>
    <p:spTree>
      <p:nvGrpSpPr>
        <p:cNvPr id="1052" name="Shape 1052"/>
        <p:cNvGrpSpPr/>
        <p:nvPr/>
      </p:nvGrpSpPr>
      <p:grpSpPr>
        <a:xfrm>
          <a:off x="0" y="0"/>
          <a:ext cx="0" cy="0"/>
          <a:chOff x="0" y="0"/>
          <a:chExt cx="0" cy="0"/>
        </a:xfrm>
      </p:grpSpPr>
      <p:sp>
        <p:nvSpPr>
          <p:cNvPr id="1053" name="Google Shape;1053;p147"/>
          <p:cNvSpPr txBox="1"/>
          <p:nvPr>
            <p:ph hasCustomPrompt="1" type="title"/>
          </p:nvPr>
        </p:nvSpPr>
        <p:spPr>
          <a:xfrm>
            <a:off x="2337663" y="1768700"/>
            <a:ext cx="2299800" cy="1209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54" name="Google Shape;1054;p147"/>
          <p:cNvSpPr txBox="1"/>
          <p:nvPr>
            <p:ph idx="1" type="subTitle"/>
          </p:nvPr>
        </p:nvSpPr>
        <p:spPr>
          <a:xfrm>
            <a:off x="4989538" y="1768700"/>
            <a:ext cx="3188400" cy="1209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55" name="Google Shape;1055;p147"/>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6" name="Google Shape;1056;p147"/>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057" name="Google Shape;1057;p147"/>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bg>
      <p:bgPr>
        <a:solidFill>
          <a:schemeClr val="dk1"/>
        </a:solidFill>
      </p:bgPr>
    </p:bg>
    <p:spTree>
      <p:nvGrpSpPr>
        <p:cNvPr id="1058" name="Shape 1058"/>
        <p:cNvGrpSpPr/>
        <p:nvPr/>
      </p:nvGrpSpPr>
      <p:grpSpPr>
        <a:xfrm>
          <a:off x="0" y="0"/>
          <a:ext cx="0" cy="0"/>
          <a:chOff x="0" y="0"/>
          <a:chExt cx="0" cy="0"/>
        </a:xfrm>
      </p:grpSpPr>
      <p:sp>
        <p:nvSpPr>
          <p:cNvPr id="1059" name="Google Shape;1059;p148"/>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0" name="Google Shape;1060;p148"/>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061" name="Google Shape;1061;p14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62" name="Google Shape;1062;p148"/>
          <p:cNvSpPr txBox="1"/>
          <p:nvPr>
            <p:ph hasCustomPrompt="1" idx="2" type="title"/>
          </p:nvPr>
        </p:nvSpPr>
        <p:spPr>
          <a:xfrm>
            <a:off x="1153250" y="1714350"/>
            <a:ext cx="2299800" cy="103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63" name="Google Shape;1063;p148"/>
          <p:cNvSpPr txBox="1"/>
          <p:nvPr>
            <p:ph idx="1" type="subTitle"/>
          </p:nvPr>
        </p:nvSpPr>
        <p:spPr>
          <a:xfrm>
            <a:off x="1153250" y="2750550"/>
            <a:ext cx="2299800" cy="1058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64" name="Google Shape;1064;p148"/>
          <p:cNvSpPr txBox="1"/>
          <p:nvPr>
            <p:ph hasCustomPrompt="1" idx="3" type="title"/>
          </p:nvPr>
        </p:nvSpPr>
        <p:spPr>
          <a:xfrm>
            <a:off x="5006988" y="1378188"/>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65" name="Google Shape;1065;p148"/>
          <p:cNvSpPr txBox="1"/>
          <p:nvPr>
            <p:ph idx="4" type="subTitle"/>
          </p:nvPr>
        </p:nvSpPr>
        <p:spPr>
          <a:xfrm>
            <a:off x="5006988" y="202385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66" name="Google Shape;1066;p148"/>
          <p:cNvSpPr txBox="1"/>
          <p:nvPr>
            <p:ph hasCustomPrompt="1" idx="5" type="title"/>
          </p:nvPr>
        </p:nvSpPr>
        <p:spPr>
          <a:xfrm>
            <a:off x="5006988" y="3133450"/>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67" name="Google Shape;1067;p148"/>
          <p:cNvSpPr txBox="1"/>
          <p:nvPr>
            <p:ph idx="6" type="subTitle"/>
          </p:nvPr>
        </p:nvSpPr>
        <p:spPr>
          <a:xfrm>
            <a:off x="5006988" y="377900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3">
    <p:bg>
      <p:bgPr>
        <a:solidFill>
          <a:schemeClr val="dk1"/>
        </a:solidFill>
      </p:bgPr>
    </p:bg>
    <p:spTree>
      <p:nvGrpSpPr>
        <p:cNvPr id="1068" name="Shape 1068"/>
        <p:cNvGrpSpPr/>
        <p:nvPr/>
      </p:nvGrpSpPr>
      <p:grpSpPr>
        <a:xfrm>
          <a:off x="0" y="0"/>
          <a:ext cx="0" cy="0"/>
          <a:chOff x="0" y="0"/>
          <a:chExt cx="0" cy="0"/>
        </a:xfrm>
      </p:grpSpPr>
      <p:sp>
        <p:nvSpPr>
          <p:cNvPr id="1069" name="Google Shape;1069;p149"/>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0" name="Google Shape;1070;p149"/>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071" name="Google Shape;1071;p14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72" name="Google Shape;1072;p149"/>
          <p:cNvSpPr txBox="1"/>
          <p:nvPr>
            <p:ph hasCustomPrompt="1" idx="2" type="title"/>
          </p:nvPr>
        </p:nvSpPr>
        <p:spPr>
          <a:xfrm>
            <a:off x="1153250"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73" name="Google Shape;1073;p149"/>
          <p:cNvSpPr txBox="1"/>
          <p:nvPr>
            <p:ph idx="1" type="subTitle"/>
          </p:nvPr>
        </p:nvSpPr>
        <p:spPr>
          <a:xfrm>
            <a:off x="1153250" y="3575299"/>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74" name="Google Shape;1074;p149"/>
          <p:cNvSpPr txBox="1"/>
          <p:nvPr>
            <p:ph hasCustomPrompt="1" idx="3" type="title"/>
          </p:nvPr>
        </p:nvSpPr>
        <p:spPr>
          <a:xfrm>
            <a:off x="3476088"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75" name="Google Shape;1075;p149"/>
          <p:cNvSpPr txBox="1"/>
          <p:nvPr>
            <p:ph idx="4" type="subTitle"/>
          </p:nvPr>
        </p:nvSpPr>
        <p:spPr>
          <a:xfrm>
            <a:off x="3476100" y="3575295"/>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76" name="Google Shape;1076;p149"/>
          <p:cNvSpPr txBox="1"/>
          <p:nvPr>
            <p:ph hasCustomPrompt="1" idx="5" type="title"/>
          </p:nvPr>
        </p:nvSpPr>
        <p:spPr>
          <a:xfrm>
            <a:off x="5798944" y="2777254"/>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77" name="Google Shape;1077;p149"/>
          <p:cNvSpPr txBox="1"/>
          <p:nvPr>
            <p:ph idx="6" type="subTitle"/>
          </p:nvPr>
        </p:nvSpPr>
        <p:spPr>
          <a:xfrm>
            <a:off x="5798944" y="3575198"/>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_1_1">
    <p:bg>
      <p:bgPr>
        <a:solidFill>
          <a:schemeClr val="dk1"/>
        </a:solidFill>
      </p:bgPr>
    </p:bg>
    <p:spTree>
      <p:nvGrpSpPr>
        <p:cNvPr id="1078" name="Shape 1078"/>
        <p:cNvGrpSpPr/>
        <p:nvPr/>
      </p:nvGrpSpPr>
      <p:grpSpPr>
        <a:xfrm>
          <a:off x="0" y="0"/>
          <a:ext cx="0" cy="0"/>
          <a:chOff x="0" y="0"/>
          <a:chExt cx="0" cy="0"/>
        </a:xfrm>
      </p:grpSpPr>
      <p:grpSp>
        <p:nvGrpSpPr>
          <p:cNvPr id="1079" name="Google Shape;1079;p150"/>
          <p:cNvGrpSpPr/>
          <p:nvPr/>
        </p:nvGrpSpPr>
        <p:grpSpPr>
          <a:xfrm>
            <a:off x="713225" y="539500"/>
            <a:ext cx="7717500" cy="4064400"/>
            <a:chOff x="713225" y="539500"/>
            <a:chExt cx="7717500" cy="4064400"/>
          </a:xfrm>
        </p:grpSpPr>
        <p:sp>
          <p:nvSpPr>
            <p:cNvPr id="1080" name="Google Shape;1080;p15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1" name="Google Shape;1081;p15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82" name="Google Shape;1082;p15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_1">
    <p:bg>
      <p:bgPr>
        <a:solidFill>
          <a:schemeClr val="dk1"/>
        </a:solidFill>
      </p:bgPr>
    </p:bg>
    <p:spTree>
      <p:nvGrpSpPr>
        <p:cNvPr id="1083" name="Shape 1083"/>
        <p:cNvGrpSpPr/>
        <p:nvPr/>
      </p:nvGrpSpPr>
      <p:grpSpPr>
        <a:xfrm>
          <a:off x="0" y="0"/>
          <a:ext cx="0" cy="0"/>
          <a:chOff x="0" y="0"/>
          <a:chExt cx="0" cy="0"/>
        </a:xfrm>
      </p:grpSpPr>
      <p:grpSp>
        <p:nvGrpSpPr>
          <p:cNvPr id="1084" name="Google Shape;1084;p151"/>
          <p:cNvGrpSpPr/>
          <p:nvPr/>
        </p:nvGrpSpPr>
        <p:grpSpPr>
          <a:xfrm>
            <a:off x="713225" y="539500"/>
            <a:ext cx="7717500" cy="4064400"/>
            <a:chOff x="713225" y="539500"/>
            <a:chExt cx="7717500" cy="4064400"/>
          </a:xfrm>
        </p:grpSpPr>
        <p:sp>
          <p:nvSpPr>
            <p:cNvPr id="1085" name="Google Shape;1085;p15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6" name="Google Shape;1086;p15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87" name="Google Shape;1087;p151"/>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1_1_1">
    <p:bg>
      <p:bgPr>
        <a:solidFill>
          <a:schemeClr val="dk1"/>
        </a:solidFill>
      </p:bgPr>
    </p:bg>
    <p:spTree>
      <p:nvGrpSpPr>
        <p:cNvPr id="1088" name="Shape 1088"/>
        <p:cNvGrpSpPr/>
        <p:nvPr/>
      </p:nvGrpSpPr>
      <p:grpSpPr>
        <a:xfrm>
          <a:off x="0" y="0"/>
          <a:ext cx="0" cy="0"/>
          <a:chOff x="0" y="0"/>
          <a:chExt cx="0" cy="0"/>
        </a:xfrm>
      </p:grpSpPr>
      <p:grpSp>
        <p:nvGrpSpPr>
          <p:cNvPr id="1089" name="Google Shape;1089;p152"/>
          <p:cNvGrpSpPr/>
          <p:nvPr/>
        </p:nvGrpSpPr>
        <p:grpSpPr>
          <a:xfrm>
            <a:off x="713225" y="539500"/>
            <a:ext cx="7717500" cy="4064400"/>
            <a:chOff x="713225" y="539500"/>
            <a:chExt cx="7717500" cy="4064400"/>
          </a:xfrm>
        </p:grpSpPr>
        <p:sp>
          <p:nvSpPr>
            <p:cNvPr id="1090" name="Google Shape;1090;p15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1" name="Google Shape;1091;p15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92" name="Google Shape;1092;p152"/>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BLANK_1_1_1_1_1_1_3">
    <p:bg>
      <p:bgPr>
        <a:solidFill>
          <a:schemeClr val="dk1"/>
        </a:solidFill>
      </p:bgPr>
    </p:bg>
    <p:spTree>
      <p:nvGrpSpPr>
        <p:cNvPr id="1093" name="Shape 1093"/>
        <p:cNvGrpSpPr/>
        <p:nvPr/>
      </p:nvGrpSpPr>
      <p:grpSpPr>
        <a:xfrm>
          <a:off x="0" y="0"/>
          <a:ext cx="0" cy="0"/>
          <a:chOff x="0" y="0"/>
          <a:chExt cx="0" cy="0"/>
        </a:xfrm>
      </p:grpSpPr>
      <p:grpSp>
        <p:nvGrpSpPr>
          <p:cNvPr id="1094" name="Google Shape;1094;p153"/>
          <p:cNvGrpSpPr/>
          <p:nvPr/>
        </p:nvGrpSpPr>
        <p:grpSpPr>
          <a:xfrm>
            <a:off x="713225" y="539500"/>
            <a:ext cx="7717500" cy="4064400"/>
            <a:chOff x="713225" y="539500"/>
            <a:chExt cx="7717500" cy="4064400"/>
          </a:xfrm>
        </p:grpSpPr>
        <p:sp>
          <p:nvSpPr>
            <p:cNvPr id="1095" name="Google Shape;1095;p15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6" name="Google Shape;1096;p15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97" name="Google Shape;1097;p153"/>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_1_3_1">
    <p:bg>
      <p:bgPr>
        <a:solidFill>
          <a:schemeClr val="dk1"/>
        </a:solidFill>
      </p:bgPr>
    </p:bg>
    <p:spTree>
      <p:nvGrpSpPr>
        <p:cNvPr id="1098" name="Shape 1098"/>
        <p:cNvGrpSpPr/>
        <p:nvPr/>
      </p:nvGrpSpPr>
      <p:grpSpPr>
        <a:xfrm>
          <a:off x="0" y="0"/>
          <a:ext cx="0" cy="0"/>
          <a:chOff x="0" y="0"/>
          <a:chExt cx="0" cy="0"/>
        </a:xfrm>
      </p:grpSpPr>
      <p:grpSp>
        <p:nvGrpSpPr>
          <p:cNvPr id="1099" name="Google Shape;1099;p154"/>
          <p:cNvGrpSpPr/>
          <p:nvPr/>
        </p:nvGrpSpPr>
        <p:grpSpPr>
          <a:xfrm>
            <a:off x="713225" y="539500"/>
            <a:ext cx="7717500" cy="4064400"/>
            <a:chOff x="713225" y="539500"/>
            <a:chExt cx="7717500" cy="4064400"/>
          </a:xfrm>
        </p:grpSpPr>
        <p:sp>
          <p:nvSpPr>
            <p:cNvPr id="1100" name="Google Shape;1100;p15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1" name="Google Shape;1101;p15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102" name="Google Shape;1102;p154"/>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0">
    <p:bg>
      <p:bgPr>
        <a:solidFill>
          <a:schemeClr val="dk1"/>
        </a:solidFill>
      </p:bgPr>
    </p:bg>
    <p:spTree>
      <p:nvGrpSpPr>
        <p:cNvPr id="1103" name="Shape 1103"/>
        <p:cNvGrpSpPr/>
        <p:nvPr/>
      </p:nvGrpSpPr>
      <p:grpSpPr>
        <a:xfrm>
          <a:off x="0" y="0"/>
          <a:ext cx="0" cy="0"/>
          <a:chOff x="0" y="0"/>
          <a:chExt cx="0" cy="0"/>
        </a:xfrm>
      </p:grpSpPr>
      <p:sp>
        <p:nvSpPr>
          <p:cNvPr id="1104" name="Google Shape;1104;p15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155"/>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1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_1_1_1_2">
    <p:bg>
      <p:bgPr>
        <a:solidFill>
          <a:schemeClr val="dk1"/>
        </a:solidFill>
      </p:bgPr>
    </p:bg>
    <p:spTree>
      <p:nvGrpSpPr>
        <p:cNvPr id="1106" name="Shape 1106"/>
        <p:cNvGrpSpPr/>
        <p:nvPr/>
      </p:nvGrpSpPr>
      <p:grpSpPr>
        <a:xfrm>
          <a:off x="0" y="0"/>
          <a:ext cx="0" cy="0"/>
          <a:chOff x="0" y="0"/>
          <a:chExt cx="0" cy="0"/>
        </a:xfrm>
      </p:grpSpPr>
      <p:sp>
        <p:nvSpPr>
          <p:cNvPr id="1107" name="Google Shape;1107;p156"/>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156"/>
          <p:cNvSpPr txBox="1"/>
          <p:nvPr>
            <p:ph type="title"/>
          </p:nvPr>
        </p:nvSpPr>
        <p:spPr>
          <a:xfrm>
            <a:off x="1263200" y="1298488"/>
            <a:ext cx="2732700" cy="109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1109" name="Google Shape;1109;p156"/>
          <p:cNvSpPr txBox="1"/>
          <p:nvPr>
            <p:ph idx="1" type="subTitle"/>
          </p:nvPr>
        </p:nvSpPr>
        <p:spPr>
          <a:xfrm>
            <a:off x="1263200" y="2394813"/>
            <a:ext cx="2732700" cy="1541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1110" name="Shape 1110"/>
        <p:cNvGrpSpPr/>
        <p:nvPr/>
      </p:nvGrpSpPr>
      <p:grpSpPr>
        <a:xfrm>
          <a:off x="0" y="0"/>
          <a:ext cx="0" cy="0"/>
          <a:chOff x="0" y="0"/>
          <a:chExt cx="0" cy="0"/>
        </a:xfrm>
      </p:grpSpPr>
      <p:sp>
        <p:nvSpPr>
          <p:cNvPr id="1111" name="Google Shape;1111;p157"/>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157"/>
          <p:cNvSpPr txBox="1"/>
          <p:nvPr>
            <p:ph type="title"/>
          </p:nvPr>
        </p:nvSpPr>
        <p:spPr>
          <a:xfrm>
            <a:off x="948875" y="1767400"/>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1113" name="Google Shape;1113;p157"/>
          <p:cNvSpPr txBox="1"/>
          <p:nvPr>
            <p:ph idx="1" type="subTitle"/>
          </p:nvPr>
        </p:nvSpPr>
        <p:spPr>
          <a:xfrm>
            <a:off x="948875" y="2274200"/>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1_1_1_2_1_1_1">
    <p:bg>
      <p:bgPr>
        <a:solidFill>
          <a:schemeClr val="dk1"/>
        </a:solidFill>
      </p:bgPr>
    </p:bg>
    <p:spTree>
      <p:nvGrpSpPr>
        <p:cNvPr id="1114" name="Shape 1114"/>
        <p:cNvGrpSpPr/>
        <p:nvPr/>
      </p:nvGrpSpPr>
      <p:grpSpPr>
        <a:xfrm>
          <a:off x="0" y="0"/>
          <a:ext cx="0" cy="0"/>
          <a:chOff x="0" y="0"/>
          <a:chExt cx="0" cy="0"/>
        </a:xfrm>
      </p:grpSpPr>
      <p:grpSp>
        <p:nvGrpSpPr>
          <p:cNvPr id="1115" name="Google Shape;1115;p158"/>
          <p:cNvGrpSpPr/>
          <p:nvPr/>
        </p:nvGrpSpPr>
        <p:grpSpPr>
          <a:xfrm>
            <a:off x="713225" y="539500"/>
            <a:ext cx="7717500" cy="4064400"/>
            <a:chOff x="713225" y="539500"/>
            <a:chExt cx="7717500" cy="4064400"/>
          </a:xfrm>
        </p:grpSpPr>
        <p:sp>
          <p:nvSpPr>
            <p:cNvPr id="1116" name="Google Shape;1116;p15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7" name="Google Shape;1117;p15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118" name="Google Shape;1118;p15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119" name="Google Shape;1119;p158"/>
          <p:cNvSpPr txBox="1"/>
          <p:nvPr>
            <p:ph idx="1" type="subTitle"/>
          </p:nvPr>
        </p:nvSpPr>
        <p:spPr>
          <a:xfrm>
            <a:off x="862402" y="2181950"/>
            <a:ext cx="74778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120" name="Google Shape;1120;p158"/>
          <p:cNvSpPr txBox="1"/>
          <p:nvPr>
            <p:ph idx="2" type="subTitle"/>
          </p:nvPr>
        </p:nvSpPr>
        <p:spPr>
          <a:xfrm>
            <a:off x="853775" y="2571350"/>
            <a:ext cx="7477800" cy="1937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1121" name="Google Shape;1121;p158"/>
          <p:cNvSpPr txBox="1"/>
          <p:nvPr>
            <p:ph idx="3" type="subTitle"/>
          </p:nvPr>
        </p:nvSpPr>
        <p:spPr>
          <a:xfrm>
            <a:off x="821225" y="1404325"/>
            <a:ext cx="76095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Tree>
  </p:cSld>
  <p:clrMapOvr>
    <a:masterClrMapping/>
  </p:clrMapOvr>
</p:sldLayout>
</file>

<file path=ppt/slideLayouts/slideLayout1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bg>
      <p:bgPr>
        <a:solidFill>
          <a:schemeClr val="dk1"/>
        </a:solidFill>
      </p:bgPr>
    </p:bg>
    <p:spTree>
      <p:nvGrpSpPr>
        <p:cNvPr id="1122" name="Shape 1122"/>
        <p:cNvGrpSpPr/>
        <p:nvPr/>
      </p:nvGrpSpPr>
      <p:grpSpPr>
        <a:xfrm>
          <a:off x="0" y="0"/>
          <a:ext cx="0" cy="0"/>
          <a:chOff x="0" y="0"/>
          <a:chExt cx="0" cy="0"/>
        </a:xfrm>
      </p:grpSpPr>
      <p:sp>
        <p:nvSpPr>
          <p:cNvPr id="1123" name="Google Shape;1123;p159"/>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159"/>
          <p:cNvSpPr txBox="1"/>
          <p:nvPr>
            <p:ph type="title"/>
          </p:nvPr>
        </p:nvSpPr>
        <p:spPr>
          <a:xfrm>
            <a:off x="4762538" y="1024043"/>
            <a:ext cx="3159900" cy="2028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1125" name="Google Shape;1125;p159"/>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bg>
      <p:bgPr>
        <a:solidFill>
          <a:schemeClr val="dk1"/>
        </a:solidFill>
      </p:bgPr>
    </p:bg>
    <p:spTree>
      <p:nvGrpSpPr>
        <p:cNvPr id="1126" name="Shape 1126"/>
        <p:cNvGrpSpPr/>
        <p:nvPr/>
      </p:nvGrpSpPr>
      <p:grpSpPr>
        <a:xfrm>
          <a:off x="0" y="0"/>
          <a:ext cx="0" cy="0"/>
          <a:chOff x="0" y="0"/>
          <a:chExt cx="0" cy="0"/>
        </a:xfrm>
      </p:grpSpPr>
      <p:sp>
        <p:nvSpPr>
          <p:cNvPr id="1127" name="Google Shape;1127;p160"/>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160"/>
          <p:cNvSpPr txBox="1"/>
          <p:nvPr>
            <p:ph type="title"/>
          </p:nvPr>
        </p:nvSpPr>
        <p:spPr>
          <a:xfrm>
            <a:off x="954338" y="1773175"/>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1129" name="Google Shape;1129;p160"/>
          <p:cNvSpPr txBox="1"/>
          <p:nvPr>
            <p:ph idx="1" type="subTitle"/>
          </p:nvPr>
        </p:nvSpPr>
        <p:spPr>
          <a:xfrm>
            <a:off x="954338" y="2279975"/>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
    <p:bg>
      <p:bgPr>
        <a:solidFill>
          <a:schemeClr val="dk1"/>
        </a:solidFill>
      </p:bgPr>
    </p:bg>
    <p:spTree>
      <p:nvGrpSpPr>
        <p:cNvPr id="1130" name="Shape 1130"/>
        <p:cNvGrpSpPr/>
        <p:nvPr/>
      </p:nvGrpSpPr>
      <p:grpSpPr>
        <a:xfrm>
          <a:off x="0" y="0"/>
          <a:ext cx="0" cy="0"/>
          <a:chOff x="0" y="0"/>
          <a:chExt cx="0" cy="0"/>
        </a:xfrm>
      </p:grpSpPr>
      <p:grpSp>
        <p:nvGrpSpPr>
          <p:cNvPr id="1131" name="Google Shape;1131;p161"/>
          <p:cNvGrpSpPr/>
          <p:nvPr/>
        </p:nvGrpSpPr>
        <p:grpSpPr>
          <a:xfrm>
            <a:off x="713225" y="539500"/>
            <a:ext cx="7717500" cy="4064400"/>
            <a:chOff x="713225" y="539500"/>
            <a:chExt cx="7717500" cy="4064400"/>
          </a:xfrm>
        </p:grpSpPr>
        <p:sp>
          <p:nvSpPr>
            <p:cNvPr id="1132" name="Google Shape;1132;p16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3" name="Google Shape;1133;p16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134" name="Google Shape;1134;p16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135" name="Google Shape;1135;p161"/>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136" name="Google Shape;1136;p161"/>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137" name="Google Shape;1137;p161"/>
          <p:cNvSpPr txBox="1"/>
          <p:nvPr>
            <p:ph idx="3" type="subTitle"/>
          </p:nvPr>
        </p:nvSpPr>
        <p:spPr>
          <a:xfrm>
            <a:off x="853775" y="2571192"/>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1138" name="Google Shape;1138;p161"/>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139" name="Google Shape;1139;p161"/>
          <p:cNvSpPr txBox="1"/>
          <p:nvPr>
            <p:ph idx="5" type="subTitle"/>
          </p:nvPr>
        </p:nvSpPr>
        <p:spPr>
          <a:xfrm>
            <a:off x="4615325" y="2570500"/>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1_1_1_1">
    <p:bg>
      <p:bgPr>
        <a:solidFill>
          <a:schemeClr val="dk1"/>
        </a:solidFill>
      </p:bgPr>
    </p:bg>
    <p:spTree>
      <p:nvGrpSpPr>
        <p:cNvPr id="1140" name="Shape 1140"/>
        <p:cNvGrpSpPr/>
        <p:nvPr/>
      </p:nvGrpSpPr>
      <p:grpSpPr>
        <a:xfrm>
          <a:off x="0" y="0"/>
          <a:ext cx="0" cy="0"/>
          <a:chOff x="0" y="0"/>
          <a:chExt cx="0" cy="0"/>
        </a:xfrm>
      </p:grpSpPr>
      <p:grpSp>
        <p:nvGrpSpPr>
          <p:cNvPr id="1141" name="Google Shape;1141;p162"/>
          <p:cNvGrpSpPr/>
          <p:nvPr/>
        </p:nvGrpSpPr>
        <p:grpSpPr>
          <a:xfrm>
            <a:off x="713225" y="539500"/>
            <a:ext cx="7717500" cy="4064400"/>
            <a:chOff x="713225" y="539500"/>
            <a:chExt cx="7717500" cy="4064400"/>
          </a:xfrm>
        </p:grpSpPr>
        <p:sp>
          <p:nvSpPr>
            <p:cNvPr id="1142" name="Google Shape;1142;p16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3" name="Google Shape;1143;p16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144" name="Google Shape;1144;p16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145" name="Google Shape;1145;p162"/>
          <p:cNvSpPr txBox="1"/>
          <p:nvPr>
            <p:ph idx="1" type="subTitle"/>
          </p:nvPr>
        </p:nvSpPr>
        <p:spPr>
          <a:xfrm>
            <a:off x="1422663" y="3527586"/>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146" name="Google Shape;1146;p162"/>
          <p:cNvSpPr txBox="1"/>
          <p:nvPr>
            <p:ph idx="2" type="subTitle"/>
          </p:nvPr>
        </p:nvSpPr>
        <p:spPr>
          <a:xfrm>
            <a:off x="1422663" y="3098062"/>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47" name="Google Shape;1147;p162"/>
          <p:cNvSpPr txBox="1"/>
          <p:nvPr>
            <p:ph idx="3" type="subTitle"/>
          </p:nvPr>
        </p:nvSpPr>
        <p:spPr>
          <a:xfrm>
            <a:off x="5336638" y="3527925"/>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148" name="Google Shape;1148;p162"/>
          <p:cNvSpPr txBox="1"/>
          <p:nvPr>
            <p:ph idx="4" type="subTitle"/>
          </p:nvPr>
        </p:nvSpPr>
        <p:spPr>
          <a:xfrm>
            <a:off x="5336638" y="30980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8">
    <p:bg>
      <p:bgPr>
        <a:solidFill>
          <a:schemeClr val="dk1"/>
        </a:solidFill>
      </p:bgPr>
    </p:bg>
    <p:spTree>
      <p:nvGrpSpPr>
        <p:cNvPr id="1149" name="Shape 1149"/>
        <p:cNvGrpSpPr/>
        <p:nvPr/>
      </p:nvGrpSpPr>
      <p:grpSpPr>
        <a:xfrm>
          <a:off x="0" y="0"/>
          <a:ext cx="0" cy="0"/>
          <a:chOff x="0" y="0"/>
          <a:chExt cx="0" cy="0"/>
        </a:xfrm>
      </p:grpSpPr>
      <p:grpSp>
        <p:nvGrpSpPr>
          <p:cNvPr id="1150" name="Google Shape;1150;p163"/>
          <p:cNvGrpSpPr/>
          <p:nvPr/>
        </p:nvGrpSpPr>
        <p:grpSpPr>
          <a:xfrm>
            <a:off x="713225" y="539500"/>
            <a:ext cx="7717500" cy="4064400"/>
            <a:chOff x="713225" y="539500"/>
            <a:chExt cx="7717500" cy="4064400"/>
          </a:xfrm>
        </p:grpSpPr>
        <p:sp>
          <p:nvSpPr>
            <p:cNvPr id="1151" name="Google Shape;1151;p16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2" name="Google Shape;1152;p16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153" name="Google Shape;1153;p16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154" name="Google Shape;1154;p163"/>
          <p:cNvSpPr txBox="1"/>
          <p:nvPr>
            <p:ph idx="1" type="subTitle"/>
          </p:nvPr>
        </p:nvSpPr>
        <p:spPr>
          <a:xfrm>
            <a:off x="2965993" y="1780597"/>
            <a:ext cx="3506400" cy="80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155" name="Google Shape;1155;p163"/>
          <p:cNvSpPr txBox="1"/>
          <p:nvPr>
            <p:ph idx="2" type="subTitle"/>
          </p:nvPr>
        </p:nvSpPr>
        <p:spPr>
          <a:xfrm>
            <a:off x="2965993" y="1351073"/>
            <a:ext cx="3506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56" name="Google Shape;1156;p163"/>
          <p:cNvSpPr txBox="1"/>
          <p:nvPr>
            <p:ph idx="3" type="subTitle"/>
          </p:nvPr>
        </p:nvSpPr>
        <p:spPr>
          <a:xfrm>
            <a:off x="2280193" y="3541819"/>
            <a:ext cx="3506400" cy="809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157" name="Google Shape;1157;p163"/>
          <p:cNvSpPr txBox="1"/>
          <p:nvPr>
            <p:ph idx="4" type="subTitle"/>
          </p:nvPr>
        </p:nvSpPr>
        <p:spPr>
          <a:xfrm>
            <a:off x="2280193" y="3111944"/>
            <a:ext cx="3506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bg>
      <p:bgPr>
        <a:solidFill>
          <a:schemeClr val="dk1"/>
        </a:solidFill>
      </p:bgPr>
    </p:bg>
    <p:spTree>
      <p:nvGrpSpPr>
        <p:cNvPr id="1158" name="Shape 1158"/>
        <p:cNvGrpSpPr/>
        <p:nvPr/>
      </p:nvGrpSpPr>
      <p:grpSpPr>
        <a:xfrm>
          <a:off x="0" y="0"/>
          <a:ext cx="0" cy="0"/>
          <a:chOff x="0" y="0"/>
          <a:chExt cx="0" cy="0"/>
        </a:xfrm>
      </p:grpSpPr>
      <p:grpSp>
        <p:nvGrpSpPr>
          <p:cNvPr id="1159" name="Google Shape;1159;p164"/>
          <p:cNvGrpSpPr/>
          <p:nvPr/>
        </p:nvGrpSpPr>
        <p:grpSpPr>
          <a:xfrm>
            <a:off x="713225" y="539500"/>
            <a:ext cx="7717500" cy="4064400"/>
            <a:chOff x="713225" y="539500"/>
            <a:chExt cx="7717500" cy="4064400"/>
          </a:xfrm>
        </p:grpSpPr>
        <p:sp>
          <p:nvSpPr>
            <p:cNvPr id="1160" name="Google Shape;1160;p16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1" name="Google Shape;1161;p16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162" name="Google Shape;1162;p16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163" name="Google Shape;1163;p164"/>
          <p:cNvSpPr txBox="1"/>
          <p:nvPr>
            <p:ph idx="1" type="subTitle"/>
          </p:nvPr>
        </p:nvSpPr>
        <p:spPr>
          <a:xfrm>
            <a:off x="1041662" y="2850162"/>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164" name="Google Shape;1164;p164"/>
          <p:cNvSpPr txBox="1"/>
          <p:nvPr>
            <p:ph idx="2" type="subTitle"/>
          </p:nvPr>
        </p:nvSpPr>
        <p:spPr>
          <a:xfrm>
            <a:off x="1041662"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65" name="Google Shape;1165;p164"/>
          <p:cNvSpPr txBox="1"/>
          <p:nvPr>
            <p:ph idx="3" type="subTitle"/>
          </p:nvPr>
        </p:nvSpPr>
        <p:spPr>
          <a:xfrm>
            <a:off x="6437934" y="2850513"/>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166" name="Google Shape;1166;p164"/>
          <p:cNvSpPr txBox="1"/>
          <p:nvPr>
            <p:ph idx="4" type="subTitle"/>
          </p:nvPr>
        </p:nvSpPr>
        <p:spPr>
          <a:xfrm>
            <a:off x="6437934"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6">
    <p:bg>
      <p:bgPr>
        <a:solidFill>
          <a:schemeClr val="dk1"/>
        </a:solidFill>
      </p:bgPr>
    </p:bg>
    <p:spTree>
      <p:nvGrpSpPr>
        <p:cNvPr id="1167" name="Shape 1167"/>
        <p:cNvGrpSpPr/>
        <p:nvPr/>
      </p:nvGrpSpPr>
      <p:grpSpPr>
        <a:xfrm>
          <a:off x="0" y="0"/>
          <a:ext cx="0" cy="0"/>
          <a:chOff x="0" y="0"/>
          <a:chExt cx="0" cy="0"/>
        </a:xfrm>
      </p:grpSpPr>
      <p:grpSp>
        <p:nvGrpSpPr>
          <p:cNvPr id="1168" name="Google Shape;1168;p165"/>
          <p:cNvGrpSpPr/>
          <p:nvPr/>
        </p:nvGrpSpPr>
        <p:grpSpPr>
          <a:xfrm>
            <a:off x="713225" y="539500"/>
            <a:ext cx="7717500" cy="4064400"/>
            <a:chOff x="713225" y="539500"/>
            <a:chExt cx="7717500" cy="4064400"/>
          </a:xfrm>
        </p:grpSpPr>
        <p:sp>
          <p:nvSpPr>
            <p:cNvPr id="1169" name="Google Shape;1169;p16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0" name="Google Shape;1170;p16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171" name="Google Shape;1171;p16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172" name="Google Shape;1172;p165"/>
          <p:cNvSpPr txBox="1"/>
          <p:nvPr>
            <p:ph idx="1" type="subTitle"/>
          </p:nvPr>
        </p:nvSpPr>
        <p:spPr>
          <a:xfrm>
            <a:off x="1425525" y="1808851"/>
            <a:ext cx="2384700" cy="2377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
        <p:nvSpPr>
          <p:cNvPr id="1173" name="Google Shape;1173;p165"/>
          <p:cNvSpPr txBox="1"/>
          <p:nvPr>
            <p:ph idx="2" type="subTitle"/>
          </p:nvPr>
        </p:nvSpPr>
        <p:spPr>
          <a:xfrm>
            <a:off x="5333725" y="1808850"/>
            <a:ext cx="2384700" cy="2356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_1_1_1">
    <p:bg>
      <p:bgPr>
        <a:solidFill>
          <a:schemeClr val="dk1"/>
        </a:solidFill>
      </p:bgPr>
    </p:bg>
    <p:spTree>
      <p:nvGrpSpPr>
        <p:cNvPr id="1174" name="Shape 1174"/>
        <p:cNvGrpSpPr/>
        <p:nvPr/>
      </p:nvGrpSpPr>
      <p:grpSpPr>
        <a:xfrm>
          <a:off x="0" y="0"/>
          <a:ext cx="0" cy="0"/>
          <a:chOff x="0" y="0"/>
          <a:chExt cx="0" cy="0"/>
        </a:xfrm>
      </p:grpSpPr>
      <p:grpSp>
        <p:nvGrpSpPr>
          <p:cNvPr id="1175" name="Google Shape;1175;p166"/>
          <p:cNvGrpSpPr/>
          <p:nvPr/>
        </p:nvGrpSpPr>
        <p:grpSpPr>
          <a:xfrm>
            <a:off x="713225" y="539500"/>
            <a:ext cx="7717500" cy="4064400"/>
            <a:chOff x="713225" y="539500"/>
            <a:chExt cx="7717500" cy="4064400"/>
          </a:xfrm>
        </p:grpSpPr>
        <p:sp>
          <p:nvSpPr>
            <p:cNvPr id="1176" name="Google Shape;1176;p16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7" name="Google Shape;1177;p16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178" name="Google Shape;1178;p16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179" name="Google Shape;1179;p166"/>
          <p:cNvSpPr txBox="1"/>
          <p:nvPr>
            <p:ph idx="1" type="subTitle"/>
          </p:nvPr>
        </p:nvSpPr>
        <p:spPr>
          <a:xfrm>
            <a:off x="852300" y="16473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180" name="Google Shape;1180;p166"/>
          <p:cNvSpPr txBox="1"/>
          <p:nvPr>
            <p:ph idx="2" type="subTitle"/>
          </p:nvPr>
        </p:nvSpPr>
        <p:spPr>
          <a:xfrm>
            <a:off x="852300" y="12178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181" name="Google Shape;1181;p166"/>
          <p:cNvSpPr txBox="1"/>
          <p:nvPr>
            <p:ph idx="3" type="subTitle"/>
          </p:nvPr>
        </p:nvSpPr>
        <p:spPr>
          <a:xfrm>
            <a:off x="852300" y="27819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182" name="Google Shape;1182;p166"/>
          <p:cNvSpPr txBox="1"/>
          <p:nvPr>
            <p:ph idx="4" type="subTitle"/>
          </p:nvPr>
        </p:nvSpPr>
        <p:spPr>
          <a:xfrm>
            <a:off x="852300" y="23524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183" name="Google Shape;1183;p166"/>
          <p:cNvSpPr txBox="1"/>
          <p:nvPr>
            <p:ph idx="5" type="subTitle"/>
          </p:nvPr>
        </p:nvSpPr>
        <p:spPr>
          <a:xfrm>
            <a:off x="852300" y="3916538"/>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184" name="Google Shape;1184;p166"/>
          <p:cNvSpPr txBox="1"/>
          <p:nvPr>
            <p:ph idx="6" type="subTitle"/>
          </p:nvPr>
        </p:nvSpPr>
        <p:spPr>
          <a:xfrm>
            <a:off x="852300" y="34870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bg>
      <p:bgPr>
        <a:solidFill>
          <a:schemeClr val="dk1"/>
        </a:solidFill>
      </p:bgPr>
    </p:bg>
    <p:spTree>
      <p:nvGrpSpPr>
        <p:cNvPr id="1185" name="Shape 1185"/>
        <p:cNvGrpSpPr/>
        <p:nvPr/>
      </p:nvGrpSpPr>
      <p:grpSpPr>
        <a:xfrm>
          <a:off x="0" y="0"/>
          <a:ext cx="0" cy="0"/>
          <a:chOff x="0" y="0"/>
          <a:chExt cx="0" cy="0"/>
        </a:xfrm>
      </p:grpSpPr>
      <p:grpSp>
        <p:nvGrpSpPr>
          <p:cNvPr id="1186" name="Google Shape;1186;p167"/>
          <p:cNvGrpSpPr/>
          <p:nvPr/>
        </p:nvGrpSpPr>
        <p:grpSpPr>
          <a:xfrm>
            <a:off x="713225" y="539500"/>
            <a:ext cx="7717500" cy="4064400"/>
            <a:chOff x="713225" y="539500"/>
            <a:chExt cx="7717500" cy="4064400"/>
          </a:xfrm>
        </p:grpSpPr>
        <p:sp>
          <p:nvSpPr>
            <p:cNvPr id="1187" name="Google Shape;1187;p16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8" name="Google Shape;1188;p16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189" name="Google Shape;1189;p16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190" name="Google Shape;1190;p167"/>
          <p:cNvSpPr txBox="1"/>
          <p:nvPr>
            <p:ph idx="1" type="subTitle"/>
          </p:nvPr>
        </p:nvSpPr>
        <p:spPr>
          <a:xfrm>
            <a:off x="919850"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191" name="Google Shape;1191;p167"/>
          <p:cNvSpPr txBox="1"/>
          <p:nvPr>
            <p:ph idx="2" type="subTitle"/>
          </p:nvPr>
        </p:nvSpPr>
        <p:spPr>
          <a:xfrm>
            <a:off x="919850"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92" name="Google Shape;1192;p167"/>
          <p:cNvSpPr txBox="1"/>
          <p:nvPr>
            <p:ph idx="3" type="subTitle"/>
          </p:nvPr>
        </p:nvSpPr>
        <p:spPr>
          <a:xfrm>
            <a:off x="3500699"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193" name="Google Shape;1193;p167"/>
          <p:cNvSpPr txBox="1"/>
          <p:nvPr>
            <p:ph idx="4" type="subTitle"/>
          </p:nvPr>
        </p:nvSpPr>
        <p:spPr>
          <a:xfrm>
            <a:off x="3500697"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94" name="Google Shape;1194;p167"/>
          <p:cNvSpPr txBox="1"/>
          <p:nvPr>
            <p:ph idx="5" type="subTitle"/>
          </p:nvPr>
        </p:nvSpPr>
        <p:spPr>
          <a:xfrm>
            <a:off x="6069048"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195" name="Google Shape;1195;p167"/>
          <p:cNvSpPr txBox="1"/>
          <p:nvPr>
            <p:ph idx="6" type="subTitle"/>
          </p:nvPr>
        </p:nvSpPr>
        <p:spPr>
          <a:xfrm>
            <a:off x="6069043"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1_1_1_1_1_1">
    <p:bg>
      <p:bgPr>
        <a:solidFill>
          <a:schemeClr val="dk1"/>
        </a:solidFill>
      </p:bgPr>
    </p:bg>
    <p:spTree>
      <p:nvGrpSpPr>
        <p:cNvPr id="1196" name="Shape 1196"/>
        <p:cNvGrpSpPr/>
        <p:nvPr/>
      </p:nvGrpSpPr>
      <p:grpSpPr>
        <a:xfrm>
          <a:off x="0" y="0"/>
          <a:ext cx="0" cy="0"/>
          <a:chOff x="0" y="0"/>
          <a:chExt cx="0" cy="0"/>
        </a:xfrm>
      </p:grpSpPr>
      <p:grpSp>
        <p:nvGrpSpPr>
          <p:cNvPr id="1197" name="Google Shape;1197;p168"/>
          <p:cNvGrpSpPr/>
          <p:nvPr/>
        </p:nvGrpSpPr>
        <p:grpSpPr>
          <a:xfrm>
            <a:off x="713225" y="539500"/>
            <a:ext cx="7717500" cy="4064400"/>
            <a:chOff x="713225" y="539500"/>
            <a:chExt cx="7717500" cy="4064400"/>
          </a:xfrm>
        </p:grpSpPr>
        <p:sp>
          <p:nvSpPr>
            <p:cNvPr id="1198" name="Google Shape;1198;p16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9" name="Google Shape;1199;p16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200" name="Google Shape;1200;p16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201" name="Google Shape;1201;p168"/>
          <p:cNvSpPr txBox="1"/>
          <p:nvPr>
            <p:ph idx="1" type="subTitle"/>
          </p:nvPr>
        </p:nvSpPr>
        <p:spPr>
          <a:xfrm>
            <a:off x="919850" y="28955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202" name="Google Shape;1202;p168"/>
          <p:cNvSpPr txBox="1"/>
          <p:nvPr>
            <p:ph idx="2" type="subTitle"/>
          </p:nvPr>
        </p:nvSpPr>
        <p:spPr>
          <a:xfrm>
            <a:off x="919850" y="23982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03" name="Google Shape;1203;p168"/>
          <p:cNvSpPr txBox="1"/>
          <p:nvPr>
            <p:ph idx="3" type="subTitle"/>
          </p:nvPr>
        </p:nvSpPr>
        <p:spPr>
          <a:xfrm>
            <a:off x="3500700" y="32003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204" name="Google Shape;1204;p168"/>
          <p:cNvSpPr txBox="1"/>
          <p:nvPr>
            <p:ph idx="4" type="subTitle"/>
          </p:nvPr>
        </p:nvSpPr>
        <p:spPr>
          <a:xfrm>
            <a:off x="3500697" y="27030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05" name="Google Shape;1205;p168"/>
          <p:cNvSpPr txBox="1"/>
          <p:nvPr>
            <p:ph idx="5" type="subTitle"/>
          </p:nvPr>
        </p:nvSpPr>
        <p:spPr>
          <a:xfrm>
            <a:off x="6069049" y="35051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206" name="Google Shape;1206;p168"/>
          <p:cNvSpPr txBox="1"/>
          <p:nvPr>
            <p:ph idx="6" type="subTitle"/>
          </p:nvPr>
        </p:nvSpPr>
        <p:spPr>
          <a:xfrm>
            <a:off x="6069043" y="30078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BLANK_1_1_1_1_1_1_1_1_1_1">
    <p:bg>
      <p:bgPr>
        <a:solidFill>
          <a:schemeClr val="dk1"/>
        </a:solidFill>
      </p:bgPr>
    </p:bg>
    <p:spTree>
      <p:nvGrpSpPr>
        <p:cNvPr id="1207" name="Shape 1207"/>
        <p:cNvGrpSpPr/>
        <p:nvPr/>
      </p:nvGrpSpPr>
      <p:grpSpPr>
        <a:xfrm>
          <a:off x="0" y="0"/>
          <a:ext cx="0" cy="0"/>
          <a:chOff x="0" y="0"/>
          <a:chExt cx="0" cy="0"/>
        </a:xfrm>
      </p:grpSpPr>
      <p:grpSp>
        <p:nvGrpSpPr>
          <p:cNvPr id="1208" name="Google Shape;1208;p169"/>
          <p:cNvGrpSpPr/>
          <p:nvPr/>
        </p:nvGrpSpPr>
        <p:grpSpPr>
          <a:xfrm>
            <a:off x="713225" y="539500"/>
            <a:ext cx="7717500" cy="4064400"/>
            <a:chOff x="713225" y="539500"/>
            <a:chExt cx="7717500" cy="4064400"/>
          </a:xfrm>
        </p:grpSpPr>
        <p:sp>
          <p:nvSpPr>
            <p:cNvPr id="1209" name="Google Shape;1209;p16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10" name="Google Shape;1210;p16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211" name="Google Shape;1211;p16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212" name="Google Shape;1212;p169"/>
          <p:cNvSpPr txBox="1"/>
          <p:nvPr>
            <p:ph idx="1" type="subTitle"/>
          </p:nvPr>
        </p:nvSpPr>
        <p:spPr>
          <a:xfrm>
            <a:off x="111297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213" name="Google Shape;1213;p169"/>
          <p:cNvSpPr txBox="1"/>
          <p:nvPr>
            <p:ph idx="2" type="subTitle"/>
          </p:nvPr>
        </p:nvSpPr>
        <p:spPr>
          <a:xfrm>
            <a:off x="111297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14" name="Google Shape;1214;p169"/>
          <p:cNvSpPr txBox="1"/>
          <p:nvPr>
            <p:ph idx="3" type="subTitle"/>
          </p:nvPr>
        </p:nvSpPr>
        <p:spPr>
          <a:xfrm>
            <a:off x="3497250" y="18612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215" name="Google Shape;1215;p169"/>
          <p:cNvSpPr txBox="1"/>
          <p:nvPr>
            <p:ph idx="4" type="subTitle"/>
          </p:nvPr>
        </p:nvSpPr>
        <p:spPr>
          <a:xfrm>
            <a:off x="3497250" y="13639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16" name="Google Shape;1216;p169"/>
          <p:cNvSpPr txBox="1"/>
          <p:nvPr>
            <p:ph idx="5" type="subTitle"/>
          </p:nvPr>
        </p:nvSpPr>
        <p:spPr>
          <a:xfrm>
            <a:off x="588152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217" name="Google Shape;1217;p169"/>
          <p:cNvSpPr txBox="1"/>
          <p:nvPr>
            <p:ph idx="6" type="subTitle"/>
          </p:nvPr>
        </p:nvSpPr>
        <p:spPr>
          <a:xfrm>
            <a:off x="588152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2">
    <p:bg>
      <p:bgPr>
        <a:solidFill>
          <a:schemeClr val="dk1"/>
        </a:solidFill>
      </p:bgPr>
    </p:bg>
    <p:spTree>
      <p:nvGrpSpPr>
        <p:cNvPr id="1218" name="Shape 1218"/>
        <p:cNvGrpSpPr/>
        <p:nvPr/>
      </p:nvGrpSpPr>
      <p:grpSpPr>
        <a:xfrm>
          <a:off x="0" y="0"/>
          <a:ext cx="0" cy="0"/>
          <a:chOff x="0" y="0"/>
          <a:chExt cx="0" cy="0"/>
        </a:xfrm>
      </p:grpSpPr>
      <p:grpSp>
        <p:nvGrpSpPr>
          <p:cNvPr id="1219" name="Google Shape;1219;p170"/>
          <p:cNvGrpSpPr/>
          <p:nvPr/>
        </p:nvGrpSpPr>
        <p:grpSpPr>
          <a:xfrm>
            <a:off x="713225" y="539500"/>
            <a:ext cx="7717500" cy="4064400"/>
            <a:chOff x="713225" y="539500"/>
            <a:chExt cx="7717500" cy="4064400"/>
          </a:xfrm>
        </p:grpSpPr>
        <p:sp>
          <p:nvSpPr>
            <p:cNvPr id="1220" name="Google Shape;1220;p17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21" name="Google Shape;1221;p17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222" name="Google Shape;1222;p17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223" name="Google Shape;1223;p170"/>
          <p:cNvSpPr txBox="1"/>
          <p:nvPr>
            <p:ph idx="1" type="subTitle"/>
          </p:nvPr>
        </p:nvSpPr>
        <p:spPr>
          <a:xfrm>
            <a:off x="945800" y="1875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224" name="Google Shape;1224;p170"/>
          <p:cNvSpPr txBox="1"/>
          <p:nvPr>
            <p:ph idx="2" type="subTitle"/>
          </p:nvPr>
        </p:nvSpPr>
        <p:spPr>
          <a:xfrm>
            <a:off x="945800" y="1446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225" name="Google Shape;1225;p170"/>
          <p:cNvSpPr txBox="1"/>
          <p:nvPr>
            <p:ph idx="3" type="subTitle"/>
          </p:nvPr>
        </p:nvSpPr>
        <p:spPr>
          <a:xfrm>
            <a:off x="5153800" y="2781950"/>
            <a:ext cx="30444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226" name="Google Shape;1226;p170"/>
          <p:cNvSpPr txBox="1"/>
          <p:nvPr>
            <p:ph idx="4" type="subTitle"/>
          </p:nvPr>
        </p:nvSpPr>
        <p:spPr>
          <a:xfrm>
            <a:off x="5153800" y="2352425"/>
            <a:ext cx="3044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227" name="Google Shape;1227;p170"/>
          <p:cNvSpPr txBox="1"/>
          <p:nvPr>
            <p:ph idx="5" type="subTitle"/>
          </p:nvPr>
        </p:nvSpPr>
        <p:spPr>
          <a:xfrm>
            <a:off x="945800" y="3687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228" name="Google Shape;1228;p170"/>
          <p:cNvSpPr txBox="1"/>
          <p:nvPr>
            <p:ph idx="6" type="subTitle"/>
          </p:nvPr>
        </p:nvSpPr>
        <p:spPr>
          <a:xfrm>
            <a:off x="945800" y="3258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5">
    <p:bg>
      <p:bgPr>
        <a:solidFill>
          <a:schemeClr val="dk1"/>
        </a:solidFill>
      </p:bgPr>
    </p:bg>
    <p:spTree>
      <p:nvGrpSpPr>
        <p:cNvPr id="1229" name="Shape 1229"/>
        <p:cNvGrpSpPr/>
        <p:nvPr/>
      </p:nvGrpSpPr>
      <p:grpSpPr>
        <a:xfrm>
          <a:off x="0" y="0"/>
          <a:ext cx="0" cy="0"/>
          <a:chOff x="0" y="0"/>
          <a:chExt cx="0" cy="0"/>
        </a:xfrm>
      </p:grpSpPr>
      <p:grpSp>
        <p:nvGrpSpPr>
          <p:cNvPr id="1230" name="Google Shape;1230;p171"/>
          <p:cNvGrpSpPr/>
          <p:nvPr/>
        </p:nvGrpSpPr>
        <p:grpSpPr>
          <a:xfrm>
            <a:off x="713225" y="539500"/>
            <a:ext cx="7717500" cy="4064400"/>
            <a:chOff x="713225" y="539500"/>
            <a:chExt cx="7717500" cy="4064400"/>
          </a:xfrm>
        </p:grpSpPr>
        <p:sp>
          <p:nvSpPr>
            <p:cNvPr id="1231" name="Google Shape;1231;p17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2" name="Google Shape;1232;p17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233" name="Google Shape;1233;p17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234" name="Google Shape;1234;p171"/>
          <p:cNvSpPr txBox="1"/>
          <p:nvPr>
            <p:ph idx="1" type="subTitle"/>
          </p:nvPr>
        </p:nvSpPr>
        <p:spPr>
          <a:xfrm>
            <a:off x="1658100" y="1978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235" name="Google Shape;1235;p171"/>
          <p:cNvSpPr txBox="1"/>
          <p:nvPr>
            <p:ph idx="2" type="subTitle"/>
          </p:nvPr>
        </p:nvSpPr>
        <p:spPr>
          <a:xfrm>
            <a:off x="1658100" y="1549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236" name="Google Shape;1236;p171"/>
          <p:cNvSpPr txBox="1"/>
          <p:nvPr>
            <p:ph idx="3" type="subTitle"/>
          </p:nvPr>
        </p:nvSpPr>
        <p:spPr>
          <a:xfrm>
            <a:off x="1658100" y="2884846"/>
            <a:ext cx="62850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237" name="Google Shape;1237;p171"/>
          <p:cNvSpPr txBox="1"/>
          <p:nvPr>
            <p:ph idx="4" type="subTitle"/>
          </p:nvPr>
        </p:nvSpPr>
        <p:spPr>
          <a:xfrm>
            <a:off x="1658100" y="2455321"/>
            <a:ext cx="62850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238" name="Google Shape;1238;p171"/>
          <p:cNvSpPr txBox="1"/>
          <p:nvPr>
            <p:ph idx="5" type="subTitle"/>
          </p:nvPr>
        </p:nvSpPr>
        <p:spPr>
          <a:xfrm>
            <a:off x="1658100" y="3790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239" name="Google Shape;1239;p171"/>
          <p:cNvSpPr txBox="1"/>
          <p:nvPr>
            <p:ph idx="6" type="subTitle"/>
          </p:nvPr>
        </p:nvSpPr>
        <p:spPr>
          <a:xfrm>
            <a:off x="1658100" y="3361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24">
    <p:bg>
      <p:bgPr>
        <a:solidFill>
          <a:schemeClr val="dk1"/>
        </a:solidFill>
      </p:bgPr>
    </p:bg>
    <p:spTree>
      <p:nvGrpSpPr>
        <p:cNvPr id="1240" name="Shape 1240"/>
        <p:cNvGrpSpPr/>
        <p:nvPr/>
      </p:nvGrpSpPr>
      <p:grpSpPr>
        <a:xfrm>
          <a:off x="0" y="0"/>
          <a:ext cx="0" cy="0"/>
          <a:chOff x="0" y="0"/>
          <a:chExt cx="0" cy="0"/>
        </a:xfrm>
      </p:grpSpPr>
      <p:grpSp>
        <p:nvGrpSpPr>
          <p:cNvPr id="1241" name="Google Shape;1241;p172"/>
          <p:cNvGrpSpPr/>
          <p:nvPr/>
        </p:nvGrpSpPr>
        <p:grpSpPr>
          <a:xfrm>
            <a:off x="713225" y="539500"/>
            <a:ext cx="7717500" cy="4064400"/>
            <a:chOff x="713225" y="539500"/>
            <a:chExt cx="7717500" cy="4064400"/>
          </a:xfrm>
        </p:grpSpPr>
        <p:sp>
          <p:nvSpPr>
            <p:cNvPr id="1242" name="Google Shape;1242;p17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43" name="Google Shape;1243;p17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244" name="Google Shape;1244;p17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245" name="Google Shape;1245;p172"/>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246" name="Google Shape;1246;p172"/>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247" name="Google Shape;1247;p172"/>
          <p:cNvSpPr txBox="1"/>
          <p:nvPr>
            <p:ph idx="3" type="subTitle"/>
          </p:nvPr>
        </p:nvSpPr>
        <p:spPr>
          <a:xfrm>
            <a:off x="853775" y="257119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1248" name="Google Shape;1248;p172"/>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249" name="Google Shape;1249;p172"/>
          <p:cNvSpPr txBox="1"/>
          <p:nvPr>
            <p:ph idx="5" type="subTitle"/>
          </p:nvPr>
        </p:nvSpPr>
        <p:spPr>
          <a:xfrm>
            <a:off x="4452875" y="2570500"/>
            <a:ext cx="3761700" cy="172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1250" name="Google Shape;1250;p172"/>
          <p:cNvSpPr txBox="1"/>
          <p:nvPr>
            <p:ph idx="6" type="subTitle"/>
          </p:nvPr>
        </p:nvSpPr>
        <p:spPr>
          <a:xfrm>
            <a:off x="853775" y="323750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251" name="Google Shape;1251;p172"/>
          <p:cNvSpPr txBox="1"/>
          <p:nvPr>
            <p:ph idx="7" type="subTitle"/>
          </p:nvPr>
        </p:nvSpPr>
        <p:spPr>
          <a:xfrm>
            <a:off x="853775" y="362674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_1_1_1_1">
    <p:bg>
      <p:bgPr>
        <a:solidFill>
          <a:schemeClr val="dk1"/>
        </a:solidFill>
      </p:bgPr>
    </p:bg>
    <p:spTree>
      <p:nvGrpSpPr>
        <p:cNvPr id="1252" name="Shape 1252"/>
        <p:cNvGrpSpPr/>
        <p:nvPr/>
      </p:nvGrpSpPr>
      <p:grpSpPr>
        <a:xfrm>
          <a:off x="0" y="0"/>
          <a:ext cx="0" cy="0"/>
          <a:chOff x="0" y="0"/>
          <a:chExt cx="0" cy="0"/>
        </a:xfrm>
      </p:grpSpPr>
      <p:grpSp>
        <p:nvGrpSpPr>
          <p:cNvPr id="1253" name="Google Shape;1253;p173"/>
          <p:cNvGrpSpPr/>
          <p:nvPr/>
        </p:nvGrpSpPr>
        <p:grpSpPr>
          <a:xfrm>
            <a:off x="713225" y="539500"/>
            <a:ext cx="7717500" cy="4064400"/>
            <a:chOff x="713225" y="539500"/>
            <a:chExt cx="7717500" cy="4064400"/>
          </a:xfrm>
        </p:grpSpPr>
        <p:sp>
          <p:nvSpPr>
            <p:cNvPr id="1254" name="Google Shape;1254;p17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5" name="Google Shape;1255;p17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256" name="Google Shape;1256;p17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257" name="Google Shape;1257;p173"/>
          <p:cNvSpPr txBox="1"/>
          <p:nvPr>
            <p:ph idx="1" type="subTitle"/>
          </p:nvPr>
        </p:nvSpPr>
        <p:spPr>
          <a:xfrm>
            <a:off x="1112425"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258" name="Google Shape;1258;p173"/>
          <p:cNvSpPr txBox="1"/>
          <p:nvPr>
            <p:ph idx="2" type="subTitle"/>
          </p:nvPr>
        </p:nvSpPr>
        <p:spPr>
          <a:xfrm>
            <a:off x="1112425"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59" name="Google Shape;1259;p173"/>
          <p:cNvSpPr txBox="1"/>
          <p:nvPr>
            <p:ph idx="3" type="subTitle"/>
          </p:nvPr>
        </p:nvSpPr>
        <p:spPr>
          <a:xfrm>
            <a:off x="5584150"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260" name="Google Shape;1260;p173"/>
          <p:cNvSpPr txBox="1"/>
          <p:nvPr>
            <p:ph idx="4" type="subTitle"/>
          </p:nvPr>
        </p:nvSpPr>
        <p:spPr>
          <a:xfrm>
            <a:off x="5584150"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61" name="Google Shape;1261;p173"/>
          <p:cNvSpPr txBox="1"/>
          <p:nvPr>
            <p:ph idx="5" type="subTitle"/>
          </p:nvPr>
        </p:nvSpPr>
        <p:spPr>
          <a:xfrm>
            <a:off x="1112425"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262" name="Google Shape;1262;p173"/>
          <p:cNvSpPr txBox="1"/>
          <p:nvPr>
            <p:ph idx="6" type="subTitle"/>
          </p:nvPr>
        </p:nvSpPr>
        <p:spPr>
          <a:xfrm>
            <a:off x="1112425"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63" name="Google Shape;1263;p173"/>
          <p:cNvSpPr txBox="1"/>
          <p:nvPr>
            <p:ph idx="7" type="subTitle"/>
          </p:nvPr>
        </p:nvSpPr>
        <p:spPr>
          <a:xfrm>
            <a:off x="5584150"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264" name="Google Shape;1264;p173"/>
          <p:cNvSpPr txBox="1"/>
          <p:nvPr>
            <p:ph idx="8" type="subTitle"/>
          </p:nvPr>
        </p:nvSpPr>
        <p:spPr>
          <a:xfrm>
            <a:off x="5584150"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1_1_1_1_1">
    <p:bg>
      <p:bgPr>
        <a:solidFill>
          <a:schemeClr val="dk1"/>
        </a:solidFill>
      </p:bgPr>
    </p:bg>
    <p:spTree>
      <p:nvGrpSpPr>
        <p:cNvPr id="1265" name="Shape 1265"/>
        <p:cNvGrpSpPr/>
        <p:nvPr/>
      </p:nvGrpSpPr>
      <p:grpSpPr>
        <a:xfrm>
          <a:off x="0" y="0"/>
          <a:ext cx="0" cy="0"/>
          <a:chOff x="0" y="0"/>
          <a:chExt cx="0" cy="0"/>
        </a:xfrm>
      </p:grpSpPr>
      <p:grpSp>
        <p:nvGrpSpPr>
          <p:cNvPr id="1266" name="Google Shape;1266;p174"/>
          <p:cNvGrpSpPr/>
          <p:nvPr/>
        </p:nvGrpSpPr>
        <p:grpSpPr>
          <a:xfrm>
            <a:off x="713300" y="539550"/>
            <a:ext cx="7717500" cy="4064400"/>
            <a:chOff x="713300" y="539550"/>
            <a:chExt cx="7717500" cy="4064400"/>
          </a:xfrm>
        </p:grpSpPr>
        <p:cxnSp>
          <p:nvCxnSpPr>
            <p:cNvPr id="1267" name="Google Shape;1267;p174"/>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268" name="Google Shape;1268;p174"/>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 name="Google Shape;1269;p17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270" name="Google Shape;1270;p174"/>
          <p:cNvSpPr txBox="1"/>
          <p:nvPr>
            <p:ph idx="1" type="subTitle"/>
          </p:nvPr>
        </p:nvSpPr>
        <p:spPr>
          <a:xfrm>
            <a:off x="10166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271" name="Google Shape;1271;p174"/>
          <p:cNvSpPr txBox="1"/>
          <p:nvPr>
            <p:ph idx="2" type="subTitle"/>
          </p:nvPr>
        </p:nvSpPr>
        <p:spPr>
          <a:xfrm>
            <a:off x="10166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72" name="Google Shape;1272;p174"/>
          <p:cNvSpPr txBox="1"/>
          <p:nvPr>
            <p:ph idx="3" type="subTitle"/>
          </p:nvPr>
        </p:nvSpPr>
        <p:spPr>
          <a:xfrm>
            <a:off x="10166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273" name="Google Shape;1273;p174"/>
          <p:cNvSpPr txBox="1"/>
          <p:nvPr>
            <p:ph idx="4" type="subTitle"/>
          </p:nvPr>
        </p:nvSpPr>
        <p:spPr>
          <a:xfrm>
            <a:off x="10166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74" name="Google Shape;1274;p174"/>
          <p:cNvSpPr txBox="1"/>
          <p:nvPr>
            <p:ph idx="5" type="subTitle"/>
          </p:nvPr>
        </p:nvSpPr>
        <p:spPr>
          <a:xfrm>
            <a:off x="48094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275" name="Google Shape;1275;p174"/>
          <p:cNvSpPr txBox="1"/>
          <p:nvPr>
            <p:ph idx="6" type="subTitle"/>
          </p:nvPr>
        </p:nvSpPr>
        <p:spPr>
          <a:xfrm>
            <a:off x="48094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76" name="Google Shape;1276;p174"/>
          <p:cNvSpPr txBox="1"/>
          <p:nvPr>
            <p:ph idx="7" type="subTitle"/>
          </p:nvPr>
        </p:nvSpPr>
        <p:spPr>
          <a:xfrm>
            <a:off x="48094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277" name="Google Shape;1277;p174"/>
          <p:cNvSpPr txBox="1"/>
          <p:nvPr>
            <p:ph idx="8" type="subTitle"/>
          </p:nvPr>
        </p:nvSpPr>
        <p:spPr>
          <a:xfrm>
            <a:off x="48094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1_1_1_1_1_1_1_1_1">
    <p:bg>
      <p:bgPr>
        <a:solidFill>
          <a:schemeClr val="dk1"/>
        </a:solidFill>
      </p:bgPr>
    </p:bg>
    <p:spTree>
      <p:nvGrpSpPr>
        <p:cNvPr id="1278" name="Shape 1278"/>
        <p:cNvGrpSpPr/>
        <p:nvPr/>
      </p:nvGrpSpPr>
      <p:grpSpPr>
        <a:xfrm>
          <a:off x="0" y="0"/>
          <a:ext cx="0" cy="0"/>
          <a:chOff x="0" y="0"/>
          <a:chExt cx="0" cy="0"/>
        </a:xfrm>
      </p:grpSpPr>
      <p:grpSp>
        <p:nvGrpSpPr>
          <p:cNvPr id="1279" name="Google Shape;1279;p175"/>
          <p:cNvGrpSpPr/>
          <p:nvPr/>
        </p:nvGrpSpPr>
        <p:grpSpPr>
          <a:xfrm>
            <a:off x="713225" y="539500"/>
            <a:ext cx="7717500" cy="4064400"/>
            <a:chOff x="713225" y="539500"/>
            <a:chExt cx="7717500" cy="4064400"/>
          </a:xfrm>
        </p:grpSpPr>
        <p:sp>
          <p:nvSpPr>
            <p:cNvPr id="1280" name="Google Shape;1280;p17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1" name="Google Shape;1281;p17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282" name="Google Shape;1282;p17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283" name="Google Shape;1283;p175"/>
          <p:cNvSpPr txBox="1"/>
          <p:nvPr>
            <p:ph idx="1" type="subTitle"/>
          </p:nvPr>
        </p:nvSpPr>
        <p:spPr>
          <a:xfrm>
            <a:off x="8844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284" name="Google Shape;1284;p175"/>
          <p:cNvSpPr txBox="1"/>
          <p:nvPr>
            <p:ph idx="2" type="subTitle"/>
          </p:nvPr>
        </p:nvSpPr>
        <p:spPr>
          <a:xfrm>
            <a:off x="884474"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85" name="Google Shape;1285;p175"/>
          <p:cNvSpPr txBox="1"/>
          <p:nvPr>
            <p:ph idx="3" type="subTitle"/>
          </p:nvPr>
        </p:nvSpPr>
        <p:spPr>
          <a:xfrm>
            <a:off x="2767708"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286" name="Google Shape;1286;p175"/>
          <p:cNvSpPr txBox="1"/>
          <p:nvPr>
            <p:ph idx="4" type="subTitle"/>
          </p:nvPr>
        </p:nvSpPr>
        <p:spPr>
          <a:xfrm>
            <a:off x="2767709"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87" name="Google Shape;1287;p175"/>
          <p:cNvSpPr txBox="1"/>
          <p:nvPr>
            <p:ph idx="5" type="subTitle"/>
          </p:nvPr>
        </p:nvSpPr>
        <p:spPr>
          <a:xfrm>
            <a:off x="4650942"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288" name="Google Shape;1288;p175"/>
          <p:cNvSpPr txBox="1"/>
          <p:nvPr>
            <p:ph idx="6" type="subTitle"/>
          </p:nvPr>
        </p:nvSpPr>
        <p:spPr>
          <a:xfrm>
            <a:off x="4650945"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89" name="Google Shape;1289;p175"/>
          <p:cNvSpPr txBox="1"/>
          <p:nvPr>
            <p:ph idx="7" type="subTitle"/>
          </p:nvPr>
        </p:nvSpPr>
        <p:spPr>
          <a:xfrm>
            <a:off x="65341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290" name="Google Shape;1290;p175"/>
          <p:cNvSpPr txBox="1"/>
          <p:nvPr>
            <p:ph idx="8" type="subTitle"/>
          </p:nvPr>
        </p:nvSpPr>
        <p:spPr>
          <a:xfrm>
            <a:off x="6534180"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7">
    <p:bg>
      <p:bgPr>
        <a:solidFill>
          <a:schemeClr val="dk1"/>
        </a:solidFill>
      </p:bgPr>
    </p:bg>
    <p:spTree>
      <p:nvGrpSpPr>
        <p:cNvPr id="1291" name="Shape 1291"/>
        <p:cNvGrpSpPr/>
        <p:nvPr/>
      </p:nvGrpSpPr>
      <p:grpSpPr>
        <a:xfrm>
          <a:off x="0" y="0"/>
          <a:ext cx="0" cy="0"/>
          <a:chOff x="0" y="0"/>
          <a:chExt cx="0" cy="0"/>
        </a:xfrm>
      </p:grpSpPr>
      <p:grpSp>
        <p:nvGrpSpPr>
          <p:cNvPr id="1292" name="Google Shape;1292;p176"/>
          <p:cNvGrpSpPr/>
          <p:nvPr/>
        </p:nvGrpSpPr>
        <p:grpSpPr>
          <a:xfrm>
            <a:off x="713225" y="539500"/>
            <a:ext cx="7717500" cy="4064400"/>
            <a:chOff x="713225" y="539500"/>
            <a:chExt cx="7717500" cy="4064400"/>
          </a:xfrm>
        </p:grpSpPr>
        <p:sp>
          <p:nvSpPr>
            <p:cNvPr id="1293" name="Google Shape;1293;p17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4" name="Google Shape;1294;p17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295" name="Google Shape;1295;p17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296" name="Google Shape;1296;p176"/>
          <p:cNvSpPr txBox="1"/>
          <p:nvPr>
            <p:ph idx="1" type="subTitle"/>
          </p:nvPr>
        </p:nvSpPr>
        <p:spPr>
          <a:xfrm>
            <a:off x="1909431" y="1906051"/>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297" name="Google Shape;1297;p176"/>
          <p:cNvSpPr txBox="1"/>
          <p:nvPr>
            <p:ph idx="2" type="subTitle"/>
          </p:nvPr>
        </p:nvSpPr>
        <p:spPr>
          <a:xfrm>
            <a:off x="1909431" y="1387350"/>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98" name="Google Shape;1298;p176"/>
          <p:cNvSpPr txBox="1"/>
          <p:nvPr>
            <p:ph idx="3" type="subTitle"/>
          </p:nvPr>
        </p:nvSpPr>
        <p:spPr>
          <a:xfrm>
            <a:off x="4971369" y="1906050"/>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299" name="Google Shape;1299;p176"/>
          <p:cNvSpPr txBox="1"/>
          <p:nvPr>
            <p:ph idx="4" type="subTitle"/>
          </p:nvPr>
        </p:nvSpPr>
        <p:spPr>
          <a:xfrm>
            <a:off x="4971369" y="1387350"/>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00" name="Google Shape;1300;p176"/>
          <p:cNvSpPr txBox="1"/>
          <p:nvPr>
            <p:ph idx="5" type="subTitle"/>
          </p:nvPr>
        </p:nvSpPr>
        <p:spPr>
          <a:xfrm>
            <a:off x="1909431" y="3654425"/>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301" name="Google Shape;1301;p176"/>
          <p:cNvSpPr txBox="1"/>
          <p:nvPr>
            <p:ph idx="6" type="subTitle"/>
          </p:nvPr>
        </p:nvSpPr>
        <p:spPr>
          <a:xfrm>
            <a:off x="1909431" y="3135724"/>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02" name="Google Shape;1302;p176"/>
          <p:cNvSpPr txBox="1"/>
          <p:nvPr>
            <p:ph idx="7" type="subTitle"/>
          </p:nvPr>
        </p:nvSpPr>
        <p:spPr>
          <a:xfrm>
            <a:off x="4971369" y="3654424"/>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303" name="Google Shape;1303;p176"/>
          <p:cNvSpPr txBox="1"/>
          <p:nvPr>
            <p:ph idx="8" type="subTitle"/>
          </p:nvPr>
        </p:nvSpPr>
        <p:spPr>
          <a:xfrm>
            <a:off x="4971369" y="3135724"/>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1_1_1_1_1_2">
    <p:bg>
      <p:bgPr>
        <a:solidFill>
          <a:schemeClr val="dk1"/>
        </a:solidFill>
      </p:bgPr>
    </p:bg>
    <p:spTree>
      <p:nvGrpSpPr>
        <p:cNvPr id="1304" name="Shape 1304"/>
        <p:cNvGrpSpPr/>
        <p:nvPr/>
      </p:nvGrpSpPr>
      <p:grpSpPr>
        <a:xfrm>
          <a:off x="0" y="0"/>
          <a:ext cx="0" cy="0"/>
          <a:chOff x="0" y="0"/>
          <a:chExt cx="0" cy="0"/>
        </a:xfrm>
      </p:grpSpPr>
      <p:grpSp>
        <p:nvGrpSpPr>
          <p:cNvPr id="1305" name="Google Shape;1305;p177"/>
          <p:cNvGrpSpPr/>
          <p:nvPr/>
        </p:nvGrpSpPr>
        <p:grpSpPr>
          <a:xfrm>
            <a:off x="713225" y="539500"/>
            <a:ext cx="7717500" cy="4064400"/>
            <a:chOff x="713225" y="539500"/>
            <a:chExt cx="7717500" cy="4064400"/>
          </a:xfrm>
        </p:grpSpPr>
        <p:sp>
          <p:nvSpPr>
            <p:cNvPr id="1306" name="Google Shape;1306;p17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07" name="Google Shape;1307;p17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308" name="Google Shape;1308;p17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309" name="Google Shape;1309;p177"/>
          <p:cNvSpPr txBox="1"/>
          <p:nvPr>
            <p:ph idx="1" type="subTitle"/>
          </p:nvPr>
        </p:nvSpPr>
        <p:spPr>
          <a:xfrm>
            <a:off x="95812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310" name="Google Shape;1310;p177"/>
          <p:cNvSpPr txBox="1"/>
          <p:nvPr>
            <p:ph idx="2" type="subTitle"/>
          </p:nvPr>
        </p:nvSpPr>
        <p:spPr>
          <a:xfrm>
            <a:off x="95812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11" name="Google Shape;1311;p177"/>
          <p:cNvSpPr txBox="1"/>
          <p:nvPr>
            <p:ph idx="3" type="subTitle"/>
          </p:nvPr>
        </p:nvSpPr>
        <p:spPr>
          <a:xfrm>
            <a:off x="3420000"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312" name="Google Shape;1312;p177"/>
          <p:cNvSpPr txBox="1"/>
          <p:nvPr>
            <p:ph idx="4" type="subTitle"/>
          </p:nvPr>
        </p:nvSpPr>
        <p:spPr>
          <a:xfrm>
            <a:off x="3420000"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13" name="Google Shape;1313;p177"/>
          <p:cNvSpPr txBox="1"/>
          <p:nvPr>
            <p:ph idx="5" type="subTitle"/>
          </p:nvPr>
        </p:nvSpPr>
        <p:spPr>
          <a:xfrm>
            <a:off x="588187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314" name="Google Shape;1314;p177"/>
          <p:cNvSpPr txBox="1"/>
          <p:nvPr>
            <p:ph idx="6" type="subTitle"/>
          </p:nvPr>
        </p:nvSpPr>
        <p:spPr>
          <a:xfrm>
            <a:off x="588187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15" name="Google Shape;1315;p177"/>
          <p:cNvSpPr txBox="1"/>
          <p:nvPr>
            <p:ph idx="7" type="subTitle"/>
          </p:nvPr>
        </p:nvSpPr>
        <p:spPr>
          <a:xfrm>
            <a:off x="2189050"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316" name="Google Shape;1316;p177"/>
          <p:cNvSpPr txBox="1"/>
          <p:nvPr>
            <p:ph idx="8" type="subTitle"/>
          </p:nvPr>
        </p:nvSpPr>
        <p:spPr>
          <a:xfrm>
            <a:off x="2189050"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17" name="Google Shape;1317;p177"/>
          <p:cNvSpPr txBox="1"/>
          <p:nvPr>
            <p:ph idx="9" type="subTitle"/>
          </p:nvPr>
        </p:nvSpPr>
        <p:spPr>
          <a:xfrm>
            <a:off x="4650925"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318" name="Google Shape;1318;p177"/>
          <p:cNvSpPr txBox="1"/>
          <p:nvPr>
            <p:ph idx="13" type="subTitle"/>
          </p:nvPr>
        </p:nvSpPr>
        <p:spPr>
          <a:xfrm>
            <a:off x="4650925"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_1_1_1_1_1_1">
    <p:bg>
      <p:bgPr>
        <a:solidFill>
          <a:schemeClr val="dk1"/>
        </a:solidFill>
      </p:bgPr>
    </p:bg>
    <p:spTree>
      <p:nvGrpSpPr>
        <p:cNvPr id="1319" name="Shape 1319"/>
        <p:cNvGrpSpPr/>
        <p:nvPr/>
      </p:nvGrpSpPr>
      <p:grpSpPr>
        <a:xfrm>
          <a:off x="0" y="0"/>
          <a:ext cx="0" cy="0"/>
          <a:chOff x="0" y="0"/>
          <a:chExt cx="0" cy="0"/>
        </a:xfrm>
      </p:grpSpPr>
      <p:grpSp>
        <p:nvGrpSpPr>
          <p:cNvPr id="1320" name="Google Shape;1320;p178"/>
          <p:cNvGrpSpPr/>
          <p:nvPr/>
        </p:nvGrpSpPr>
        <p:grpSpPr>
          <a:xfrm>
            <a:off x="713225" y="539500"/>
            <a:ext cx="7717500" cy="4064400"/>
            <a:chOff x="713225" y="539500"/>
            <a:chExt cx="7717500" cy="4064400"/>
          </a:xfrm>
        </p:grpSpPr>
        <p:sp>
          <p:nvSpPr>
            <p:cNvPr id="1321" name="Google Shape;1321;p17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2" name="Google Shape;1322;p17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323" name="Google Shape;1323;p17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324" name="Google Shape;1324;p178"/>
          <p:cNvSpPr txBox="1"/>
          <p:nvPr>
            <p:ph idx="1" type="subTitle"/>
          </p:nvPr>
        </p:nvSpPr>
        <p:spPr>
          <a:xfrm>
            <a:off x="1134425"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325" name="Google Shape;1325;p178"/>
          <p:cNvSpPr txBox="1"/>
          <p:nvPr>
            <p:ph idx="2" type="subTitle"/>
          </p:nvPr>
        </p:nvSpPr>
        <p:spPr>
          <a:xfrm>
            <a:off x="113442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26" name="Google Shape;1326;p178"/>
          <p:cNvSpPr txBox="1"/>
          <p:nvPr>
            <p:ph idx="3" type="subTitle"/>
          </p:nvPr>
        </p:nvSpPr>
        <p:spPr>
          <a:xfrm>
            <a:off x="3495738"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327" name="Google Shape;1327;p178"/>
          <p:cNvSpPr txBox="1"/>
          <p:nvPr>
            <p:ph idx="4" type="subTitle"/>
          </p:nvPr>
        </p:nvSpPr>
        <p:spPr>
          <a:xfrm>
            <a:off x="3495750"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28" name="Google Shape;1328;p178"/>
          <p:cNvSpPr txBox="1"/>
          <p:nvPr>
            <p:ph idx="5" type="subTitle"/>
          </p:nvPr>
        </p:nvSpPr>
        <p:spPr>
          <a:xfrm>
            <a:off x="5857051"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329" name="Google Shape;1329;p178"/>
          <p:cNvSpPr txBox="1"/>
          <p:nvPr>
            <p:ph idx="6" type="subTitle"/>
          </p:nvPr>
        </p:nvSpPr>
        <p:spPr>
          <a:xfrm>
            <a:off x="585707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30" name="Google Shape;1330;p178"/>
          <p:cNvSpPr txBox="1"/>
          <p:nvPr>
            <p:ph idx="7" type="subTitle"/>
          </p:nvPr>
        </p:nvSpPr>
        <p:spPr>
          <a:xfrm>
            <a:off x="1134425"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331" name="Google Shape;1331;p178"/>
          <p:cNvSpPr txBox="1"/>
          <p:nvPr>
            <p:ph idx="8" type="subTitle"/>
          </p:nvPr>
        </p:nvSpPr>
        <p:spPr>
          <a:xfrm>
            <a:off x="113442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32" name="Google Shape;1332;p178"/>
          <p:cNvSpPr txBox="1"/>
          <p:nvPr>
            <p:ph idx="9" type="subTitle"/>
          </p:nvPr>
        </p:nvSpPr>
        <p:spPr>
          <a:xfrm>
            <a:off x="3495738"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333" name="Google Shape;1333;p178"/>
          <p:cNvSpPr txBox="1"/>
          <p:nvPr>
            <p:ph idx="13" type="subTitle"/>
          </p:nvPr>
        </p:nvSpPr>
        <p:spPr>
          <a:xfrm>
            <a:off x="3495750"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34" name="Google Shape;1334;p178"/>
          <p:cNvSpPr txBox="1"/>
          <p:nvPr>
            <p:ph idx="14" type="subTitle"/>
          </p:nvPr>
        </p:nvSpPr>
        <p:spPr>
          <a:xfrm>
            <a:off x="5857051"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335" name="Google Shape;1335;p178"/>
          <p:cNvSpPr txBox="1"/>
          <p:nvPr>
            <p:ph idx="15" type="subTitle"/>
          </p:nvPr>
        </p:nvSpPr>
        <p:spPr>
          <a:xfrm>
            <a:off x="585707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21">
    <p:bg>
      <p:bgPr>
        <a:solidFill>
          <a:schemeClr val="dk1"/>
        </a:solidFill>
      </p:bgPr>
    </p:bg>
    <p:spTree>
      <p:nvGrpSpPr>
        <p:cNvPr id="1336" name="Shape 1336"/>
        <p:cNvGrpSpPr/>
        <p:nvPr/>
      </p:nvGrpSpPr>
      <p:grpSpPr>
        <a:xfrm>
          <a:off x="0" y="0"/>
          <a:ext cx="0" cy="0"/>
          <a:chOff x="0" y="0"/>
          <a:chExt cx="0" cy="0"/>
        </a:xfrm>
      </p:grpSpPr>
      <p:grpSp>
        <p:nvGrpSpPr>
          <p:cNvPr id="1337" name="Google Shape;1337;p179"/>
          <p:cNvGrpSpPr/>
          <p:nvPr/>
        </p:nvGrpSpPr>
        <p:grpSpPr>
          <a:xfrm>
            <a:off x="713225" y="539500"/>
            <a:ext cx="7717500" cy="4064400"/>
            <a:chOff x="713225" y="539500"/>
            <a:chExt cx="7717500" cy="4064400"/>
          </a:xfrm>
        </p:grpSpPr>
        <p:sp>
          <p:nvSpPr>
            <p:cNvPr id="1338" name="Google Shape;1338;p17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39" name="Google Shape;1339;p17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340" name="Google Shape;1340;p17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341" name="Google Shape;1341;p179"/>
          <p:cNvSpPr txBox="1"/>
          <p:nvPr>
            <p:ph idx="1" type="subTitle"/>
          </p:nvPr>
        </p:nvSpPr>
        <p:spPr>
          <a:xfrm>
            <a:off x="1059065"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342" name="Google Shape;1342;p179"/>
          <p:cNvSpPr txBox="1"/>
          <p:nvPr>
            <p:ph idx="2" type="subTitle"/>
          </p:nvPr>
        </p:nvSpPr>
        <p:spPr>
          <a:xfrm>
            <a:off x="1059065"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43" name="Google Shape;1343;p179"/>
          <p:cNvSpPr txBox="1"/>
          <p:nvPr>
            <p:ph idx="3" type="subTitle"/>
          </p:nvPr>
        </p:nvSpPr>
        <p:spPr>
          <a:xfrm>
            <a:off x="1059052" y="2806879"/>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344" name="Google Shape;1344;p179"/>
          <p:cNvSpPr txBox="1"/>
          <p:nvPr>
            <p:ph idx="4" type="subTitle"/>
          </p:nvPr>
        </p:nvSpPr>
        <p:spPr>
          <a:xfrm>
            <a:off x="1059070" y="2454554"/>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45" name="Google Shape;1345;p179"/>
          <p:cNvSpPr txBox="1"/>
          <p:nvPr>
            <p:ph idx="5" type="subTitle"/>
          </p:nvPr>
        </p:nvSpPr>
        <p:spPr>
          <a:xfrm>
            <a:off x="5042599"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346" name="Google Shape;1346;p179"/>
          <p:cNvSpPr txBox="1"/>
          <p:nvPr>
            <p:ph idx="6" type="subTitle"/>
          </p:nvPr>
        </p:nvSpPr>
        <p:spPr>
          <a:xfrm>
            <a:off x="5042634"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47" name="Google Shape;1347;p179"/>
          <p:cNvSpPr txBox="1"/>
          <p:nvPr>
            <p:ph idx="7" type="subTitle"/>
          </p:nvPr>
        </p:nvSpPr>
        <p:spPr>
          <a:xfrm>
            <a:off x="1059065"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348" name="Google Shape;1348;p179"/>
          <p:cNvSpPr txBox="1"/>
          <p:nvPr>
            <p:ph idx="8" type="subTitle"/>
          </p:nvPr>
        </p:nvSpPr>
        <p:spPr>
          <a:xfrm>
            <a:off x="1059065"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49" name="Google Shape;1349;p179"/>
          <p:cNvSpPr txBox="1"/>
          <p:nvPr>
            <p:ph idx="9" type="subTitle"/>
          </p:nvPr>
        </p:nvSpPr>
        <p:spPr>
          <a:xfrm>
            <a:off x="5042630" y="2806867"/>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350" name="Google Shape;1350;p179"/>
          <p:cNvSpPr txBox="1"/>
          <p:nvPr>
            <p:ph idx="13" type="subTitle"/>
          </p:nvPr>
        </p:nvSpPr>
        <p:spPr>
          <a:xfrm>
            <a:off x="5042648" y="24545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51" name="Google Shape;1351;p179"/>
          <p:cNvSpPr txBox="1"/>
          <p:nvPr>
            <p:ph idx="14" type="subTitle"/>
          </p:nvPr>
        </p:nvSpPr>
        <p:spPr>
          <a:xfrm>
            <a:off x="5042599"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352" name="Google Shape;1352;p179"/>
          <p:cNvSpPr txBox="1"/>
          <p:nvPr>
            <p:ph idx="15" type="subTitle"/>
          </p:nvPr>
        </p:nvSpPr>
        <p:spPr>
          <a:xfrm>
            <a:off x="5042634"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_1_1_1_1_1">
    <p:bg>
      <p:bgPr>
        <a:solidFill>
          <a:schemeClr val="dk1"/>
        </a:solidFill>
      </p:bgPr>
    </p:bg>
    <p:spTree>
      <p:nvGrpSpPr>
        <p:cNvPr id="1353" name="Shape 1353"/>
        <p:cNvGrpSpPr/>
        <p:nvPr/>
      </p:nvGrpSpPr>
      <p:grpSpPr>
        <a:xfrm>
          <a:off x="0" y="0"/>
          <a:ext cx="0" cy="0"/>
          <a:chOff x="0" y="0"/>
          <a:chExt cx="0" cy="0"/>
        </a:xfrm>
      </p:grpSpPr>
      <p:grpSp>
        <p:nvGrpSpPr>
          <p:cNvPr id="1354" name="Google Shape;1354;p180"/>
          <p:cNvGrpSpPr/>
          <p:nvPr/>
        </p:nvGrpSpPr>
        <p:grpSpPr>
          <a:xfrm>
            <a:off x="713225" y="539500"/>
            <a:ext cx="7717500" cy="4064400"/>
            <a:chOff x="713225" y="539500"/>
            <a:chExt cx="7717500" cy="4064400"/>
          </a:xfrm>
        </p:grpSpPr>
        <p:sp>
          <p:nvSpPr>
            <p:cNvPr id="1355" name="Google Shape;1355;p18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56" name="Google Shape;1356;p180"/>
            <p:cNvCxnSpPr/>
            <p:nvPr/>
          </p:nvCxnSpPr>
          <p:spPr>
            <a:xfrm>
              <a:off x="734825" y="1483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357" name="Google Shape;1357;p180"/>
          <p:cNvSpPr txBox="1"/>
          <p:nvPr>
            <p:ph type="title"/>
          </p:nvPr>
        </p:nvSpPr>
        <p:spPr>
          <a:xfrm>
            <a:off x="3607800" y="539500"/>
            <a:ext cx="4519200" cy="939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r">
              <a:spcBef>
                <a:spcPts val="0"/>
              </a:spcBef>
              <a:spcAft>
                <a:spcPts val="0"/>
              </a:spcAft>
              <a:buClr>
                <a:schemeClr val="lt1"/>
              </a:buClr>
              <a:buSzPts val="4800"/>
              <a:buNone/>
              <a:defRPr sz="4800">
                <a:solidFill>
                  <a:schemeClr val="lt1"/>
                </a:solidFill>
              </a:defRPr>
            </a:lvl2pPr>
            <a:lvl3pPr lvl="2" algn="r">
              <a:spcBef>
                <a:spcPts val="0"/>
              </a:spcBef>
              <a:spcAft>
                <a:spcPts val="0"/>
              </a:spcAft>
              <a:buClr>
                <a:schemeClr val="lt1"/>
              </a:buClr>
              <a:buSzPts val="4800"/>
              <a:buNone/>
              <a:defRPr sz="4800">
                <a:solidFill>
                  <a:schemeClr val="lt1"/>
                </a:solidFill>
              </a:defRPr>
            </a:lvl3pPr>
            <a:lvl4pPr lvl="3" algn="r">
              <a:spcBef>
                <a:spcPts val="0"/>
              </a:spcBef>
              <a:spcAft>
                <a:spcPts val="0"/>
              </a:spcAft>
              <a:buClr>
                <a:schemeClr val="lt1"/>
              </a:buClr>
              <a:buSzPts val="4800"/>
              <a:buNone/>
              <a:defRPr sz="4800">
                <a:solidFill>
                  <a:schemeClr val="lt1"/>
                </a:solidFill>
              </a:defRPr>
            </a:lvl4pPr>
            <a:lvl5pPr lvl="4" algn="r">
              <a:spcBef>
                <a:spcPts val="0"/>
              </a:spcBef>
              <a:spcAft>
                <a:spcPts val="0"/>
              </a:spcAft>
              <a:buClr>
                <a:schemeClr val="lt1"/>
              </a:buClr>
              <a:buSzPts val="4800"/>
              <a:buNone/>
              <a:defRPr sz="4800">
                <a:solidFill>
                  <a:schemeClr val="lt1"/>
                </a:solidFill>
              </a:defRPr>
            </a:lvl5pPr>
            <a:lvl6pPr lvl="5" algn="r">
              <a:spcBef>
                <a:spcPts val="0"/>
              </a:spcBef>
              <a:spcAft>
                <a:spcPts val="0"/>
              </a:spcAft>
              <a:buClr>
                <a:schemeClr val="lt1"/>
              </a:buClr>
              <a:buSzPts val="4800"/>
              <a:buNone/>
              <a:defRPr sz="4800">
                <a:solidFill>
                  <a:schemeClr val="lt1"/>
                </a:solidFill>
              </a:defRPr>
            </a:lvl6pPr>
            <a:lvl7pPr lvl="6" algn="r">
              <a:spcBef>
                <a:spcPts val="0"/>
              </a:spcBef>
              <a:spcAft>
                <a:spcPts val="0"/>
              </a:spcAft>
              <a:buClr>
                <a:schemeClr val="lt1"/>
              </a:buClr>
              <a:buSzPts val="4800"/>
              <a:buNone/>
              <a:defRPr sz="4800">
                <a:solidFill>
                  <a:schemeClr val="lt1"/>
                </a:solidFill>
              </a:defRPr>
            </a:lvl7pPr>
            <a:lvl8pPr lvl="7" algn="r">
              <a:spcBef>
                <a:spcPts val="0"/>
              </a:spcBef>
              <a:spcAft>
                <a:spcPts val="0"/>
              </a:spcAft>
              <a:buClr>
                <a:schemeClr val="lt1"/>
              </a:buClr>
              <a:buSzPts val="4800"/>
              <a:buNone/>
              <a:defRPr sz="4800">
                <a:solidFill>
                  <a:schemeClr val="lt1"/>
                </a:solidFill>
              </a:defRPr>
            </a:lvl8pPr>
            <a:lvl9pPr lvl="8" algn="r">
              <a:spcBef>
                <a:spcPts val="0"/>
              </a:spcBef>
              <a:spcAft>
                <a:spcPts val="0"/>
              </a:spcAft>
              <a:buClr>
                <a:schemeClr val="lt1"/>
              </a:buClr>
              <a:buSzPts val="4800"/>
              <a:buNone/>
              <a:defRPr sz="4800">
                <a:solidFill>
                  <a:schemeClr val="lt1"/>
                </a:solidFill>
              </a:defRPr>
            </a:lvl9pPr>
          </a:lstStyle>
          <a:p/>
        </p:txBody>
      </p:sp>
      <p:sp>
        <p:nvSpPr>
          <p:cNvPr id="1358" name="Google Shape;1358;p180"/>
          <p:cNvSpPr txBox="1"/>
          <p:nvPr>
            <p:ph idx="1" type="subTitle"/>
          </p:nvPr>
        </p:nvSpPr>
        <p:spPr>
          <a:xfrm>
            <a:off x="3607800" y="2278000"/>
            <a:ext cx="4519200" cy="744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r">
              <a:lnSpc>
                <a:spcPct val="100000"/>
              </a:lnSpc>
              <a:spcBef>
                <a:spcPts val="0"/>
              </a:spcBef>
              <a:spcAft>
                <a:spcPts val="0"/>
              </a:spcAft>
              <a:buClr>
                <a:schemeClr val="lt1"/>
              </a:buClr>
              <a:buSzPts val="2800"/>
              <a:buNone/>
              <a:defRPr sz="2800">
                <a:solidFill>
                  <a:schemeClr val="lt1"/>
                </a:solidFill>
              </a:defRPr>
            </a:lvl2pPr>
            <a:lvl3pPr lvl="2" algn="r">
              <a:lnSpc>
                <a:spcPct val="100000"/>
              </a:lnSpc>
              <a:spcBef>
                <a:spcPts val="0"/>
              </a:spcBef>
              <a:spcAft>
                <a:spcPts val="0"/>
              </a:spcAft>
              <a:buClr>
                <a:schemeClr val="lt1"/>
              </a:buClr>
              <a:buSzPts val="2800"/>
              <a:buNone/>
              <a:defRPr sz="2800">
                <a:solidFill>
                  <a:schemeClr val="lt1"/>
                </a:solidFill>
              </a:defRPr>
            </a:lvl3pPr>
            <a:lvl4pPr lvl="3" algn="r">
              <a:lnSpc>
                <a:spcPct val="100000"/>
              </a:lnSpc>
              <a:spcBef>
                <a:spcPts val="0"/>
              </a:spcBef>
              <a:spcAft>
                <a:spcPts val="0"/>
              </a:spcAft>
              <a:buClr>
                <a:schemeClr val="lt1"/>
              </a:buClr>
              <a:buSzPts val="2800"/>
              <a:buNone/>
              <a:defRPr sz="2800">
                <a:solidFill>
                  <a:schemeClr val="lt1"/>
                </a:solidFill>
              </a:defRPr>
            </a:lvl4pPr>
            <a:lvl5pPr lvl="4" algn="r">
              <a:lnSpc>
                <a:spcPct val="100000"/>
              </a:lnSpc>
              <a:spcBef>
                <a:spcPts val="0"/>
              </a:spcBef>
              <a:spcAft>
                <a:spcPts val="0"/>
              </a:spcAft>
              <a:buClr>
                <a:schemeClr val="lt1"/>
              </a:buClr>
              <a:buSzPts val="2800"/>
              <a:buNone/>
              <a:defRPr sz="2800">
                <a:solidFill>
                  <a:schemeClr val="lt1"/>
                </a:solidFill>
              </a:defRPr>
            </a:lvl5pPr>
            <a:lvl6pPr lvl="5" algn="r">
              <a:lnSpc>
                <a:spcPct val="100000"/>
              </a:lnSpc>
              <a:spcBef>
                <a:spcPts val="0"/>
              </a:spcBef>
              <a:spcAft>
                <a:spcPts val="0"/>
              </a:spcAft>
              <a:buClr>
                <a:schemeClr val="lt1"/>
              </a:buClr>
              <a:buSzPts val="2800"/>
              <a:buNone/>
              <a:defRPr sz="2800">
                <a:solidFill>
                  <a:schemeClr val="lt1"/>
                </a:solidFill>
              </a:defRPr>
            </a:lvl6pPr>
            <a:lvl7pPr lvl="6" algn="r">
              <a:lnSpc>
                <a:spcPct val="100000"/>
              </a:lnSpc>
              <a:spcBef>
                <a:spcPts val="0"/>
              </a:spcBef>
              <a:spcAft>
                <a:spcPts val="0"/>
              </a:spcAft>
              <a:buClr>
                <a:schemeClr val="lt1"/>
              </a:buClr>
              <a:buSzPts val="2800"/>
              <a:buNone/>
              <a:defRPr sz="2800">
                <a:solidFill>
                  <a:schemeClr val="lt1"/>
                </a:solidFill>
              </a:defRPr>
            </a:lvl7pPr>
            <a:lvl8pPr lvl="7"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sp>
        <p:nvSpPr>
          <p:cNvPr id="1359" name="Google Shape;1359;p180"/>
          <p:cNvSpPr txBox="1"/>
          <p:nvPr>
            <p:ph idx="2" type="subTitle"/>
          </p:nvPr>
        </p:nvSpPr>
        <p:spPr>
          <a:xfrm>
            <a:off x="3607800" y="1769750"/>
            <a:ext cx="4519200" cy="510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360" name="Google Shape;1360;p180"/>
          <p:cNvSpPr txBox="1"/>
          <p:nvPr/>
        </p:nvSpPr>
        <p:spPr>
          <a:xfrm>
            <a:off x="3508050" y="3477600"/>
            <a:ext cx="4718700" cy="554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Roboto"/>
                <a:ea typeface="Roboto"/>
                <a:cs typeface="Roboto"/>
                <a:sym typeface="Roboto"/>
              </a:rPr>
              <a:t>CREDITS:</a:t>
            </a:r>
            <a:r>
              <a:rPr lang="en" sz="1200">
                <a:solidFill>
                  <a:schemeClr val="lt1"/>
                </a:solidFill>
                <a:latin typeface="Roboto"/>
                <a:ea typeface="Roboto"/>
                <a:cs typeface="Roboto"/>
                <a:sym typeface="Roboto"/>
              </a:rPr>
              <a:t> This presentation template was created by </a:t>
            </a:r>
            <a:r>
              <a:rPr b="1" lang="en" sz="1200">
                <a:solidFill>
                  <a:schemeClr val="accent1"/>
                </a:solidFill>
                <a:uFill>
                  <a:noFill/>
                </a:uFill>
                <a:latin typeface="Roboto"/>
                <a:ea typeface="Roboto"/>
                <a:cs typeface="Roboto"/>
                <a:sym typeface="Roboto"/>
                <a:hlinkClick r:id="rId2">
                  <a:extLst>
                    <a:ext uri="{A12FA001-AC4F-418D-AE19-62706E023703}">
                      <ahyp:hlinkClr val="tx"/>
                    </a:ext>
                  </a:extLst>
                </a:hlinkClick>
              </a:rPr>
              <a:t>Slidesgo</a:t>
            </a:r>
            <a:r>
              <a:rPr b="1" lang="en" sz="1200">
                <a:solidFill>
                  <a:schemeClr val="accent6"/>
                </a:solidFill>
                <a:latin typeface="Roboto"/>
                <a:ea typeface="Roboto"/>
                <a:cs typeface="Roboto"/>
                <a:sym typeface="Roboto"/>
              </a:rPr>
              <a:t>,</a:t>
            </a:r>
            <a:r>
              <a:rPr lang="en" sz="1200">
                <a:solidFill>
                  <a:schemeClr val="lt1"/>
                </a:solidFill>
                <a:latin typeface="Roboto"/>
                <a:ea typeface="Roboto"/>
                <a:cs typeface="Roboto"/>
                <a:sym typeface="Roboto"/>
              </a:rPr>
              <a:t> including icons by </a:t>
            </a:r>
            <a:r>
              <a:rPr b="1" lang="en" sz="1200">
                <a:solidFill>
                  <a:schemeClr val="accent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1"/>
                </a:solidFill>
                <a:latin typeface="Roboto"/>
                <a:ea typeface="Roboto"/>
                <a:cs typeface="Roboto"/>
                <a:sym typeface="Roboto"/>
              </a:rPr>
              <a:t>, and infographics &amp; images by </a:t>
            </a:r>
            <a:r>
              <a:rPr b="1" lang="en" sz="1200">
                <a:solidFill>
                  <a:schemeClr val="accent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accent1"/>
              </a:solidFill>
              <a:latin typeface="Roboto"/>
              <a:ea typeface="Roboto"/>
              <a:cs typeface="Roboto"/>
              <a:sym typeface="Roboto"/>
            </a:endParaRPr>
          </a:p>
        </p:txBody>
      </p:sp>
    </p:spTree>
  </p:cSld>
  <p:clrMapOvr>
    <a:masterClrMapping/>
  </p:clrMapOvr>
</p:sldLayout>
</file>

<file path=ppt/slideLayouts/slideLayout1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_1_1_1_1_1">
    <p:bg>
      <p:bgPr>
        <a:solidFill>
          <a:schemeClr val="dk1"/>
        </a:solidFill>
      </p:bgPr>
    </p:bg>
    <p:spTree>
      <p:nvGrpSpPr>
        <p:cNvPr id="1361" name="Shape 1361"/>
        <p:cNvGrpSpPr/>
        <p:nvPr/>
      </p:nvGrpSpPr>
      <p:grpSpPr>
        <a:xfrm>
          <a:off x="0" y="0"/>
          <a:ext cx="0" cy="0"/>
          <a:chOff x="0" y="0"/>
          <a:chExt cx="0" cy="0"/>
        </a:xfrm>
      </p:grpSpPr>
      <p:sp>
        <p:nvSpPr>
          <p:cNvPr id="1362" name="Google Shape;1362;p18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_1_1_1_1_1">
    <p:bg>
      <p:bgPr>
        <a:solidFill>
          <a:schemeClr val="dk1"/>
        </a:solidFill>
      </p:bgPr>
    </p:bg>
    <p:spTree>
      <p:nvGrpSpPr>
        <p:cNvPr id="1363" name="Shape 1363"/>
        <p:cNvGrpSpPr/>
        <p:nvPr/>
      </p:nvGrpSpPr>
      <p:grpSpPr>
        <a:xfrm>
          <a:off x="0" y="0"/>
          <a:ext cx="0" cy="0"/>
          <a:chOff x="0" y="0"/>
          <a:chExt cx="0" cy="0"/>
        </a:xfrm>
      </p:grpSpPr>
      <p:grpSp>
        <p:nvGrpSpPr>
          <p:cNvPr id="1364" name="Google Shape;1364;p182"/>
          <p:cNvGrpSpPr/>
          <p:nvPr/>
        </p:nvGrpSpPr>
        <p:grpSpPr>
          <a:xfrm>
            <a:off x="713225" y="539500"/>
            <a:ext cx="7717500" cy="4064400"/>
            <a:chOff x="713225" y="539500"/>
            <a:chExt cx="7717500" cy="4064400"/>
          </a:xfrm>
        </p:grpSpPr>
        <p:sp>
          <p:nvSpPr>
            <p:cNvPr id="1365" name="Google Shape;1365;p18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66" name="Google Shape;1366;p18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Layouts/slideLayout1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1371" name="Shape 1371"/>
        <p:cNvGrpSpPr/>
        <p:nvPr/>
      </p:nvGrpSpPr>
      <p:grpSpPr>
        <a:xfrm>
          <a:off x="0" y="0"/>
          <a:ext cx="0" cy="0"/>
          <a:chOff x="0" y="0"/>
          <a:chExt cx="0" cy="0"/>
        </a:xfrm>
      </p:grpSpPr>
      <p:sp>
        <p:nvSpPr>
          <p:cNvPr id="1372" name="Google Shape;1372;p18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184"/>
          <p:cNvSpPr txBox="1"/>
          <p:nvPr>
            <p:ph type="ctrTitle"/>
          </p:nvPr>
        </p:nvSpPr>
        <p:spPr>
          <a:xfrm>
            <a:off x="2048825" y="848600"/>
            <a:ext cx="5046300" cy="10305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1374" name="Google Shape;1374;p184"/>
          <p:cNvSpPr txBox="1"/>
          <p:nvPr>
            <p:ph idx="1" type="subTitle"/>
          </p:nvPr>
        </p:nvSpPr>
        <p:spPr>
          <a:xfrm>
            <a:off x="2048825" y="3798375"/>
            <a:ext cx="50463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375" name="Google Shape;1375;p184"/>
          <p:cNvSpPr txBox="1"/>
          <p:nvPr>
            <p:ph idx="2" type="subTitle"/>
          </p:nvPr>
        </p:nvSpPr>
        <p:spPr>
          <a:xfrm>
            <a:off x="2902475" y="1879100"/>
            <a:ext cx="3339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1376" name="Shape 1376"/>
        <p:cNvGrpSpPr/>
        <p:nvPr/>
      </p:nvGrpSpPr>
      <p:grpSpPr>
        <a:xfrm>
          <a:off x="0" y="0"/>
          <a:ext cx="0" cy="0"/>
          <a:chOff x="0" y="0"/>
          <a:chExt cx="0" cy="0"/>
        </a:xfrm>
      </p:grpSpPr>
      <p:sp>
        <p:nvSpPr>
          <p:cNvPr id="1377" name="Google Shape;1377;p18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185"/>
          <p:cNvSpPr/>
          <p:nvPr/>
        </p:nvSpPr>
        <p:spPr>
          <a:xfrm flipH="1" rot="-5400000">
            <a:off x="-1114550" y="743900"/>
            <a:ext cx="3655500" cy="3655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185"/>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380" name="Google Shape;1380;p185"/>
          <p:cNvSpPr txBox="1"/>
          <p:nvPr>
            <p:ph hasCustomPrompt="1" idx="2" type="title"/>
          </p:nvPr>
        </p:nvSpPr>
        <p:spPr>
          <a:xfrm>
            <a:off x="821288" y="157487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1381" name="Google Shape;1381;p185"/>
          <p:cNvSpPr txBox="1"/>
          <p:nvPr>
            <p:ph idx="1" type="subTitle"/>
          </p:nvPr>
        </p:nvSpPr>
        <p:spPr>
          <a:xfrm>
            <a:off x="2971613" y="32407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1382" name="Shape 1382"/>
        <p:cNvGrpSpPr/>
        <p:nvPr/>
      </p:nvGrpSpPr>
      <p:grpSpPr>
        <a:xfrm>
          <a:off x="0" y="0"/>
          <a:ext cx="0" cy="0"/>
          <a:chOff x="0" y="0"/>
          <a:chExt cx="0" cy="0"/>
        </a:xfrm>
      </p:grpSpPr>
      <p:grpSp>
        <p:nvGrpSpPr>
          <p:cNvPr id="1383" name="Google Shape;1383;p186"/>
          <p:cNvGrpSpPr/>
          <p:nvPr/>
        </p:nvGrpSpPr>
        <p:grpSpPr>
          <a:xfrm>
            <a:off x="713225" y="539500"/>
            <a:ext cx="7717500" cy="4064400"/>
            <a:chOff x="713225" y="539500"/>
            <a:chExt cx="7717500" cy="4064400"/>
          </a:xfrm>
        </p:grpSpPr>
        <p:cxnSp>
          <p:nvCxnSpPr>
            <p:cNvPr id="1384" name="Google Shape;1384;p18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385" name="Google Shape;1385;p18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6" name="Google Shape;1386;p18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387" name="Google Shape;1387;p186"/>
          <p:cNvSpPr txBox="1"/>
          <p:nvPr>
            <p:ph idx="1" type="subTitle"/>
          </p:nvPr>
        </p:nvSpPr>
        <p:spPr>
          <a:xfrm>
            <a:off x="2817300" y="2114400"/>
            <a:ext cx="3509400" cy="1529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6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1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1388" name="Shape 1388"/>
        <p:cNvGrpSpPr/>
        <p:nvPr/>
      </p:nvGrpSpPr>
      <p:grpSpPr>
        <a:xfrm>
          <a:off x="0" y="0"/>
          <a:ext cx="0" cy="0"/>
          <a:chOff x="0" y="0"/>
          <a:chExt cx="0" cy="0"/>
        </a:xfrm>
      </p:grpSpPr>
      <p:grpSp>
        <p:nvGrpSpPr>
          <p:cNvPr id="1389" name="Google Shape;1389;p187"/>
          <p:cNvGrpSpPr/>
          <p:nvPr/>
        </p:nvGrpSpPr>
        <p:grpSpPr>
          <a:xfrm>
            <a:off x="713225" y="539500"/>
            <a:ext cx="7717500" cy="4064400"/>
            <a:chOff x="713225" y="539500"/>
            <a:chExt cx="7717500" cy="4064400"/>
          </a:xfrm>
        </p:grpSpPr>
        <p:sp>
          <p:nvSpPr>
            <p:cNvPr id="1390" name="Google Shape;1390;p18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91" name="Google Shape;1391;p18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392" name="Google Shape;1392;p18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393" name="Google Shape;1393;p187"/>
          <p:cNvSpPr txBox="1"/>
          <p:nvPr>
            <p:ph idx="1" type="subTitle"/>
          </p:nvPr>
        </p:nvSpPr>
        <p:spPr>
          <a:xfrm>
            <a:off x="1425525" y="32987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394" name="Google Shape;1394;p187"/>
          <p:cNvSpPr txBox="1"/>
          <p:nvPr>
            <p:ph idx="2" type="subTitle"/>
          </p:nvPr>
        </p:nvSpPr>
        <p:spPr>
          <a:xfrm>
            <a:off x="1425525" y="2867137"/>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95" name="Google Shape;1395;p187"/>
          <p:cNvSpPr txBox="1"/>
          <p:nvPr>
            <p:ph idx="3" type="subTitle"/>
          </p:nvPr>
        </p:nvSpPr>
        <p:spPr>
          <a:xfrm>
            <a:off x="5333725" y="32885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396" name="Google Shape;1396;p187"/>
          <p:cNvSpPr txBox="1"/>
          <p:nvPr>
            <p:ph idx="4" type="subTitle"/>
          </p:nvPr>
        </p:nvSpPr>
        <p:spPr>
          <a:xfrm>
            <a:off x="5333725" y="28586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1397" name="Shape 1397"/>
        <p:cNvGrpSpPr/>
        <p:nvPr/>
      </p:nvGrpSpPr>
      <p:grpSpPr>
        <a:xfrm>
          <a:off x="0" y="0"/>
          <a:ext cx="0" cy="0"/>
          <a:chOff x="0" y="0"/>
          <a:chExt cx="0" cy="0"/>
        </a:xfrm>
      </p:grpSpPr>
      <p:grpSp>
        <p:nvGrpSpPr>
          <p:cNvPr id="1398" name="Google Shape;1398;p188"/>
          <p:cNvGrpSpPr/>
          <p:nvPr/>
        </p:nvGrpSpPr>
        <p:grpSpPr>
          <a:xfrm>
            <a:off x="713225" y="539500"/>
            <a:ext cx="7717500" cy="4064400"/>
            <a:chOff x="713225" y="539500"/>
            <a:chExt cx="7717500" cy="4064400"/>
          </a:xfrm>
        </p:grpSpPr>
        <p:sp>
          <p:nvSpPr>
            <p:cNvPr id="1399" name="Google Shape;1399;p18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0" name="Google Shape;1400;p18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401" name="Google Shape;1401;p18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1402" name="Shape 1402"/>
        <p:cNvGrpSpPr/>
        <p:nvPr/>
      </p:nvGrpSpPr>
      <p:grpSpPr>
        <a:xfrm>
          <a:off x="0" y="0"/>
          <a:ext cx="0" cy="0"/>
          <a:chOff x="0" y="0"/>
          <a:chExt cx="0" cy="0"/>
        </a:xfrm>
      </p:grpSpPr>
      <p:grpSp>
        <p:nvGrpSpPr>
          <p:cNvPr id="1403" name="Google Shape;1403;p189"/>
          <p:cNvGrpSpPr/>
          <p:nvPr/>
        </p:nvGrpSpPr>
        <p:grpSpPr>
          <a:xfrm>
            <a:off x="713225" y="539500"/>
            <a:ext cx="7717500" cy="4064400"/>
            <a:chOff x="713225" y="539500"/>
            <a:chExt cx="7717500" cy="4064400"/>
          </a:xfrm>
        </p:grpSpPr>
        <p:cxnSp>
          <p:nvCxnSpPr>
            <p:cNvPr id="1404" name="Google Shape;1404;p18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405" name="Google Shape;1405;p18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6" name="Google Shape;1406;p18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407" name="Google Shape;1407;p189"/>
          <p:cNvSpPr txBox="1"/>
          <p:nvPr>
            <p:ph idx="1" type="subTitle"/>
          </p:nvPr>
        </p:nvSpPr>
        <p:spPr>
          <a:xfrm>
            <a:off x="2105700" y="1543900"/>
            <a:ext cx="4932600" cy="2550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800"/>
              <a:buChar char="●"/>
              <a:defRPr sz="1600">
                <a:solidFill>
                  <a:schemeClr val="lt1"/>
                </a:solidFill>
              </a:defRPr>
            </a:lvl1pPr>
            <a:lvl2pPr lvl="1">
              <a:lnSpc>
                <a:spcPct val="100000"/>
              </a:lnSpc>
              <a:spcBef>
                <a:spcPts val="0"/>
              </a:spcBef>
              <a:spcAft>
                <a:spcPts val="0"/>
              </a:spcAft>
              <a:buClr>
                <a:schemeClr val="lt1"/>
              </a:buClr>
              <a:buSzPts val="2800"/>
              <a:buChar char="○"/>
              <a:defRPr sz="2800">
                <a:solidFill>
                  <a:schemeClr val="lt1"/>
                </a:solidFill>
              </a:defRPr>
            </a:lvl2pPr>
            <a:lvl3pPr lvl="2">
              <a:lnSpc>
                <a:spcPct val="100000"/>
              </a:lnSpc>
              <a:spcBef>
                <a:spcPts val="0"/>
              </a:spcBef>
              <a:spcAft>
                <a:spcPts val="0"/>
              </a:spcAft>
              <a:buClr>
                <a:schemeClr val="lt1"/>
              </a:buClr>
              <a:buSzPts val="2800"/>
              <a:buChar char="■"/>
              <a:defRPr sz="2800">
                <a:solidFill>
                  <a:schemeClr val="lt1"/>
                </a:solidFill>
              </a:defRPr>
            </a:lvl3pPr>
            <a:lvl4pPr lvl="3">
              <a:lnSpc>
                <a:spcPct val="100000"/>
              </a:lnSpc>
              <a:spcBef>
                <a:spcPts val="0"/>
              </a:spcBef>
              <a:spcAft>
                <a:spcPts val="0"/>
              </a:spcAft>
              <a:buClr>
                <a:schemeClr val="lt1"/>
              </a:buClr>
              <a:buSzPts val="2800"/>
              <a:buChar char="●"/>
              <a:defRPr sz="2800">
                <a:solidFill>
                  <a:schemeClr val="lt1"/>
                </a:solidFill>
              </a:defRPr>
            </a:lvl4pPr>
            <a:lvl5pPr lvl="4">
              <a:lnSpc>
                <a:spcPct val="100000"/>
              </a:lnSpc>
              <a:spcBef>
                <a:spcPts val="0"/>
              </a:spcBef>
              <a:spcAft>
                <a:spcPts val="0"/>
              </a:spcAft>
              <a:buClr>
                <a:schemeClr val="lt1"/>
              </a:buClr>
              <a:buSzPts val="2800"/>
              <a:buChar char="○"/>
              <a:defRPr sz="2800">
                <a:solidFill>
                  <a:schemeClr val="lt1"/>
                </a:solidFill>
              </a:defRPr>
            </a:lvl5pPr>
            <a:lvl6pPr lvl="5">
              <a:lnSpc>
                <a:spcPct val="100000"/>
              </a:lnSpc>
              <a:spcBef>
                <a:spcPts val="0"/>
              </a:spcBef>
              <a:spcAft>
                <a:spcPts val="0"/>
              </a:spcAft>
              <a:buClr>
                <a:schemeClr val="lt1"/>
              </a:buClr>
              <a:buSzPts val="2800"/>
              <a:buChar char="■"/>
              <a:defRPr sz="2800">
                <a:solidFill>
                  <a:schemeClr val="lt1"/>
                </a:solidFill>
              </a:defRPr>
            </a:lvl6pPr>
            <a:lvl7pPr lvl="6">
              <a:lnSpc>
                <a:spcPct val="100000"/>
              </a:lnSpc>
              <a:spcBef>
                <a:spcPts val="0"/>
              </a:spcBef>
              <a:spcAft>
                <a:spcPts val="0"/>
              </a:spcAft>
              <a:buClr>
                <a:schemeClr val="lt1"/>
              </a:buClr>
              <a:buSzPts val="2800"/>
              <a:buChar char="●"/>
              <a:defRPr sz="2800">
                <a:solidFill>
                  <a:schemeClr val="lt1"/>
                </a:solidFill>
              </a:defRPr>
            </a:lvl7pPr>
            <a:lvl8pPr lvl="7">
              <a:lnSpc>
                <a:spcPct val="100000"/>
              </a:lnSpc>
              <a:spcBef>
                <a:spcPts val="0"/>
              </a:spcBef>
              <a:spcAft>
                <a:spcPts val="0"/>
              </a:spcAft>
              <a:buClr>
                <a:schemeClr val="lt1"/>
              </a:buClr>
              <a:buSzPts val="2800"/>
              <a:buChar char="○"/>
              <a:defRPr sz="2800">
                <a:solidFill>
                  <a:schemeClr val="lt1"/>
                </a:solidFill>
              </a:defRPr>
            </a:lvl8pPr>
            <a:lvl9pPr lvl="8">
              <a:lnSpc>
                <a:spcPct val="100000"/>
              </a:lnSpc>
              <a:spcBef>
                <a:spcPts val="0"/>
              </a:spcBef>
              <a:spcAft>
                <a:spcPts val="0"/>
              </a:spcAft>
              <a:buClr>
                <a:schemeClr val="lt1"/>
              </a:buClr>
              <a:buSzPts val="2800"/>
              <a:buChar char="■"/>
              <a:defRPr sz="2800">
                <a:solidFill>
                  <a:schemeClr val="lt1"/>
                </a:solidFill>
              </a:defRPr>
            </a:lvl9pPr>
          </a:lstStyle>
          <a:p/>
        </p:txBody>
      </p:sp>
    </p:spTree>
  </p:cSld>
  <p:clrMapOvr>
    <a:masterClrMapping/>
  </p:clrMapOvr>
</p:sldLayout>
</file>

<file path=ppt/slideLayouts/slideLayout1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1408" name="Shape 1408"/>
        <p:cNvGrpSpPr/>
        <p:nvPr/>
      </p:nvGrpSpPr>
      <p:grpSpPr>
        <a:xfrm>
          <a:off x="0" y="0"/>
          <a:ext cx="0" cy="0"/>
          <a:chOff x="0" y="0"/>
          <a:chExt cx="0" cy="0"/>
        </a:xfrm>
      </p:grpSpPr>
      <p:sp>
        <p:nvSpPr>
          <p:cNvPr id="1409" name="Google Shape;1409;p19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190"/>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1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1411" name="Shape 1411"/>
        <p:cNvGrpSpPr/>
        <p:nvPr/>
      </p:nvGrpSpPr>
      <p:grpSpPr>
        <a:xfrm>
          <a:off x="0" y="0"/>
          <a:ext cx="0" cy="0"/>
          <a:chOff x="0" y="0"/>
          <a:chExt cx="0" cy="0"/>
        </a:xfrm>
      </p:grpSpPr>
      <p:grpSp>
        <p:nvGrpSpPr>
          <p:cNvPr id="1412" name="Google Shape;1412;p191"/>
          <p:cNvGrpSpPr/>
          <p:nvPr/>
        </p:nvGrpSpPr>
        <p:grpSpPr>
          <a:xfrm>
            <a:off x="713225" y="539500"/>
            <a:ext cx="7717500" cy="4064400"/>
            <a:chOff x="713225" y="539500"/>
            <a:chExt cx="7717500" cy="4064400"/>
          </a:xfrm>
        </p:grpSpPr>
        <p:cxnSp>
          <p:nvCxnSpPr>
            <p:cNvPr id="1413" name="Google Shape;1413;p19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414" name="Google Shape;1414;p19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5" name="Google Shape;1415;p191"/>
            <p:cNvCxnSpPr/>
            <p:nvPr/>
          </p:nvCxnSpPr>
          <p:spPr>
            <a:xfrm rot="10800000">
              <a:off x="4876775" y="1096300"/>
              <a:ext cx="0" cy="3507600"/>
            </a:xfrm>
            <a:prstGeom prst="straightConnector1">
              <a:avLst/>
            </a:prstGeom>
            <a:noFill/>
            <a:ln cap="flat" cmpd="sng" w="38100">
              <a:solidFill>
                <a:schemeClr val="accent1"/>
              </a:solidFill>
              <a:prstDash val="solid"/>
              <a:round/>
              <a:headEnd len="med" w="med" type="none"/>
              <a:tailEnd len="med" w="med" type="none"/>
            </a:ln>
          </p:spPr>
        </p:cxnSp>
      </p:grpSp>
      <p:sp>
        <p:nvSpPr>
          <p:cNvPr id="1416" name="Google Shape;1416;p19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417" name="Google Shape;1417;p191"/>
          <p:cNvSpPr txBox="1"/>
          <p:nvPr>
            <p:ph idx="1" type="subTitle"/>
          </p:nvPr>
        </p:nvSpPr>
        <p:spPr>
          <a:xfrm>
            <a:off x="1312950" y="2327975"/>
            <a:ext cx="2973000" cy="13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418" name="Google Shape;1418;p191"/>
          <p:cNvSpPr txBox="1"/>
          <p:nvPr>
            <p:ph idx="2" type="subTitle"/>
          </p:nvPr>
        </p:nvSpPr>
        <p:spPr>
          <a:xfrm>
            <a:off x="1312950" y="1809275"/>
            <a:ext cx="29730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1419" name="Shape 1419"/>
        <p:cNvGrpSpPr/>
        <p:nvPr/>
      </p:nvGrpSpPr>
      <p:grpSpPr>
        <a:xfrm>
          <a:off x="0" y="0"/>
          <a:ext cx="0" cy="0"/>
          <a:chOff x="0" y="0"/>
          <a:chExt cx="0" cy="0"/>
        </a:xfrm>
      </p:grpSpPr>
      <p:sp>
        <p:nvSpPr>
          <p:cNvPr id="1420" name="Google Shape;1420;p192"/>
          <p:cNvSpPr txBox="1"/>
          <p:nvPr>
            <p:ph type="title"/>
          </p:nvPr>
        </p:nvSpPr>
        <p:spPr>
          <a:xfrm>
            <a:off x="865625" y="3328700"/>
            <a:ext cx="6367800" cy="1427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3600"/>
              <a:buNone/>
              <a:defRPr sz="3600">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1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1421" name="Shape 1421"/>
        <p:cNvGrpSpPr/>
        <p:nvPr/>
      </p:nvGrpSpPr>
      <p:grpSpPr>
        <a:xfrm>
          <a:off x="0" y="0"/>
          <a:ext cx="0" cy="0"/>
          <a:chOff x="0" y="0"/>
          <a:chExt cx="0" cy="0"/>
        </a:xfrm>
      </p:grpSpPr>
      <p:sp>
        <p:nvSpPr>
          <p:cNvPr id="1422" name="Google Shape;1422;p19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193"/>
          <p:cNvSpPr txBox="1"/>
          <p:nvPr>
            <p:ph hasCustomPrompt="1" type="title"/>
          </p:nvPr>
        </p:nvSpPr>
        <p:spPr>
          <a:xfrm>
            <a:off x="994200" y="1505850"/>
            <a:ext cx="7155600" cy="13323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424" name="Google Shape;1424;p193"/>
          <p:cNvSpPr txBox="1"/>
          <p:nvPr>
            <p:ph idx="1" type="subTitle"/>
          </p:nvPr>
        </p:nvSpPr>
        <p:spPr>
          <a:xfrm>
            <a:off x="994200" y="2838150"/>
            <a:ext cx="4774200" cy="79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425" name="Shape 1425"/>
        <p:cNvGrpSpPr/>
        <p:nvPr/>
      </p:nvGrpSpPr>
      <p:grpSpPr>
        <a:xfrm>
          <a:off x="0" y="0"/>
          <a:ext cx="0" cy="0"/>
          <a:chOff x="0" y="0"/>
          <a:chExt cx="0" cy="0"/>
        </a:xfrm>
      </p:grpSpPr>
    </p:spTree>
  </p:cSld>
  <p:clrMapOvr>
    <a:masterClrMapping/>
  </p:clrMapOvr>
</p:sldLayout>
</file>

<file path=ppt/slideLayouts/slideLayout1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1426" name="Shape 1426"/>
        <p:cNvGrpSpPr/>
        <p:nvPr/>
      </p:nvGrpSpPr>
      <p:grpSpPr>
        <a:xfrm>
          <a:off x="0" y="0"/>
          <a:ext cx="0" cy="0"/>
          <a:chOff x="0" y="0"/>
          <a:chExt cx="0" cy="0"/>
        </a:xfrm>
      </p:grpSpPr>
      <p:sp>
        <p:nvSpPr>
          <p:cNvPr id="1427" name="Google Shape;1427;p195"/>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1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1428" name="Shape 1428"/>
        <p:cNvGrpSpPr/>
        <p:nvPr/>
      </p:nvGrpSpPr>
      <p:grpSpPr>
        <a:xfrm>
          <a:off x="0" y="0"/>
          <a:ext cx="0" cy="0"/>
          <a:chOff x="0" y="0"/>
          <a:chExt cx="0" cy="0"/>
        </a:xfrm>
      </p:grpSpPr>
      <p:grpSp>
        <p:nvGrpSpPr>
          <p:cNvPr id="1429" name="Google Shape;1429;p196"/>
          <p:cNvGrpSpPr/>
          <p:nvPr/>
        </p:nvGrpSpPr>
        <p:grpSpPr>
          <a:xfrm>
            <a:off x="713200" y="539513"/>
            <a:ext cx="7717600" cy="4064400"/>
            <a:chOff x="713125" y="539500"/>
            <a:chExt cx="7717600" cy="4064400"/>
          </a:xfrm>
        </p:grpSpPr>
        <p:cxnSp>
          <p:nvCxnSpPr>
            <p:cNvPr id="1430" name="Google Shape;1430;p196"/>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431" name="Google Shape;1431;p19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32" name="Google Shape;1432;p196"/>
            <p:cNvCxnSpPr>
              <a:stCxn id="1431" idx="2"/>
            </p:cNvCxnSpPr>
            <p:nvPr/>
          </p:nvCxnSpPr>
          <p:spPr>
            <a:xfrm rot="10800000">
              <a:off x="45719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1433" name="Google Shape;1433;p196"/>
            <p:cNvCxnSpPr/>
            <p:nvPr/>
          </p:nvCxnSpPr>
          <p:spPr>
            <a:xfrm rot="10800000">
              <a:off x="713125" y="2912025"/>
              <a:ext cx="7709100" cy="0"/>
            </a:xfrm>
            <a:prstGeom prst="straightConnector1">
              <a:avLst/>
            </a:prstGeom>
            <a:noFill/>
            <a:ln cap="flat" cmpd="sng" w="38100">
              <a:solidFill>
                <a:schemeClr val="accent1"/>
              </a:solidFill>
              <a:prstDash val="solid"/>
              <a:round/>
              <a:headEnd len="med" w="med" type="none"/>
              <a:tailEnd len="med" w="med" type="none"/>
            </a:ln>
          </p:spPr>
        </p:cxnSp>
        <p:cxnSp>
          <p:nvCxnSpPr>
            <p:cNvPr id="1434" name="Google Shape;1434;p196"/>
            <p:cNvCxnSpPr/>
            <p:nvPr/>
          </p:nvCxnSpPr>
          <p:spPr>
            <a:xfrm rot="10800000">
              <a:off x="17602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1435" name="Google Shape;1435;p196"/>
            <p:cNvCxnSpPr/>
            <p:nvPr/>
          </p:nvCxnSpPr>
          <p:spPr>
            <a:xfrm rot="10800000">
              <a:off x="7378100" y="1254400"/>
              <a:ext cx="0" cy="3349500"/>
            </a:xfrm>
            <a:prstGeom prst="straightConnector1">
              <a:avLst/>
            </a:prstGeom>
            <a:noFill/>
            <a:ln cap="flat" cmpd="sng" w="38100">
              <a:solidFill>
                <a:schemeClr val="accent1"/>
              </a:solidFill>
              <a:prstDash val="solid"/>
              <a:round/>
              <a:headEnd len="med" w="med" type="none"/>
              <a:tailEnd len="med" w="med" type="none"/>
            </a:ln>
          </p:spPr>
        </p:cxnSp>
      </p:grpSp>
      <p:sp>
        <p:nvSpPr>
          <p:cNvPr id="1436" name="Google Shape;1436;p196"/>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437" name="Google Shape;1437;p196"/>
          <p:cNvSpPr txBox="1"/>
          <p:nvPr>
            <p:ph idx="1" type="subTitle"/>
          </p:nvPr>
        </p:nvSpPr>
        <p:spPr>
          <a:xfrm>
            <a:off x="1924988" y="2036825"/>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438" name="Google Shape;1438;p196"/>
          <p:cNvSpPr txBox="1"/>
          <p:nvPr>
            <p:ph idx="2" type="subTitle"/>
          </p:nvPr>
        </p:nvSpPr>
        <p:spPr>
          <a:xfrm>
            <a:off x="1924988" y="1518125"/>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39" name="Google Shape;1439;p196"/>
          <p:cNvSpPr txBox="1"/>
          <p:nvPr>
            <p:ph hasCustomPrompt="1" idx="3" type="title"/>
          </p:nvPr>
        </p:nvSpPr>
        <p:spPr>
          <a:xfrm>
            <a:off x="8197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1440" name="Google Shape;1440;p196"/>
          <p:cNvSpPr txBox="1"/>
          <p:nvPr>
            <p:ph idx="4" type="subTitle"/>
          </p:nvPr>
        </p:nvSpPr>
        <p:spPr>
          <a:xfrm>
            <a:off x="4760188" y="2036825"/>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1441" name="Google Shape;1441;p196"/>
          <p:cNvSpPr txBox="1"/>
          <p:nvPr>
            <p:ph idx="5" type="subTitle"/>
          </p:nvPr>
        </p:nvSpPr>
        <p:spPr>
          <a:xfrm>
            <a:off x="4760188" y="1518125"/>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442" name="Google Shape;1442;p196"/>
          <p:cNvSpPr txBox="1"/>
          <p:nvPr>
            <p:ph hasCustomPrompt="1" idx="6" type="title"/>
          </p:nvPr>
        </p:nvSpPr>
        <p:spPr>
          <a:xfrm>
            <a:off x="74842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1443" name="Google Shape;1443;p196"/>
          <p:cNvSpPr txBox="1"/>
          <p:nvPr>
            <p:ph idx="7" type="subTitle"/>
          </p:nvPr>
        </p:nvSpPr>
        <p:spPr>
          <a:xfrm>
            <a:off x="1924988" y="3691200"/>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444" name="Google Shape;1444;p196"/>
          <p:cNvSpPr txBox="1"/>
          <p:nvPr>
            <p:ph idx="8" type="subTitle"/>
          </p:nvPr>
        </p:nvSpPr>
        <p:spPr>
          <a:xfrm>
            <a:off x="1924988" y="3172500"/>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45" name="Google Shape;1445;p196"/>
          <p:cNvSpPr txBox="1"/>
          <p:nvPr>
            <p:ph hasCustomPrompt="1" idx="9" type="title"/>
          </p:nvPr>
        </p:nvSpPr>
        <p:spPr>
          <a:xfrm>
            <a:off x="819800" y="346450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1446" name="Google Shape;1446;p196"/>
          <p:cNvSpPr txBox="1"/>
          <p:nvPr>
            <p:ph idx="13" type="subTitle"/>
          </p:nvPr>
        </p:nvSpPr>
        <p:spPr>
          <a:xfrm>
            <a:off x="4760200" y="3673200"/>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1447" name="Google Shape;1447;p196"/>
          <p:cNvSpPr txBox="1"/>
          <p:nvPr>
            <p:ph idx="14" type="subTitle"/>
          </p:nvPr>
        </p:nvSpPr>
        <p:spPr>
          <a:xfrm>
            <a:off x="4760200" y="3154500"/>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448" name="Google Shape;1448;p196"/>
          <p:cNvSpPr txBox="1"/>
          <p:nvPr>
            <p:ph hasCustomPrompt="1" idx="15" type="title"/>
          </p:nvPr>
        </p:nvSpPr>
        <p:spPr>
          <a:xfrm>
            <a:off x="7488624" y="3475788"/>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1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
    <p:bg>
      <p:bgPr>
        <a:solidFill>
          <a:schemeClr val="dk1"/>
        </a:solidFill>
      </p:bgPr>
    </p:bg>
    <p:spTree>
      <p:nvGrpSpPr>
        <p:cNvPr id="1449" name="Shape 1449"/>
        <p:cNvGrpSpPr/>
        <p:nvPr/>
      </p:nvGrpSpPr>
      <p:grpSpPr>
        <a:xfrm>
          <a:off x="0" y="0"/>
          <a:ext cx="0" cy="0"/>
          <a:chOff x="0" y="0"/>
          <a:chExt cx="0" cy="0"/>
        </a:xfrm>
      </p:grpSpPr>
      <p:grpSp>
        <p:nvGrpSpPr>
          <p:cNvPr id="1450" name="Google Shape;1450;p197"/>
          <p:cNvGrpSpPr/>
          <p:nvPr/>
        </p:nvGrpSpPr>
        <p:grpSpPr>
          <a:xfrm>
            <a:off x="713300" y="539513"/>
            <a:ext cx="7717500" cy="4064400"/>
            <a:chOff x="713225" y="539500"/>
            <a:chExt cx="7717500" cy="4064400"/>
          </a:xfrm>
        </p:grpSpPr>
        <p:cxnSp>
          <p:nvCxnSpPr>
            <p:cNvPr id="1451" name="Google Shape;1451;p197"/>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452" name="Google Shape;1452;p19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3" name="Google Shape;1453;p197"/>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454" name="Google Shape;1454;p197"/>
          <p:cNvSpPr txBox="1"/>
          <p:nvPr>
            <p:ph idx="1" type="subTitle"/>
          </p:nvPr>
        </p:nvSpPr>
        <p:spPr>
          <a:xfrm>
            <a:off x="897170"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455" name="Google Shape;1455;p197"/>
          <p:cNvSpPr txBox="1"/>
          <p:nvPr>
            <p:ph idx="2" type="subTitle"/>
          </p:nvPr>
        </p:nvSpPr>
        <p:spPr>
          <a:xfrm>
            <a:off x="897170"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56" name="Google Shape;1456;p197"/>
          <p:cNvSpPr txBox="1"/>
          <p:nvPr>
            <p:ph hasCustomPrompt="1" idx="3" type="title"/>
          </p:nvPr>
        </p:nvSpPr>
        <p:spPr>
          <a:xfrm>
            <a:off x="1261666"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1457" name="Google Shape;1457;p197"/>
          <p:cNvSpPr txBox="1"/>
          <p:nvPr>
            <p:ph idx="4" type="subTitle"/>
          </p:nvPr>
        </p:nvSpPr>
        <p:spPr>
          <a:xfrm>
            <a:off x="47527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1458" name="Google Shape;1458;p197"/>
          <p:cNvSpPr txBox="1"/>
          <p:nvPr>
            <p:ph idx="5" type="subTitle"/>
          </p:nvPr>
        </p:nvSpPr>
        <p:spPr>
          <a:xfrm>
            <a:off x="47527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459" name="Google Shape;1459;p197"/>
          <p:cNvSpPr txBox="1"/>
          <p:nvPr>
            <p:ph hasCustomPrompt="1" idx="6" type="title"/>
          </p:nvPr>
        </p:nvSpPr>
        <p:spPr>
          <a:xfrm>
            <a:off x="5117252"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1460" name="Google Shape;1460;p197"/>
          <p:cNvSpPr txBox="1"/>
          <p:nvPr>
            <p:ph idx="7" type="subTitle"/>
          </p:nvPr>
        </p:nvSpPr>
        <p:spPr>
          <a:xfrm>
            <a:off x="28249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461" name="Google Shape;1461;p197"/>
          <p:cNvSpPr txBox="1"/>
          <p:nvPr>
            <p:ph idx="8" type="subTitle"/>
          </p:nvPr>
        </p:nvSpPr>
        <p:spPr>
          <a:xfrm>
            <a:off x="28249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62" name="Google Shape;1462;p197"/>
          <p:cNvSpPr txBox="1"/>
          <p:nvPr>
            <p:ph hasCustomPrompt="1" idx="9" type="title"/>
          </p:nvPr>
        </p:nvSpPr>
        <p:spPr>
          <a:xfrm>
            <a:off x="3189459"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1463" name="Google Shape;1463;p197"/>
          <p:cNvSpPr txBox="1"/>
          <p:nvPr>
            <p:ph idx="13" type="subTitle"/>
          </p:nvPr>
        </p:nvSpPr>
        <p:spPr>
          <a:xfrm>
            <a:off x="6680545"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1464" name="Google Shape;1464;p197"/>
          <p:cNvSpPr txBox="1"/>
          <p:nvPr>
            <p:ph idx="14" type="subTitle"/>
          </p:nvPr>
        </p:nvSpPr>
        <p:spPr>
          <a:xfrm>
            <a:off x="6680545"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465" name="Google Shape;1465;p197"/>
          <p:cNvSpPr txBox="1"/>
          <p:nvPr>
            <p:ph hasCustomPrompt="1" idx="15" type="title"/>
          </p:nvPr>
        </p:nvSpPr>
        <p:spPr>
          <a:xfrm>
            <a:off x="7045045" y="1975647"/>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1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dk1"/>
        </a:solidFill>
      </p:bgPr>
    </p:bg>
    <p:spTree>
      <p:nvGrpSpPr>
        <p:cNvPr id="1466" name="Shape 1466"/>
        <p:cNvGrpSpPr/>
        <p:nvPr/>
      </p:nvGrpSpPr>
      <p:grpSpPr>
        <a:xfrm>
          <a:off x="0" y="0"/>
          <a:ext cx="0" cy="0"/>
          <a:chOff x="0" y="0"/>
          <a:chExt cx="0" cy="0"/>
        </a:xfrm>
      </p:grpSpPr>
      <p:sp>
        <p:nvSpPr>
          <p:cNvPr id="1467" name="Google Shape;1467;p19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198"/>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469" name="Google Shape;1469;p198"/>
          <p:cNvSpPr txBox="1"/>
          <p:nvPr>
            <p:ph hasCustomPrompt="1" idx="2" type="title"/>
          </p:nvPr>
        </p:nvSpPr>
        <p:spPr>
          <a:xfrm>
            <a:off x="1131163" y="96802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1470" name="Google Shape;1470;p198"/>
          <p:cNvSpPr txBox="1"/>
          <p:nvPr>
            <p:ph idx="1" type="subTitle"/>
          </p:nvPr>
        </p:nvSpPr>
        <p:spPr>
          <a:xfrm>
            <a:off x="1131163" y="37284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
    <p:bg>
      <p:bgPr>
        <a:solidFill>
          <a:schemeClr val="dk1"/>
        </a:solidFill>
      </p:bgPr>
    </p:bg>
    <p:spTree>
      <p:nvGrpSpPr>
        <p:cNvPr id="1471" name="Shape 1471"/>
        <p:cNvGrpSpPr/>
        <p:nvPr/>
      </p:nvGrpSpPr>
      <p:grpSpPr>
        <a:xfrm>
          <a:off x="0" y="0"/>
          <a:ext cx="0" cy="0"/>
          <a:chOff x="0" y="0"/>
          <a:chExt cx="0" cy="0"/>
        </a:xfrm>
      </p:grpSpPr>
      <p:sp>
        <p:nvSpPr>
          <p:cNvPr id="1472" name="Google Shape;1472;p19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199"/>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474" name="Google Shape;1474;p199"/>
          <p:cNvSpPr txBox="1"/>
          <p:nvPr>
            <p:ph hasCustomPrompt="1" idx="2" type="title"/>
          </p:nvPr>
        </p:nvSpPr>
        <p:spPr>
          <a:xfrm>
            <a:off x="3496800" y="894025"/>
            <a:ext cx="2150400" cy="1665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1475" name="Google Shape;1475;p199"/>
          <p:cNvSpPr txBox="1"/>
          <p:nvPr>
            <p:ph idx="1" type="subTitle"/>
          </p:nvPr>
        </p:nvSpPr>
        <p:spPr>
          <a:xfrm>
            <a:off x="1896450" y="3802475"/>
            <a:ext cx="53511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1476" name="Shape 1476"/>
        <p:cNvGrpSpPr/>
        <p:nvPr/>
      </p:nvGrpSpPr>
      <p:grpSpPr>
        <a:xfrm>
          <a:off x="0" y="0"/>
          <a:ext cx="0" cy="0"/>
          <a:chOff x="0" y="0"/>
          <a:chExt cx="0" cy="0"/>
        </a:xfrm>
      </p:grpSpPr>
      <p:sp>
        <p:nvSpPr>
          <p:cNvPr id="1477" name="Google Shape;1477;p20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200"/>
          <p:cNvSpPr txBox="1"/>
          <p:nvPr>
            <p:ph type="title"/>
          </p:nvPr>
        </p:nvSpPr>
        <p:spPr>
          <a:xfrm>
            <a:off x="1952375" y="3189813"/>
            <a:ext cx="4629600" cy="491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479" name="Google Shape;1479;p200"/>
          <p:cNvSpPr txBox="1"/>
          <p:nvPr>
            <p:ph idx="1" type="subTitle"/>
          </p:nvPr>
        </p:nvSpPr>
        <p:spPr>
          <a:xfrm>
            <a:off x="1952375" y="1995238"/>
            <a:ext cx="4629600" cy="111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1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
    <p:bg>
      <p:bgPr>
        <a:solidFill>
          <a:schemeClr val="dk1"/>
        </a:solidFill>
      </p:bgPr>
    </p:bg>
    <p:spTree>
      <p:nvGrpSpPr>
        <p:cNvPr id="1480" name="Shape 1480"/>
        <p:cNvGrpSpPr/>
        <p:nvPr/>
      </p:nvGrpSpPr>
      <p:grpSpPr>
        <a:xfrm>
          <a:off x="0" y="0"/>
          <a:ext cx="0" cy="0"/>
          <a:chOff x="0" y="0"/>
          <a:chExt cx="0" cy="0"/>
        </a:xfrm>
      </p:grpSpPr>
      <p:sp>
        <p:nvSpPr>
          <p:cNvPr id="1481" name="Google Shape;1481;p201"/>
          <p:cNvSpPr txBox="1"/>
          <p:nvPr>
            <p:ph type="title"/>
          </p:nvPr>
        </p:nvSpPr>
        <p:spPr>
          <a:xfrm>
            <a:off x="713250" y="5395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atin typeface="Roboto"/>
                <a:ea typeface="Roboto"/>
                <a:cs typeface="Roboto"/>
                <a:sym typeface="Roboto"/>
              </a:defRPr>
            </a:lvl1pPr>
            <a:lvl2pPr lvl="1">
              <a:spcBef>
                <a:spcPts val="0"/>
              </a:spcBef>
              <a:spcAft>
                <a:spcPts val="0"/>
              </a:spcAft>
              <a:buSzPts val="2800"/>
              <a:buNone/>
              <a:defRPr>
                <a:latin typeface="Roboto"/>
                <a:ea typeface="Roboto"/>
                <a:cs typeface="Roboto"/>
                <a:sym typeface="Roboto"/>
              </a:defRPr>
            </a:lvl2pPr>
            <a:lvl3pPr lvl="2">
              <a:spcBef>
                <a:spcPts val="0"/>
              </a:spcBef>
              <a:spcAft>
                <a:spcPts val="0"/>
              </a:spcAft>
              <a:buSzPts val="2800"/>
              <a:buNone/>
              <a:defRPr>
                <a:latin typeface="Roboto"/>
                <a:ea typeface="Roboto"/>
                <a:cs typeface="Roboto"/>
                <a:sym typeface="Roboto"/>
              </a:defRPr>
            </a:lvl3pPr>
            <a:lvl4pPr lvl="3">
              <a:spcBef>
                <a:spcPts val="0"/>
              </a:spcBef>
              <a:spcAft>
                <a:spcPts val="0"/>
              </a:spcAft>
              <a:buSzPts val="2800"/>
              <a:buNone/>
              <a:defRPr>
                <a:latin typeface="Roboto"/>
                <a:ea typeface="Roboto"/>
                <a:cs typeface="Roboto"/>
                <a:sym typeface="Roboto"/>
              </a:defRPr>
            </a:lvl4pPr>
            <a:lvl5pPr lvl="4">
              <a:spcBef>
                <a:spcPts val="0"/>
              </a:spcBef>
              <a:spcAft>
                <a:spcPts val="0"/>
              </a:spcAft>
              <a:buSzPts val="2800"/>
              <a:buNone/>
              <a:defRPr>
                <a:latin typeface="Roboto"/>
                <a:ea typeface="Roboto"/>
                <a:cs typeface="Roboto"/>
                <a:sym typeface="Roboto"/>
              </a:defRPr>
            </a:lvl5pPr>
            <a:lvl6pPr lvl="5">
              <a:spcBef>
                <a:spcPts val="0"/>
              </a:spcBef>
              <a:spcAft>
                <a:spcPts val="0"/>
              </a:spcAft>
              <a:buSzPts val="2800"/>
              <a:buNone/>
              <a:defRPr>
                <a:latin typeface="Roboto"/>
                <a:ea typeface="Roboto"/>
                <a:cs typeface="Roboto"/>
                <a:sym typeface="Roboto"/>
              </a:defRPr>
            </a:lvl6pPr>
            <a:lvl7pPr lvl="6">
              <a:spcBef>
                <a:spcPts val="0"/>
              </a:spcBef>
              <a:spcAft>
                <a:spcPts val="0"/>
              </a:spcAft>
              <a:buSzPts val="2800"/>
              <a:buNone/>
              <a:defRPr>
                <a:latin typeface="Roboto"/>
                <a:ea typeface="Roboto"/>
                <a:cs typeface="Roboto"/>
                <a:sym typeface="Roboto"/>
              </a:defRPr>
            </a:lvl7pPr>
            <a:lvl8pPr lvl="7">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1482" name="Google Shape;1482;p20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201"/>
          <p:cNvSpPr txBox="1"/>
          <p:nvPr>
            <p:ph idx="2" type="title"/>
          </p:nvPr>
        </p:nvSpPr>
        <p:spPr>
          <a:xfrm>
            <a:off x="3364525" y="3430088"/>
            <a:ext cx="4629600" cy="491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484" name="Google Shape;1484;p201"/>
          <p:cNvSpPr txBox="1"/>
          <p:nvPr>
            <p:ph idx="1" type="subTitle"/>
          </p:nvPr>
        </p:nvSpPr>
        <p:spPr>
          <a:xfrm>
            <a:off x="3364525" y="2235513"/>
            <a:ext cx="4629600" cy="111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1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0">
    <p:bg>
      <p:bgPr>
        <a:solidFill>
          <a:schemeClr val="dk1"/>
        </a:solidFill>
      </p:bgPr>
    </p:bg>
    <p:spTree>
      <p:nvGrpSpPr>
        <p:cNvPr id="1485" name="Shape 1485"/>
        <p:cNvGrpSpPr/>
        <p:nvPr/>
      </p:nvGrpSpPr>
      <p:grpSpPr>
        <a:xfrm>
          <a:off x="0" y="0"/>
          <a:ext cx="0" cy="0"/>
          <a:chOff x="0" y="0"/>
          <a:chExt cx="0" cy="0"/>
        </a:xfrm>
      </p:grpSpPr>
      <p:sp>
        <p:nvSpPr>
          <p:cNvPr id="1486" name="Google Shape;1486;p20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202"/>
          <p:cNvSpPr txBox="1"/>
          <p:nvPr>
            <p:ph hasCustomPrompt="1" type="title"/>
          </p:nvPr>
        </p:nvSpPr>
        <p:spPr>
          <a:xfrm>
            <a:off x="2070613" y="1505850"/>
            <a:ext cx="4774200" cy="1332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488" name="Google Shape;1488;p202"/>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22">
    <p:bg>
      <p:bgPr>
        <a:solidFill>
          <a:schemeClr val="dk1"/>
        </a:solidFill>
      </p:bgPr>
    </p:bg>
    <p:spTree>
      <p:nvGrpSpPr>
        <p:cNvPr id="1489" name="Shape 1489"/>
        <p:cNvGrpSpPr/>
        <p:nvPr/>
      </p:nvGrpSpPr>
      <p:grpSpPr>
        <a:xfrm>
          <a:off x="0" y="0"/>
          <a:ext cx="0" cy="0"/>
          <a:chOff x="0" y="0"/>
          <a:chExt cx="0" cy="0"/>
        </a:xfrm>
      </p:grpSpPr>
      <p:sp>
        <p:nvSpPr>
          <p:cNvPr id="1490" name="Google Shape;1490;p203"/>
          <p:cNvSpPr txBox="1"/>
          <p:nvPr>
            <p:ph hasCustomPrompt="1" type="title"/>
          </p:nvPr>
        </p:nvSpPr>
        <p:spPr>
          <a:xfrm>
            <a:off x="2337663" y="1768700"/>
            <a:ext cx="2299800" cy="1209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491" name="Google Shape;1491;p203"/>
          <p:cNvSpPr txBox="1"/>
          <p:nvPr>
            <p:ph idx="1" type="subTitle"/>
          </p:nvPr>
        </p:nvSpPr>
        <p:spPr>
          <a:xfrm>
            <a:off x="4989538" y="1768700"/>
            <a:ext cx="3188400" cy="1209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92" name="Google Shape;1492;p203"/>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3" name="Google Shape;1493;p203"/>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494" name="Google Shape;1494;p203"/>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bg>
      <p:bgPr>
        <a:solidFill>
          <a:schemeClr val="dk1"/>
        </a:solidFill>
      </p:bgPr>
    </p:bg>
    <p:spTree>
      <p:nvGrpSpPr>
        <p:cNvPr id="1495" name="Shape 1495"/>
        <p:cNvGrpSpPr/>
        <p:nvPr/>
      </p:nvGrpSpPr>
      <p:grpSpPr>
        <a:xfrm>
          <a:off x="0" y="0"/>
          <a:ext cx="0" cy="0"/>
          <a:chOff x="0" y="0"/>
          <a:chExt cx="0" cy="0"/>
        </a:xfrm>
      </p:grpSpPr>
      <p:sp>
        <p:nvSpPr>
          <p:cNvPr id="1496" name="Google Shape;1496;p204"/>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7" name="Google Shape;1497;p204"/>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498" name="Google Shape;1498;p20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499" name="Google Shape;1499;p204"/>
          <p:cNvSpPr txBox="1"/>
          <p:nvPr>
            <p:ph hasCustomPrompt="1" idx="2" type="title"/>
          </p:nvPr>
        </p:nvSpPr>
        <p:spPr>
          <a:xfrm>
            <a:off x="1153250" y="1714350"/>
            <a:ext cx="2299800" cy="103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500" name="Google Shape;1500;p204"/>
          <p:cNvSpPr txBox="1"/>
          <p:nvPr>
            <p:ph idx="1" type="subTitle"/>
          </p:nvPr>
        </p:nvSpPr>
        <p:spPr>
          <a:xfrm>
            <a:off x="1153250" y="2750550"/>
            <a:ext cx="2299800" cy="1058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501" name="Google Shape;1501;p204"/>
          <p:cNvSpPr txBox="1"/>
          <p:nvPr>
            <p:ph hasCustomPrompt="1" idx="3" type="title"/>
          </p:nvPr>
        </p:nvSpPr>
        <p:spPr>
          <a:xfrm>
            <a:off x="5006988" y="1378188"/>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502" name="Google Shape;1502;p204"/>
          <p:cNvSpPr txBox="1"/>
          <p:nvPr>
            <p:ph idx="4" type="subTitle"/>
          </p:nvPr>
        </p:nvSpPr>
        <p:spPr>
          <a:xfrm>
            <a:off x="5006988" y="202385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503" name="Google Shape;1503;p204"/>
          <p:cNvSpPr txBox="1"/>
          <p:nvPr>
            <p:ph hasCustomPrompt="1" idx="5" type="title"/>
          </p:nvPr>
        </p:nvSpPr>
        <p:spPr>
          <a:xfrm>
            <a:off x="5006988" y="3133450"/>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504" name="Google Shape;1504;p204"/>
          <p:cNvSpPr txBox="1"/>
          <p:nvPr>
            <p:ph idx="6" type="subTitle"/>
          </p:nvPr>
        </p:nvSpPr>
        <p:spPr>
          <a:xfrm>
            <a:off x="5006988" y="377900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3">
    <p:bg>
      <p:bgPr>
        <a:solidFill>
          <a:schemeClr val="dk1"/>
        </a:solidFill>
      </p:bgPr>
    </p:bg>
    <p:spTree>
      <p:nvGrpSpPr>
        <p:cNvPr id="1505" name="Shape 1505"/>
        <p:cNvGrpSpPr/>
        <p:nvPr/>
      </p:nvGrpSpPr>
      <p:grpSpPr>
        <a:xfrm>
          <a:off x="0" y="0"/>
          <a:ext cx="0" cy="0"/>
          <a:chOff x="0" y="0"/>
          <a:chExt cx="0" cy="0"/>
        </a:xfrm>
      </p:grpSpPr>
      <p:sp>
        <p:nvSpPr>
          <p:cNvPr id="1506" name="Google Shape;1506;p205"/>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07" name="Google Shape;1507;p205"/>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508" name="Google Shape;1508;p20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509" name="Google Shape;1509;p205"/>
          <p:cNvSpPr txBox="1"/>
          <p:nvPr>
            <p:ph hasCustomPrompt="1" idx="2" type="title"/>
          </p:nvPr>
        </p:nvSpPr>
        <p:spPr>
          <a:xfrm>
            <a:off x="1153250"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510" name="Google Shape;1510;p205"/>
          <p:cNvSpPr txBox="1"/>
          <p:nvPr>
            <p:ph idx="1" type="subTitle"/>
          </p:nvPr>
        </p:nvSpPr>
        <p:spPr>
          <a:xfrm>
            <a:off x="1153250" y="3575299"/>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511" name="Google Shape;1511;p205"/>
          <p:cNvSpPr txBox="1"/>
          <p:nvPr>
            <p:ph hasCustomPrompt="1" idx="3" type="title"/>
          </p:nvPr>
        </p:nvSpPr>
        <p:spPr>
          <a:xfrm>
            <a:off x="3476088"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512" name="Google Shape;1512;p205"/>
          <p:cNvSpPr txBox="1"/>
          <p:nvPr>
            <p:ph idx="4" type="subTitle"/>
          </p:nvPr>
        </p:nvSpPr>
        <p:spPr>
          <a:xfrm>
            <a:off x="3476100" y="3575295"/>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513" name="Google Shape;1513;p205"/>
          <p:cNvSpPr txBox="1"/>
          <p:nvPr>
            <p:ph hasCustomPrompt="1" idx="5" type="title"/>
          </p:nvPr>
        </p:nvSpPr>
        <p:spPr>
          <a:xfrm>
            <a:off x="5798944" y="2777254"/>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514" name="Google Shape;1514;p205"/>
          <p:cNvSpPr txBox="1"/>
          <p:nvPr>
            <p:ph idx="6" type="subTitle"/>
          </p:nvPr>
        </p:nvSpPr>
        <p:spPr>
          <a:xfrm>
            <a:off x="5798944" y="3575198"/>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_1_1">
    <p:bg>
      <p:bgPr>
        <a:solidFill>
          <a:schemeClr val="dk1"/>
        </a:solidFill>
      </p:bgPr>
    </p:bg>
    <p:spTree>
      <p:nvGrpSpPr>
        <p:cNvPr id="1515" name="Shape 1515"/>
        <p:cNvGrpSpPr/>
        <p:nvPr/>
      </p:nvGrpSpPr>
      <p:grpSpPr>
        <a:xfrm>
          <a:off x="0" y="0"/>
          <a:ext cx="0" cy="0"/>
          <a:chOff x="0" y="0"/>
          <a:chExt cx="0" cy="0"/>
        </a:xfrm>
      </p:grpSpPr>
      <p:grpSp>
        <p:nvGrpSpPr>
          <p:cNvPr id="1516" name="Google Shape;1516;p206"/>
          <p:cNvGrpSpPr/>
          <p:nvPr/>
        </p:nvGrpSpPr>
        <p:grpSpPr>
          <a:xfrm>
            <a:off x="713225" y="539500"/>
            <a:ext cx="7717500" cy="4064400"/>
            <a:chOff x="713225" y="539500"/>
            <a:chExt cx="7717500" cy="4064400"/>
          </a:xfrm>
        </p:grpSpPr>
        <p:sp>
          <p:nvSpPr>
            <p:cNvPr id="1517" name="Google Shape;1517;p20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18" name="Google Shape;1518;p20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519" name="Google Shape;1519;p20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2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_1">
    <p:bg>
      <p:bgPr>
        <a:solidFill>
          <a:schemeClr val="dk1"/>
        </a:solidFill>
      </p:bgPr>
    </p:bg>
    <p:spTree>
      <p:nvGrpSpPr>
        <p:cNvPr id="1520" name="Shape 1520"/>
        <p:cNvGrpSpPr/>
        <p:nvPr/>
      </p:nvGrpSpPr>
      <p:grpSpPr>
        <a:xfrm>
          <a:off x="0" y="0"/>
          <a:ext cx="0" cy="0"/>
          <a:chOff x="0" y="0"/>
          <a:chExt cx="0" cy="0"/>
        </a:xfrm>
      </p:grpSpPr>
      <p:grpSp>
        <p:nvGrpSpPr>
          <p:cNvPr id="1521" name="Google Shape;1521;p207"/>
          <p:cNvGrpSpPr/>
          <p:nvPr/>
        </p:nvGrpSpPr>
        <p:grpSpPr>
          <a:xfrm>
            <a:off x="713225" y="539500"/>
            <a:ext cx="7717500" cy="4064400"/>
            <a:chOff x="713225" y="539500"/>
            <a:chExt cx="7717500" cy="4064400"/>
          </a:xfrm>
        </p:grpSpPr>
        <p:sp>
          <p:nvSpPr>
            <p:cNvPr id="1522" name="Google Shape;1522;p20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3" name="Google Shape;1523;p20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524" name="Google Shape;1524;p207"/>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2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1_1_1">
    <p:bg>
      <p:bgPr>
        <a:solidFill>
          <a:schemeClr val="dk1"/>
        </a:solidFill>
      </p:bgPr>
    </p:bg>
    <p:spTree>
      <p:nvGrpSpPr>
        <p:cNvPr id="1525" name="Shape 1525"/>
        <p:cNvGrpSpPr/>
        <p:nvPr/>
      </p:nvGrpSpPr>
      <p:grpSpPr>
        <a:xfrm>
          <a:off x="0" y="0"/>
          <a:ext cx="0" cy="0"/>
          <a:chOff x="0" y="0"/>
          <a:chExt cx="0" cy="0"/>
        </a:xfrm>
      </p:grpSpPr>
      <p:grpSp>
        <p:nvGrpSpPr>
          <p:cNvPr id="1526" name="Google Shape;1526;p208"/>
          <p:cNvGrpSpPr/>
          <p:nvPr/>
        </p:nvGrpSpPr>
        <p:grpSpPr>
          <a:xfrm>
            <a:off x="713225" y="539500"/>
            <a:ext cx="7717500" cy="4064400"/>
            <a:chOff x="713225" y="539500"/>
            <a:chExt cx="7717500" cy="4064400"/>
          </a:xfrm>
        </p:grpSpPr>
        <p:sp>
          <p:nvSpPr>
            <p:cNvPr id="1527" name="Google Shape;1527;p20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8" name="Google Shape;1528;p20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529" name="Google Shape;1529;p208"/>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2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BLANK_1_1_1_1_1_1_3">
    <p:bg>
      <p:bgPr>
        <a:solidFill>
          <a:schemeClr val="dk1"/>
        </a:solidFill>
      </p:bgPr>
    </p:bg>
    <p:spTree>
      <p:nvGrpSpPr>
        <p:cNvPr id="1530" name="Shape 1530"/>
        <p:cNvGrpSpPr/>
        <p:nvPr/>
      </p:nvGrpSpPr>
      <p:grpSpPr>
        <a:xfrm>
          <a:off x="0" y="0"/>
          <a:ext cx="0" cy="0"/>
          <a:chOff x="0" y="0"/>
          <a:chExt cx="0" cy="0"/>
        </a:xfrm>
      </p:grpSpPr>
      <p:grpSp>
        <p:nvGrpSpPr>
          <p:cNvPr id="1531" name="Google Shape;1531;p209"/>
          <p:cNvGrpSpPr/>
          <p:nvPr/>
        </p:nvGrpSpPr>
        <p:grpSpPr>
          <a:xfrm>
            <a:off x="713225" y="539500"/>
            <a:ext cx="7717500" cy="4064400"/>
            <a:chOff x="713225" y="539500"/>
            <a:chExt cx="7717500" cy="4064400"/>
          </a:xfrm>
        </p:grpSpPr>
        <p:sp>
          <p:nvSpPr>
            <p:cNvPr id="1532" name="Google Shape;1532;p20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3" name="Google Shape;1533;p20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534" name="Google Shape;1534;p209"/>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2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_1_3_1">
    <p:bg>
      <p:bgPr>
        <a:solidFill>
          <a:schemeClr val="dk1"/>
        </a:solidFill>
      </p:bgPr>
    </p:bg>
    <p:spTree>
      <p:nvGrpSpPr>
        <p:cNvPr id="1535" name="Shape 1535"/>
        <p:cNvGrpSpPr/>
        <p:nvPr/>
      </p:nvGrpSpPr>
      <p:grpSpPr>
        <a:xfrm>
          <a:off x="0" y="0"/>
          <a:ext cx="0" cy="0"/>
          <a:chOff x="0" y="0"/>
          <a:chExt cx="0" cy="0"/>
        </a:xfrm>
      </p:grpSpPr>
      <p:grpSp>
        <p:nvGrpSpPr>
          <p:cNvPr id="1536" name="Google Shape;1536;p210"/>
          <p:cNvGrpSpPr/>
          <p:nvPr/>
        </p:nvGrpSpPr>
        <p:grpSpPr>
          <a:xfrm>
            <a:off x="713225" y="539500"/>
            <a:ext cx="7717500" cy="4064400"/>
            <a:chOff x="713225" y="539500"/>
            <a:chExt cx="7717500" cy="4064400"/>
          </a:xfrm>
        </p:grpSpPr>
        <p:sp>
          <p:nvSpPr>
            <p:cNvPr id="1537" name="Google Shape;1537;p21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8" name="Google Shape;1538;p21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539" name="Google Shape;1539;p210"/>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2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0">
    <p:bg>
      <p:bgPr>
        <a:solidFill>
          <a:schemeClr val="dk1"/>
        </a:solidFill>
      </p:bgPr>
    </p:bg>
    <p:spTree>
      <p:nvGrpSpPr>
        <p:cNvPr id="1540" name="Shape 1540"/>
        <p:cNvGrpSpPr/>
        <p:nvPr/>
      </p:nvGrpSpPr>
      <p:grpSpPr>
        <a:xfrm>
          <a:off x="0" y="0"/>
          <a:ext cx="0" cy="0"/>
          <a:chOff x="0" y="0"/>
          <a:chExt cx="0" cy="0"/>
        </a:xfrm>
      </p:grpSpPr>
      <p:sp>
        <p:nvSpPr>
          <p:cNvPr id="1541" name="Google Shape;1541;p21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211"/>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2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_1_1_1_2">
    <p:bg>
      <p:bgPr>
        <a:solidFill>
          <a:schemeClr val="dk1"/>
        </a:solidFill>
      </p:bgPr>
    </p:bg>
    <p:spTree>
      <p:nvGrpSpPr>
        <p:cNvPr id="1543" name="Shape 1543"/>
        <p:cNvGrpSpPr/>
        <p:nvPr/>
      </p:nvGrpSpPr>
      <p:grpSpPr>
        <a:xfrm>
          <a:off x="0" y="0"/>
          <a:ext cx="0" cy="0"/>
          <a:chOff x="0" y="0"/>
          <a:chExt cx="0" cy="0"/>
        </a:xfrm>
      </p:grpSpPr>
      <p:sp>
        <p:nvSpPr>
          <p:cNvPr id="1544" name="Google Shape;1544;p212"/>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212"/>
          <p:cNvSpPr txBox="1"/>
          <p:nvPr>
            <p:ph type="title"/>
          </p:nvPr>
        </p:nvSpPr>
        <p:spPr>
          <a:xfrm>
            <a:off x="1263200" y="1298488"/>
            <a:ext cx="2732700" cy="109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1546" name="Google Shape;1546;p212"/>
          <p:cNvSpPr txBox="1"/>
          <p:nvPr>
            <p:ph idx="1" type="subTitle"/>
          </p:nvPr>
        </p:nvSpPr>
        <p:spPr>
          <a:xfrm>
            <a:off x="1263200" y="2394813"/>
            <a:ext cx="2732700" cy="1541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2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1547" name="Shape 1547"/>
        <p:cNvGrpSpPr/>
        <p:nvPr/>
      </p:nvGrpSpPr>
      <p:grpSpPr>
        <a:xfrm>
          <a:off x="0" y="0"/>
          <a:ext cx="0" cy="0"/>
          <a:chOff x="0" y="0"/>
          <a:chExt cx="0" cy="0"/>
        </a:xfrm>
      </p:grpSpPr>
      <p:sp>
        <p:nvSpPr>
          <p:cNvPr id="1548" name="Google Shape;1548;p213"/>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213"/>
          <p:cNvSpPr txBox="1"/>
          <p:nvPr>
            <p:ph type="title"/>
          </p:nvPr>
        </p:nvSpPr>
        <p:spPr>
          <a:xfrm>
            <a:off x="948875" y="1767400"/>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1550" name="Google Shape;1550;p213"/>
          <p:cNvSpPr txBox="1"/>
          <p:nvPr>
            <p:ph idx="1" type="subTitle"/>
          </p:nvPr>
        </p:nvSpPr>
        <p:spPr>
          <a:xfrm>
            <a:off x="948875" y="2274200"/>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2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1_1_1_2_1_1_1">
    <p:bg>
      <p:bgPr>
        <a:solidFill>
          <a:schemeClr val="dk1"/>
        </a:solidFill>
      </p:bgPr>
    </p:bg>
    <p:spTree>
      <p:nvGrpSpPr>
        <p:cNvPr id="1551" name="Shape 1551"/>
        <p:cNvGrpSpPr/>
        <p:nvPr/>
      </p:nvGrpSpPr>
      <p:grpSpPr>
        <a:xfrm>
          <a:off x="0" y="0"/>
          <a:ext cx="0" cy="0"/>
          <a:chOff x="0" y="0"/>
          <a:chExt cx="0" cy="0"/>
        </a:xfrm>
      </p:grpSpPr>
      <p:grpSp>
        <p:nvGrpSpPr>
          <p:cNvPr id="1552" name="Google Shape;1552;p214"/>
          <p:cNvGrpSpPr/>
          <p:nvPr/>
        </p:nvGrpSpPr>
        <p:grpSpPr>
          <a:xfrm>
            <a:off x="713225" y="539500"/>
            <a:ext cx="7717500" cy="4064400"/>
            <a:chOff x="713225" y="539500"/>
            <a:chExt cx="7717500" cy="4064400"/>
          </a:xfrm>
        </p:grpSpPr>
        <p:sp>
          <p:nvSpPr>
            <p:cNvPr id="1553" name="Google Shape;1553;p21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54" name="Google Shape;1554;p21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555" name="Google Shape;1555;p21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556" name="Google Shape;1556;p214"/>
          <p:cNvSpPr txBox="1"/>
          <p:nvPr>
            <p:ph idx="1" type="subTitle"/>
          </p:nvPr>
        </p:nvSpPr>
        <p:spPr>
          <a:xfrm>
            <a:off x="862402" y="2181950"/>
            <a:ext cx="74778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557" name="Google Shape;1557;p214"/>
          <p:cNvSpPr txBox="1"/>
          <p:nvPr>
            <p:ph idx="2" type="subTitle"/>
          </p:nvPr>
        </p:nvSpPr>
        <p:spPr>
          <a:xfrm>
            <a:off x="853775" y="2571350"/>
            <a:ext cx="7477800" cy="1937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1558" name="Google Shape;1558;p214"/>
          <p:cNvSpPr txBox="1"/>
          <p:nvPr>
            <p:ph idx="3" type="subTitle"/>
          </p:nvPr>
        </p:nvSpPr>
        <p:spPr>
          <a:xfrm>
            <a:off x="821225" y="1404325"/>
            <a:ext cx="76095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Tree>
  </p:cSld>
  <p:clrMapOvr>
    <a:masterClrMapping/>
  </p:clrMapOvr>
</p:sldLayout>
</file>

<file path=ppt/slideLayouts/slideLayout2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bg>
      <p:bgPr>
        <a:solidFill>
          <a:schemeClr val="dk1"/>
        </a:solidFill>
      </p:bgPr>
    </p:bg>
    <p:spTree>
      <p:nvGrpSpPr>
        <p:cNvPr id="1559" name="Shape 1559"/>
        <p:cNvGrpSpPr/>
        <p:nvPr/>
      </p:nvGrpSpPr>
      <p:grpSpPr>
        <a:xfrm>
          <a:off x="0" y="0"/>
          <a:ext cx="0" cy="0"/>
          <a:chOff x="0" y="0"/>
          <a:chExt cx="0" cy="0"/>
        </a:xfrm>
      </p:grpSpPr>
      <p:sp>
        <p:nvSpPr>
          <p:cNvPr id="1560" name="Google Shape;1560;p215"/>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215"/>
          <p:cNvSpPr txBox="1"/>
          <p:nvPr>
            <p:ph type="title"/>
          </p:nvPr>
        </p:nvSpPr>
        <p:spPr>
          <a:xfrm>
            <a:off x="4762538" y="1024043"/>
            <a:ext cx="3159900" cy="2028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1562" name="Google Shape;1562;p215"/>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2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bg>
      <p:bgPr>
        <a:solidFill>
          <a:schemeClr val="dk1"/>
        </a:solidFill>
      </p:bgPr>
    </p:bg>
    <p:spTree>
      <p:nvGrpSpPr>
        <p:cNvPr id="1563" name="Shape 1563"/>
        <p:cNvGrpSpPr/>
        <p:nvPr/>
      </p:nvGrpSpPr>
      <p:grpSpPr>
        <a:xfrm>
          <a:off x="0" y="0"/>
          <a:ext cx="0" cy="0"/>
          <a:chOff x="0" y="0"/>
          <a:chExt cx="0" cy="0"/>
        </a:xfrm>
      </p:grpSpPr>
      <p:sp>
        <p:nvSpPr>
          <p:cNvPr id="1564" name="Google Shape;1564;p216"/>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216"/>
          <p:cNvSpPr txBox="1"/>
          <p:nvPr>
            <p:ph type="title"/>
          </p:nvPr>
        </p:nvSpPr>
        <p:spPr>
          <a:xfrm>
            <a:off x="954338" y="1773175"/>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1566" name="Google Shape;1566;p216"/>
          <p:cNvSpPr txBox="1"/>
          <p:nvPr>
            <p:ph idx="1" type="subTitle"/>
          </p:nvPr>
        </p:nvSpPr>
        <p:spPr>
          <a:xfrm>
            <a:off x="954338" y="2279975"/>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2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
    <p:bg>
      <p:bgPr>
        <a:solidFill>
          <a:schemeClr val="dk1"/>
        </a:solidFill>
      </p:bgPr>
    </p:bg>
    <p:spTree>
      <p:nvGrpSpPr>
        <p:cNvPr id="1567" name="Shape 1567"/>
        <p:cNvGrpSpPr/>
        <p:nvPr/>
      </p:nvGrpSpPr>
      <p:grpSpPr>
        <a:xfrm>
          <a:off x="0" y="0"/>
          <a:ext cx="0" cy="0"/>
          <a:chOff x="0" y="0"/>
          <a:chExt cx="0" cy="0"/>
        </a:xfrm>
      </p:grpSpPr>
      <p:grpSp>
        <p:nvGrpSpPr>
          <p:cNvPr id="1568" name="Google Shape;1568;p217"/>
          <p:cNvGrpSpPr/>
          <p:nvPr/>
        </p:nvGrpSpPr>
        <p:grpSpPr>
          <a:xfrm>
            <a:off x="713225" y="539500"/>
            <a:ext cx="7717500" cy="4064400"/>
            <a:chOff x="713225" y="539500"/>
            <a:chExt cx="7717500" cy="4064400"/>
          </a:xfrm>
        </p:grpSpPr>
        <p:sp>
          <p:nvSpPr>
            <p:cNvPr id="1569" name="Google Shape;1569;p21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70" name="Google Shape;1570;p21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571" name="Google Shape;1571;p21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572" name="Google Shape;1572;p217"/>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573" name="Google Shape;1573;p217"/>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574" name="Google Shape;1574;p217"/>
          <p:cNvSpPr txBox="1"/>
          <p:nvPr>
            <p:ph idx="3" type="subTitle"/>
          </p:nvPr>
        </p:nvSpPr>
        <p:spPr>
          <a:xfrm>
            <a:off x="853775" y="2571192"/>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1575" name="Google Shape;1575;p217"/>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576" name="Google Shape;1576;p217"/>
          <p:cNvSpPr txBox="1"/>
          <p:nvPr>
            <p:ph idx="5" type="subTitle"/>
          </p:nvPr>
        </p:nvSpPr>
        <p:spPr>
          <a:xfrm>
            <a:off x="4615325" y="2570500"/>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2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1_1_1_1">
    <p:bg>
      <p:bgPr>
        <a:solidFill>
          <a:schemeClr val="dk1"/>
        </a:solidFill>
      </p:bgPr>
    </p:bg>
    <p:spTree>
      <p:nvGrpSpPr>
        <p:cNvPr id="1577" name="Shape 1577"/>
        <p:cNvGrpSpPr/>
        <p:nvPr/>
      </p:nvGrpSpPr>
      <p:grpSpPr>
        <a:xfrm>
          <a:off x="0" y="0"/>
          <a:ext cx="0" cy="0"/>
          <a:chOff x="0" y="0"/>
          <a:chExt cx="0" cy="0"/>
        </a:xfrm>
      </p:grpSpPr>
      <p:grpSp>
        <p:nvGrpSpPr>
          <p:cNvPr id="1578" name="Google Shape;1578;p218"/>
          <p:cNvGrpSpPr/>
          <p:nvPr/>
        </p:nvGrpSpPr>
        <p:grpSpPr>
          <a:xfrm>
            <a:off x="713225" y="539500"/>
            <a:ext cx="7717500" cy="4064400"/>
            <a:chOff x="713225" y="539500"/>
            <a:chExt cx="7717500" cy="4064400"/>
          </a:xfrm>
        </p:grpSpPr>
        <p:sp>
          <p:nvSpPr>
            <p:cNvPr id="1579" name="Google Shape;1579;p21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80" name="Google Shape;1580;p21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581" name="Google Shape;1581;p21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582" name="Google Shape;1582;p218"/>
          <p:cNvSpPr txBox="1"/>
          <p:nvPr>
            <p:ph idx="1" type="subTitle"/>
          </p:nvPr>
        </p:nvSpPr>
        <p:spPr>
          <a:xfrm>
            <a:off x="1422663" y="3527586"/>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583" name="Google Shape;1583;p218"/>
          <p:cNvSpPr txBox="1"/>
          <p:nvPr>
            <p:ph idx="2" type="subTitle"/>
          </p:nvPr>
        </p:nvSpPr>
        <p:spPr>
          <a:xfrm>
            <a:off x="1422663" y="3098062"/>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584" name="Google Shape;1584;p218"/>
          <p:cNvSpPr txBox="1"/>
          <p:nvPr>
            <p:ph idx="3" type="subTitle"/>
          </p:nvPr>
        </p:nvSpPr>
        <p:spPr>
          <a:xfrm>
            <a:off x="5336638" y="3527925"/>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585" name="Google Shape;1585;p218"/>
          <p:cNvSpPr txBox="1"/>
          <p:nvPr>
            <p:ph idx="4" type="subTitle"/>
          </p:nvPr>
        </p:nvSpPr>
        <p:spPr>
          <a:xfrm>
            <a:off x="5336638" y="30980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8">
    <p:bg>
      <p:bgPr>
        <a:solidFill>
          <a:schemeClr val="dk1"/>
        </a:solidFill>
      </p:bgPr>
    </p:bg>
    <p:spTree>
      <p:nvGrpSpPr>
        <p:cNvPr id="1586" name="Shape 1586"/>
        <p:cNvGrpSpPr/>
        <p:nvPr/>
      </p:nvGrpSpPr>
      <p:grpSpPr>
        <a:xfrm>
          <a:off x="0" y="0"/>
          <a:ext cx="0" cy="0"/>
          <a:chOff x="0" y="0"/>
          <a:chExt cx="0" cy="0"/>
        </a:xfrm>
      </p:grpSpPr>
      <p:grpSp>
        <p:nvGrpSpPr>
          <p:cNvPr id="1587" name="Google Shape;1587;p219"/>
          <p:cNvGrpSpPr/>
          <p:nvPr/>
        </p:nvGrpSpPr>
        <p:grpSpPr>
          <a:xfrm>
            <a:off x="713225" y="539500"/>
            <a:ext cx="7717500" cy="4064400"/>
            <a:chOff x="713225" y="539500"/>
            <a:chExt cx="7717500" cy="4064400"/>
          </a:xfrm>
        </p:grpSpPr>
        <p:sp>
          <p:nvSpPr>
            <p:cNvPr id="1588" name="Google Shape;1588;p21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89" name="Google Shape;1589;p21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590" name="Google Shape;1590;p21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591" name="Google Shape;1591;p219"/>
          <p:cNvSpPr txBox="1"/>
          <p:nvPr>
            <p:ph idx="1" type="subTitle"/>
          </p:nvPr>
        </p:nvSpPr>
        <p:spPr>
          <a:xfrm>
            <a:off x="2965993" y="1780597"/>
            <a:ext cx="3506400" cy="80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592" name="Google Shape;1592;p219"/>
          <p:cNvSpPr txBox="1"/>
          <p:nvPr>
            <p:ph idx="2" type="subTitle"/>
          </p:nvPr>
        </p:nvSpPr>
        <p:spPr>
          <a:xfrm>
            <a:off x="2965993" y="1351073"/>
            <a:ext cx="3506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593" name="Google Shape;1593;p219"/>
          <p:cNvSpPr txBox="1"/>
          <p:nvPr>
            <p:ph idx="3" type="subTitle"/>
          </p:nvPr>
        </p:nvSpPr>
        <p:spPr>
          <a:xfrm>
            <a:off x="2280193" y="3541819"/>
            <a:ext cx="3506400" cy="809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594" name="Google Shape;1594;p219"/>
          <p:cNvSpPr txBox="1"/>
          <p:nvPr>
            <p:ph idx="4" type="subTitle"/>
          </p:nvPr>
        </p:nvSpPr>
        <p:spPr>
          <a:xfrm>
            <a:off x="2280193" y="3111944"/>
            <a:ext cx="3506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bg>
      <p:bgPr>
        <a:solidFill>
          <a:schemeClr val="dk1"/>
        </a:solidFill>
      </p:bgPr>
    </p:bg>
    <p:spTree>
      <p:nvGrpSpPr>
        <p:cNvPr id="1595" name="Shape 1595"/>
        <p:cNvGrpSpPr/>
        <p:nvPr/>
      </p:nvGrpSpPr>
      <p:grpSpPr>
        <a:xfrm>
          <a:off x="0" y="0"/>
          <a:ext cx="0" cy="0"/>
          <a:chOff x="0" y="0"/>
          <a:chExt cx="0" cy="0"/>
        </a:xfrm>
      </p:grpSpPr>
      <p:grpSp>
        <p:nvGrpSpPr>
          <p:cNvPr id="1596" name="Google Shape;1596;p220"/>
          <p:cNvGrpSpPr/>
          <p:nvPr/>
        </p:nvGrpSpPr>
        <p:grpSpPr>
          <a:xfrm>
            <a:off x="713225" y="539500"/>
            <a:ext cx="7717500" cy="4064400"/>
            <a:chOff x="713225" y="539500"/>
            <a:chExt cx="7717500" cy="4064400"/>
          </a:xfrm>
        </p:grpSpPr>
        <p:sp>
          <p:nvSpPr>
            <p:cNvPr id="1597" name="Google Shape;1597;p22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98" name="Google Shape;1598;p22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599" name="Google Shape;1599;p22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600" name="Google Shape;1600;p220"/>
          <p:cNvSpPr txBox="1"/>
          <p:nvPr>
            <p:ph idx="1" type="subTitle"/>
          </p:nvPr>
        </p:nvSpPr>
        <p:spPr>
          <a:xfrm>
            <a:off x="1041662" y="2850162"/>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601" name="Google Shape;1601;p220"/>
          <p:cNvSpPr txBox="1"/>
          <p:nvPr>
            <p:ph idx="2" type="subTitle"/>
          </p:nvPr>
        </p:nvSpPr>
        <p:spPr>
          <a:xfrm>
            <a:off x="1041662"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602" name="Google Shape;1602;p220"/>
          <p:cNvSpPr txBox="1"/>
          <p:nvPr>
            <p:ph idx="3" type="subTitle"/>
          </p:nvPr>
        </p:nvSpPr>
        <p:spPr>
          <a:xfrm>
            <a:off x="6437934" y="2850513"/>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603" name="Google Shape;1603;p220"/>
          <p:cNvSpPr txBox="1"/>
          <p:nvPr>
            <p:ph idx="4" type="subTitle"/>
          </p:nvPr>
        </p:nvSpPr>
        <p:spPr>
          <a:xfrm>
            <a:off x="6437934"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6">
    <p:bg>
      <p:bgPr>
        <a:solidFill>
          <a:schemeClr val="dk1"/>
        </a:solidFill>
      </p:bgPr>
    </p:bg>
    <p:spTree>
      <p:nvGrpSpPr>
        <p:cNvPr id="1604" name="Shape 1604"/>
        <p:cNvGrpSpPr/>
        <p:nvPr/>
      </p:nvGrpSpPr>
      <p:grpSpPr>
        <a:xfrm>
          <a:off x="0" y="0"/>
          <a:ext cx="0" cy="0"/>
          <a:chOff x="0" y="0"/>
          <a:chExt cx="0" cy="0"/>
        </a:xfrm>
      </p:grpSpPr>
      <p:grpSp>
        <p:nvGrpSpPr>
          <p:cNvPr id="1605" name="Google Shape;1605;p221"/>
          <p:cNvGrpSpPr/>
          <p:nvPr/>
        </p:nvGrpSpPr>
        <p:grpSpPr>
          <a:xfrm>
            <a:off x="713225" y="539500"/>
            <a:ext cx="7717500" cy="4064400"/>
            <a:chOff x="713225" y="539500"/>
            <a:chExt cx="7717500" cy="4064400"/>
          </a:xfrm>
        </p:grpSpPr>
        <p:sp>
          <p:nvSpPr>
            <p:cNvPr id="1606" name="Google Shape;1606;p22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07" name="Google Shape;1607;p22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608" name="Google Shape;1608;p22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609" name="Google Shape;1609;p221"/>
          <p:cNvSpPr txBox="1"/>
          <p:nvPr>
            <p:ph idx="1" type="subTitle"/>
          </p:nvPr>
        </p:nvSpPr>
        <p:spPr>
          <a:xfrm>
            <a:off x="1425525" y="1808851"/>
            <a:ext cx="2384700" cy="2377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
        <p:nvSpPr>
          <p:cNvPr id="1610" name="Google Shape;1610;p221"/>
          <p:cNvSpPr txBox="1"/>
          <p:nvPr>
            <p:ph idx="2" type="subTitle"/>
          </p:nvPr>
        </p:nvSpPr>
        <p:spPr>
          <a:xfrm>
            <a:off x="5333725" y="1808850"/>
            <a:ext cx="2384700" cy="2356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2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_1_1_1">
    <p:bg>
      <p:bgPr>
        <a:solidFill>
          <a:schemeClr val="dk1"/>
        </a:solidFill>
      </p:bgPr>
    </p:bg>
    <p:spTree>
      <p:nvGrpSpPr>
        <p:cNvPr id="1611" name="Shape 1611"/>
        <p:cNvGrpSpPr/>
        <p:nvPr/>
      </p:nvGrpSpPr>
      <p:grpSpPr>
        <a:xfrm>
          <a:off x="0" y="0"/>
          <a:ext cx="0" cy="0"/>
          <a:chOff x="0" y="0"/>
          <a:chExt cx="0" cy="0"/>
        </a:xfrm>
      </p:grpSpPr>
      <p:grpSp>
        <p:nvGrpSpPr>
          <p:cNvPr id="1612" name="Google Shape;1612;p222"/>
          <p:cNvGrpSpPr/>
          <p:nvPr/>
        </p:nvGrpSpPr>
        <p:grpSpPr>
          <a:xfrm>
            <a:off x="713225" y="539500"/>
            <a:ext cx="7717500" cy="4064400"/>
            <a:chOff x="713225" y="539500"/>
            <a:chExt cx="7717500" cy="4064400"/>
          </a:xfrm>
        </p:grpSpPr>
        <p:sp>
          <p:nvSpPr>
            <p:cNvPr id="1613" name="Google Shape;1613;p22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14" name="Google Shape;1614;p22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615" name="Google Shape;1615;p22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616" name="Google Shape;1616;p222"/>
          <p:cNvSpPr txBox="1"/>
          <p:nvPr>
            <p:ph idx="1" type="subTitle"/>
          </p:nvPr>
        </p:nvSpPr>
        <p:spPr>
          <a:xfrm>
            <a:off x="852300" y="16473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617" name="Google Shape;1617;p222"/>
          <p:cNvSpPr txBox="1"/>
          <p:nvPr>
            <p:ph idx="2" type="subTitle"/>
          </p:nvPr>
        </p:nvSpPr>
        <p:spPr>
          <a:xfrm>
            <a:off x="852300" y="12178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618" name="Google Shape;1618;p222"/>
          <p:cNvSpPr txBox="1"/>
          <p:nvPr>
            <p:ph idx="3" type="subTitle"/>
          </p:nvPr>
        </p:nvSpPr>
        <p:spPr>
          <a:xfrm>
            <a:off x="852300" y="27819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619" name="Google Shape;1619;p222"/>
          <p:cNvSpPr txBox="1"/>
          <p:nvPr>
            <p:ph idx="4" type="subTitle"/>
          </p:nvPr>
        </p:nvSpPr>
        <p:spPr>
          <a:xfrm>
            <a:off x="852300" y="23524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620" name="Google Shape;1620;p222"/>
          <p:cNvSpPr txBox="1"/>
          <p:nvPr>
            <p:ph idx="5" type="subTitle"/>
          </p:nvPr>
        </p:nvSpPr>
        <p:spPr>
          <a:xfrm>
            <a:off x="852300" y="3916538"/>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621" name="Google Shape;1621;p222"/>
          <p:cNvSpPr txBox="1"/>
          <p:nvPr>
            <p:ph idx="6" type="subTitle"/>
          </p:nvPr>
        </p:nvSpPr>
        <p:spPr>
          <a:xfrm>
            <a:off x="852300" y="34870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2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bg>
      <p:bgPr>
        <a:solidFill>
          <a:schemeClr val="dk1"/>
        </a:solidFill>
      </p:bgPr>
    </p:bg>
    <p:spTree>
      <p:nvGrpSpPr>
        <p:cNvPr id="1622" name="Shape 1622"/>
        <p:cNvGrpSpPr/>
        <p:nvPr/>
      </p:nvGrpSpPr>
      <p:grpSpPr>
        <a:xfrm>
          <a:off x="0" y="0"/>
          <a:ext cx="0" cy="0"/>
          <a:chOff x="0" y="0"/>
          <a:chExt cx="0" cy="0"/>
        </a:xfrm>
      </p:grpSpPr>
      <p:grpSp>
        <p:nvGrpSpPr>
          <p:cNvPr id="1623" name="Google Shape;1623;p223"/>
          <p:cNvGrpSpPr/>
          <p:nvPr/>
        </p:nvGrpSpPr>
        <p:grpSpPr>
          <a:xfrm>
            <a:off x="713225" y="539500"/>
            <a:ext cx="7717500" cy="4064400"/>
            <a:chOff x="713225" y="539500"/>
            <a:chExt cx="7717500" cy="4064400"/>
          </a:xfrm>
        </p:grpSpPr>
        <p:sp>
          <p:nvSpPr>
            <p:cNvPr id="1624" name="Google Shape;1624;p22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25" name="Google Shape;1625;p22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626" name="Google Shape;1626;p22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627" name="Google Shape;1627;p223"/>
          <p:cNvSpPr txBox="1"/>
          <p:nvPr>
            <p:ph idx="1" type="subTitle"/>
          </p:nvPr>
        </p:nvSpPr>
        <p:spPr>
          <a:xfrm>
            <a:off x="919850"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628" name="Google Shape;1628;p223"/>
          <p:cNvSpPr txBox="1"/>
          <p:nvPr>
            <p:ph idx="2" type="subTitle"/>
          </p:nvPr>
        </p:nvSpPr>
        <p:spPr>
          <a:xfrm>
            <a:off x="919850"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629" name="Google Shape;1629;p223"/>
          <p:cNvSpPr txBox="1"/>
          <p:nvPr>
            <p:ph idx="3" type="subTitle"/>
          </p:nvPr>
        </p:nvSpPr>
        <p:spPr>
          <a:xfrm>
            <a:off x="3500699"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630" name="Google Shape;1630;p223"/>
          <p:cNvSpPr txBox="1"/>
          <p:nvPr>
            <p:ph idx="4" type="subTitle"/>
          </p:nvPr>
        </p:nvSpPr>
        <p:spPr>
          <a:xfrm>
            <a:off x="3500697"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631" name="Google Shape;1631;p223"/>
          <p:cNvSpPr txBox="1"/>
          <p:nvPr>
            <p:ph idx="5" type="subTitle"/>
          </p:nvPr>
        </p:nvSpPr>
        <p:spPr>
          <a:xfrm>
            <a:off x="6069048"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632" name="Google Shape;1632;p223"/>
          <p:cNvSpPr txBox="1"/>
          <p:nvPr>
            <p:ph idx="6" type="subTitle"/>
          </p:nvPr>
        </p:nvSpPr>
        <p:spPr>
          <a:xfrm>
            <a:off x="6069043"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1_1_1_1_1_1">
    <p:bg>
      <p:bgPr>
        <a:solidFill>
          <a:schemeClr val="dk1"/>
        </a:solidFill>
      </p:bgPr>
    </p:bg>
    <p:spTree>
      <p:nvGrpSpPr>
        <p:cNvPr id="1633" name="Shape 1633"/>
        <p:cNvGrpSpPr/>
        <p:nvPr/>
      </p:nvGrpSpPr>
      <p:grpSpPr>
        <a:xfrm>
          <a:off x="0" y="0"/>
          <a:ext cx="0" cy="0"/>
          <a:chOff x="0" y="0"/>
          <a:chExt cx="0" cy="0"/>
        </a:xfrm>
      </p:grpSpPr>
      <p:grpSp>
        <p:nvGrpSpPr>
          <p:cNvPr id="1634" name="Google Shape;1634;p224"/>
          <p:cNvGrpSpPr/>
          <p:nvPr/>
        </p:nvGrpSpPr>
        <p:grpSpPr>
          <a:xfrm>
            <a:off x="713225" y="539500"/>
            <a:ext cx="7717500" cy="4064400"/>
            <a:chOff x="713225" y="539500"/>
            <a:chExt cx="7717500" cy="4064400"/>
          </a:xfrm>
        </p:grpSpPr>
        <p:sp>
          <p:nvSpPr>
            <p:cNvPr id="1635" name="Google Shape;1635;p22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36" name="Google Shape;1636;p22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637" name="Google Shape;1637;p22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638" name="Google Shape;1638;p224"/>
          <p:cNvSpPr txBox="1"/>
          <p:nvPr>
            <p:ph idx="1" type="subTitle"/>
          </p:nvPr>
        </p:nvSpPr>
        <p:spPr>
          <a:xfrm>
            <a:off x="919850" y="28955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639" name="Google Shape;1639;p224"/>
          <p:cNvSpPr txBox="1"/>
          <p:nvPr>
            <p:ph idx="2" type="subTitle"/>
          </p:nvPr>
        </p:nvSpPr>
        <p:spPr>
          <a:xfrm>
            <a:off x="919850" y="23982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640" name="Google Shape;1640;p224"/>
          <p:cNvSpPr txBox="1"/>
          <p:nvPr>
            <p:ph idx="3" type="subTitle"/>
          </p:nvPr>
        </p:nvSpPr>
        <p:spPr>
          <a:xfrm>
            <a:off x="3500700" y="32003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641" name="Google Shape;1641;p224"/>
          <p:cNvSpPr txBox="1"/>
          <p:nvPr>
            <p:ph idx="4" type="subTitle"/>
          </p:nvPr>
        </p:nvSpPr>
        <p:spPr>
          <a:xfrm>
            <a:off x="3500697" y="27030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642" name="Google Shape;1642;p224"/>
          <p:cNvSpPr txBox="1"/>
          <p:nvPr>
            <p:ph idx="5" type="subTitle"/>
          </p:nvPr>
        </p:nvSpPr>
        <p:spPr>
          <a:xfrm>
            <a:off x="6069049" y="35051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643" name="Google Shape;1643;p224"/>
          <p:cNvSpPr txBox="1"/>
          <p:nvPr>
            <p:ph idx="6" type="subTitle"/>
          </p:nvPr>
        </p:nvSpPr>
        <p:spPr>
          <a:xfrm>
            <a:off x="6069043" y="30078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BLANK_1_1_1_1_1_1_1_1_1_1">
    <p:bg>
      <p:bgPr>
        <a:solidFill>
          <a:schemeClr val="dk1"/>
        </a:solidFill>
      </p:bgPr>
    </p:bg>
    <p:spTree>
      <p:nvGrpSpPr>
        <p:cNvPr id="1644" name="Shape 1644"/>
        <p:cNvGrpSpPr/>
        <p:nvPr/>
      </p:nvGrpSpPr>
      <p:grpSpPr>
        <a:xfrm>
          <a:off x="0" y="0"/>
          <a:ext cx="0" cy="0"/>
          <a:chOff x="0" y="0"/>
          <a:chExt cx="0" cy="0"/>
        </a:xfrm>
      </p:grpSpPr>
      <p:grpSp>
        <p:nvGrpSpPr>
          <p:cNvPr id="1645" name="Google Shape;1645;p225"/>
          <p:cNvGrpSpPr/>
          <p:nvPr/>
        </p:nvGrpSpPr>
        <p:grpSpPr>
          <a:xfrm>
            <a:off x="713225" y="539500"/>
            <a:ext cx="7717500" cy="4064400"/>
            <a:chOff x="713225" y="539500"/>
            <a:chExt cx="7717500" cy="4064400"/>
          </a:xfrm>
        </p:grpSpPr>
        <p:sp>
          <p:nvSpPr>
            <p:cNvPr id="1646" name="Google Shape;1646;p22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47" name="Google Shape;1647;p22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648" name="Google Shape;1648;p22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649" name="Google Shape;1649;p225"/>
          <p:cNvSpPr txBox="1"/>
          <p:nvPr>
            <p:ph idx="1" type="subTitle"/>
          </p:nvPr>
        </p:nvSpPr>
        <p:spPr>
          <a:xfrm>
            <a:off x="111297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650" name="Google Shape;1650;p225"/>
          <p:cNvSpPr txBox="1"/>
          <p:nvPr>
            <p:ph idx="2" type="subTitle"/>
          </p:nvPr>
        </p:nvSpPr>
        <p:spPr>
          <a:xfrm>
            <a:off x="111297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651" name="Google Shape;1651;p225"/>
          <p:cNvSpPr txBox="1"/>
          <p:nvPr>
            <p:ph idx="3" type="subTitle"/>
          </p:nvPr>
        </p:nvSpPr>
        <p:spPr>
          <a:xfrm>
            <a:off x="3497250" y="18612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652" name="Google Shape;1652;p225"/>
          <p:cNvSpPr txBox="1"/>
          <p:nvPr>
            <p:ph idx="4" type="subTitle"/>
          </p:nvPr>
        </p:nvSpPr>
        <p:spPr>
          <a:xfrm>
            <a:off x="3497250" y="13639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653" name="Google Shape;1653;p225"/>
          <p:cNvSpPr txBox="1"/>
          <p:nvPr>
            <p:ph idx="5" type="subTitle"/>
          </p:nvPr>
        </p:nvSpPr>
        <p:spPr>
          <a:xfrm>
            <a:off x="588152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654" name="Google Shape;1654;p225"/>
          <p:cNvSpPr txBox="1"/>
          <p:nvPr>
            <p:ph idx="6" type="subTitle"/>
          </p:nvPr>
        </p:nvSpPr>
        <p:spPr>
          <a:xfrm>
            <a:off x="588152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2">
    <p:bg>
      <p:bgPr>
        <a:solidFill>
          <a:schemeClr val="dk1"/>
        </a:solidFill>
      </p:bgPr>
    </p:bg>
    <p:spTree>
      <p:nvGrpSpPr>
        <p:cNvPr id="1655" name="Shape 1655"/>
        <p:cNvGrpSpPr/>
        <p:nvPr/>
      </p:nvGrpSpPr>
      <p:grpSpPr>
        <a:xfrm>
          <a:off x="0" y="0"/>
          <a:ext cx="0" cy="0"/>
          <a:chOff x="0" y="0"/>
          <a:chExt cx="0" cy="0"/>
        </a:xfrm>
      </p:grpSpPr>
      <p:grpSp>
        <p:nvGrpSpPr>
          <p:cNvPr id="1656" name="Google Shape;1656;p226"/>
          <p:cNvGrpSpPr/>
          <p:nvPr/>
        </p:nvGrpSpPr>
        <p:grpSpPr>
          <a:xfrm>
            <a:off x="713225" y="539500"/>
            <a:ext cx="7717500" cy="4064400"/>
            <a:chOff x="713225" y="539500"/>
            <a:chExt cx="7717500" cy="4064400"/>
          </a:xfrm>
        </p:grpSpPr>
        <p:sp>
          <p:nvSpPr>
            <p:cNvPr id="1657" name="Google Shape;1657;p22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58" name="Google Shape;1658;p22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659" name="Google Shape;1659;p22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660" name="Google Shape;1660;p226"/>
          <p:cNvSpPr txBox="1"/>
          <p:nvPr>
            <p:ph idx="1" type="subTitle"/>
          </p:nvPr>
        </p:nvSpPr>
        <p:spPr>
          <a:xfrm>
            <a:off x="945800" y="1875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661" name="Google Shape;1661;p226"/>
          <p:cNvSpPr txBox="1"/>
          <p:nvPr>
            <p:ph idx="2" type="subTitle"/>
          </p:nvPr>
        </p:nvSpPr>
        <p:spPr>
          <a:xfrm>
            <a:off x="945800" y="1446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662" name="Google Shape;1662;p226"/>
          <p:cNvSpPr txBox="1"/>
          <p:nvPr>
            <p:ph idx="3" type="subTitle"/>
          </p:nvPr>
        </p:nvSpPr>
        <p:spPr>
          <a:xfrm>
            <a:off x="5153800" y="2781950"/>
            <a:ext cx="30444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663" name="Google Shape;1663;p226"/>
          <p:cNvSpPr txBox="1"/>
          <p:nvPr>
            <p:ph idx="4" type="subTitle"/>
          </p:nvPr>
        </p:nvSpPr>
        <p:spPr>
          <a:xfrm>
            <a:off x="5153800" y="2352425"/>
            <a:ext cx="3044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664" name="Google Shape;1664;p226"/>
          <p:cNvSpPr txBox="1"/>
          <p:nvPr>
            <p:ph idx="5" type="subTitle"/>
          </p:nvPr>
        </p:nvSpPr>
        <p:spPr>
          <a:xfrm>
            <a:off x="945800" y="3687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665" name="Google Shape;1665;p226"/>
          <p:cNvSpPr txBox="1"/>
          <p:nvPr>
            <p:ph idx="6" type="subTitle"/>
          </p:nvPr>
        </p:nvSpPr>
        <p:spPr>
          <a:xfrm>
            <a:off x="945800" y="3258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2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5">
    <p:bg>
      <p:bgPr>
        <a:solidFill>
          <a:schemeClr val="dk1"/>
        </a:solidFill>
      </p:bgPr>
    </p:bg>
    <p:spTree>
      <p:nvGrpSpPr>
        <p:cNvPr id="1666" name="Shape 1666"/>
        <p:cNvGrpSpPr/>
        <p:nvPr/>
      </p:nvGrpSpPr>
      <p:grpSpPr>
        <a:xfrm>
          <a:off x="0" y="0"/>
          <a:ext cx="0" cy="0"/>
          <a:chOff x="0" y="0"/>
          <a:chExt cx="0" cy="0"/>
        </a:xfrm>
      </p:grpSpPr>
      <p:grpSp>
        <p:nvGrpSpPr>
          <p:cNvPr id="1667" name="Google Shape;1667;p227"/>
          <p:cNvGrpSpPr/>
          <p:nvPr/>
        </p:nvGrpSpPr>
        <p:grpSpPr>
          <a:xfrm>
            <a:off x="713225" y="539500"/>
            <a:ext cx="7717500" cy="4064400"/>
            <a:chOff x="713225" y="539500"/>
            <a:chExt cx="7717500" cy="4064400"/>
          </a:xfrm>
        </p:grpSpPr>
        <p:sp>
          <p:nvSpPr>
            <p:cNvPr id="1668" name="Google Shape;1668;p22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69" name="Google Shape;1669;p22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670" name="Google Shape;1670;p22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671" name="Google Shape;1671;p227"/>
          <p:cNvSpPr txBox="1"/>
          <p:nvPr>
            <p:ph idx="1" type="subTitle"/>
          </p:nvPr>
        </p:nvSpPr>
        <p:spPr>
          <a:xfrm>
            <a:off x="1658100" y="1978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672" name="Google Shape;1672;p227"/>
          <p:cNvSpPr txBox="1"/>
          <p:nvPr>
            <p:ph idx="2" type="subTitle"/>
          </p:nvPr>
        </p:nvSpPr>
        <p:spPr>
          <a:xfrm>
            <a:off x="1658100" y="1549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673" name="Google Shape;1673;p227"/>
          <p:cNvSpPr txBox="1"/>
          <p:nvPr>
            <p:ph idx="3" type="subTitle"/>
          </p:nvPr>
        </p:nvSpPr>
        <p:spPr>
          <a:xfrm>
            <a:off x="1658100" y="2884846"/>
            <a:ext cx="62850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674" name="Google Shape;1674;p227"/>
          <p:cNvSpPr txBox="1"/>
          <p:nvPr>
            <p:ph idx="4" type="subTitle"/>
          </p:nvPr>
        </p:nvSpPr>
        <p:spPr>
          <a:xfrm>
            <a:off x="1658100" y="2455321"/>
            <a:ext cx="62850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675" name="Google Shape;1675;p227"/>
          <p:cNvSpPr txBox="1"/>
          <p:nvPr>
            <p:ph idx="5" type="subTitle"/>
          </p:nvPr>
        </p:nvSpPr>
        <p:spPr>
          <a:xfrm>
            <a:off x="1658100" y="3790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676" name="Google Shape;1676;p227"/>
          <p:cNvSpPr txBox="1"/>
          <p:nvPr>
            <p:ph idx="6" type="subTitle"/>
          </p:nvPr>
        </p:nvSpPr>
        <p:spPr>
          <a:xfrm>
            <a:off x="1658100" y="3361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2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24">
    <p:bg>
      <p:bgPr>
        <a:solidFill>
          <a:schemeClr val="dk1"/>
        </a:solidFill>
      </p:bgPr>
    </p:bg>
    <p:spTree>
      <p:nvGrpSpPr>
        <p:cNvPr id="1677" name="Shape 1677"/>
        <p:cNvGrpSpPr/>
        <p:nvPr/>
      </p:nvGrpSpPr>
      <p:grpSpPr>
        <a:xfrm>
          <a:off x="0" y="0"/>
          <a:ext cx="0" cy="0"/>
          <a:chOff x="0" y="0"/>
          <a:chExt cx="0" cy="0"/>
        </a:xfrm>
      </p:grpSpPr>
      <p:grpSp>
        <p:nvGrpSpPr>
          <p:cNvPr id="1678" name="Google Shape;1678;p228"/>
          <p:cNvGrpSpPr/>
          <p:nvPr/>
        </p:nvGrpSpPr>
        <p:grpSpPr>
          <a:xfrm>
            <a:off x="713225" y="539500"/>
            <a:ext cx="7717500" cy="4064400"/>
            <a:chOff x="713225" y="539500"/>
            <a:chExt cx="7717500" cy="4064400"/>
          </a:xfrm>
        </p:grpSpPr>
        <p:sp>
          <p:nvSpPr>
            <p:cNvPr id="1679" name="Google Shape;1679;p22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80" name="Google Shape;1680;p22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681" name="Google Shape;1681;p22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682" name="Google Shape;1682;p228"/>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683" name="Google Shape;1683;p228"/>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684" name="Google Shape;1684;p228"/>
          <p:cNvSpPr txBox="1"/>
          <p:nvPr>
            <p:ph idx="3" type="subTitle"/>
          </p:nvPr>
        </p:nvSpPr>
        <p:spPr>
          <a:xfrm>
            <a:off x="853775" y="257119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1685" name="Google Shape;1685;p228"/>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686" name="Google Shape;1686;p228"/>
          <p:cNvSpPr txBox="1"/>
          <p:nvPr>
            <p:ph idx="5" type="subTitle"/>
          </p:nvPr>
        </p:nvSpPr>
        <p:spPr>
          <a:xfrm>
            <a:off x="4452875" y="2570500"/>
            <a:ext cx="3761700" cy="172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1687" name="Google Shape;1687;p228"/>
          <p:cNvSpPr txBox="1"/>
          <p:nvPr>
            <p:ph idx="6" type="subTitle"/>
          </p:nvPr>
        </p:nvSpPr>
        <p:spPr>
          <a:xfrm>
            <a:off x="853775" y="323750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688" name="Google Shape;1688;p228"/>
          <p:cNvSpPr txBox="1"/>
          <p:nvPr>
            <p:ph idx="7" type="subTitle"/>
          </p:nvPr>
        </p:nvSpPr>
        <p:spPr>
          <a:xfrm>
            <a:off x="853775" y="362674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2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_1_1_1_1">
    <p:bg>
      <p:bgPr>
        <a:solidFill>
          <a:schemeClr val="dk1"/>
        </a:solidFill>
      </p:bgPr>
    </p:bg>
    <p:spTree>
      <p:nvGrpSpPr>
        <p:cNvPr id="1689" name="Shape 1689"/>
        <p:cNvGrpSpPr/>
        <p:nvPr/>
      </p:nvGrpSpPr>
      <p:grpSpPr>
        <a:xfrm>
          <a:off x="0" y="0"/>
          <a:ext cx="0" cy="0"/>
          <a:chOff x="0" y="0"/>
          <a:chExt cx="0" cy="0"/>
        </a:xfrm>
      </p:grpSpPr>
      <p:grpSp>
        <p:nvGrpSpPr>
          <p:cNvPr id="1690" name="Google Shape;1690;p229"/>
          <p:cNvGrpSpPr/>
          <p:nvPr/>
        </p:nvGrpSpPr>
        <p:grpSpPr>
          <a:xfrm>
            <a:off x="713225" y="539500"/>
            <a:ext cx="7717500" cy="4064400"/>
            <a:chOff x="713225" y="539500"/>
            <a:chExt cx="7717500" cy="4064400"/>
          </a:xfrm>
        </p:grpSpPr>
        <p:sp>
          <p:nvSpPr>
            <p:cNvPr id="1691" name="Google Shape;1691;p22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92" name="Google Shape;1692;p22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693" name="Google Shape;1693;p22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694" name="Google Shape;1694;p229"/>
          <p:cNvSpPr txBox="1"/>
          <p:nvPr>
            <p:ph idx="1" type="subTitle"/>
          </p:nvPr>
        </p:nvSpPr>
        <p:spPr>
          <a:xfrm>
            <a:off x="1112425"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695" name="Google Shape;1695;p229"/>
          <p:cNvSpPr txBox="1"/>
          <p:nvPr>
            <p:ph idx="2" type="subTitle"/>
          </p:nvPr>
        </p:nvSpPr>
        <p:spPr>
          <a:xfrm>
            <a:off x="1112425"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696" name="Google Shape;1696;p229"/>
          <p:cNvSpPr txBox="1"/>
          <p:nvPr>
            <p:ph idx="3" type="subTitle"/>
          </p:nvPr>
        </p:nvSpPr>
        <p:spPr>
          <a:xfrm>
            <a:off x="5584150"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697" name="Google Shape;1697;p229"/>
          <p:cNvSpPr txBox="1"/>
          <p:nvPr>
            <p:ph idx="4" type="subTitle"/>
          </p:nvPr>
        </p:nvSpPr>
        <p:spPr>
          <a:xfrm>
            <a:off x="5584150"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698" name="Google Shape;1698;p229"/>
          <p:cNvSpPr txBox="1"/>
          <p:nvPr>
            <p:ph idx="5" type="subTitle"/>
          </p:nvPr>
        </p:nvSpPr>
        <p:spPr>
          <a:xfrm>
            <a:off x="1112425"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699" name="Google Shape;1699;p229"/>
          <p:cNvSpPr txBox="1"/>
          <p:nvPr>
            <p:ph idx="6" type="subTitle"/>
          </p:nvPr>
        </p:nvSpPr>
        <p:spPr>
          <a:xfrm>
            <a:off x="1112425"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00" name="Google Shape;1700;p229"/>
          <p:cNvSpPr txBox="1"/>
          <p:nvPr>
            <p:ph idx="7" type="subTitle"/>
          </p:nvPr>
        </p:nvSpPr>
        <p:spPr>
          <a:xfrm>
            <a:off x="5584150"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701" name="Google Shape;1701;p229"/>
          <p:cNvSpPr txBox="1"/>
          <p:nvPr>
            <p:ph idx="8" type="subTitle"/>
          </p:nvPr>
        </p:nvSpPr>
        <p:spPr>
          <a:xfrm>
            <a:off x="5584150"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1_1_1_1_1">
    <p:bg>
      <p:bgPr>
        <a:solidFill>
          <a:schemeClr val="dk1"/>
        </a:solidFill>
      </p:bgPr>
    </p:bg>
    <p:spTree>
      <p:nvGrpSpPr>
        <p:cNvPr id="1702" name="Shape 1702"/>
        <p:cNvGrpSpPr/>
        <p:nvPr/>
      </p:nvGrpSpPr>
      <p:grpSpPr>
        <a:xfrm>
          <a:off x="0" y="0"/>
          <a:ext cx="0" cy="0"/>
          <a:chOff x="0" y="0"/>
          <a:chExt cx="0" cy="0"/>
        </a:xfrm>
      </p:grpSpPr>
      <p:grpSp>
        <p:nvGrpSpPr>
          <p:cNvPr id="1703" name="Google Shape;1703;p230"/>
          <p:cNvGrpSpPr/>
          <p:nvPr/>
        </p:nvGrpSpPr>
        <p:grpSpPr>
          <a:xfrm>
            <a:off x="713300" y="539550"/>
            <a:ext cx="7717500" cy="4064400"/>
            <a:chOff x="713300" y="539550"/>
            <a:chExt cx="7717500" cy="4064400"/>
          </a:xfrm>
        </p:grpSpPr>
        <p:cxnSp>
          <p:nvCxnSpPr>
            <p:cNvPr id="1704" name="Google Shape;1704;p230"/>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705" name="Google Shape;1705;p230"/>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6" name="Google Shape;1706;p23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707" name="Google Shape;1707;p230"/>
          <p:cNvSpPr txBox="1"/>
          <p:nvPr>
            <p:ph idx="1" type="subTitle"/>
          </p:nvPr>
        </p:nvSpPr>
        <p:spPr>
          <a:xfrm>
            <a:off x="10166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708" name="Google Shape;1708;p230"/>
          <p:cNvSpPr txBox="1"/>
          <p:nvPr>
            <p:ph idx="2" type="subTitle"/>
          </p:nvPr>
        </p:nvSpPr>
        <p:spPr>
          <a:xfrm>
            <a:off x="10166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09" name="Google Shape;1709;p230"/>
          <p:cNvSpPr txBox="1"/>
          <p:nvPr>
            <p:ph idx="3" type="subTitle"/>
          </p:nvPr>
        </p:nvSpPr>
        <p:spPr>
          <a:xfrm>
            <a:off x="10166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710" name="Google Shape;1710;p230"/>
          <p:cNvSpPr txBox="1"/>
          <p:nvPr>
            <p:ph idx="4" type="subTitle"/>
          </p:nvPr>
        </p:nvSpPr>
        <p:spPr>
          <a:xfrm>
            <a:off x="10166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11" name="Google Shape;1711;p230"/>
          <p:cNvSpPr txBox="1"/>
          <p:nvPr>
            <p:ph idx="5" type="subTitle"/>
          </p:nvPr>
        </p:nvSpPr>
        <p:spPr>
          <a:xfrm>
            <a:off x="48094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712" name="Google Shape;1712;p230"/>
          <p:cNvSpPr txBox="1"/>
          <p:nvPr>
            <p:ph idx="6" type="subTitle"/>
          </p:nvPr>
        </p:nvSpPr>
        <p:spPr>
          <a:xfrm>
            <a:off x="48094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13" name="Google Shape;1713;p230"/>
          <p:cNvSpPr txBox="1"/>
          <p:nvPr>
            <p:ph idx="7" type="subTitle"/>
          </p:nvPr>
        </p:nvSpPr>
        <p:spPr>
          <a:xfrm>
            <a:off x="48094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714" name="Google Shape;1714;p230"/>
          <p:cNvSpPr txBox="1"/>
          <p:nvPr>
            <p:ph idx="8" type="subTitle"/>
          </p:nvPr>
        </p:nvSpPr>
        <p:spPr>
          <a:xfrm>
            <a:off x="48094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1_1_1_1_1_1_1_1_1">
    <p:bg>
      <p:bgPr>
        <a:solidFill>
          <a:schemeClr val="dk1"/>
        </a:solidFill>
      </p:bgPr>
    </p:bg>
    <p:spTree>
      <p:nvGrpSpPr>
        <p:cNvPr id="1715" name="Shape 1715"/>
        <p:cNvGrpSpPr/>
        <p:nvPr/>
      </p:nvGrpSpPr>
      <p:grpSpPr>
        <a:xfrm>
          <a:off x="0" y="0"/>
          <a:ext cx="0" cy="0"/>
          <a:chOff x="0" y="0"/>
          <a:chExt cx="0" cy="0"/>
        </a:xfrm>
      </p:grpSpPr>
      <p:grpSp>
        <p:nvGrpSpPr>
          <p:cNvPr id="1716" name="Google Shape;1716;p231"/>
          <p:cNvGrpSpPr/>
          <p:nvPr/>
        </p:nvGrpSpPr>
        <p:grpSpPr>
          <a:xfrm>
            <a:off x="713225" y="539500"/>
            <a:ext cx="7717500" cy="4064400"/>
            <a:chOff x="713225" y="539500"/>
            <a:chExt cx="7717500" cy="4064400"/>
          </a:xfrm>
        </p:grpSpPr>
        <p:sp>
          <p:nvSpPr>
            <p:cNvPr id="1717" name="Google Shape;1717;p23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18" name="Google Shape;1718;p23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719" name="Google Shape;1719;p23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720" name="Google Shape;1720;p231"/>
          <p:cNvSpPr txBox="1"/>
          <p:nvPr>
            <p:ph idx="1" type="subTitle"/>
          </p:nvPr>
        </p:nvSpPr>
        <p:spPr>
          <a:xfrm>
            <a:off x="8844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721" name="Google Shape;1721;p231"/>
          <p:cNvSpPr txBox="1"/>
          <p:nvPr>
            <p:ph idx="2" type="subTitle"/>
          </p:nvPr>
        </p:nvSpPr>
        <p:spPr>
          <a:xfrm>
            <a:off x="884474"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22" name="Google Shape;1722;p231"/>
          <p:cNvSpPr txBox="1"/>
          <p:nvPr>
            <p:ph idx="3" type="subTitle"/>
          </p:nvPr>
        </p:nvSpPr>
        <p:spPr>
          <a:xfrm>
            <a:off x="2767708"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723" name="Google Shape;1723;p231"/>
          <p:cNvSpPr txBox="1"/>
          <p:nvPr>
            <p:ph idx="4" type="subTitle"/>
          </p:nvPr>
        </p:nvSpPr>
        <p:spPr>
          <a:xfrm>
            <a:off x="2767709"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24" name="Google Shape;1724;p231"/>
          <p:cNvSpPr txBox="1"/>
          <p:nvPr>
            <p:ph idx="5" type="subTitle"/>
          </p:nvPr>
        </p:nvSpPr>
        <p:spPr>
          <a:xfrm>
            <a:off x="4650942"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725" name="Google Shape;1725;p231"/>
          <p:cNvSpPr txBox="1"/>
          <p:nvPr>
            <p:ph idx="6" type="subTitle"/>
          </p:nvPr>
        </p:nvSpPr>
        <p:spPr>
          <a:xfrm>
            <a:off x="4650945"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26" name="Google Shape;1726;p231"/>
          <p:cNvSpPr txBox="1"/>
          <p:nvPr>
            <p:ph idx="7" type="subTitle"/>
          </p:nvPr>
        </p:nvSpPr>
        <p:spPr>
          <a:xfrm>
            <a:off x="65341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727" name="Google Shape;1727;p231"/>
          <p:cNvSpPr txBox="1"/>
          <p:nvPr>
            <p:ph idx="8" type="subTitle"/>
          </p:nvPr>
        </p:nvSpPr>
        <p:spPr>
          <a:xfrm>
            <a:off x="6534180"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7">
    <p:bg>
      <p:bgPr>
        <a:solidFill>
          <a:schemeClr val="dk1"/>
        </a:solidFill>
      </p:bgPr>
    </p:bg>
    <p:spTree>
      <p:nvGrpSpPr>
        <p:cNvPr id="1728" name="Shape 1728"/>
        <p:cNvGrpSpPr/>
        <p:nvPr/>
      </p:nvGrpSpPr>
      <p:grpSpPr>
        <a:xfrm>
          <a:off x="0" y="0"/>
          <a:ext cx="0" cy="0"/>
          <a:chOff x="0" y="0"/>
          <a:chExt cx="0" cy="0"/>
        </a:xfrm>
      </p:grpSpPr>
      <p:grpSp>
        <p:nvGrpSpPr>
          <p:cNvPr id="1729" name="Google Shape;1729;p232"/>
          <p:cNvGrpSpPr/>
          <p:nvPr/>
        </p:nvGrpSpPr>
        <p:grpSpPr>
          <a:xfrm>
            <a:off x="713225" y="539500"/>
            <a:ext cx="7717500" cy="4064400"/>
            <a:chOff x="713225" y="539500"/>
            <a:chExt cx="7717500" cy="4064400"/>
          </a:xfrm>
        </p:grpSpPr>
        <p:sp>
          <p:nvSpPr>
            <p:cNvPr id="1730" name="Google Shape;1730;p23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31" name="Google Shape;1731;p23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732" name="Google Shape;1732;p23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733" name="Google Shape;1733;p232"/>
          <p:cNvSpPr txBox="1"/>
          <p:nvPr>
            <p:ph idx="1" type="subTitle"/>
          </p:nvPr>
        </p:nvSpPr>
        <p:spPr>
          <a:xfrm>
            <a:off x="1909431" y="1906051"/>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734" name="Google Shape;1734;p232"/>
          <p:cNvSpPr txBox="1"/>
          <p:nvPr>
            <p:ph idx="2" type="subTitle"/>
          </p:nvPr>
        </p:nvSpPr>
        <p:spPr>
          <a:xfrm>
            <a:off x="1909431" y="1387350"/>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35" name="Google Shape;1735;p232"/>
          <p:cNvSpPr txBox="1"/>
          <p:nvPr>
            <p:ph idx="3" type="subTitle"/>
          </p:nvPr>
        </p:nvSpPr>
        <p:spPr>
          <a:xfrm>
            <a:off x="4971369" y="1906050"/>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736" name="Google Shape;1736;p232"/>
          <p:cNvSpPr txBox="1"/>
          <p:nvPr>
            <p:ph idx="4" type="subTitle"/>
          </p:nvPr>
        </p:nvSpPr>
        <p:spPr>
          <a:xfrm>
            <a:off x="4971369" y="1387350"/>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37" name="Google Shape;1737;p232"/>
          <p:cNvSpPr txBox="1"/>
          <p:nvPr>
            <p:ph idx="5" type="subTitle"/>
          </p:nvPr>
        </p:nvSpPr>
        <p:spPr>
          <a:xfrm>
            <a:off x="1909431" y="3654425"/>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738" name="Google Shape;1738;p232"/>
          <p:cNvSpPr txBox="1"/>
          <p:nvPr>
            <p:ph idx="6" type="subTitle"/>
          </p:nvPr>
        </p:nvSpPr>
        <p:spPr>
          <a:xfrm>
            <a:off x="1909431" y="3135724"/>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39" name="Google Shape;1739;p232"/>
          <p:cNvSpPr txBox="1"/>
          <p:nvPr>
            <p:ph idx="7" type="subTitle"/>
          </p:nvPr>
        </p:nvSpPr>
        <p:spPr>
          <a:xfrm>
            <a:off x="4971369" y="3654424"/>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740" name="Google Shape;1740;p232"/>
          <p:cNvSpPr txBox="1"/>
          <p:nvPr>
            <p:ph idx="8" type="subTitle"/>
          </p:nvPr>
        </p:nvSpPr>
        <p:spPr>
          <a:xfrm>
            <a:off x="4971369" y="3135724"/>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1_1_1_1_1_2">
    <p:bg>
      <p:bgPr>
        <a:solidFill>
          <a:schemeClr val="dk1"/>
        </a:solidFill>
      </p:bgPr>
    </p:bg>
    <p:spTree>
      <p:nvGrpSpPr>
        <p:cNvPr id="1741" name="Shape 1741"/>
        <p:cNvGrpSpPr/>
        <p:nvPr/>
      </p:nvGrpSpPr>
      <p:grpSpPr>
        <a:xfrm>
          <a:off x="0" y="0"/>
          <a:ext cx="0" cy="0"/>
          <a:chOff x="0" y="0"/>
          <a:chExt cx="0" cy="0"/>
        </a:xfrm>
      </p:grpSpPr>
      <p:grpSp>
        <p:nvGrpSpPr>
          <p:cNvPr id="1742" name="Google Shape;1742;p233"/>
          <p:cNvGrpSpPr/>
          <p:nvPr/>
        </p:nvGrpSpPr>
        <p:grpSpPr>
          <a:xfrm>
            <a:off x="713225" y="539500"/>
            <a:ext cx="7717500" cy="4064400"/>
            <a:chOff x="713225" y="539500"/>
            <a:chExt cx="7717500" cy="4064400"/>
          </a:xfrm>
        </p:grpSpPr>
        <p:sp>
          <p:nvSpPr>
            <p:cNvPr id="1743" name="Google Shape;1743;p23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44" name="Google Shape;1744;p23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745" name="Google Shape;1745;p23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746" name="Google Shape;1746;p233"/>
          <p:cNvSpPr txBox="1"/>
          <p:nvPr>
            <p:ph idx="1" type="subTitle"/>
          </p:nvPr>
        </p:nvSpPr>
        <p:spPr>
          <a:xfrm>
            <a:off x="95812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747" name="Google Shape;1747;p233"/>
          <p:cNvSpPr txBox="1"/>
          <p:nvPr>
            <p:ph idx="2" type="subTitle"/>
          </p:nvPr>
        </p:nvSpPr>
        <p:spPr>
          <a:xfrm>
            <a:off x="95812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48" name="Google Shape;1748;p233"/>
          <p:cNvSpPr txBox="1"/>
          <p:nvPr>
            <p:ph idx="3" type="subTitle"/>
          </p:nvPr>
        </p:nvSpPr>
        <p:spPr>
          <a:xfrm>
            <a:off x="3420000"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749" name="Google Shape;1749;p233"/>
          <p:cNvSpPr txBox="1"/>
          <p:nvPr>
            <p:ph idx="4" type="subTitle"/>
          </p:nvPr>
        </p:nvSpPr>
        <p:spPr>
          <a:xfrm>
            <a:off x="3420000"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50" name="Google Shape;1750;p233"/>
          <p:cNvSpPr txBox="1"/>
          <p:nvPr>
            <p:ph idx="5" type="subTitle"/>
          </p:nvPr>
        </p:nvSpPr>
        <p:spPr>
          <a:xfrm>
            <a:off x="588187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751" name="Google Shape;1751;p233"/>
          <p:cNvSpPr txBox="1"/>
          <p:nvPr>
            <p:ph idx="6" type="subTitle"/>
          </p:nvPr>
        </p:nvSpPr>
        <p:spPr>
          <a:xfrm>
            <a:off x="588187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52" name="Google Shape;1752;p233"/>
          <p:cNvSpPr txBox="1"/>
          <p:nvPr>
            <p:ph idx="7" type="subTitle"/>
          </p:nvPr>
        </p:nvSpPr>
        <p:spPr>
          <a:xfrm>
            <a:off x="2189050"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753" name="Google Shape;1753;p233"/>
          <p:cNvSpPr txBox="1"/>
          <p:nvPr>
            <p:ph idx="8" type="subTitle"/>
          </p:nvPr>
        </p:nvSpPr>
        <p:spPr>
          <a:xfrm>
            <a:off x="2189050"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54" name="Google Shape;1754;p233"/>
          <p:cNvSpPr txBox="1"/>
          <p:nvPr>
            <p:ph idx="9" type="subTitle"/>
          </p:nvPr>
        </p:nvSpPr>
        <p:spPr>
          <a:xfrm>
            <a:off x="4650925"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755" name="Google Shape;1755;p233"/>
          <p:cNvSpPr txBox="1"/>
          <p:nvPr>
            <p:ph idx="13" type="subTitle"/>
          </p:nvPr>
        </p:nvSpPr>
        <p:spPr>
          <a:xfrm>
            <a:off x="4650925"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_1_1_1_1_1_1">
    <p:bg>
      <p:bgPr>
        <a:solidFill>
          <a:schemeClr val="dk1"/>
        </a:solidFill>
      </p:bgPr>
    </p:bg>
    <p:spTree>
      <p:nvGrpSpPr>
        <p:cNvPr id="1756" name="Shape 1756"/>
        <p:cNvGrpSpPr/>
        <p:nvPr/>
      </p:nvGrpSpPr>
      <p:grpSpPr>
        <a:xfrm>
          <a:off x="0" y="0"/>
          <a:ext cx="0" cy="0"/>
          <a:chOff x="0" y="0"/>
          <a:chExt cx="0" cy="0"/>
        </a:xfrm>
      </p:grpSpPr>
      <p:grpSp>
        <p:nvGrpSpPr>
          <p:cNvPr id="1757" name="Google Shape;1757;p234"/>
          <p:cNvGrpSpPr/>
          <p:nvPr/>
        </p:nvGrpSpPr>
        <p:grpSpPr>
          <a:xfrm>
            <a:off x="713225" y="539500"/>
            <a:ext cx="7717500" cy="4064400"/>
            <a:chOff x="713225" y="539500"/>
            <a:chExt cx="7717500" cy="4064400"/>
          </a:xfrm>
        </p:grpSpPr>
        <p:sp>
          <p:nvSpPr>
            <p:cNvPr id="1758" name="Google Shape;1758;p23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59" name="Google Shape;1759;p23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760" name="Google Shape;1760;p23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761" name="Google Shape;1761;p234"/>
          <p:cNvSpPr txBox="1"/>
          <p:nvPr>
            <p:ph idx="1" type="subTitle"/>
          </p:nvPr>
        </p:nvSpPr>
        <p:spPr>
          <a:xfrm>
            <a:off x="1134425"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762" name="Google Shape;1762;p234"/>
          <p:cNvSpPr txBox="1"/>
          <p:nvPr>
            <p:ph idx="2" type="subTitle"/>
          </p:nvPr>
        </p:nvSpPr>
        <p:spPr>
          <a:xfrm>
            <a:off x="113442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63" name="Google Shape;1763;p234"/>
          <p:cNvSpPr txBox="1"/>
          <p:nvPr>
            <p:ph idx="3" type="subTitle"/>
          </p:nvPr>
        </p:nvSpPr>
        <p:spPr>
          <a:xfrm>
            <a:off x="3495738"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764" name="Google Shape;1764;p234"/>
          <p:cNvSpPr txBox="1"/>
          <p:nvPr>
            <p:ph idx="4" type="subTitle"/>
          </p:nvPr>
        </p:nvSpPr>
        <p:spPr>
          <a:xfrm>
            <a:off x="3495750"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65" name="Google Shape;1765;p234"/>
          <p:cNvSpPr txBox="1"/>
          <p:nvPr>
            <p:ph idx="5" type="subTitle"/>
          </p:nvPr>
        </p:nvSpPr>
        <p:spPr>
          <a:xfrm>
            <a:off x="5857051"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766" name="Google Shape;1766;p234"/>
          <p:cNvSpPr txBox="1"/>
          <p:nvPr>
            <p:ph idx="6" type="subTitle"/>
          </p:nvPr>
        </p:nvSpPr>
        <p:spPr>
          <a:xfrm>
            <a:off x="585707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67" name="Google Shape;1767;p234"/>
          <p:cNvSpPr txBox="1"/>
          <p:nvPr>
            <p:ph idx="7" type="subTitle"/>
          </p:nvPr>
        </p:nvSpPr>
        <p:spPr>
          <a:xfrm>
            <a:off x="1134425"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768" name="Google Shape;1768;p234"/>
          <p:cNvSpPr txBox="1"/>
          <p:nvPr>
            <p:ph idx="8" type="subTitle"/>
          </p:nvPr>
        </p:nvSpPr>
        <p:spPr>
          <a:xfrm>
            <a:off x="113442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69" name="Google Shape;1769;p234"/>
          <p:cNvSpPr txBox="1"/>
          <p:nvPr>
            <p:ph idx="9" type="subTitle"/>
          </p:nvPr>
        </p:nvSpPr>
        <p:spPr>
          <a:xfrm>
            <a:off x="3495738"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770" name="Google Shape;1770;p234"/>
          <p:cNvSpPr txBox="1"/>
          <p:nvPr>
            <p:ph idx="13" type="subTitle"/>
          </p:nvPr>
        </p:nvSpPr>
        <p:spPr>
          <a:xfrm>
            <a:off x="3495750"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71" name="Google Shape;1771;p234"/>
          <p:cNvSpPr txBox="1"/>
          <p:nvPr>
            <p:ph idx="14" type="subTitle"/>
          </p:nvPr>
        </p:nvSpPr>
        <p:spPr>
          <a:xfrm>
            <a:off x="5857051"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772" name="Google Shape;1772;p234"/>
          <p:cNvSpPr txBox="1"/>
          <p:nvPr>
            <p:ph idx="15" type="subTitle"/>
          </p:nvPr>
        </p:nvSpPr>
        <p:spPr>
          <a:xfrm>
            <a:off x="585707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21">
    <p:bg>
      <p:bgPr>
        <a:solidFill>
          <a:schemeClr val="dk1"/>
        </a:solidFill>
      </p:bgPr>
    </p:bg>
    <p:spTree>
      <p:nvGrpSpPr>
        <p:cNvPr id="1773" name="Shape 1773"/>
        <p:cNvGrpSpPr/>
        <p:nvPr/>
      </p:nvGrpSpPr>
      <p:grpSpPr>
        <a:xfrm>
          <a:off x="0" y="0"/>
          <a:ext cx="0" cy="0"/>
          <a:chOff x="0" y="0"/>
          <a:chExt cx="0" cy="0"/>
        </a:xfrm>
      </p:grpSpPr>
      <p:grpSp>
        <p:nvGrpSpPr>
          <p:cNvPr id="1774" name="Google Shape;1774;p235"/>
          <p:cNvGrpSpPr/>
          <p:nvPr/>
        </p:nvGrpSpPr>
        <p:grpSpPr>
          <a:xfrm>
            <a:off x="713225" y="539500"/>
            <a:ext cx="7717500" cy="4064400"/>
            <a:chOff x="713225" y="539500"/>
            <a:chExt cx="7717500" cy="4064400"/>
          </a:xfrm>
        </p:grpSpPr>
        <p:sp>
          <p:nvSpPr>
            <p:cNvPr id="1775" name="Google Shape;1775;p23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6" name="Google Shape;1776;p23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777" name="Google Shape;1777;p23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778" name="Google Shape;1778;p235"/>
          <p:cNvSpPr txBox="1"/>
          <p:nvPr>
            <p:ph idx="1" type="subTitle"/>
          </p:nvPr>
        </p:nvSpPr>
        <p:spPr>
          <a:xfrm>
            <a:off x="1059065"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779" name="Google Shape;1779;p235"/>
          <p:cNvSpPr txBox="1"/>
          <p:nvPr>
            <p:ph idx="2" type="subTitle"/>
          </p:nvPr>
        </p:nvSpPr>
        <p:spPr>
          <a:xfrm>
            <a:off x="1059065"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80" name="Google Shape;1780;p235"/>
          <p:cNvSpPr txBox="1"/>
          <p:nvPr>
            <p:ph idx="3" type="subTitle"/>
          </p:nvPr>
        </p:nvSpPr>
        <p:spPr>
          <a:xfrm>
            <a:off x="1059052" y="2806879"/>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781" name="Google Shape;1781;p235"/>
          <p:cNvSpPr txBox="1"/>
          <p:nvPr>
            <p:ph idx="4" type="subTitle"/>
          </p:nvPr>
        </p:nvSpPr>
        <p:spPr>
          <a:xfrm>
            <a:off x="1059070" y="2454554"/>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82" name="Google Shape;1782;p235"/>
          <p:cNvSpPr txBox="1"/>
          <p:nvPr>
            <p:ph idx="5" type="subTitle"/>
          </p:nvPr>
        </p:nvSpPr>
        <p:spPr>
          <a:xfrm>
            <a:off x="5042599"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783" name="Google Shape;1783;p235"/>
          <p:cNvSpPr txBox="1"/>
          <p:nvPr>
            <p:ph idx="6" type="subTitle"/>
          </p:nvPr>
        </p:nvSpPr>
        <p:spPr>
          <a:xfrm>
            <a:off x="5042634"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84" name="Google Shape;1784;p235"/>
          <p:cNvSpPr txBox="1"/>
          <p:nvPr>
            <p:ph idx="7" type="subTitle"/>
          </p:nvPr>
        </p:nvSpPr>
        <p:spPr>
          <a:xfrm>
            <a:off x="1059065"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785" name="Google Shape;1785;p235"/>
          <p:cNvSpPr txBox="1"/>
          <p:nvPr>
            <p:ph idx="8" type="subTitle"/>
          </p:nvPr>
        </p:nvSpPr>
        <p:spPr>
          <a:xfrm>
            <a:off x="1059065"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86" name="Google Shape;1786;p235"/>
          <p:cNvSpPr txBox="1"/>
          <p:nvPr>
            <p:ph idx="9" type="subTitle"/>
          </p:nvPr>
        </p:nvSpPr>
        <p:spPr>
          <a:xfrm>
            <a:off x="5042630" y="2806867"/>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787" name="Google Shape;1787;p235"/>
          <p:cNvSpPr txBox="1"/>
          <p:nvPr>
            <p:ph idx="13" type="subTitle"/>
          </p:nvPr>
        </p:nvSpPr>
        <p:spPr>
          <a:xfrm>
            <a:off x="5042648" y="24545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88" name="Google Shape;1788;p235"/>
          <p:cNvSpPr txBox="1"/>
          <p:nvPr>
            <p:ph idx="14" type="subTitle"/>
          </p:nvPr>
        </p:nvSpPr>
        <p:spPr>
          <a:xfrm>
            <a:off x="5042599"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789" name="Google Shape;1789;p235"/>
          <p:cNvSpPr txBox="1"/>
          <p:nvPr>
            <p:ph idx="15" type="subTitle"/>
          </p:nvPr>
        </p:nvSpPr>
        <p:spPr>
          <a:xfrm>
            <a:off x="5042634"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_1_1_1_1_1">
    <p:bg>
      <p:bgPr>
        <a:solidFill>
          <a:schemeClr val="dk1"/>
        </a:solidFill>
      </p:bgPr>
    </p:bg>
    <p:spTree>
      <p:nvGrpSpPr>
        <p:cNvPr id="1790" name="Shape 1790"/>
        <p:cNvGrpSpPr/>
        <p:nvPr/>
      </p:nvGrpSpPr>
      <p:grpSpPr>
        <a:xfrm>
          <a:off x="0" y="0"/>
          <a:ext cx="0" cy="0"/>
          <a:chOff x="0" y="0"/>
          <a:chExt cx="0" cy="0"/>
        </a:xfrm>
      </p:grpSpPr>
      <p:grpSp>
        <p:nvGrpSpPr>
          <p:cNvPr id="1791" name="Google Shape;1791;p236"/>
          <p:cNvGrpSpPr/>
          <p:nvPr/>
        </p:nvGrpSpPr>
        <p:grpSpPr>
          <a:xfrm>
            <a:off x="713225" y="539500"/>
            <a:ext cx="7717500" cy="4064400"/>
            <a:chOff x="713225" y="539500"/>
            <a:chExt cx="7717500" cy="4064400"/>
          </a:xfrm>
        </p:grpSpPr>
        <p:sp>
          <p:nvSpPr>
            <p:cNvPr id="1792" name="Google Shape;1792;p23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93" name="Google Shape;1793;p236"/>
            <p:cNvCxnSpPr/>
            <p:nvPr/>
          </p:nvCxnSpPr>
          <p:spPr>
            <a:xfrm>
              <a:off x="734825" y="1483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794" name="Google Shape;1794;p236"/>
          <p:cNvSpPr txBox="1"/>
          <p:nvPr>
            <p:ph type="title"/>
          </p:nvPr>
        </p:nvSpPr>
        <p:spPr>
          <a:xfrm>
            <a:off x="3607800" y="539500"/>
            <a:ext cx="4519200" cy="939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r">
              <a:spcBef>
                <a:spcPts val="0"/>
              </a:spcBef>
              <a:spcAft>
                <a:spcPts val="0"/>
              </a:spcAft>
              <a:buClr>
                <a:schemeClr val="lt1"/>
              </a:buClr>
              <a:buSzPts val="4800"/>
              <a:buNone/>
              <a:defRPr sz="4800">
                <a:solidFill>
                  <a:schemeClr val="lt1"/>
                </a:solidFill>
              </a:defRPr>
            </a:lvl2pPr>
            <a:lvl3pPr lvl="2" algn="r">
              <a:spcBef>
                <a:spcPts val="0"/>
              </a:spcBef>
              <a:spcAft>
                <a:spcPts val="0"/>
              </a:spcAft>
              <a:buClr>
                <a:schemeClr val="lt1"/>
              </a:buClr>
              <a:buSzPts val="4800"/>
              <a:buNone/>
              <a:defRPr sz="4800">
                <a:solidFill>
                  <a:schemeClr val="lt1"/>
                </a:solidFill>
              </a:defRPr>
            </a:lvl3pPr>
            <a:lvl4pPr lvl="3" algn="r">
              <a:spcBef>
                <a:spcPts val="0"/>
              </a:spcBef>
              <a:spcAft>
                <a:spcPts val="0"/>
              </a:spcAft>
              <a:buClr>
                <a:schemeClr val="lt1"/>
              </a:buClr>
              <a:buSzPts val="4800"/>
              <a:buNone/>
              <a:defRPr sz="4800">
                <a:solidFill>
                  <a:schemeClr val="lt1"/>
                </a:solidFill>
              </a:defRPr>
            </a:lvl4pPr>
            <a:lvl5pPr lvl="4" algn="r">
              <a:spcBef>
                <a:spcPts val="0"/>
              </a:spcBef>
              <a:spcAft>
                <a:spcPts val="0"/>
              </a:spcAft>
              <a:buClr>
                <a:schemeClr val="lt1"/>
              </a:buClr>
              <a:buSzPts val="4800"/>
              <a:buNone/>
              <a:defRPr sz="4800">
                <a:solidFill>
                  <a:schemeClr val="lt1"/>
                </a:solidFill>
              </a:defRPr>
            </a:lvl5pPr>
            <a:lvl6pPr lvl="5" algn="r">
              <a:spcBef>
                <a:spcPts val="0"/>
              </a:spcBef>
              <a:spcAft>
                <a:spcPts val="0"/>
              </a:spcAft>
              <a:buClr>
                <a:schemeClr val="lt1"/>
              </a:buClr>
              <a:buSzPts val="4800"/>
              <a:buNone/>
              <a:defRPr sz="4800">
                <a:solidFill>
                  <a:schemeClr val="lt1"/>
                </a:solidFill>
              </a:defRPr>
            </a:lvl6pPr>
            <a:lvl7pPr lvl="6" algn="r">
              <a:spcBef>
                <a:spcPts val="0"/>
              </a:spcBef>
              <a:spcAft>
                <a:spcPts val="0"/>
              </a:spcAft>
              <a:buClr>
                <a:schemeClr val="lt1"/>
              </a:buClr>
              <a:buSzPts val="4800"/>
              <a:buNone/>
              <a:defRPr sz="4800">
                <a:solidFill>
                  <a:schemeClr val="lt1"/>
                </a:solidFill>
              </a:defRPr>
            </a:lvl7pPr>
            <a:lvl8pPr lvl="7" algn="r">
              <a:spcBef>
                <a:spcPts val="0"/>
              </a:spcBef>
              <a:spcAft>
                <a:spcPts val="0"/>
              </a:spcAft>
              <a:buClr>
                <a:schemeClr val="lt1"/>
              </a:buClr>
              <a:buSzPts val="4800"/>
              <a:buNone/>
              <a:defRPr sz="4800">
                <a:solidFill>
                  <a:schemeClr val="lt1"/>
                </a:solidFill>
              </a:defRPr>
            </a:lvl8pPr>
            <a:lvl9pPr lvl="8" algn="r">
              <a:spcBef>
                <a:spcPts val="0"/>
              </a:spcBef>
              <a:spcAft>
                <a:spcPts val="0"/>
              </a:spcAft>
              <a:buClr>
                <a:schemeClr val="lt1"/>
              </a:buClr>
              <a:buSzPts val="4800"/>
              <a:buNone/>
              <a:defRPr sz="4800">
                <a:solidFill>
                  <a:schemeClr val="lt1"/>
                </a:solidFill>
              </a:defRPr>
            </a:lvl9pPr>
          </a:lstStyle>
          <a:p/>
        </p:txBody>
      </p:sp>
      <p:sp>
        <p:nvSpPr>
          <p:cNvPr id="1795" name="Google Shape;1795;p236"/>
          <p:cNvSpPr txBox="1"/>
          <p:nvPr>
            <p:ph idx="1" type="subTitle"/>
          </p:nvPr>
        </p:nvSpPr>
        <p:spPr>
          <a:xfrm>
            <a:off x="3607800" y="2278000"/>
            <a:ext cx="4519200" cy="744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r">
              <a:lnSpc>
                <a:spcPct val="100000"/>
              </a:lnSpc>
              <a:spcBef>
                <a:spcPts val="0"/>
              </a:spcBef>
              <a:spcAft>
                <a:spcPts val="0"/>
              </a:spcAft>
              <a:buClr>
                <a:schemeClr val="lt1"/>
              </a:buClr>
              <a:buSzPts val="2800"/>
              <a:buNone/>
              <a:defRPr sz="2800">
                <a:solidFill>
                  <a:schemeClr val="lt1"/>
                </a:solidFill>
              </a:defRPr>
            </a:lvl2pPr>
            <a:lvl3pPr lvl="2" algn="r">
              <a:lnSpc>
                <a:spcPct val="100000"/>
              </a:lnSpc>
              <a:spcBef>
                <a:spcPts val="0"/>
              </a:spcBef>
              <a:spcAft>
                <a:spcPts val="0"/>
              </a:spcAft>
              <a:buClr>
                <a:schemeClr val="lt1"/>
              </a:buClr>
              <a:buSzPts val="2800"/>
              <a:buNone/>
              <a:defRPr sz="2800">
                <a:solidFill>
                  <a:schemeClr val="lt1"/>
                </a:solidFill>
              </a:defRPr>
            </a:lvl3pPr>
            <a:lvl4pPr lvl="3" algn="r">
              <a:lnSpc>
                <a:spcPct val="100000"/>
              </a:lnSpc>
              <a:spcBef>
                <a:spcPts val="0"/>
              </a:spcBef>
              <a:spcAft>
                <a:spcPts val="0"/>
              </a:spcAft>
              <a:buClr>
                <a:schemeClr val="lt1"/>
              </a:buClr>
              <a:buSzPts val="2800"/>
              <a:buNone/>
              <a:defRPr sz="2800">
                <a:solidFill>
                  <a:schemeClr val="lt1"/>
                </a:solidFill>
              </a:defRPr>
            </a:lvl4pPr>
            <a:lvl5pPr lvl="4" algn="r">
              <a:lnSpc>
                <a:spcPct val="100000"/>
              </a:lnSpc>
              <a:spcBef>
                <a:spcPts val="0"/>
              </a:spcBef>
              <a:spcAft>
                <a:spcPts val="0"/>
              </a:spcAft>
              <a:buClr>
                <a:schemeClr val="lt1"/>
              </a:buClr>
              <a:buSzPts val="2800"/>
              <a:buNone/>
              <a:defRPr sz="2800">
                <a:solidFill>
                  <a:schemeClr val="lt1"/>
                </a:solidFill>
              </a:defRPr>
            </a:lvl5pPr>
            <a:lvl6pPr lvl="5" algn="r">
              <a:lnSpc>
                <a:spcPct val="100000"/>
              </a:lnSpc>
              <a:spcBef>
                <a:spcPts val="0"/>
              </a:spcBef>
              <a:spcAft>
                <a:spcPts val="0"/>
              </a:spcAft>
              <a:buClr>
                <a:schemeClr val="lt1"/>
              </a:buClr>
              <a:buSzPts val="2800"/>
              <a:buNone/>
              <a:defRPr sz="2800">
                <a:solidFill>
                  <a:schemeClr val="lt1"/>
                </a:solidFill>
              </a:defRPr>
            </a:lvl6pPr>
            <a:lvl7pPr lvl="6" algn="r">
              <a:lnSpc>
                <a:spcPct val="100000"/>
              </a:lnSpc>
              <a:spcBef>
                <a:spcPts val="0"/>
              </a:spcBef>
              <a:spcAft>
                <a:spcPts val="0"/>
              </a:spcAft>
              <a:buClr>
                <a:schemeClr val="lt1"/>
              </a:buClr>
              <a:buSzPts val="2800"/>
              <a:buNone/>
              <a:defRPr sz="2800">
                <a:solidFill>
                  <a:schemeClr val="lt1"/>
                </a:solidFill>
              </a:defRPr>
            </a:lvl7pPr>
            <a:lvl8pPr lvl="7"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sp>
        <p:nvSpPr>
          <p:cNvPr id="1796" name="Google Shape;1796;p236"/>
          <p:cNvSpPr txBox="1"/>
          <p:nvPr>
            <p:ph idx="2" type="subTitle"/>
          </p:nvPr>
        </p:nvSpPr>
        <p:spPr>
          <a:xfrm>
            <a:off x="3607800" y="1769750"/>
            <a:ext cx="4519200" cy="510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797" name="Google Shape;1797;p236"/>
          <p:cNvSpPr txBox="1"/>
          <p:nvPr/>
        </p:nvSpPr>
        <p:spPr>
          <a:xfrm>
            <a:off x="3508050" y="3477600"/>
            <a:ext cx="4718700" cy="554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Roboto"/>
                <a:ea typeface="Roboto"/>
                <a:cs typeface="Roboto"/>
                <a:sym typeface="Roboto"/>
              </a:rPr>
              <a:t>CREDITS:</a:t>
            </a:r>
            <a:r>
              <a:rPr lang="en" sz="1200">
                <a:solidFill>
                  <a:schemeClr val="lt1"/>
                </a:solidFill>
                <a:latin typeface="Roboto"/>
                <a:ea typeface="Roboto"/>
                <a:cs typeface="Roboto"/>
                <a:sym typeface="Roboto"/>
              </a:rPr>
              <a:t> This presentation template was created by </a:t>
            </a:r>
            <a:r>
              <a:rPr b="1" lang="en" sz="1200">
                <a:solidFill>
                  <a:schemeClr val="accent1"/>
                </a:solidFill>
                <a:uFill>
                  <a:noFill/>
                </a:uFill>
                <a:latin typeface="Roboto"/>
                <a:ea typeface="Roboto"/>
                <a:cs typeface="Roboto"/>
                <a:sym typeface="Roboto"/>
                <a:hlinkClick r:id="rId2">
                  <a:extLst>
                    <a:ext uri="{A12FA001-AC4F-418D-AE19-62706E023703}">
                      <ahyp:hlinkClr val="tx"/>
                    </a:ext>
                  </a:extLst>
                </a:hlinkClick>
              </a:rPr>
              <a:t>Slidesgo</a:t>
            </a:r>
            <a:r>
              <a:rPr b="1" lang="en" sz="1200">
                <a:solidFill>
                  <a:schemeClr val="accent6"/>
                </a:solidFill>
                <a:latin typeface="Roboto"/>
                <a:ea typeface="Roboto"/>
                <a:cs typeface="Roboto"/>
                <a:sym typeface="Roboto"/>
              </a:rPr>
              <a:t>,</a:t>
            </a:r>
            <a:r>
              <a:rPr lang="en" sz="1200">
                <a:solidFill>
                  <a:schemeClr val="lt1"/>
                </a:solidFill>
                <a:latin typeface="Roboto"/>
                <a:ea typeface="Roboto"/>
                <a:cs typeface="Roboto"/>
                <a:sym typeface="Roboto"/>
              </a:rPr>
              <a:t> including icons by </a:t>
            </a:r>
            <a:r>
              <a:rPr b="1" lang="en" sz="1200">
                <a:solidFill>
                  <a:schemeClr val="accent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1"/>
                </a:solidFill>
                <a:latin typeface="Roboto"/>
                <a:ea typeface="Roboto"/>
                <a:cs typeface="Roboto"/>
                <a:sym typeface="Roboto"/>
              </a:rPr>
              <a:t>, and infographics &amp; images by </a:t>
            </a:r>
            <a:r>
              <a:rPr b="1" lang="en" sz="1200">
                <a:solidFill>
                  <a:schemeClr val="accent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accent1"/>
              </a:solidFill>
              <a:latin typeface="Roboto"/>
              <a:ea typeface="Roboto"/>
              <a:cs typeface="Roboto"/>
              <a:sym typeface="Roboto"/>
            </a:endParaRPr>
          </a:p>
        </p:txBody>
      </p:sp>
    </p:spTree>
  </p:cSld>
  <p:clrMapOvr>
    <a:masterClrMapping/>
  </p:clrMapOvr>
</p:sldLayout>
</file>

<file path=ppt/slideLayouts/slideLayout2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_1_1_1_1_1">
    <p:bg>
      <p:bgPr>
        <a:solidFill>
          <a:schemeClr val="dk1"/>
        </a:solidFill>
      </p:bgPr>
    </p:bg>
    <p:spTree>
      <p:nvGrpSpPr>
        <p:cNvPr id="1798" name="Shape 1798"/>
        <p:cNvGrpSpPr/>
        <p:nvPr/>
      </p:nvGrpSpPr>
      <p:grpSpPr>
        <a:xfrm>
          <a:off x="0" y="0"/>
          <a:ext cx="0" cy="0"/>
          <a:chOff x="0" y="0"/>
          <a:chExt cx="0" cy="0"/>
        </a:xfrm>
      </p:grpSpPr>
      <p:sp>
        <p:nvSpPr>
          <p:cNvPr id="1799" name="Google Shape;1799;p23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_1_1_1_1_1">
    <p:bg>
      <p:bgPr>
        <a:solidFill>
          <a:schemeClr val="dk1"/>
        </a:solidFill>
      </p:bgPr>
    </p:bg>
    <p:spTree>
      <p:nvGrpSpPr>
        <p:cNvPr id="1800" name="Shape 1800"/>
        <p:cNvGrpSpPr/>
        <p:nvPr/>
      </p:nvGrpSpPr>
      <p:grpSpPr>
        <a:xfrm>
          <a:off x="0" y="0"/>
          <a:ext cx="0" cy="0"/>
          <a:chOff x="0" y="0"/>
          <a:chExt cx="0" cy="0"/>
        </a:xfrm>
      </p:grpSpPr>
      <p:grpSp>
        <p:nvGrpSpPr>
          <p:cNvPr id="1801" name="Google Shape;1801;p238"/>
          <p:cNvGrpSpPr/>
          <p:nvPr/>
        </p:nvGrpSpPr>
        <p:grpSpPr>
          <a:xfrm>
            <a:off x="713225" y="539500"/>
            <a:ext cx="7717500" cy="4064400"/>
            <a:chOff x="713225" y="539500"/>
            <a:chExt cx="7717500" cy="4064400"/>
          </a:xfrm>
        </p:grpSpPr>
        <p:sp>
          <p:nvSpPr>
            <p:cNvPr id="1802" name="Google Shape;1802;p23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03" name="Google Shape;1803;p23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Layouts/slideLayout2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1808" name="Shape 1808"/>
        <p:cNvGrpSpPr/>
        <p:nvPr/>
      </p:nvGrpSpPr>
      <p:grpSpPr>
        <a:xfrm>
          <a:off x="0" y="0"/>
          <a:ext cx="0" cy="0"/>
          <a:chOff x="0" y="0"/>
          <a:chExt cx="0" cy="0"/>
        </a:xfrm>
      </p:grpSpPr>
      <p:sp>
        <p:nvSpPr>
          <p:cNvPr id="1809" name="Google Shape;1809;p24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240"/>
          <p:cNvSpPr txBox="1"/>
          <p:nvPr>
            <p:ph type="ctrTitle"/>
          </p:nvPr>
        </p:nvSpPr>
        <p:spPr>
          <a:xfrm>
            <a:off x="2048825" y="848600"/>
            <a:ext cx="5046300" cy="10305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1811" name="Google Shape;1811;p240"/>
          <p:cNvSpPr txBox="1"/>
          <p:nvPr>
            <p:ph idx="1" type="subTitle"/>
          </p:nvPr>
        </p:nvSpPr>
        <p:spPr>
          <a:xfrm>
            <a:off x="2048825" y="3798375"/>
            <a:ext cx="50463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812" name="Google Shape;1812;p240"/>
          <p:cNvSpPr txBox="1"/>
          <p:nvPr>
            <p:ph idx="2" type="subTitle"/>
          </p:nvPr>
        </p:nvSpPr>
        <p:spPr>
          <a:xfrm>
            <a:off x="2902475" y="1879100"/>
            <a:ext cx="3339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2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1813" name="Shape 1813"/>
        <p:cNvGrpSpPr/>
        <p:nvPr/>
      </p:nvGrpSpPr>
      <p:grpSpPr>
        <a:xfrm>
          <a:off x="0" y="0"/>
          <a:ext cx="0" cy="0"/>
          <a:chOff x="0" y="0"/>
          <a:chExt cx="0" cy="0"/>
        </a:xfrm>
      </p:grpSpPr>
      <p:sp>
        <p:nvSpPr>
          <p:cNvPr id="1814" name="Google Shape;1814;p24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241"/>
          <p:cNvSpPr/>
          <p:nvPr/>
        </p:nvSpPr>
        <p:spPr>
          <a:xfrm flipH="1" rot="-5400000">
            <a:off x="-1114550" y="743900"/>
            <a:ext cx="3655500" cy="3655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241"/>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817" name="Google Shape;1817;p241"/>
          <p:cNvSpPr txBox="1"/>
          <p:nvPr>
            <p:ph hasCustomPrompt="1" idx="2" type="title"/>
          </p:nvPr>
        </p:nvSpPr>
        <p:spPr>
          <a:xfrm>
            <a:off x="821288" y="157487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1818" name="Google Shape;1818;p241"/>
          <p:cNvSpPr txBox="1"/>
          <p:nvPr>
            <p:ph idx="1" type="subTitle"/>
          </p:nvPr>
        </p:nvSpPr>
        <p:spPr>
          <a:xfrm>
            <a:off x="2971613" y="32407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2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1819" name="Shape 1819"/>
        <p:cNvGrpSpPr/>
        <p:nvPr/>
      </p:nvGrpSpPr>
      <p:grpSpPr>
        <a:xfrm>
          <a:off x="0" y="0"/>
          <a:ext cx="0" cy="0"/>
          <a:chOff x="0" y="0"/>
          <a:chExt cx="0" cy="0"/>
        </a:xfrm>
      </p:grpSpPr>
      <p:grpSp>
        <p:nvGrpSpPr>
          <p:cNvPr id="1820" name="Google Shape;1820;p242"/>
          <p:cNvGrpSpPr/>
          <p:nvPr/>
        </p:nvGrpSpPr>
        <p:grpSpPr>
          <a:xfrm>
            <a:off x="713225" y="539500"/>
            <a:ext cx="7717500" cy="4064400"/>
            <a:chOff x="713225" y="539500"/>
            <a:chExt cx="7717500" cy="4064400"/>
          </a:xfrm>
        </p:grpSpPr>
        <p:cxnSp>
          <p:nvCxnSpPr>
            <p:cNvPr id="1821" name="Google Shape;1821;p24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822" name="Google Shape;1822;p24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3" name="Google Shape;1823;p24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824" name="Google Shape;1824;p242"/>
          <p:cNvSpPr txBox="1"/>
          <p:nvPr>
            <p:ph idx="1" type="subTitle"/>
          </p:nvPr>
        </p:nvSpPr>
        <p:spPr>
          <a:xfrm>
            <a:off x="2817300" y="2114400"/>
            <a:ext cx="3509400" cy="1529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6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2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1825" name="Shape 1825"/>
        <p:cNvGrpSpPr/>
        <p:nvPr/>
      </p:nvGrpSpPr>
      <p:grpSpPr>
        <a:xfrm>
          <a:off x="0" y="0"/>
          <a:ext cx="0" cy="0"/>
          <a:chOff x="0" y="0"/>
          <a:chExt cx="0" cy="0"/>
        </a:xfrm>
      </p:grpSpPr>
      <p:grpSp>
        <p:nvGrpSpPr>
          <p:cNvPr id="1826" name="Google Shape;1826;p243"/>
          <p:cNvGrpSpPr/>
          <p:nvPr/>
        </p:nvGrpSpPr>
        <p:grpSpPr>
          <a:xfrm>
            <a:off x="713225" y="539500"/>
            <a:ext cx="7717500" cy="4064400"/>
            <a:chOff x="713225" y="539500"/>
            <a:chExt cx="7717500" cy="4064400"/>
          </a:xfrm>
        </p:grpSpPr>
        <p:sp>
          <p:nvSpPr>
            <p:cNvPr id="1827" name="Google Shape;1827;p24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28" name="Google Shape;1828;p24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829" name="Google Shape;1829;p24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830" name="Google Shape;1830;p243"/>
          <p:cNvSpPr txBox="1"/>
          <p:nvPr>
            <p:ph idx="1" type="subTitle"/>
          </p:nvPr>
        </p:nvSpPr>
        <p:spPr>
          <a:xfrm>
            <a:off x="1425525" y="32987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831" name="Google Shape;1831;p243"/>
          <p:cNvSpPr txBox="1"/>
          <p:nvPr>
            <p:ph idx="2" type="subTitle"/>
          </p:nvPr>
        </p:nvSpPr>
        <p:spPr>
          <a:xfrm>
            <a:off x="1425525" y="2867137"/>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832" name="Google Shape;1832;p243"/>
          <p:cNvSpPr txBox="1"/>
          <p:nvPr>
            <p:ph idx="3" type="subTitle"/>
          </p:nvPr>
        </p:nvSpPr>
        <p:spPr>
          <a:xfrm>
            <a:off x="5333725" y="32885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833" name="Google Shape;1833;p243"/>
          <p:cNvSpPr txBox="1"/>
          <p:nvPr>
            <p:ph idx="4" type="subTitle"/>
          </p:nvPr>
        </p:nvSpPr>
        <p:spPr>
          <a:xfrm>
            <a:off x="5333725" y="28586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1834" name="Shape 1834"/>
        <p:cNvGrpSpPr/>
        <p:nvPr/>
      </p:nvGrpSpPr>
      <p:grpSpPr>
        <a:xfrm>
          <a:off x="0" y="0"/>
          <a:ext cx="0" cy="0"/>
          <a:chOff x="0" y="0"/>
          <a:chExt cx="0" cy="0"/>
        </a:xfrm>
      </p:grpSpPr>
      <p:grpSp>
        <p:nvGrpSpPr>
          <p:cNvPr id="1835" name="Google Shape;1835;p244"/>
          <p:cNvGrpSpPr/>
          <p:nvPr/>
        </p:nvGrpSpPr>
        <p:grpSpPr>
          <a:xfrm>
            <a:off x="713225" y="539500"/>
            <a:ext cx="7717500" cy="4064400"/>
            <a:chOff x="713225" y="539500"/>
            <a:chExt cx="7717500" cy="4064400"/>
          </a:xfrm>
        </p:grpSpPr>
        <p:sp>
          <p:nvSpPr>
            <p:cNvPr id="1836" name="Google Shape;1836;p24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37" name="Google Shape;1837;p24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838" name="Google Shape;1838;p24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2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1839" name="Shape 1839"/>
        <p:cNvGrpSpPr/>
        <p:nvPr/>
      </p:nvGrpSpPr>
      <p:grpSpPr>
        <a:xfrm>
          <a:off x="0" y="0"/>
          <a:ext cx="0" cy="0"/>
          <a:chOff x="0" y="0"/>
          <a:chExt cx="0" cy="0"/>
        </a:xfrm>
      </p:grpSpPr>
      <p:grpSp>
        <p:nvGrpSpPr>
          <p:cNvPr id="1840" name="Google Shape;1840;p245"/>
          <p:cNvGrpSpPr/>
          <p:nvPr/>
        </p:nvGrpSpPr>
        <p:grpSpPr>
          <a:xfrm>
            <a:off x="713225" y="539500"/>
            <a:ext cx="7717500" cy="4064400"/>
            <a:chOff x="713225" y="539500"/>
            <a:chExt cx="7717500" cy="4064400"/>
          </a:xfrm>
        </p:grpSpPr>
        <p:cxnSp>
          <p:nvCxnSpPr>
            <p:cNvPr id="1841" name="Google Shape;1841;p24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842" name="Google Shape;1842;p24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3" name="Google Shape;1843;p24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844" name="Google Shape;1844;p245"/>
          <p:cNvSpPr txBox="1"/>
          <p:nvPr>
            <p:ph idx="1" type="subTitle"/>
          </p:nvPr>
        </p:nvSpPr>
        <p:spPr>
          <a:xfrm>
            <a:off x="2105700" y="1543900"/>
            <a:ext cx="4932600" cy="2550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800"/>
              <a:buChar char="●"/>
              <a:defRPr sz="1600">
                <a:solidFill>
                  <a:schemeClr val="lt1"/>
                </a:solidFill>
              </a:defRPr>
            </a:lvl1pPr>
            <a:lvl2pPr lvl="1">
              <a:lnSpc>
                <a:spcPct val="100000"/>
              </a:lnSpc>
              <a:spcBef>
                <a:spcPts val="0"/>
              </a:spcBef>
              <a:spcAft>
                <a:spcPts val="0"/>
              </a:spcAft>
              <a:buClr>
                <a:schemeClr val="lt1"/>
              </a:buClr>
              <a:buSzPts val="2800"/>
              <a:buChar char="○"/>
              <a:defRPr sz="2800">
                <a:solidFill>
                  <a:schemeClr val="lt1"/>
                </a:solidFill>
              </a:defRPr>
            </a:lvl2pPr>
            <a:lvl3pPr lvl="2">
              <a:lnSpc>
                <a:spcPct val="100000"/>
              </a:lnSpc>
              <a:spcBef>
                <a:spcPts val="0"/>
              </a:spcBef>
              <a:spcAft>
                <a:spcPts val="0"/>
              </a:spcAft>
              <a:buClr>
                <a:schemeClr val="lt1"/>
              </a:buClr>
              <a:buSzPts val="2800"/>
              <a:buChar char="■"/>
              <a:defRPr sz="2800">
                <a:solidFill>
                  <a:schemeClr val="lt1"/>
                </a:solidFill>
              </a:defRPr>
            </a:lvl3pPr>
            <a:lvl4pPr lvl="3">
              <a:lnSpc>
                <a:spcPct val="100000"/>
              </a:lnSpc>
              <a:spcBef>
                <a:spcPts val="0"/>
              </a:spcBef>
              <a:spcAft>
                <a:spcPts val="0"/>
              </a:spcAft>
              <a:buClr>
                <a:schemeClr val="lt1"/>
              </a:buClr>
              <a:buSzPts val="2800"/>
              <a:buChar char="●"/>
              <a:defRPr sz="2800">
                <a:solidFill>
                  <a:schemeClr val="lt1"/>
                </a:solidFill>
              </a:defRPr>
            </a:lvl4pPr>
            <a:lvl5pPr lvl="4">
              <a:lnSpc>
                <a:spcPct val="100000"/>
              </a:lnSpc>
              <a:spcBef>
                <a:spcPts val="0"/>
              </a:spcBef>
              <a:spcAft>
                <a:spcPts val="0"/>
              </a:spcAft>
              <a:buClr>
                <a:schemeClr val="lt1"/>
              </a:buClr>
              <a:buSzPts val="2800"/>
              <a:buChar char="○"/>
              <a:defRPr sz="2800">
                <a:solidFill>
                  <a:schemeClr val="lt1"/>
                </a:solidFill>
              </a:defRPr>
            </a:lvl5pPr>
            <a:lvl6pPr lvl="5">
              <a:lnSpc>
                <a:spcPct val="100000"/>
              </a:lnSpc>
              <a:spcBef>
                <a:spcPts val="0"/>
              </a:spcBef>
              <a:spcAft>
                <a:spcPts val="0"/>
              </a:spcAft>
              <a:buClr>
                <a:schemeClr val="lt1"/>
              </a:buClr>
              <a:buSzPts val="2800"/>
              <a:buChar char="■"/>
              <a:defRPr sz="2800">
                <a:solidFill>
                  <a:schemeClr val="lt1"/>
                </a:solidFill>
              </a:defRPr>
            </a:lvl6pPr>
            <a:lvl7pPr lvl="6">
              <a:lnSpc>
                <a:spcPct val="100000"/>
              </a:lnSpc>
              <a:spcBef>
                <a:spcPts val="0"/>
              </a:spcBef>
              <a:spcAft>
                <a:spcPts val="0"/>
              </a:spcAft>
              <a:buClr>
                <a:schemeClr val="lt1"/>
              </a:buClr>
              <a:buSzPts val="2800"/>
              <a:buChar char="●"/>
              <a:defRPr sz="2800">
                <a:solidFill>
                  <a:schemeClr val="lt1"/>
                </a:solidFill>
              </a:defRPr>
            </a:lvl7pPr>
            <a:lvl8pPr lvl="7">
              <a:lnSpc>
                <a:spcPct val="100000"/>
              </a:lnSpc>
              <a:spcBef>
                <a:spcPts val="0"/>
              </a:spcBef>
              <a:spcAft>
                <a:spcPts val="0"/>
              </a:spcAft>
              <a:buClr>
                <a:schemeClr val="lt1"/>
              </a:buClr>
              <a:buSzPts val="2800"/>
              <a:buChar char="○"/>
              <a:defRPr sz="2800">
                <a:solidFill>
                  <a:schemeClr val="lt1"/>
                </a:solidFill>
              </a:defRPr>
            </a:lvl8pPr>
            <a:lvl9pPr lvl="8">
              <a:lnSpc>
                <a:spcPct val="100000"/>
              </a:lnSpc>
              <a:spcBef>
                <a:spcPts val="0"/>
              </a:spcBef>
              <a:spcAft>
                <a:spcPts val="0"/>
              </a:spcAft>
              <a:buClr>
                <a:schemeClr val="lt1"/>
              </a:buClr>
              <a:buSzPts val="2800"/>
              <a:buChar char="■"/>
              <a:defRPr sz="2800">
                <a:solidFill>
                  <a:schemeClr val="lt1"/>
                </a:solidFill>
              </a:defRPr>
            </a:lvl9pPr>
          </a:lstStyle>
          <a:p/>
        </p:txBody>
      </p:sp>
    </p:spTree>
  </p:cSld>
  <p:clrMapOvr>
    <a:masterClrMapping/>
  </p:clrMapOvr>
</p:sldLayout>
</file>

<file path=ppt/slideLayouts/slideLayout2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1845" name="Shape 1845"/>
        <p:cNvGrpSpPr/>
        <p:nvPr/>
      </p:nvGrpSpPr>
      <p:grpSpPr>
        <a:xfrm>
          <a:off x="0" y="0"/>
          <a:ext cx="0" cy="0"/>
          <a:chOff x="0" y="0"/>
          <a:chExt cx="0" cy="0"/>
        </a:xfrm>
      </p:grpSpPr>
      <p:sp>
        <p:nvSpPr>
          <p:cNvPr id="1846" name="Google Shape;1846;p24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246"/>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2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1848" name="Shape 1848"/>
        <p:cNvGrpSpPr/>
        <p:nvPr/>
      </p:nvGrpSpPr>
      <p:grpSpPr>
        <a:xfrm>
          <a:off x="0" y="0"/>
          <a:ext cx="0" cy="0"/>
          <a:chOff x="0" y="0"/>
          <a:chExt cx="0" cy="0"/>
        </a:xfrm>
      </p:grpSpPr>
      <p:grpSp>
        <p:nvGrpSpPr>
          <p:cNvPr id="1849" name="Google Shape;1849;p247"/>
          <p:cNvGrpSpPr/>
          <p:nvPr/>
        </p:nvGrpSpPr>
        <p:grpSpPr>
          <a:xfrm>
            <a:off x="713225" y="539500"/>
            <a:ext cx="7717500" cy="4064400"/>
            <a:chOff x="713225" y="539500"/>
            <a:chExt cx="7717500" cy="4064400"/>
          </a:xfrm>
        </p:grpSpPr>
        <p:cxnSp>
          <p:nvCxnSpPr>
            <p:cNvPr id="1850" name="Google Shape;1850;p24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851" name="Google Shape;1851;p24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52" name="Google Shape;1852;p247"/>
            <p:cNvCxnSpPr/>
            <p:nvPr/>
          </p:nvCxnSpPr>
          <p:spPr>
            <a:xfrm rot="10800000">
              <a:off x="4876775" y="1096300"/>
              <a:ext cx="0" cy="3507600"/>
            </a:xfrm>
            <a:prstGeom prst="straightConnector1">
              <a:avLst/>
            </a:prstGeom>
            <a:noFill/>
            <a:ln cap="flat" cmpd="sng" w="38100">
              <a:solidFill>
                <a:schemeClr val="accent1"/>
              </a:solidFill>
              <a:prstDash val="solid"/>
              <a:round/>
              <a:headEnd len="med" w="med" type="none"/>
              <a:tailEnd len="med" w="med" type="none"/>
            </a:ln>
          </p:spPr>
        </p:cxnSp>
      </p:grpSp>
      <p:sp>
        <p:nvSpPr>
          <p:cNvPr id="1853" name="Google Shape;1853;p24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854" name="Google Shape;1854;p247"/>
          <p:cNvSpPr txBox="1"/>
          <p:nvPr>
            <p:ph idx="1" type="subTitle"/>
          </p:nvPr>
        </p:nvSpPr>
        <p:spPr>
          <a:xfrm>
            <a:off x="1312950" y="2327975"/>
            <a:ext cx="2973000" cy="13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855" name="Google Shape;1855;p247"/>
          <p:cNvSpPr txBox="1"/>
          <p:nvPr>
            <p:ph idx="2" type="subTitle"/>
          </p:nvPr>
        </p:nvSpPr>
        <p:spPr>
          <a:xfrm>
            <a:off x="1312950" y="1809275"/>
            <a:ext cx="29730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2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1856" name="Shape 1856"/>
        <p:cNvGrpSpPr/>
        <p:nvPr/>
      </p:nvGrpSpPr>
      <p:grpSpPr>
        <a:xfrm>
          <a:off x="0" y="0"/>
          <a:ext cx="0" cy="0"/>
          <a:chOff x="0" y="0"/>
          <a:chExt cx="0" cy="0"/>
        </a:xfrm>
      </p:grpSpPr>
      <p:sp>
        <p:nvSpPr>
          <p:cNvPr id="1857" name="Google Shape;1857;p248"/>
          <p:cNvSpPr txBox="1"/>
          <p:nvPr>
            <p:ph type="title"/>
          </p:nvPr>
        </p:nvSpPr>
        <p:spPr>
          <a:xfrm>
            <a:off x="865625" y="3328700"/>
            <a:ext cx="6367800" cy="1427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3600"/>
              <a:buNone/>
              <a:defRPr sz="3600">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2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1858" name="Shape 1858"/>
        <p:cNvGrpSpPr/>
        <p:nvPr/>
      </p:nvGrpSpPr>
      <p:grpSpPr>
        <a:xfrm>
          <a:off x="0" y="0"/>
          <a:ext cx="0" cy="0"/>
          <a:chOff x="0" y="0"/>
          <a:chExt cx="0" cy="0"/>
        </a:xfrm>
      </p:grpSpPr>
      <p:sp>
        <p:nvSpPr>
          <p:cNvPr id="1859" name="Google Shape;1859;p24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249"/>
          <p:cNvSpPr txBox="1"/>
          <p:nvPr>
            <p:ph hasCustomPrompt="1" type="title"/>
          </p:nvPr>
        </p:nvSpPr>
        <p:spPr>
          <a:xfrm>
            <a:off x="994200" y="1505850"/>
            <a:ext cx="7155600" cy="13323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861" name="Google Shape;1861;p249"/>
          <p:cNvSpPr txBox="1"/>
          <p:nvPr>
            <p:ph idx="1" type="subTitle"/>
          </p:nvPr>
        </p:nvSpPr>
        <p:spPr>
          <a:xfrm>
            <a:off x="994200" y="2838150"/>
            <a:ext cx="4774200" cy="79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862" name="Shape 1862"/>
        <p:cNvGrpSpPr/>
        <p:nvPr/>
      </p:nvGrpSpPr>
      <p:grpSpPr>
        <a:xfrm>
          <a:off x="0" y="0"/>
          <a:ext cx="0" cy="0"/>
          <a:chOff x="0" y="0"/>
          <a:chExt cx="0" cy="0"/>
        </a:xfrm>
      </p:grpSpPr>
    </p:spTree>
  </p:cSld>
  <p:clrMapOvr>
    <a:masterClrMapping/>
  </p:clrMapOvr>
</p:sldLayout>
</file>

<file path=ppt/slideLayouts/slideLayout2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1863" name="Shape 1863"/>
        <p:cNvGrpSpPr/>
        <p:nvPr/>
      </p:nvGrpSpPr>
      <p:grpSpPr>
        <a:xfrm>
          <a:off x="0" y="0"/>
          <a:ext cx="0" cy="0"/>
          <a:chOff x="0" y="0"/>
          <a:chExt cx="0" cy="0"/>
        </a:xfrm>
      </p:grpSpPr>
      <p:sp>
        <p:nvSpPr>
          <p:cNvPr id="1864" name="Google Shape;1864;p251"/>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2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1865" name="Shape 1865"/>
        <p:cNvGrpSpPr/>
        <p:nvPr/>
      </p:nvGrpSpPr>
      <p:grpSpPr>
        <a:xfrm>
          <a:off x="0" y="0"/>
          <a:ext cx="0" cy="0"/>
          <a:chOff x="0" y="0"/>
          <a:chExt cx="0" cy="0"/>
        </a:xfrm>
      </p:grpSpPr>
      <p:grpSp>
        <p:nvGrpSpPr>
          <p:cNvPr id="1866" name="Google Shape;1866;p252"/>
          <p:cNvGrpSpPr/>
          <p:nvPr/>
        </p:nvGrpSpPr>
        <p:grpSpPr>
          <a:xfrm>
            <a:off x="713200" y="539513"/>
            <a:ext cx="7717600" cy="4064400"/>
            <a:chOff x="713125" y="539500"/>
            <a:chExt cx="7717600" cy="4064400"/>
          </a:xfrm>
        </p:grpSpPr>
        <p:cxnSp>
          <p:nvCxnSpPr>
            <p:cNvPr id="1867" name="Google Shape;1867;p252"/>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868" name="Google Shape;1868;p25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69" name="Google Shape;1869;p252"/>
            <p:cNvCxnSpPr>
              <a:stCxn id="1868" idx="2"/>
            </p:cNvCxnSpPr>
            <p:nvPr/>
          </p:nvCxnSpPr>
          <p:spPr>
            <a:xfrm rot="10800000">
              <a:off x="45719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1870" name="Google Shape;1870;p252"/>
            <p:cNvCxnSpPr/>
            <p:nvPr/>
          </p:nvCxnSpPr>
          <p:spPr>
            <a:xfrm rot="10800000">
              <a:off x="713125" y="2912025"/>
              <a:ext cx="7709100" cy="0"/>
            </a:xfrm>
            <a:prstGeom prst="straightConnector1">
              <a:avLst/>
            </a:prstGeom>
            <a:noFill/>
            <a:ln cap="flat" cmpd="sng" w="38100">
              <a:solidFill>
                <a:schemeClr val="accent1"/>
              </a:solidFill>
              <a:prstDash val="solid"/>
              <a:round/>
              <a:headEnd len="med" w="med" type="none"/>
              <a:tailEnd len="med" w="med" type="none"/>
            </a:ln>
          </p:spPr>
        </p:cxnSp>
        <p:cxnSp>
          <p:nvCxnSpPr>
            <p:cNvPr id="1871" name="Google Shape;1871;p252"/>
            <p:cNvCxnSpPr/>
            <p:nvPr/>
          </p:nvCxnSpPr>
          <p:spPr>
            <a:xfrm rot="10800000">
              <a:off x="17602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1872" name="Google Shape;1872;p252"/>
            <p:cNvCxnSpPr/>
            <p:nvPr/>
          </p:nvCxnSpPr>
          <p:spPr>
            <a:xfrm rot="10800000">
              <a:off x="7378100" y="1254400"/>
              <a:ext cx="0" cy="3349500"/>
            </a:xfrm>
            <a:prstGeom prst="straightConnector1">
              <a:avLst/>
            </a:prstGeom>
            <a:noFill/>
            <a:ln cap="flat" cmpd="sng" w="38100">
              <a:solidFill>
                <a:schemeClr val="accent1"/>
              </a:solidFill>
              <a:prstDash val="solid"/>
              <a:round/>
              <a:headEnd len="med" w="med" type="none"/>
              <a:tailEnd len="med" w="med" type="none"/>
            </a:ln>
          </p:spPr>
        </p:cxnSp>
      </p:grpSp>
      <p:sp>
        <p:nvSpPr>
          <p:cNvPr id="1873" name="Google Shape;1873;p252"/>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874" name="Google Shape;1874;p252"/>
          <p:cNvSpPr txBox="1"/>
          <p:nvPr>
            <p:ph idx="1" type="subTitle"/>
          </p:nvPr>
        </p:nvSpPr>
        <p:spPr>
          <a:xfrm>
            <a:off x="1924988" y="2036825"/>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875" name="Google Shape;1875;p252"/>
          <p:cNvSpPr txBox="1"/>
          <p:nvPr>
            <p:ph idx="2" type="subTitle"/>
          </p:nvPr>
        </p:nvSpPr>
        <p:spPr>
          <a:xfrm>
            <a:off x="1924988" y="1518125"/>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876" name="Google Shape;1876;p252"/>
          <p:cNvSpPr txBox="1"/>
          <p:nvPr>
            <p:ph hasCustomPrompt="1" idx="3" type="title"/>
          </p:nvPr>
        </p:nvSpPr>
        <p:spPr>
          <a:xfrm>
            <a:off x="8197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1877" name="Google Shape;1877;p252"/>
          <p:cNvSpPr txBox="1"/>
          <p:nvPr>
            <p:ph idx="4" type="subTitle"/>
          </p:nvPr>
        </p:nvSpPr>
        <p:spPr>
          <a:xfrm>
            <a:off x="4760188" y="2036825"/>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1878" name="Google Shape;1878;p252"/>
          <p:cNvSpPr txBox="1"/>
          <p:nvPr>
            <p:ph idx="5" type="subTitle"/>
          </p:nvPr>
        </p:nvSpPr>
        <p:spPr>
          <a:xfrm>
            <a:off x="4760188" y="1518125"/>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879" name="Google Shape;1879;p252"/>
          <p:cNvSpPr txBox="1"/>
          <p:nvPr>
            <p:ph hasCustomPrompt="1" idx="6" type="title"/>
          </p:nvPr>
        </p:nvSpPr>
        <p:spPr>
          <a:xfrm>
            <a:off x="74842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1880" name="Google Shape;1880;p252"/>
          <p:cNvSpPr txBox="1"/>
          <p:nvPr>
            <p:ph idx="7" type="subTitle"/>
          </p:nvPr>
        </p:nvSpPr>
        <p:spPr>
          <a:xfrm>
            <a:off x="1924988" y="3691200"/>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881" name="Google Shape;1881;p252"/>
          <p:cNvSpPr txBox="1"/>
          <p:nvPr>
            <p:ph idx="8" type="subTitle"/>
          </p:nvPr>
        </p:nvSpPr>
        <p:spPr>
          <a:xfrm>
            <a:off x="1924988" y="3172500"/>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882" name="Google Shape;1882;p252"/>
          <p:cNvSpPr txBox="1"/>
          <p:nvPr>
            <p:ph hasCustomPrompt="1" idx="9" type="title"/>
          </p:nvPr>
        </p:nvSpPr>
        <p:spPr>
          <a:xfrm>
            <a:off x="819800" y="346450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1883" name="Google Shape;1883;p252"/>
          <p:cNvSpPr txBox="1"/>
          <p:nvPr>
            <p:ph idx="13" type="subTitle"/>
          </p:nvPr>
        </p:nvSpPr>
        <p:spPr>
          <a:xfrm>
            <a:off x="4760200" y="3673200"/>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1884" name="Google Shape;1884;p252"/>
          <p:cNvSpPr txBox="1"/>
          <p:nvPr>
            <p:ph idx="14" type="subTitle"/>
          </p:nvPr>
        </p:nvSpPr>
        <p:spPr>
          <a:xfrm>
            <a:off x="4760200" y="3154500"/>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885" name="Google Shape;1885;p252"/>
          <p:cNvSpPr txBox="1"/>
          <p:nvPr>
            <p:ph hasCustomPrompt="1" idx="15" type="title"/>
          </p:nvPr>
        </p:nvSpPr>
        <p:spPr>
          <a:xfrm>
            <a:off x="7488624" y="3475788"/>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2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
    <p:bg>
      <p:bgPr>
        <a:solidFill>
          <a:schemeClr val="dk1"/>
        </a:solidFill>
      </p:bgPr>
    </p:bg>
    <p:spTree>
      <p:nvGrpSpPr>
        <p:cNvPr id="1886" name="Shape 1886"/>
        <p:cNvGrpSpPr/>
        <p:nvPr/>
      </p:nvGrpSpPr>
      <p:grpSpPr>
        <a:xfrm>
          <a:off x="0" y="0"/>
          <a:ext cx="0" cy="0"/>
          <a:chOff x="0" y="0"/>
          <a:chExt cx="0" cy="0"/>
        </a:xfrm>
      </p:grpSpPr>
      <p:grpSp>
        <p:nvGrpSpPr>
          <p:cNvPr id="1887" name="Google Shape;1887;p253"/>
          <p:cNvGrpSpPr/>
          <p:nvPr/>
        </p:nvGrpSpPr>
        <p:grpSpPr>
          <a:xfrm>
            <a:off x="713300" y="539513"/>
            <a:ext cx="7717500" cy="4064400"/>
            <a:chOff x="713225" y="539500"/>
            <a:chExt cx="7717500" cy="4064400"/>
          </a:xfrm>
        </p:grpSpPr>
        <p:cxnSp>
          <p:nvCxnSpPr>
            <p:cNvPr id="1888" name="Google Shape;1888;p253"/>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889" name="Google Shape;1889;p25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0" name="Google Shape;1890;p253"/>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891" name="Google Shape;1891;p253"/>
          <p:cNvSpPr txBox="1"/>
          <p:nvPr>
            <p:ph idx="1" type="subTitle"/>
          </p:nvPr>
        </p:nvSpPr>
        <p:spPr>
          <a:xfrm>
            <a:off x="897170"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892" name="Google Shape;1892;p253"/>
          <p:cNvSpPr txBox="1"/>
          <p:nvPr>
            <p:ph idx="2" type="subTitle"/>
          </p:nvPr>
        </p:nvSpPr>
        <p:spPr>
          <a:xfrm>
            <a:off x="897170"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893" name="Google Shape;1893;p253"/>
          <p:cNvSpPr txBox="1"/>
          <p:nvPr>
            <p:ph hasCustomPrompt="1" idx="3" type="title"/>
          </p:nvPr>
        </p:nvSpPr>
        <p:spPr>
          <a:xfrm>
            <a:off x="1261666"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1894" name="Google Shape;1894;p253"/>
          <p:cNvSpPr txBox="1"/>
          <p:nvPr>
            <p:ph idx="4" type="subTitle"/>
          </p:nvPr>
        </p:nvSpPr>
        <p:spPr>
          <a:xfrm>
            <a:off x="47527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1895" name="Google Shape;1895;p253"/>
          <p:cNvSpPr txBox="1"/>
          <p:nvPr>
            <p:ph idx="5" type="subTitle"/>
          </p:nvPr>
        </p:nvSpPr>
        <p:spPr>
          <a:xfrm>
            <a:off x="47527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896" name="Google Shape;1896;p253"/>
          <p:cNvSpPr txBox="1"/>
          <p:nvPr>
            <p:ph hasCustomPrompt="1" idx="6" type="title"/>
          </p:nvPr>
        </p:nvSpPr>
        <p:spPr>
          <a:xfrm>
            <a:off x="5117252"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1897" name="Google Shape;1897;p253"/>
          <p:cNvSpPr txBox="1"/>
          <p:nvPr>
            <p:ph idx="7" type="subTitle"/>
          </p:nvPr>
        </p:nvSpPr>
        <p:spPr>
          <a:xfrm>
            <a:off x="28249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898" name="Google Shape;1898;p253"/>
          <p:cNvSpPr txBox="1"/>
          <p:nvPr>
            <p:ph idx="8" type="subTitle"/>
          </p:nvPr>
        </p:nvSpPr>
        <p:spPr>
          <a:xfrm>
            <a:off x="28249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899" name="Google Shape;1899;p253"/>
          <p:cNvSpPr txBox="1"/>
          <p:nvPr>
            <p:ph hasCustomPrompt="1" idx="9" type="title"/>
          </p:nvPr>
        </p:nvSpPr>
        <p:spPr>
          <a:xfrm>
            <a:off x="3189459"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1900" name="Google Shape;1900;p253"/>
          <p:cNvSpPr txBox="1"/>
          <p:nvPr>
            <p:ph idx="13" type="subTitle"/>
          </p:nvPr>
        </p:nvSpPr>
        <p:spPr>
          <a:xfrm>
            <a:off x="6680545"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1901" name="Google Shape;1901;p253"/>
          <p:cNvSpPr txBox="1"/>
          <p:nvPr>
            <p:ph idx="14" type="subTitle"/>
          </p:nvPr>
        </p:nvSpPr>
        <p:spPr>
          <a:xfrm>
            <a:off x="6680545"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902" name="Google Shape;1902;p253"/>
          <p:cNvSpPr txBox="1"/>
          <p:nvPr>
            <p:ph hasCustomPrompt="1" idx="15" type="title"/>
          </p:nvPr>
        </p:nvSpPr>
        <p:spPr>
          <a:xfrm>
            <a:off x="7045045" y="1975647"/>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2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dk1"/>
        </a:solidFill>
      </p:bgPr>
    </p:bg>
    <p:spTree>
      <p:nvGrpSpPr>
        <p:cNvPr id="1903" name="Shape 1903"/>
        <p:cNvGrpSpPr/>
        <p:nvPr/>
      </p:nvGrpSpPr>
      <p:grpSpPr>
        <a:xfrm>
          <a:off x="0" y="0"/>
          <a:ext cx="0" cy="0"/>
          <a:chOff x="0" y="0"/>
          <a:chExt cx="0" cy="0"/>
        </a:xfrm>
      </p:grpSpPr>
      <p:sp>
        <p:nvSpPr>
          <p:cNvPr id="1904" name="Google Shape;1904;p25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254"/>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906" name="Google Shape;1906;p254"/>
          <p:cNvSpPr txBox="1"/>
          <p:nvPr>
            <p:ph hasCustomPrompt="1" idx="2" type="title"/>
          </p:nvPr>
        </p:nvSpPr>
        <p:spPr>
          <a:xfrm>
            <a:off x="1131163" y="96802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1907" name="Google Shape;1907;p254"/>
          <p:cNvSpPr txBox="1"/>
          <p:nvPr>
            <p:ph idx="1" type="subTitle"/>
          </p:nvPr>
        </p:nvSpPr>
        <p:spPr>
          <a:xfrm>
            <a:off x="1131163" y="37284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2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
    <p:bg>
      <p:bgPr>
        <a:solidFill>
          <a:schemeClr val="dk1"/>
        </a:solidFill>
      </p:bgPr>
    </p:bg>
    <p:spTree>
      <p:nvGrpSpPr>
        <p:cNvPr id="1908" name="Shape 1908"/>
        <p:cNvGrpSpPr/>
        <p:nvPr/>
      </p:nvGrpSpPr>
      <p:grpSpPr>
        <a:xfrm>
          <a:off x="0" y="0"/>
          <a:ext cx="0" cy="0"/>
          <a:chOff x="0" y="0"/>
          <a:chExt cx="0" cy="0"/>
        </a:xfrm>
      </p:grpSpPr>
      <p:sp>
        <p:nvSpPr>
          <p:cNvPr id="1909" name="Google Shape;1909;p25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255"/>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911" name="Google Shape;1911;p255"/>
          <p:cNvSpPr txBox="1"/>
          <p:nvPr>
            <p:ph hasCustomPrompt="1" idx="2" type="title"/>
          </p:nvPr>
        </p:nvSpPr>
        <p:spPr>
          <a:xfrm>
            <a:off x="3496800" y="894025"/>
            <a:ext cx="2150400" cy="1665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1912" name="Google Shape;1912;p255"/>
          <p:cNvSpPr txBox="1"/>
          <p:nvPr>
            <p:ph idx="1" type="subTitle"/>
          </p:nvPr>
        </p:nvSpPr>
        <p:spPr>
          <a:xfrm>
            <a:off x="1896450" y="3802475"/>
            <a:ext cx="53511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2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1913" name="Shape 1913"/>
        <p:cNvGrpSpPr/>
        <p:nvPr/>
      </p:nvGrpSpPr>
      <p:grpSpPr>
        <a:xfrm>
          <a:off x="0" y="0"/>
          <a:ext cx="0" cy="0"/>
          <a:chOff x="0" y="0"/>
          <a:chExt cx="0" cy="0"/>
        </a:xfrm>
      </p:grpSpPr>
      <p:sp>
        <p:nvSpPr>
          <p:cNvPr id="1914" name="Google Shape;1914;p25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256"/>
          <p:cNvSpPr txBox="1"/>
          <p:nvPr>
            <p:ph type="title"/>
          </p:nvPr>
        </p:nvSpPr>
        <p:spPr>
          <a:xfrm>
            <a:off x="1952375" y="3189813"/>
            <a:ext cx="4629600" cy="491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916" name="Google Shape;1916;p256"/>
          <p:cNvSpPr txBox="1"/>
          <p:nvPr>
            <p:ph idx="1" type="subTitle"/>
          </p:nvPr>
        </p:nvSpPr>
        <p:spPr>
          <a:xfrm>
            <a:off x="1952375" y="1995238"/>
            <a:ext cx="4629600" cy="111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2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
    <p:bg>
      <p:bgPr>
        <a:solidFill>
          <a:schemeClr val="dk1"/>
        </a:solidFill>
      </p:bgPr>
    </p:bg>
    <p:spTree>
      <p:nvGrpSpPr>
        <p:cNvPr id="1917" name="Shape 1917"/>
        <p:cNvGrpSpPr/>
        <p:nvPr/>
      </p:nvGrpSpPr>
      <p:grpSpPr>
        <a:xfrm>
          <a:off x="0" y="0"/>
          <a:ext cx="0" cy="0"/>
          <a:chOff x="0" y="0"/>
          <a:chExt cx="0" cy="0"/>
        </a:xfrm>
      </p:grpSpPr>
      <p:sp>
        <p:nvSpPr>
          <p:cNvPr id="1918" name="Google Shape;1918;p257"/>
          <p:cNvSpPr txBox="1"/>
          <p:nvPr>
            <p:ph type="title"/>
          </p:nvPr>
        </p:nvSpPr>
        <p:spPr>
          <a:xfrm>
            <a:off x="713250" y="5395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atin typeface="Roboto"/>
                <a:ea typeface="Roboto"/>
                <a:cs typeface="Roboto"/>
                <a:sym typeface="Roboto"/>
              </a:defRPr>
            </a:lvl1pPr>
            <a:lvl2pPr lvl="1">
              <a:spcBef>
                <a:spcPts val="0"/>
              </a:spcBef>
              <a:spcAft>
                <a:spcPts val="0"/>
              </a:spcAft>
              <a:buSzPts val="2800"/>
              <a:buNone/>
              <a:defRPr>
                <a:latin typeface="Roboto"/>
                <a:ea typeface="Roboto"/>
                <a:cs typeface="Roboto"/>
                <a:sym typeface="Roboto"/>
              </a:defRPr>
            </a:lvl2pPr>
            <a:lvl3pPr lvl="2">
              <a:spcBef>
                <a:spcPts val="0"/>
              </a:spcBef>
              <a:spcAft>
                <a:spcPts val="0"/>
              </a:spcAft>
              <a:buSzPts val="2800"/>
              <a:buNone/>
              <a:defRPr>
                <a:latin typeface="Roboto"/>
                <a:ea typeface="Roboto"/>
                <a:cs typeface="Roboto"/>
                <a:sym typeface="Roboto"/>
              </a:defRPr>
            </a:lvl3pPr>
            <a:lvl4pPr lvl="3">
              <a:spcBef>
                <a:spcPts val="0"/>
              </a:spcBef>
              <a:spcAft>
                <a:spcPts val="0"/>
              </a:spcAft>
              <a:buSzPts val="2800"/>
              <a:buNone/>
              <a:defRPr>
                <a:latin typeface="Roboto"/>
                <a:ea typeface="Roboto"/>
                <a:cs typeface="Roboto"/>
                <a:sym typeface="Roboto"/>
              </a:defRPr>
            </a:lvl4pPr>
            <a:lvl5pPr lvl="4">
              <a:spcBef>
                <a:spcPts val="0"/>
              </a:spcBef>
              <a:spcAft>
                <a:spcPts val="0"/>
              </a:spcAft>
              <a:buSzPts val="2800"/>
              <a:buNone/>
              <a:defRPr>
                <a:latin typeface="Roboto"/>
                <a:ea typeface="Roboto"/>
                <a:cs typeface="Roboto"/>
                <a:sym typeface="Roboto"/>
              </a:defRPr>
            </a:lvl5pPr>
            <a:lvl6pPr lvl="5">
              <a:spcBef>
                <a:spcPts val="0"/>
              </a:spcBef>
              <a:spcAft>
                <a:spcPts val="0"/>
              </a:spcAft>
              <a:buSzPts val="2800"/>
              <a:buNone/>
              <a:defRPr>
                <a:latin typeface="Roboto"/>
                <a:ea typeface="Roboto"/>
                <a:cs typeface="Roboto"/>
                <a:sym typeface="Roboto"/>
              </a:defRPr>
            </a:lvl6pPr>
            <a:lvl7pPr lvl="6">
              <a:spcBef>
                <a:spcPts val="0"/>
              </a:spcBef>
              <a:spcAft>
                <a:spcPts val="0"/>
              </a:spcAft>
              <a:buSzPts val="2800"/>
              <a:buNone/>
              <a:defRPr>
                <a:latin typeface="Roboto"/>
                <a:ea typeface="Roboto"/>
                <a:cs typeface="Roboto"/>
                <a:sym typeface="Roboto"/>
              </a:defRPr>
            </a:lvl7pPr>
            <a:lvl8pPr lvl="7">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1919" name="Google Shape;1919;p25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257"/>
          <p:cNvSpPr txBox="1"/>
          <p:nvPr>
            <p:ph idx="2" type="title"/>
          </p:nvPr>
        </p:nvSpPr>
        <p:spPr>
          <a:xfrm>
            <a:off x="3364525" y="3430088"/>
            <a:ext cx="4629600" cy="491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921" name="Google Shape;1921;p257"/>
          <p:cNvSpPr txBox="1"/>
          <p:nvPr>
            <p:ph idx="1" type="subTitle"/>
          </p:nvPr>
        </p:nvSpPr>
        <p:spPr>
          <a:xfrm>
            <a:off x="3364525" y="2235513"/>
            <a:ext cx="4629600" cy="111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2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0">
    <p:bg>
      <p:bgPr>
        <a:solidFill>
          <a:schemeClr val="dk1"/>
        </a:solidFill>
      </p:bgPr>
    </p:bg>
    <p:spTree>
      <p:nvGrpSpPr>
        <p:cNvPr id="1922" name="Shape 1922"/>
        <p:cNvGrpSpPr/>
        <p:nvPr/>
      </p:nvGrpSpPr>
      <p:grpSpPr>
        <a:xfrm>
          <a:off x="0" y="0"/>
          <a:ext cx="0" cy="0"/>
          <a:chOff x="0" y="0"/>
          <a:chExt cx="0" cy="0"/>
        </a:xfrm>
      </p:grpSpPr>
      <p:sp>
        <p:nvSpPr>
          <p:cNvPr id="1923" name="Google Shape;1923;p25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258"/>
          <p:cNvSpPr txBox="1"/>
          <p:nvPr>
            <p:ph hasCustomPrompt="1" type="title"/>
          </p:nvPr>
        </p:nvSpPr>
        <p:spPr>
          <a:xfrm>
            <a:off x="2070613" y="1505850"/>
            <a:ext cx="4774200" cy="1332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925" name="Google Shape;1925;p258"/>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22">
    <p:bg>
      <p:bgPr>
        <a:solidFill>
          <a:schemeClr val="dk1"/>
        </a:solidFill>
      </p:bgPr>
    </p:bg>
    <p:spTree>
      <p:nvGrpSpPr>
        <p:cNvPr id="1926" name="Shape 1926"/>
        <p:cNvGrpSpPr/>
        <p:nvPr/>
      </p:nvGrpSpPr>
      <p:grpSpPr>
        <a:xfrm>
          <a:off x="0" y="0"/>
          <a:ext cx="0" cy="0"/>
          <a:chOff x="0" y="0"/>
          <a:chExt cx="0" cy="0"/>
        </a:xfrm>
      </p:grpSpPr>
      <p:sp>
        <p:nvSpPr>
          <p:cNvPr id="1927" name="Google Shape;1927;p259"/>
          <p:cNvSpPr txBox="1"/>
          <p:nvPr>
            <p:ph hasCustomPrompt="1" type="title"/>
          </p:nvPr>
        </p:nvSpPr>
        <p:spPr>
          <a:xfrm>
            <a:off x="2337663" y="1768700"/>
            <a:ext cx="2299800" cy="1209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928" name="Google Shape;1928;p259"/>
          <p:cNvSpPr txBox="1"/>
          <p:nvPr>
            <p:ph idx="1" type="subTitle"/>
          </p:nvPr>
        </p:nvSpPr>
        <p:spPr>
          <a:xfrm>
            <a:off x="4989538" y="1768700"/>
            <a:ext cx="3188400" cy="1209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929" name="Google Shape;1929;p259"/>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30" name="Google Shape;1930;p259"/>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931" name="Google Shape;1931;p259"/>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2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bg>
      <p:bgPr>
        <a:solidFill>
          <a:schemeClr val="dk1"/>
        </a:solidFill>
      </p:bgPr>
    </p:bg>
    <p:spTree>
      <p:nvGrpSpPr>
        <p:cNvPr id="1932" name="Shape 1932"/>
        <p:cNvGrpSpPr/>
        <p:nvPr/>
      </p:nvGrpSpPr>
      <p:grpSpPr>
        <a:xfrm>
          <a:off x="0" y="0"/>
          <a:ext cx="0" cy="0"/>
          <a:chOff x="0" y="0"/>
          <a:chExt cx="0" cy="0"/>
        </a:xfrm>
      </p:grpSpPr>
      <p:sp>
        <p:nvSpPr>
          <p:cNvPr id="1933" name="Google Shape;1933;p260"/>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34" name="Google Shape;1934;p260"/>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935" name="Google Shape;1935;p26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936" name="Google Shape;1936;p260"/>
          <p:cNvSpPr txBox="1"/>
          <p:nvPr>
            <p:ph hasCustomPrompt="1" idx="2" type="title"/>
          </p:nvPr>
        </p:nvSpPr>
        <p:spPr>
          <a:xfrm>
            <a:off x="1153250" y="1714350"/>
            <a:ext cx="2299800" cy="103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937" name="Google Shape;1937;p260"/>
          <p:cNvSpPr txBox="1"/>
          <p:nvPr>
            <p:ph idx="1" type="subTitle"/>
          </p:nvPr>
        </p:nvSpPr>
        <p:spPr>
          <a:xfrm>
            <a:off x="1153250" y="2750550"/>
            <a:ext cx="2299800" cy="1058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938" name="Google Shape;1938;p260"/>
          <p:cNvSpPr txBox="1"/>
          <p:nvPr>
            <p:ph hasCustomPrompt="1" idx="3" type="title"/>
          </p:nvPr>
        </p:nvSpPr>
        <p:spPr>
          <a:xfrm>
            <a:off x="5006988" y="1378188"/>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939" name="Google Shape;1939;p260"/>
          <p:cNvSpPr txBox="1"/>
          <p:nvPr>
            <p:ph idx="4" type="subTitle"/>
          </p:nvPr>
        </p:nvSpPr>
        <p:spPr>
          <a:xfrm>
            <a:off x="5006988" y="202385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940" name="Google Shape;1940;p260"/>
          <p:cNvSpPr txBox="1"/>
          <p:nvPr>
            <p:ph hasCustomPrompt="1" idx="5" type="title"/>
          </p:nvPr>
        </p:nvSpPr>
        <p:spPr>
          <a:xfrm>
            <a:off x="5006988" y="3133450"/>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941" name="Google Shape;1941;p260"/>
          <p:cNvSpPr txBox="1"/>
          <p:nvPr>
            <p:ph idx="6" type="subTitle"/>
          </p:nvPr>
        </p:nvSpPr>
        <p:spPr>
          <a:xfrm>
            <a:off x="5006988" y="377900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3">
    <p:bg>
      <p:bgPr>
        <a:solidFill>
          <a:schemeClr val="dk1"/>
        </a:solidFill>
      </p:bgPr>
    </p:bg>
    <p:spTree>
      <p:nvGrpSpPr>
        <p:cNvPr id="1942" name="Shape 1942"/>
        <p:cNvGrpSpPr/>
        <p:nvPr/>
      </p:nvGrpSpPr>
      <p:grpSpPr>
        <a:xfrm>
          <a:off x="0" y="0"/>
          <a:ext cx="0" cy="0"/>
          <a:chOff x="0" y="0"/>
          <a:chExt cx="0" cy="0"/>
        </a:xfrm>
      </p:grpSpPr>
      <p:sp>
        <p:nvSpPr>
          <p:cNvPr id="1943" name="Google Shape;1943;p261"/>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44" name="Google Shape;1944;p261"/>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945" name="Google Shape;1945;p26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946" name="Google Shape;1946;p261"/>
          <p:cNvSpPr txBox="1"/>
          <p:nvPr>
            <p:ph hasCustomPrompt="1" idx="2" type="title"/>
          </p:nvPr>
        </p:nvSpPr>
        <p:spPr>
          <a:xfrm>
            <a:off x="1153250"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947" name="Google Shape;1947;p261"/>
          <p:cNvSpPr txBox="1"/>
          <p:nvPr>
            <p:ph idx="1" type="subTitle"/>
          </p:nvPr>
        </p:nvSpPr>
        <p:spPr>
          <a:xfrm>
            <a:off x="1153250" y="3575299"/>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948" name="Google Shape;1948;p261"/>
          <p:cNvSpPr txBox="1"/>
          <p:nvPr>
            <p:ph hasCustomPrompt="1" idx="3" type="title"/>
          </p:nvPr>
        </p:nvSpPr>
        <p:spPr>
          <a:xfrm>
            <a:off x="3476088"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949" name="Google Shape;1949;p261"/>
          <p:cNvSpPr txBox="1"/>
          <p:nvPr>
            <p:ph idx="4" type="subTitle"/>
          </p:nvPr>
        </p:nvSpPr>
        <p:spPr>
          <a:xfrm>
            <a:off x="3476100" y="3575295"/>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950" name="Google Shape;1950;p261"/>
          <p:cNvSpPr txBox="1"/>
          <p:nvPr>
            <p:ph hasCustomPrompt="1" idx="5" type="title"/>
          </p:nvPr>
        </p:nvSpPr>
        <p:spPr>
          <a:xfrm>
            <a:off x="5798944" y="2777254"/>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951" name="Google Shape;1951;p261"/>
          <p:cNvSpPr txBox="1"/>
          <p:nvPr>
            <p:ph idx="6" type="subTitle"/>
          </p:nvPr>
        </p:nvSpPr>
        <p:spPr>
          <a:xfrm>
            <a:off x="5798944" y="3575198"/>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_1_1">
    <p:bg>
      <p:bgPr>
        <a:solidFill>
          <a:schemeClr val="dk1"/>
        </a:solidFill>
      </p:bgPr>
    </p:bg>
    <p:spTree>
      <p:nvGrpSpPr>
        <p:cNvPr id="1952" name="Shape 1952"/>
        <p:cNvGrpSpPr/>
        <p:nvPr/>
      </p:nvGrpSpPr>
      <p:grpSpPr>
        <a:xfrm>
          <a:off x="0" y="0"/>
          <a:ext cx="0" cy="0"/>
          <a:chOff x="0" y="0"/>
          <a:chExt cx="0" cy="0"/>
        </a:xfrm>
      </p:grpSpPr>
      <p:grpSp>
        <p:nvGrpSpPr>
          <p:cNvPr id="1953" name="Google Shape;1953;p262"/>
          <p:cNvGrpSpPr/>
          <p:nvPr/>
        </p:nvGrpSpPr>
        <p:grpSpPr>
          <a:xfrm>
            <a:off x="713225" y="539500"/>
            <a:ext cx="7717500" cy="4064400"/>
            <a:chOff x="713225" y="539500"/>
            <a:chExt cx="7717500" cy="4064400"/>
          </a:xfrm>
        </p:grpSpPr>
        <p:sp>
          <p:nvSpPr>
            <p:cNvPr id="1954" name="Google Shape;1954;p26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55" name="Google Shape;1955;p26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956" name="Google Shape;1956;p26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2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_1">
    <p:bg>
      <p:bgPr>
        <a:solidFill>
          <a:schemeClr val="dk1"/>
        </a:solidFill>
      </p:bgPr>
    </p:bg>
    <p:spTree>
      <p:nvGrpSpPr>
        <p:cNvPr id="1957" name="Shape 1957"/>
        <p:cNvGrpSpPr/>
        <p:nvPr/>
      </p:nvGrpSpPr>
      <p:grpSpPr>
        <a:xfrm>
          <a:off x="0" y="0"/>
          <a:ext cx="0" cy="0"/>
          <a:chOff x="0" y="0"/>
          <a:chExt cx="0" cy="0"/>
        </a:xfrm>
      </p:grpSpPr>
      <p:grpSp>
        <p:nvGrpSpPr>
          <p:cNvPr id="1958" name="Google Shape;1958;p263"/>
          <p:cNvGrpSpPr/>
          <p:nvPr/>
        </p:nvGrpSpPr>
        <p:grpSpPr>
          <a:xfrm>
            <a:off x="713225" y="539500"/>
            <a:ext cx="7717500" cy="4064400"/>
            <a:chOff x="713225" y="539500"/>
            <a:chExt cx="7717500" cy="4064400"/>
          </a:xfrm>
        </p:grpSpPr>
        <p:sp>
          <p:nvSpPr>
            <p:cNvPr id="1959" name="Google Shape;1959;p26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60" name="Google Shape;1960;p26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961" name="Google Shape;1961;p263"/>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2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1_1_1">
    <p:bg>
      <p:bgPr>
        <a:solidFill>
          <a:schemeClr val="dk1"/>
        </a:solidFill>
      </p:bgPr>
    </p:bg>
    <p:spTree>
      <p:nvGrpSpPr>
        <p:cNvPr id="1962" name="Shape 1962"/>
        <p:cNvGrpSpPr/>
        <p:nvPr/>
      </p:nvGrpSpPr>
      <p:grpSpPr>
        <a:xfrm>
          <a:off x="0" y="0"/>
          <a:ext cx="0" cy="0"/>
          <a:chOff x="0" y="0"/>
          <a:chExt cx="0" cy="0"/>
        </a:xfrm>
      </p:grpSpPr>
      <p:grpSp>
        <p:nvGrpSpPr>
          <p:cNvPr id="1963" name="Google Shape;1963;p264"/>
          <p:cNvGrpSpPr/>
          <p:nvPr/>
        </p:nvGrpSpPr>
        <p:grpSpPr>
          <a:xfrm>
            <a:off x="713225" y="539500"/>
            <a:ext cx="7717500" cy="4064400"/>
            <a:chOff x="713225" y="539500"/>
            <a:chExt cx="7717500" cy="4064400"/>
          </a:xfrm>
        </p:grpSpPr>
        <p:sp>
          <p:nvSpPr>
            <p:cNvPr id="1964" name="Google Shape;1964;p26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65" name="Google Shape;1965;p26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966" name="Google Shape;1966;p264"/>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2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BLANK_1_1_1_1_1_1_3">
    <p:bg>
      <p:bgPr>
        <a:solidFill>
          <a:schemeClr val="dk1"/>
        </a:solidFill>
      </p:bgPr>
    </p:bg>
    <p:spTree>
      <p:nvGrpSpPr>
        <p:cNvPr id="1967" name="Shape 1967"/>
        <p:cNvGrpSpPr/>
        <p:nvPr/>
      </p:nvGrpSpPr>
      <p:grpSpPr>
        <a:xfrm>
          <a:off x="0" y="0"/>
          <a:ext cx="0" cy="0"/>
          <a:chOff x="0" y="0"/>
          <a:chExt cx="0" cy="0"/>
        </a:xfrm>
      </p:grpSpPr>
      <p:grpSp>
        <p:nvGrpSpPr>
          <p:cNvPr id="1968" name="Google Shape;1968;p265"/>
          <p:cNvGrpSpPr/>
          <p:nvPr/>
        </p:nvGrpSpPr>
        <p:grpSpPr>
          <a:xfrm>
            <a:off x="713225" y="539500"/>
            <a:ext cx="7717500" cy="4064400"/>
            <a:chOff x="713225" y="539500"/>
            <a:chExt cx="7717500" cy="4064400"/>
          </a:xfrm>
        </p:grpSpPr>
        <p:sp>
          <p:nvSpPr>
            <p:cNvPr id="1969" name="Google Shape;1969;p26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70" name="Google Shape;1970;p26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971" name="Google Shape;1971;p265"/>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2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_1_3_1">
    <p:bg>
      <p:bgPr>
        <a:solidFill>
          <a:schemeClr val="dk1"/>
        </a:solidFill>
      </p:bgPr>
    </p:bg>
    <p:spTree>
      <p:nvGrpSpPr>
        <p:cNvPr id="1972" name="Shape 1972"/>
        <p:cNvGrpSpPr/>
        <p:nvPr/>
      </p:nvGrpSpPr>
      <p:grpSpPr>
        <a:xfrm>
          <a:off x="0" y="0"/>
          <a:ext cx="0" cy="0"/>
          <a:chOff x="0" y="0"/>
          <a:chExt cx="0" cy="0"/>
        </a:xfrm>
      </p:grpSpPr>
      <p:grpSp>
        <p:nvGrpSpPr>
          <p:cNvPr id="1973" name="Google Shape;1973;p266"/>
          <p:cNvGrpSpPr/>
          <p:nvPr/>
        </p:nvGrpSpPr>
        <p:grpSpPr>
          <a:xfrm>
            <a:off x="713225" y="539500"/>
            <a:ext cx="7717500" cy="4064400"/>
            <a:chOff x="713225" y="539500"/>
            <a:chExt cx="7717500" cy="4064400"/>
          </a:xfrm>
        </p:grpSpPr>
        <p:sp>
          <p:nvSpPr>
            <p:cNvPr id="1974" name="Google Shape;1974;p26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75" name="Google Shape;1975;p26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976" name="Google Shape;1976;p266"/>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2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0">
    <p:bg>
      <p:bgPr>
        <a:solidFill>
          <a:schemeClr val="dk1"/>
        </a:solidFill>
      </p:bgPr>
    </p:bg>
    <p:spTree>
      <p:nvGrpSpPr>
        <p:cNvPr id="1977" name="Shape 1977"/>
        <p:cNvGrpSpPr/>
        <p:nvPr/>
      </p:nvGrpSpPr>
      <p:grpSpPr>
        <a:xfrm>
          <a:off x="0" y="0"/>
          <a:ext cx="0" cy="0"/>
          <a:chOff x="0" y="0"/>
          <a:chExt cx="0" cy="0"/>
        </a:xfrm>
      </p:grpSpPr>
      <p:sp>
        <p:nvSpPr>
          <p:cNvPr id="1978" name="Google Shape;1978;p26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267"/>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2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_1_1_1_2">
    <p:bg>
      <p:bgPr>
        <a:solidFill>
          <a:schemeClr val="dk1"/>
        </a:solidFill>
      </p:bgPr>
    </p:bg>
    <p:spTree>
      <p:nvGrpSpPr>
        <p:cNvPr id="1980" name="Shape 1980"/>
        <p:cNvGrpSpPr/>
        <p:nvPr/>
      </p:nvGrpSpPr>
      <p:grpSpPr>
        <a:xfrm>
          <a:off x="0" y="0"/>
          <a:ext cx="0" cy="0"/>
          <a:chOff x="0" y="0"/>
          <a:chExt cx="0" cy="0"/>
        </a:xfrm>
      </p:grpSpPr>
      <p:sp>
        <p:nvSpPr>
          <p:cNvPr id="1981" name="Google Shape;1981;p268"/>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268"/>
          <p:cNvSpPr txBox="1"/>
          <p:nvPr>
            <p:ph type="title"/>
          </p:nvPr>
        </p:nvSpPr>
        <p:spPr>
          <a:xfrm>
            <a:off x="1263200" y="1298488"/>
            <a:ext cx="2732700" cy="109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1983" name="Google Shape;1983;p268"/>
          <p:cNvSpPr txBox="1"/>
          <p:nvPr>
            <p:ph idx="1" type="subTitle"/>
          </p:nvPr>
        </p:nvSpPr>
        <p:spPr>
          <a:xfrm>
            <a:off x="1263200" y="2394813"/>
            <a:ext cx="2732700" cy="1541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2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1984" name="Shape 1984"/>
        <p:cNvGrpSpPr/>
        <p:nvPr/>
      </p:nvGrpSpPr>
      <p:grpSpPr>
        <a:xfrm>
          <a:off x="0" y="0"/>
          <a:ext cx="0" cy="0"/>
          <a:chOff x="0" y="0"/>
          <a:chExt cx="0" cy="0"/>
        </a:xfrm>
      </p:grpSpPr>
      <p:sp>
        <p:nvSpPr>
          <p:cNvPr id="1985" name="Google Shape;1985;p269"/>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269"/>
          <p:cNvSpPr txBox="1"/>
          <p:nvPr>
            <p:ph type="title"/>
          </p:nvPr>
        </p:nvSpPr>
        <p:spPr>
          <a:xfrm>
            <a:off x="948875" y="1767400"/>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1987" name="Google Shape;1987;p269"/>
          <p:cNvSpPr txBox="1"/>
          <p:nvPr>
            <p:ph idx="1" type="subTitle"/>
          </p:nvPr>
        </p:nvSpPr>
        <p:spPr>
          <a:xfrm>
            <a:off x="948875" y="2274200"/>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2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1_1_1_2_1_1_1">
    <p:bg>
      <p:bgPr>
        <a:solidFill>
          <a:schemeClr val="dk1"/>
        </a:solidFill>
      </p:bgPr>
    </p:bg>
    <p:spTree>
      <p:nvGrpSpPr>
        <p:cNvPr id="1988" name="Shape 1988"/>
        <p:cNvGrpSpPr/>
        <p:nvPr/>
      </p:nvGrpSpPr>
      <p:grpSpPr>
        <a:xfrm>
          <a:off x="0" y="0"/>
          <a:ext cx="0" cy="0"/>
          <a:chOff x="0" y="0"/>
          <a:chExt cx="0" cy="0"/>
        </a:xfrm>
      </p:grpSpPr>
      <p:grpSp>
        <p:nvGrpSpPr>
          <p:cNvPr id="1989" name="Google Shape;1989;p270"/>
          <p:cNvGrpSpPr/>
          <p:nvPr/>
        </p:nvGrpSpPr>
        <p:grpSpPr>
          <a:xfrm>
            <a:off x="713225" y="539500"/>
            <a:ext cx="7717500" cy="4064400"/>
            <a:chOff x="713225" y="539500"/>
            <a:chExt cx="7717500" cy="4064400"/>
          </a:xfrm>
        </p:grpSpPr>
        <p:sp>
          <p:nvSpPr>
            <p:cNvPr id="1990" name="Google Shape;1990;p27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91" name="Google Shape;1991;p27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992" name="Google Shape;1992;p27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993" name="Google Shape;1993;p270"/>
          <p:cNvSpPr txBox="1"/>
          <p:nvPr>
            <p:ph idx="1" type="subTitle"/>
          </p:nvPr>
        </p:nvSpPr>
        <p:spPr>
          <a:xfrm>
            <a:off x="862402" y="2181950"/>
            <a:ext cx="74778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994" name="Google Shape;1994;p270"/>
          <p:cNvSpPr txBox="1"/>
          <p:nvPr>
            <p:ph idx="2" type="subTitle"/>
          </p:nvPr>
        </p:nvSpPr>
        <p:spPr>
          <a:xfrm>
            <a:off x="853775" y="2571350"/>
            <a:ext cx="7477800" cy="1937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1995" name="Google Shape;1995;p270"/>
          <p:cNvSpPr txBox="1"/>
          <p:nvPr>
            <p:ph idx="3" type="subTitle"/>
          </p:nvPr>
        </p:nvSpPr>
        <p:spPr>
          <a:xfrm>
            <a:off x="821225" y="1404325"/>
            <a:ext cx="76095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Tree>
  </p:cSld>
  <p:clrMapOvr>
    <a:masterClrMapping/>
  </p:clrMapOvr>
</p:sldLayout>
</file>

<file path=ppt/slideLayouts/slideLayout2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bg>
      <p:bgPr>
        <a:solidFill>
          <a:schemeClr val="dk1"/>
        </a:solidFill>
      </p:bgPr>
    </p:bg>
    <p:spTree>
      <p:nvGrpSpPr>
        <p:cNvPr id="1996" name="Shape 1996"/>
        <p:cNvGrpSpPr/>
        <p:nvPr/>
      </p:nvGrpSpPr>
      <p:grpSpPr>
        <a:xfrm>
          <a:off x="0" y="0"/>
          <a:ext cx="0" cy="0"/>
          <a:chOff x="0" y="0"/>
          <a:chExt cx="0" cy="0"/>
        </a:xfrm>
      </p:grpSpPr>
      <p:sp>
        <p:nvSpPr>
          <p:cNvPr id="1997" name="Google Shape;1997;p271"/>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271"/>
          <p:cNvSpPr txBox="1"/>
          <p:nvPr>
            <p:ph type="title"/>
          </p:nvPr>
        </p:nvSpPr>
        <p:spPr>
          <a:xfrm>
            <a:off x="4762538" y="1024043"/>
            <a:ext cx="3159900" cy="2028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1999" name="Google Shape;1999;p271"/>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2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bg>
      <p:bgPr>
        <a:solidFill>
          <a:schemeClr val="dk1"/>
        </a:solidFill>
      </p:bgPr>
    </p:bg>
    <p:spTree>
      <p:nvGrpSpPr>
        <p:cNvPr id="2000" name="Shape 2000"/>
        <p:cNvGrpSpPr/>
        <p:nvPr/>
      </p:nvGrpSpPr>
      <p:grpSpPr>
        <a:xfrm>
          <a:off x="0" y="0"/>
          <a:ext cx="0" cy="0"/>
          <a:chOff x="0" y="0"/>
          <a:chExt cx="0" cy="0"/>
        </a:xfrm>
      </p:grpSpPr>
      <p:sp>
        <p:nvSpPr>
          <p:cNvPr id="2001" name="Google Shape;2001;p272"/>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272"/>
          <p:cNvSpPr txBox="1"/>
          <p:nvPr>
            <p:ph type="title"/>
          </p:nvPr>
        </p:nvSpPr>
        <p:spPr>
          <a:xfrm>
            <a:off x="954338" y="1773175"/>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2003" name="Google Shape;2003;p272"/>
          <p:cNvSpPr txBox="1"/>
          <p:nvPr>
            <p:ph idx="1" type="subTitle"/>
          </p:nvPr>
        </p:nvSpPr>
        <p:spPr>
          <a:xfrm>
            <a:off x="954338" y="2279975"/>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2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
    <p:bg>
      <p:bgPr>
        <a:solidFill>
          <a:schemeClr val="dk1"/>
        </a:solidFill>
      </p:bgPr>
    </p:bg>
    <p:spTree>
      <p:nvGrpSpPr>
        <p:cNvPr id="2004" name="Shape 2004"/>
        <p:cNvGrpSpPr/>
        <p:nvPr/>
      </p:nvGrpSpPr>
      <p:grpSpPr>
        <a:xfrm>
          <a:off x="0" y="0"/>
          <a:ext cx="0" cy="0"/>
          <a:chOff x="0" y="0"/>
          <a:chExt cx="0" cy="0"/>
        </a:xfrm>
      </p:grpSpPr>
      <p:grpSp>
        <p:nvGrpSpPr>
          <p:cNvPr id="2005" name="Google Shape;2005;p273"/>
          <p:cNvGrpSpPr/>
          <p:nvPr/>
        </p:nvGrpSpPr>
        <p:grpSpPr>
          <a:xfrm>
            <a:off x="713225" y="539500"/>
            <a:ext cx="7717500" cy="4064400"/>
            <a:chOff x="713225" y="539500"/>
            <a:chExt cx="7717500" cy="4064400"/>
          </a:xfrm>
        </p:grpSpPr>
        <p:sp>
          <p:nvSpPr>
            <p:cNvPr id="2006" name="Google Shape;2006;p27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07" name="Google Shape;2007;p27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008" name="Google Shape;2008;p27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009" name="Google Shape;2009;p273"/>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010" name="Google Shape;2010;p273"/>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011" name="Google Shape;2011;p273"/>
          <p:cNvSpPr txBox="1"/>
          <p:nvPr>
            <p:ph idx="3" type="subTitle"/>
          </p:nvPr>
        </p:nvSpPr>
        <p:spPr>
          <a:xfrm>
            <a:off x="853775" y="2571192"/>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2012" name="Google Shape;2012;p273"/>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013" name="Google Shape;2013;p273"/>
          <p:cNvSpPr txBox="1"/>
          <p:nvPr>
            <p:ph idx="5" type="subTitle"/>
          </p:nvPr>
        </p:nvSpPr>
        <p:spPr>
          <a:xfrm>
            <a:off x="4615325" y="2570500"/>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2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1_1_1_1">
    <p:bg>
      <p:bgPr>
        <a:solidFill>
          <a:schemeClr val="dk1"/>
        </a:solidFill>
      </p:bgPr>
    </p:bg>
    <p:spTree>
      <p:nvGrpSpPr>
        <p:cNvPr id="2014" name="Shape 2014"/>
        <p:cNvGrpSpPr/>
        <p:nvPr/>
      </p:nvGrpSpPr>
      <p:grpSpPr>
        <a:xfrm>
          <a:off x="0" y="0"/>
          <a:ext cx="0" cy="0"/>
          <a:chOff x="0" y="0"/>
          <a:chExt cx="0" cy="0"/>
        </a:xfrm>
      </p:grpSpPr>
      <p:grpSp>
        <p:nvGrpSpPr>
          <p:cNvPr id="2015" name="Google Shape;2015;p274"/>
          <p:cNvGrpSpPr/>
          <p:nvPr/>
        </p:nvGrpSpPr>
        <p:grpSpPr>
          <a:xfrm>
            <a:off x="713225" y="539500"/>
            <a:ext cx="7717500" cy="4064400"/>
            <a:chOff x="713225" y="539500"/>
            <a:chExt cx="7717500" cy="4064400"/>
          </a:xfrm>
        </p:grpSpPr>
        <p:sp>
          <p:nvSpPr>
            <p:cNvPr id="2016" name="Google Shape;2016;p27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17" name="Google Shape;2017;p27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018" name="Google Shape;2018;p27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019" name="Google Shape;2019;p274"/>
          <p:cNvSpPr txBox="1"/>
          <p:nvPr>
            <p:ph idx="1" type="subTitle"/>
          </p:nvPr>
        </p:nvSpPr>
        <p:spPr>
          <a:xfrm>
            <a:off x="1422663" y="3527586"/>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020" name="Google Shape;2020;p274"/>
          <p:cNvSpPr txBox="1"/>
          <p:nvPr>
            <p:ph idx="2" type="subTitle"/>
          </p:nvPr>
        </p:nvSpPr>
        <p:spPr>
          <a:xfrm>
            <a:off x="1422663" y="3098062"/>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21" name="Google Shape;2021;p274"/>
          <p:cNvSpPr txBox="1"/>
          <p:nvPr>
            <p:ph idx="3" type="subTitle"/>
          </p:nvPr>
        </p:nvSpPr>
        <p:spPr>
          <a:xfrm>
            <a:off x="5336638" y="3527925"/>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022" name="Google Shape;2022;p274"/>
          <p:cNvSpPr txBox="1"/>
          <p:nvPr>
            <p:ph idx="4" type="subTitle"/>
          </p:nvPr>
        </p:nvSpPr>
        <p:spPr>
          <a:xfrm>
            <a:off x="5336638" y="30980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8">
    <p:bg>
      <p:bgPr>
        <a:solidFill>
          <a:schemeClr val="dk1"/>
        </a:solidFill>
      </p:bgPr>
    </p:bg>
    <p:spTree>
      <p:nvGrpSpPr>
        <p:cNvPr id="2023" name="Shape 2023"/>
        <p:cNvGrpSpPr/>
        <p:nvPr/>
      </p:nvGrpSpPr>
      <p:grpSpPr>
        <a:xfrm>
          <a:off x="0" y="0"/>
          <a:ext cx="0" cy="0"/>
          <a:chOff x="0" y="0"/>
          <a:chExt cx="0" cy="0"/>
        </a:xfrm>
      </p:grpSpPr>
      <p:grpSp>
        <p:nvGrpSpPr>
          <p:cNvPr id="2024" name="Google Shape;2024;p275"/>
          <p:cNvGrpSpPr/>
          <p:nvPr/>
        </p:nvGrpSpPr>
        <p:grpSpPr>
          <a:xfrm>
            <a:off x="713225" y="539500"/>
            <a:ext cx="7717500" cy="4064400"/>
            <a:chOff x="713225" y="539500"/>
            <a:chExt cx="7717500" cy="4064400"/>
          </a:xfrm>
        </p:grpSpPr>
        <p:sp>
          <p:nvSpPr>
            <p:cNvPr id="2025" name="Google Shape;2025;p27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26" name="Google Shape;2026;p27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027" name="Google Shape;2027;p27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028" name="Google Shape;2028;p275"/>
          <p:cNvSpPr txBox="1"/>
          <p:nvPr>
            <p:ph idx="1" type="subTitle"/>
          </p:nvPr>
        </p:nvSpPr>
        <p:spPr>
          <a:xfrm>
            <a:off x="2965993" y="1780597"/>
            <a:ext cx="3506400" cy="80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029" name="Google Shape;2029;p275"/>
          <p:cNvSpPr txBox="1"/>
          <p:nvPr>
            <p:ph idx="2" type="subTitle"/>
          </p:nvPr>
        </p:nvSpPr>
        <p:spPr>
          <a:xfrm>
            <a:off x="2965993" y="1351073"/>
            <a:ext cx="3506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30" name="Google Shape;2030;p275"/>
          <p:cNvSpPr txBox="1"/>
          <p:nvPr>
            <p:ph idx="3" type="subTitle"/>
          </p:nvPr>
        </p:nvSpPr>
        <p:spPr>
          <a:xfrm>
            <a:off x="2280193" y="3541819"/>
            <a:ext cx="3506400" cy="809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031" name="Google Shape;2031;p275"/>
          <p:cNvSpPr txBox="1"/>
          <p:nvPr>
            <p:ph idx="4" type="subTitle"/>
          </p:nvPr>
        </p:nvSpPr>
        <p:spPr>
          <a:xfrm>
            <a:off x="2280193" y="3111944"/>
            <a:ext cx="3506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bg>
      <p:bgPr>
        <a:solidFill>
          <a:schemeClr val="dk1"/>
        </a:solidFill>
      </p:bgPr>
    </p:bg>
    <p:spTree>
      <p:nvGrpSpPr>
        <p:cNvPr id="2032" name="Shape 2032"/>
        <p:cNvGrpSpPr/>
        <p:nvPr/>
      </p:nvGrpSpPr>
      <p:grpSpPr>
        <a:xfrm>
          <a:off x="0" y="0"/>
          <a:ext cx="0" cy="0"/>
          <a:chOff x="0" y="0"/>
          <a:chExt cx="0" cy="0"/>
        </a:xfrm>
      </p:grpSpPr>
      <p:grpSp>
        <p:nvGrpSpPr>
          <p:cNvPr id="2033" name="Google Shape;2033;p276"/>
          <p:cNvGrpSpPr/>
          <p:nvPr/>
        </p:nvGrpSpPr>
        <p:grpSpPr>
          <a:xfrm>
            <a:off x="713225" y="539500"/>
            <a:ext cx="7717500" cy="4064400"/>
            <a:chOff x="713225" y="539500"/>
            <a:chExt cx="7717500" cy="4064400"/>
          </a:xfrm>
        </p:grpSpPr>
        <p:sp>
          <p:nvSpPr>
            <p:cNvPr id="2034" name="Google Shape;2034;p27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35" name="Google Shape;2035;p27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036" name="Google Shape;2036;p27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037" name="Google Shape;2037;p276"/>
          <p:cNvSpPr txBox="1"/>
          <p:nvPr>
            <p:ph idx="1" type="subTitle"/>
          </p:nvPr>
        </p:nvSpPr>
        <p:spPr>
          <a:xfrm>
            <a:off x="1041662" y="2850162"/>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038" name="Google Shape;2038;p276"/>
          <p:cNvSpPr txBox="1"/>
          <p:nvPr>
            <p:ph idx="2" type="subTitle"/>
          </p:nvPr>
        </p:nvSpPr>
        <p:spPr>
          <a:xfrm>
            <a:off x="1041662"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39" name="Google Shape;2039;p276"/>
          <p:cNvSpPr txBox="1"/>
          <p:nvPr>
            <p:ph idx="3" type="subTitle"/>
          </p:nvPr>
        </p:nvSpPr>
        <p:spPr>
          <a:xfrm>
            <a:off x="6437934" y="2850513"/>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040" name="Google Shape;2040;p276"/>
          <p:cNvSpPr txBox="1"/>
          <p:nvPr>
            <p:ph idx="4" type="subTitle"/>
          </p:nvPr>
        </p:nvSpPr>
        <p:spPr>
          <a:xfrm>
            <a:off x="6437934"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6">
    <p:bg>
      <p:bgPr>
        <a:solidFill>
          <a:schemeClr val="dk1"/>
        </a:solidFill>
      </p:bgPr>
    </p:bg>
    <p:spTree>
      <p:nvGrpSpPr>
        <p:cNvPr id="2041" name="Shape 2041"/>
        <p:cNvGrpSpPr/>
        <p:nvPr/>
      </p:nvGrpSpPr>
      <p:grpSpPr>
        <a:xfrm>
          <a:off x="0" y="0"/>
          <a:ext cx="0" cy="0"/>
          <a:chOff x="0" y="0"/>
          <a:chExt cx="0" cy="0"/>
        </a:xfrm>
      </p:grpSpPr>
      <p:grpSp>
        <p:nvGrpSpPr>
          <p:cNvPr id="2042" name="Google Shape;2042;p277"/>
          <p:cNvGrpSpPr/>
          <p:nvPr/>
        </p:nvGrpSpPr>
        <p:grpSpPr>
          <a:xfrm>
            <a:off x="713225" y="539500"/>
            <a:ext cx="7717500" cy="4064400"/>
            <a:chOff x="713225" y="539500"/>
            <a:chExt cx="7717500" cy="4064400"/>
          </a:xfrm>
        </p:grpSpPr>
        <p:sp>
          <p:nvSpPr>
            <p:cNvPr id="2043" name="Google Shape;2043;p27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44" name="Google Shape;2044;p27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045" name="Google Shape;2045;p27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046" name="Google Shape;2046;p277"/>
          <p:cNvSpPr txBox="1"/>
          <p:nvPr>
            <p:ph idx="1" type="subTitle"/>
          </p:nvPr>
        </p:nvSpPr>
        <p:spPr>
          <a:xfrm>
            <a:off x="1425525" y="1808851"/>
            <a:ext cx="2384700" cy="2377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
        <p:nvSpPr>
          <p:cNvPr id="2047" name="Google Shape;2047;p277"/>
          <p:cNvSpPr txBox="1"/>
          <p:nvPr>
            <p:ph idx="2" type="subTitle"/>
          </p:nvPr>
        </p:nvSpPr>
        <p:spPr>
          <a:xfrm>
            <a:off x="5333725" y="1808850"/>
            <a:ext cx="2384700" cy="2356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2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_1_1_1">
    <p:bg>
      <p:bgPr>
        <a:solidFill>
          <a:schemeClr val="dk1"/>
        </a:solidFill>
      </p:bgPr>
    </p:bg>
    <p:spTree>
      <p:nvGrpSpPr>
        <p:cNvPr id="2048" name="Shape 2048"/>
        <p:cNvGrpSpPr/>
        <p:nvPr/>
      </p:nvGrpSpPr>
      <p:grpSpPr>
        <a:xfrm>
          <a:off x="0" y="0"/>
          <a:ext cx="0" cy="0"/>
          <a:chOff x="0" y="0"/>
          <a:chExt cx="0" cy="0"/>
        </a:xfrm>
      </p:grpSpPr>
      <p:grpSp>
        <p:nvGrpSpPr>
          <p:cNvPr id="2049" name="Google Shape;2049;p278"/>
          <p:cNvGrpSpPr/>
          <p:nvPr/>
        </p:nvGrpSpPr>
        <p:grpSpPr>
          <a:xfrm>
            <a:off x="713225" y="539500"/>
            <a:ext cx="7717500" cy="4064400"/>
            <a:chOff x="713225" y="539500"/>
            <a:chExt cx="7717500" cy="4064400"/>
          </a:xfrm>
        </p:grpSpPr>
        <p:sp>
          <p:nvSpPr>
            <p:cNvPr id="2050" name="Google Shape;2050;p27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51" name="Google Shape;2051;p27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052" name="Google Shape;2052;p27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053" name="Google Shape;2053;p278"/>
          <p:cNvSpPr txBox="1"/>
          <p:nvPr>
            <p:ph idx="1" type="subTitle"/>
          </p:nvPr>
        </p:nvSpPr>
        <p:spPr>
          <a:xfrm>
            <a:off x="852300" y="16473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054" name="Google Shape;2054;p278"/>
          <p:cNvSpPr txBox="1"/>
          <p:nvPr>
            <p:ph idx="2" type="subTitle"/>
          </p:nvPr>
        </p:nvSpPr>
        <p:spPr>
          <a:xfrm>
            <a:off x="852300" y="12178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2055" name="Google Shape;2055;p278"/>
          <p:cNvSpPr txBox="1"/>
          <p:nvPr>
            <p:ph idx="3" type="subTitle"/>
          </p:nvPr>
        </p:nvSpPr>
        <p:spPr>
          <a:xfrm>
            <a:off x="852300" y="27819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056" name="Google Shape;2056;p278"/>
          <p:cNvSpPr txBox="1"/>
          <p:nvPr>
            <p:ph idx="4" type="subTitle"/>
          </p:nvPr>
        </p:nvSpPr>
        <p:spPr>
          <a:xfrm>
            <a:off x="852300" y="23524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2057" name="Google Shape;2057;p278"/>
          <p:cNvSpPr txBox="1"/>
          <p:nvPr>
            <p:ph idx="5" type="subTitle"/>
          </p:nvPr>
        </p:nvSpPr>
        <p:spPr>
          <a:xfrm>
            <a:off x="852300" y="3916538"/>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058" name="Google Shape;2058;p278"/>
          <p:cNvSpPr txBox="1"/>
          <p:nvPr>
            <p:ph idx="6" type="subTitle"/>
          </p:nvPr>
        </p:nvSpPr>
        <p:spPr>
          <a:xfrm>
            <a:off x="852300" y="34870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2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bg>
      <p:bgPr>
        <a:solidFill>
          <a:schemeClr val="dk1"/>
        </a:solidFill>
      </p:bgPr>
    </p:bg>
    <p:spTree>
      <p:nvGrpSpPr>
        <p:cNvPr id="2059" name="Shape 2059"/>
        <p:cNvGrpSpPr/>
        <p:nvPr/>
      </p:nvGrpSpPr>
      <p:grpSpPr>
        <a:xfrm>
          <a:off x="0" y="0"/>
          <a:ext cx="0" cy="0"/>
          <a:chOff x="0" y="0"/>
          <a:chExt cx="0" cy="0"/>
        </a:xfrm>
      </p:grpSpPr>
      <p:grpSp>
        <p:nvGrpSpPr>
          <p:cNvPr id="2060" name="Google Shape;2060;p279"/>
          <p:cNvGrpSpPr/>
          <p:nvPr/>
        </p:nvGrpSpPr>
        <p:grpSpPr>
          <a:xfrm>
            <a:off x="713225" y="539500"/>
            <a:ext cx="7717500" cy="4064400"/>
            <a:chOff x="713225" y="539500"/>
            <a:chExt cx="7717500" cy="4064400"/>
          </a:xfrm>
        </p:grpSpPr>
        <p:sp>
          <p:nvSpPr>
            <p:cNvPr id="2061" name="Google Shape;2061;p27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62" name="Google Shape;2062;p27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063" name="Google Shape;2063;p27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064" name="Google Shape;2064;p279"/>
          <p:cNvSpPr txBox="1"/>
          <p:nvPr>
            <p:ph idx="1" type="subTitle"/>
          </p:nvPr>
        </p:nvSpPr>
        <p:spPr>
          <a:xfrm>
            <a:off x="919850"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065" name="Google Shape;2065;p279"/>
          <p:cNvSpPr txBox="1"/>
          <p:nvPr>
            <p:ph idx="2" type="subTitle"/>
          </p:nvPr>
        </p:nvSpPr>
        <p:spPr>
          <a:xfrm>
            <a:off x="919850"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66" name="Google Shape;2066;p279"/>
          <p:cNvSpPr txBox="1"/>
          <p:nvPr>
            <p:ph idx="3" type="subTitle"/>
          </p:nvPr>
        </p:nvSpPr>
        <p:spPr>
          <a:xfrm>
            <a:off x="3500699"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067" name="Google Shape;2067;p279"/>
          <p:cNvSpPr txBox="1"/>
          <p:nvPr>
            <p:ph idx="4" type="subTitle"/>
          </p:nvPr>
        </p:nvSpPr>
        <p:spPr>
          <a:xfrm>
            <a:off x="3500697"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68" name="Google Shape;2068;p279"/>
          <p:cNvSpPr txBox="1"/>
          <p:nvPr>
            <p:ph idx="5" type="subTitle"/>
          </p:nvPr>
        </p:nvSpPr>
        <p:spPr>
          <a:xfrm>
            <a:off x="6069048"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069" name="Google Shape;2069;p279"/>
          <p:cNvSpPr txBox="1"/>
          <p:nvPr>
            <p:ph idx="6" type="subTitle"/>
          </p:nvPr>
        </p:nvSpPr>
        <p:spPr>
          <a:xfrm>
            <a:off x="6069043"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1_1_1_1_1_1">
    <p:bg>
      <p:bgPr>
        <a:solidFill>
          <a:schemeClr val="dk1"/>
        </a:solidFill>
      </p:bgPr>
    </p:bg>
    <p:spTree>
      <p:nvGrpSpPr>
        <p:cNvPr id="2070" name="Shape 2070"/>
        <p:cNvGrpSpPr/>
        <p:nvPr/>
      </p:nvGrpSpPr>
      <p:grpSpPr>
        <a:xfrm>
          <a:off x="0" y="0"/>
          <a:ext cx="0" cy="0"/>
          <a:chOff x="0" y="0"/>
          <a:chExt cx="0" cy="0"/>
        </a:xfrm>
      </p:grpSpPr>
      <p:grpSp>
        <p:nvGrpSpPr>
          <p:cNvPr id="2071" name="Google Shape;2071;p280"/>
          <p:cNvGrpSpPr/>
          <p:nvPr/>
        </p:nvGrpSpPr>
        <p:grpSpPr>
          <a:xfrm>
            <a:off x="713225" y="539500"/>
            <a:ext cx="7717500" cy="4064400"/>
            <a:chOff x="713225" y="539500"/>
            <a:chExt cx="7717500" cy="4064400"/>
          </a:xfrm>
        </p:grpSpPr>
        <p:sp>
          <p:nvSpPr>
            <p:cNvPr id="2072" name="Google Shape;2072;p28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73" name="Google Shape;2073;p28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074" name="Google Shape;2074;p28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075" name="Google Shape;2075;p280"/>
          <p:cNvSpPr txBox="1"/>
          <p:nvPr>
            <p:ph idx="1" type="subTitle"/>
          </p:nvPr>
        </p:nvSpPr>
        <p:spPr>
          <a:xfrm>
            <a:off x="919850" y="28955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076" name="Google Shape;2076;p280"/>
          <p:cNvSpPr txBox="1"/>
          <p:nvPr>
            <p:ph idx="2" type="subTitle"/>
          </p:nvPr>
        </p:nvSpPr>
        <p:spPr>
          <a:xfrm>
            <a:off x="919850" y="23982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77" name="Google Shape;2077;p280"/>
          <p:cNvSpPr txBox="1"/>
          <p:nvPr>
            <p:ph idx="3" type="subTitle"/>
          </p:nvPr>
        </p:nvSpPr>
        <p:spPr>
          <a:xfrm>
            <a:off x="3500700" y="32003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078" name="Google Shape;2078;p280"/>
          <p:cNvSpPr txBox="1"/>
          <p:nvPr>
            <p:ph idx="4" type="subTitle"/>
          </p:nvPr>
        </p:nvSpPr>
        <p:spPr>
          <a:xfrm>
            <a:off x="3500697" y="27030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79" name="Google Shape;2079;p280"/>
          <p:cNvSpPr txBox="1"/>
          <p:nvPr>
            <p:ph idx="5" type="subTitle"/>
          </p:nvPr>
        </p:nvSpPr>
        <p:spPr>
          <a:xfrm>
            <a:off x="6069049" y="35051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080" name="Google Shape;2080;p280"/>
          <p:cNvSpPr txBox="1"/>
          <p:nvPr>
            <p:ph idx="6" type="subTitle"/>
          </p:nvPr>
        </p:nvSpPr>
        <p:spPr>
          <a:xfrm>
            <a:off x="6069043" y="30078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BLANK_1_1_1_1_1_1_1_1_1_1">
    <p:bg>
      <p:bgPr>
        <a:solidFill>
          <a:schemeClr val="dk1"/>
        </a:solidFill>
      </p:bgPr>
    </p:bg>
    <p:spTree>
      <p:nvGrpSpPr>
        <p:cNvPr id="2081" name="Shape 2081"/>
        <p:cNvGrpSpPr/>
        <p:nvPr/>
      </p:nvGrpSpPr>
      <p:grpSpPr>
        <a:xfrm>
          <a:off x="0" y="0"/>
          <a:ext cx="0" cy="0"/>
          <a:chOff x="0" y="0"/>
          <a:chExt cx="0" cy="0"/>
        </a:xfrm>
      </p:grpSpPr>
      <p:grpSp>
        <p:nvGrpSpPr>
          <p:cNvPr id="2082" name="Google Shape;2082;p281"/>
          <p:cNvGrpSpPr/>
          <p:nvPr/>
        </p:nvGrpSpPr>
        <p:grpSpPr>
          <a:xfrm>
            <a:off x="713225" y="539500"/>
            <a:ext cx="7717500" cy="4064400"/>
            <a:chOff x="713225" y="539500"/>
            <a:chExt cx="7717500" cy="4064400"/>
          </a:xfrm>
        </p:grpSpPr>
        <p:sp>
          <p:nvSpPr>
            <p:cNvPr id="2083" name="Google Shape;2083;p28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84" name="Google Shape;2084;p28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085" name="Google Shape;2085;p28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086" name="Google Shape;2086;p281"/>
          <p:cNvSpPr txBox="1"/>
          <p:nvPr>
            <p:ph idx="1" type="subTitle"/>
          </p:nvPr>
        </p:nvSpPr>
        <p:spPr>
          <a:xfrm>
            <a:off x="111297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087" name="Google Shape;2087;p281"/>
          <p:cNvSpPr txBox="1"/>
          <p:nvPr>
            <p:ph idx="2" type="subTitle"/>
          </p:nvPr>
        </p:nvSpPr>
        <p:spPr>
          <a:xfrm>
            <a:off x="111297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88" name="Google Shape;2088;p281"/>
          <p:cNvSpPr txBox="1"/>
          <p:nvPr>
            <p:ph idx="3" type="subTitle"/>
          </p:nvPr>
        </p:nvSpPr>
        <p:spPr>
          <a:xfrm>
            <a:off x="3497250" y="18612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089" name="Google Shape;2089;p281"/>
          <p:cNvSpPr txBox="1"/>
          <p:nvPr>
            <p:ph idx="4" type="subTitle"/>
          </p:nvPr>
        </p:nvSpPr>
        <p:spPr>
          <a:xfrm>
            <a:off x="3497250" y="13639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90" name="Google Shape;2090;p281"/>
          <p:cNvSpPr txBox="1"/>
          <p:nvPr>
            <p:ph idx="5" type="subTitle"/>
          </p:nvPr>
        </p:nvSpPr>
        <p:spPr>
          <a:xfrm>
            <a:off x="588152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091" name="Google Shape;2091;p281"/>
          <p:cNvSpPr txBox="1"/>
          <p:nvPr>
            <p:ph idx="6" type="subTitle"/>
          </p:nvPr>
        </p:nvSpPr>
        <p:spPr>
          <a:xfrm>
            <a:off x="588152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2">
    <p:bg>
      <p:bgPr>
        <a:solidFill>
          <a:schemeClr val="dk1"/>
        </a:solidFill>
      </p:bgPr>
    </p:bg>
    <p:spTree>
      <p:nvGrpSpPr>
        <p:cNvPr id="2092" name="Shape 2092"/>
        <p:cNvGrpSpPr/>
        <p:nvPr/>
      </p:nvGrpSpPr>
      <p:grpSpPr>
        <a:xfrm>
          <a:off x="0" y="0"/>
          <a:ext cx="0" cy="0"/>
          <a:chOff x="0" y="0"/>
          <a:chExt cx="0" cy="0"/>
        </a:xfrm>
      </p:grpSpPr>
      <p:grpSp>
        <p:nvGrpSpPr>
          <p:cNvPr id="2093" name="Google Shape;2093;p282"/>
          <p:cNvGrpSpPr/>
          <p:nvPr/>
        </p:nvGrpSpPr>
        <p:grpSpPr>
          <a:xfrm>
            <a:off x="713225" y="539500"/>
            <a:ext cx="7717500" cy="4064400"/>
            <a:chOff x="713225" y="539500"/>
            <a:chExt cx="7717500" cy="4064400"/>
          </a:xfrm>
        </p:grpSpPr>
        <p:sp>
          <p:nvSpPr>
            <p:cNvPr id="2094" name="Google Shape;2094;p28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95" name="Google Shape;2095;p28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096" name="Google Shape;2096;p28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097" name="Google Shape;2097;p282"/>
          <p:cNvSpPr txBox="1"/>
          <p:nvPr>
            <p:ph idx="1" type="subTitle"/>
          </p:nvPr>
        </p:nvSpPr>
        <p:spPr>
          <a:xfrm>
            <a:off x="945800" y="1875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098" name="Google Shape;2098;p282"/>
          <p:cNvSpPr txBox="1"/>
          <p:nvPr>
            <p:ph idx="2" type="subTitle"/>
          </p:nvPr>
        </p:nvSpPr>
        <p:spPr>
          <a:xfrm>
            <a:off x="945800" y="1446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2099" name="Google Shape;2099;p282"/>
          <p:cNvSpPr txBox="1"/>
          <p:nvPr>
            <p:ph idx="3" type="subTitle"/>
          </p:nvPr>
        </p:nvSpPr>
        <p:spPr>
          <a:xfrm>
            <a:off x="5153800" y="2781950"/>
            <a:ext cx="30444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100" name="Google Shape;2100;p282"/>
          <p:cNvSpPr txBox="1"/>
          <p:nvPr>
            <p:ph idx="4" type="subTitle"/>
          </p:nvPr>
        </p:nvSpPr>
        <p:spPr>
          <a:xfrm>
            <a:off x="5153800" y="2352425"/>
            <a:ext cx="3044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2101" name="Google Shape;2101;p282"/>
          <p:cNvSpPr txBox="1"/>
          <p:nvPr>
            <p:ph idx="5" type="subTitle"/>
          </p:nvPr>
        </p:nvSpPr>
        <p:spPr>
          <a:xfrm>
            <a:off x="945800" y="3687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102" name="Google Shape;2102;p282"/>
          <p:cNvSpPr txBox="1"/>
          <p:nvPr>
            <p:ph idx="6" type="subTitle"/>
          </p:nvPr>
        </p:nvSpPr>
        <p:spPr>
          <a:xfrm>
            <a:off x="945800" y="3258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2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5">
    <p:bg>
      <p:bgPr>
        <a:solidFill>
          <a:schemeClr val="dk1"/>
        </a:solidFill>
      </p:bgPr>
    </p:bg>
    <p:spTree>
      <p:nvGrpSpPr>
        <p:cNvPr id="2103" name="Shape 2103"/>
        <p:cNvGrpSpPr/>
        <p:nvPr/>
      </p:nvGrpSpPr>
      <p:grpSpPr>
        <a:xfrm>
          <a:off x="0" y="0"/>
          <a:ext cx="0" cy="0"/>
          <a:chOff x="0" y="0"/>
          <a:chExt cx="0" cy="0"/>
        </a:xfrm>
      </p:grpSpPr>
      <p:grpSp>
        <p:nvGrpSpPr>
          <p:cNvPr id="2104" name="Google Shape;2104;p283"/>
          <p:cNvGrpSpPr/>
          <p:nvPr/>
        </p:nvGrpSpPr>
        <p:grpSpPr>
          <a:xfrm>
            <a:off x="713225" y="539500"/>
            <a:ext cx="7717500" cy="4064400"/>
            <a:chOff x="713225" y="539500"/>
            <a:chExt cx="7717500" cy="4064400"/>
          </a:xfrm>
        </p:grpSpPr>
        <p:sp>
          <p:nvSpPr>
            <p:cNvPr id="2105" name="Google Shape;2105;p28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06" name="Google Shape;2106;p28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107" name="Google Shape;2107;p28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108" name="Google Shape;2108;p283"/>
          <p:cNvSpPr txBox="1"/>
          <p:nvPr>
            <p:ph idx="1" type="subTitle"/>
          </p:nvPr>
        </p:nvSpPr>
        <p:spPr>
          <a:xfrm>
            <a:off x="1658100" y="1978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109" name="Google Shape;2109;p283"/>
          <p:cNvSpPr txBox="1"/>
          <p:nvPr>
            <p:ph idx="2" type="subTitle"/>
          </p:nvPr>
        </p:nvSpPr>
        <p:spPr>
          <a:xfrm>
            <a:off x="1658100" y="1549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2110" name="Google Shape;2110;p283"/>
          <p:cNvSpPr txBox="1"/>
          <p:nvPr>
            <p:ph idx="3" type="subTitle"/>
          </p:nvPr>
        </p:nvSpPr>
        <p:spPr>
          <a:xfrm>
            <a:off x="1658100" y="2884846"/>
            <a:ext cx="62850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111" name="Google Shape;2111;p283"/>
          <p:cNvSpPr txBox="1"/>
          <p:nvPr>
            <p:ph idx="4" type="subTitle"/>
          </p:nvPr>
        </p:nvSpPr>
        <p:spPr>
          <a:xfrm>
            <a:off x="1658100" y="2455321"/>
            <a:ext cx="62850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2112" name="Google Shape;2112;p283"/>
          <p:cNvSpPr txBox="1"/>
          <p:nvPr>
            <p:ph idx="5" type="subTitle"/>
          </p:nvPr>
        </p:nvSpPr>
        <p:spPr>
          <a:xfrm>
            <a:off x="1658100" y="3790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113" name="Google Shape;2113;p283"/>
          <p:cNvSpPr txBox="1"/>
          <p:nvPr>
            <p:ph idx="6" type="subTitle"/>
          </p:nvPr>
        </p:nvSpPr>
        <p:spPr>
          <a:xfrm>
            <a:off x="1658100" y="3361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2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24">
    <p:bg>
      <p:bgPr>
        <a:solidFill>
          <a:schemeClr val="dk1"/>
        </a:solidFill>
      </p:bgPr>
    </p:bg>
    <p:spTree>
      <p:nvGrpSpPr>
        <p:cNvPr id="2114" name="Shape 2114"/>
        <p:cNvGrpSpPr/>
        <p:nvPr/>
      </p:nvGrpSpPr>
      <p:grpSpPr>
        <a:xfrm>
          <a:off x="0" y="0"/>
          <a:ext cx="0" cy="0"/>
          <a:chOff x="0" y="0"/>
          <a:chExt cx="0" cy="0"/>
        </a:xfrm>
      </p:grpSpPr>
      <p:grpSp>
        <p:nvGrpSpPr>
          <p:cNvPr id="2115" name="Google Shape;2115;p284"/>
          <p:cNvGrpSpPr/>
          <p:nvPr/>
        </p:nvGrpSpPr>
        <p:grpSpPr>
          <a:xfrm>
            <a:off x="713225" y="539500"/>
            <a:ext cx="7717500" cy="4064400"/>
            <a:chOff x="713225" y="539500"/>
            <a:chExt cx="7717500" cy="4064400"/>
          </a:xfrm>
        </p:grpSpPr>
        <p:sp>
          <p:nvSpPr>
            <p:cNvPr id="2116" name="Google Shape;2116;p28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17" name="Google Shape;2117;p28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118" name="Google Shape;2118;p28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119" name="Google Shape;2119;p284"/>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120" name="Google Shape;2120;p284"/>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121" name="Google Shape;2121;p284"/>
          <p:cNvSpPr txBox="1"/>
          <p:nvPr>
            <p:ph idx="3" type="subTitle"/>
          </p:nvPr>
        </p:nvSpPr>
        <p:spPr>
          <a:xfrm>
            <a:off x="853775" y="257119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2122" name="Google Shape;2122;p284"/>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123" name="Google Shape;2123;p284"/>
          <p:cNvSpPr txBox="1"/>
          <p:nvPr>
            <p:ph idx="5" type="subTitle"/>
          </p:nvPr>
        </p:nvSpPr>
        <p:spPr>
          <a:xfrm>
            <a:off x="4452875" y="2570500"/>
            <a:ext cx="3761700" cy="172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2124" name="Google Shape;2124;p284"/>
          <p:cNvSpPr txBox="1"/>
          <p:nvPr>
            <p:ph idx="6" type="subTitle"/>
          </p:nvPr>
        </p:nvSpPr>
        <p:spPr>
          <a:xfrm>
            <a:off x="853775" y="323750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125" name="Google Shape;2125;p284"/>
          <p:cNvSpPr txBox="1"/>
          <p:nvPr>
            <p:ph idx="7" type="subTitle"/>
          </p:nvPr>
        </p:nvSpPr>
        <p:spPr>
          <a:xfrm>
            <a:off x="853775" y="362674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2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_1_1_1_1">
    <p:bg>
      <p:bgPr>
        <a:solidFill>
          <a:schemeClr val="dk1"/>
        </a:solidFill>
      </p:bgPr>
    </p:bg>
    <p:spTree>
      <p:nvGrpSpPr>
        <p:cNvPr id="2126" name="Shape 2126"/>
        <p:cNvGrpSpPr/>
        <p:nvPr/>
      </p:nvGrpSpPr>
      <p:grpSpPr>
        <a:xfrm>
          <a:off x="0" y="0"/>
          <a:ext cx="0" cy="0"/>
          <a:chOff x="0" y="0"/>
          <a:chExt cx="0" cy="0"/>
        </a:xfrm>
      </p:grpSpPr>
      <p:grpSp>
        <p:nvGrpSpPr>
          <p:cNvPr id="2127" name="Google Shape;2127;p285"/>
          <p:cNvGrpSpPr/>
          <p:nvPr/>
        </p:nvGrpSpPr>
        <p:grpSpPr>
          <a:xfrm>
            <a:off x="713225" y="539500"/>
            <a:ext cx="7717500" cy="4064400"/>
            <a:chOff x="713225" y="539500"/>
            <a:chExt cx="7717500" cy="4064400"/>
          </a:xfrm>
        </p:grpSpPr>
        <p:sp>
          <p:nvSpPr>
            <p:cNvPr id="2128" name="Google Shape;2128;p28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29" name="Google Shape;2129;p28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130" name="Google Shape;2130;p28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131" name="Google Shape;2131;p285"/>
          <p:cNvSpPr txBox="1"/>
          <p:nvPr>
            <p:ph idx="1" type="subTitle"/>
          </p:nvPr>
        </p:nvSpPr>
        <p:spPr>
          <a:xfrm>
            <a:off x="1112425"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2132" name="Google Shape;2132;p285"/>
          <p:cNvSpPr txBox="1"/>
          <p:nvPr>
            <p:ph idx="2" type="subTitle"/>
          </p:nvPr>
        </p:nvSpPr>
        <p:spPr>
          <a:xfrm>
            <a:off x="1112425"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133" name="Google Shape;2133;p285"/>
          <p:cNvSpPr txBox="1"/>
          <p:nvPr>
            <p:ph idx="3" type="subTitle"/>
          </p:nvPr>
        </p:nvSpPr>
        <p:spPr>
          <a:xfrm>
            <a:off x="5584150"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2134" name="Google Shape;2134;p285"/>
          <p:cNvSpPr txBox="1"/>
          <p:nvPr>
            <p:ph idx="4" type="subTitle"/>
          </p:nvPr>
        </p:nvSpPr>
        <p:spPr>
          <a:xfrm>
            <a:off x="5584150"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135" name="Google Shape;2135;p285"/>
          <p:cNvSpPr txBox="1"/>
          <p:nvPr>
            <p:ph idx="5" type="subTitle"/>
          </p:nvPr>
        </p:nvSpPr>
        <p:spPr>
          <a:xfrm>
            <a:off x="1112425"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2136" name="Google Shape;2136;p285"/>
          <p:cNvSpPr txBox="1"/>
          <p:nvPr>
            <p:ph idx="6" type="subTitle"/>
          </p:nvPr>
        </p:nvSpPr>
        <p:spPr>
          <a:xfrm>
            <a:off x="1112425"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137" name="Google Shape;2137;p285"/>
          <p:cNvSpPr txBox="1"/>
          <p:nvPr>
            <p:ph idx="7" type="subTitle"/>
          </p:nvPr>
        </p:nvSpPr>
        <p:spPr>
          <a:xfrm>
            <a:off x="5584150"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2138" name="Google Shape;2138;p285"/>
          <p:cNvSpPr txBox="1"/>
          <p:nvPr>
            <p:ph idx="8" type="subTitle"/>
          </p:nvPr>
        </p:nvSpPr>
        <p:spPr>
          <a:xfrm>
            <a:off x="5584150"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1_1_1_1_1">
    <p:bg>
      <p:bgPr>
        <a:solidFill>
          <a:schemeClr val="dk1"/>
        </a:solidFill>
      </p:bgPr>
    </p:bg>
    <p:spTree>
      <p:nvGrpSpPr>
        <p:cNvPr id="2139" name="Shape 2139"/>
        <p:cNvGrpSpPr/>
        <p:nvPr/>
      </p:nvGrpSpPr>
      <p:grpSpPr>
        <a:xfrm>
          <a:off x="0" y="0"/>
          <a:ext cx="0" cy="0"/>
          <a:chOff x="0" y="0"/>
          <a:chExt cx="0" cy="0"/>
        </a:xfrm>
      </p:grpSpPr>
      <p:grpSp>
        <p:nvGrpSpPr>
          <p:cNvPr id="2140" name="Google Shape;2140;p286"/>
          <p:cNvGrpSpPr/>
          <p:nvPr/>
        </p:nvGrpSpPr>
        <p:grpSpPr>
          <a:xfrm>
            <a:off x="713300" y="539550"/>
            <a:ext cx="7717500" cy="4064400"/>
            <a:chOff x="713300" y="539550"/>
            <a:chExt cx="7717500" cy="4064400"/>
          </a:xfrm>
        </p:grpSpPr>
        <p:cxnSp>
          <p:nvCxnSpPr>
            <p:cNvPr id="2141" name="Google Shape;2141;p286"/>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2142" name="Google Shape;2142;p286"/>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3" name="Google Shape;2143;p28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144" name="Google Shape;2144;p286"/>
          <p:cNvSpPr txBox="1"/>
          <p:nvPr>
            <p:ph idx="1" type="subTitle"/>
          </p:nvPr>
        </p:nvSpPr>
        <p:spPr>
          <a:xfrm>
            <a:off x="10166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145" name="Google Shape;2145;p286"/>
          <p:cNvSpPr txBox="1"/>
          <p:nvPr>
            <p:ph idx="2" type="subTitle"/>
          </p:nvPr>
        </p:nvSpPr>
        <p:spPr>
          <a:xfrm>
            <a:off x="10166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146" name="Google Shape;2146;p286"/>
          <p:cNvSpPr txBox="1"/>
          <p:nvPr>
            <p:ph idx="3" type="subTitle"/>
          </p:nvPr>
        </p:nvSpPr>
        <p:spPr>
          <a:xfrm>
            <a:off x="10166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147" name="Google Shape;2147;p286"/>
          <p:cNvSpPr txBox="1"/>
          <p:nvPr>
            <p:ph idx="4" type="subTitle"/>
          </p:nvPr>
        </p:nvSpPr>
        <p:spPr>
          <a:xfrm>
            <a:off x="10166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148" name="Google Shape;2148;p286"/>
          <p:cNvSpPr txBox="1"/>
          <p:nvPr>
            <p:ph idx="5" type="subTitle"/>
          </p:nvPr>
        </p:nvSpPr>
        <p:spPr>
          <a:xfrm>
            <a:off x="48094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149" name="Google Shape;2149;p286"/>
          <p:cNvSpPr txBox="1"/>
          <p:nvPr>
            <p:ph idx="6" type="subTitle"/>
          </p:nvPr>
        </p:nvSpPr>
        <p:spPr>
          <a:xfrm>
            <a:off x="48094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150" name="Google Shape;2150;p286"/>
          <p:cNvSpPr txBox="1"/>
          <p:nvPr>
            <p:ph idx="7" type="subTitle"/>
          </p:nvPr>
        </p:nvSpPr>
        <p:spPr>
          <a:xfrm>
            <a:off x="48094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151" name="Google Shape;2151;p286"/>
          <p:cNvSpPr txBox="1"/>
          <p:nvPr>
            <p:ph idx="8" type="subTitle"/>
          </p:nvPr>
        </p:nvSpPr>
        <p:spPr>
          <a:xfrm>
            <a:off x="48094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1_1_1_1_1_1_1_1_1">
    <p:bg>
      <p:bgPr>
        <a:solidFill>
          <a:schemeClr val="dk1"/>
        </a:solidFill>
      </p:bgPr>
    </p:bg>
    <p:spTree>
      <p:nvGrpSpPr>
        <p:cNvPr id="2152" name="Shape 2152"/>
        <p:cNvGrpSpPr/>
        <p:nvPr/>
      </p:nvGrpSpPr>
      <p:grpSpPr>
        <a:xfrm>
          <a:off x="0" y="0"/>
          <a:ext cx="0" cy="0"/>
          <a:chOff x="0" y="0"/>
          <a:chExt cx="0" cy="0"/>
        </a:xfrm>
      </p:grpSpPr>
      <p:grpSp>
        <p:nvGrpSpPr>
          <p:cNvPr id="2153" name="Google Shape;2153;p287"/>
          <p:cNvGrpSpPr/>
          <p:nvPr/>
        </p:nvGrpSpPr>
        <p:grpSpPr>
          <a:xfrm>
            <a:off x="713225" y="539500"/>
            <a:ext cx="7717500" cy="4064400"/>
            <a:chOff x="713225" y="539500"/>
            <a:chExt cx="7717500" cy="4064400"/>
          </a:xfrm>
        </p:grpSpPr>
        <p:sp>
          <p:nvSpPr>
            <p:cNvPr id="2154" name="Google Shape;2154;p28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55" name="Google Shape;2155;p28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156" name="Google Shape;2156;p28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157" name="Google Shape;2157;p287"/>
          <p:cNvSpPr txBox="1"/>
          <p:nvPr>
            <p:ph idx="1" type="subTitle"/>
          </p:nvPr>
        </p:nvSpPr>
        <p:spPr>
          <a:xfrm>
            <a:off x="8844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158" name="Google Shape;2158;p287"/>
          <p:cNvSpPr txBox="1"/>
          <p:nvPr>
            <p:ph idx="2" type="subTitle"/>
          </p:nvPr>
        </p:nvSpPr>
        <p:spPr>
          <a:xfrm>
            <a:off x="884474"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159" name="Google Shape;2159;p287"/>
          <p:cNvSpPr txBox="1"/>
          <p:nvPr>
            <p:ph idx="3" type="subTitle"/>
          </p:nvPr>
        </p:nvSpPr>
        <p:spPr>
          <a:xfrm>
            <a:off x="2767708"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160" name="Google Shape;2160;p287"/>
          <p:cNvSpPr txBox="1"/>
          <p:nvPr>
            <p:ph idx="4" type="subTitle"/>
          </p:nvPr>
        </p:nvSpPr>
        <p:spPr>
          <a:xfrm>
            <a:off x="2767709"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161" name="Google Shape;2161;p287"/>
          <p:cNvSpPr txBox="1"/>
          <p:nvPr>
            <p:ph idx="5" type="subTitle"/>
          </p:nvPr>
        </p:nvSpPr>
        <p:spPr>
          <a:xfrm>
            <a:off x="4650942"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162" name="Google Shape;2162;p287"/>
          <p:cNvSpPr txBox="1"/>
          <p:nvPr>
            <p:ph idx="6" type="subTitle"/>
          </p:nvPr>
        </p:nvSpPr>
        <p:spPr>
          <a:xfrm>
            <a:off x="4650945"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163" name="Google Shape;2163;p287"/>
          <p:cNvSpPr txBox="1"/>
          <p:nvPr>
            <p:ph idx="7" type="subTitle"/>
          </p:nvPr>
        </p:nvSpPr>
        <p:spPr>
          <a:xfrm>
            <a:off x="65341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164" name="Google Shape;2164;p287"/>
          <p:cNvSpPr txBox="1"/>
          <p:nvPr>
            <p:ph idx="8" type="subTitle"/>
          </p:nvPr>
        </p:nvSpPr>
        <p:spPr>
          <a:xfrm>
            <a:off x="6534180"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7">
    <p:bg>
      <p:bgPr>
        <a:solidFill>
          <a:schemeClr val="dk1"/>
        </a:solidFill>
      </p:bgPr>
    </p:bg>
    <p:spTree>
      <p:nvGrpSpPr>
        <p:cNvPr id="2165" name="Shape 2165"/>
        <p:cNvGrpSpPr/>
        <p:nvPr/>
      </p:nvGrpSpPr>
      <p:grpSpPr>
        <a:xfrm>
          <a:off x="0" y="0"/>
          <a:ext cx="0" cy="0"/>
          <a:chOff x="0" y="0"/>
          <a:chExt cx="0" cy="0"/>
        </a:xfrm>
      </p:grpSpPr>
      <p:grpSp>
        <p:nvGrpSpPr>
          <p:cNvPr id="2166" name="Google Shape;2166;p288"/>
          <p:cNvGrpSpPr/>
          <p:nvPr/>
        </p:nvGrpSpPr>
        <p:grpSpPr>
          <a:xfrm>
            <a:off x="713225" y="539500"/>
            <a:ext cx="7717500" cy="4064400"/>
            <a:chOff x="713225" y="539500"/>
            <a:chExt cx="7717500" cy="4064400"/>
          </a:xfrm>
        </p:grpSpPr>
        <p:sp>
          <p:nvSpPr>
            <p:cNvPr id="2167" name="Google Shape;2167;p28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68" name="Google Shape;2168;p28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169" name="Google Shape;2169;p28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170" name="Google Shape;2170;p288"/>
          <p:cNvSpPr txBox="1"/>
          <p:nvPr>
            <p:ph idx="1" type="subTitle"/>
          </p:nvPr>
        </p:nvSpPr>
        <p:spPr>
          <a:xfrm>
            <a:off x="1909431" y="1906051"/>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2171" name="Google Shape;2171;p288"/>
          <p:cNvSpPr txBox="1"/>
          <p:nvPr>
            <p:ph idx="2" type="subTitle"/>
          </p:nvPr>
        </p:nvSpPr>
        <p:spPr>
          <a:xfrm>
            <a:off x="1909431" y="1387350"/>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172" name="Google Shape;2172;p288"/>
          <p:cNvSpPr txBox="1"/>
          <p:nvPr>
            <p:ph idx="3" type="subTitle"/>
          </p:nvPr>
        </p:nvSpPr>
        <p:spPr>
          <a:xfrm>
            <a:off x="4971369" y="1906050"/>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2173" name="Google Shape;2173;p288"/>
          <p:cNvSpPr txBox="1"/>
          <p:nvPr>
            <p:ph idx="4" type="subTitle"/>
          </p:nvPr>
        </p:nvSpPr>
        <p:spPr>
          <a:xfrm>
            <a:off x="4971369" y="1387350"/>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174" name="Google Shape;2174;p288"/>
          <p:cNvSpPr txBox="1"/>
          <p:nvPr>
            <p:ph idx="5" type="subTitle"/>
          </p:nvPr>
        </p:nvSpPr>
        <p:spPr>
          <a:xfrm>
            <a:off x="1909431" y="3654425"/>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2175" name="Google Shape;2175;p288"/>
          <p:cNvSpPr txBox="1"/>
          <p:nvPr>
            <p:ph idx="6" type="subTitle"/>
          </p:nvPr>
        </p:nvSpPr>
        <p:spPr>
          <a:xfrm>
            <a:off x="1909431" y="3135724"/>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176" name="Google Shape;2176;p288"/>
          <p:cNvSpPr txBox="1"/>
          <p:nvPr>
            <p:ph idx="7" type="subTitle"/>
          </p:nvPr>
        </p:nvSpPr>
        <p:spPr>
          <a:xfrm>
            <a:off x="4971369" y="3654424"/>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2177" name="Google Shape;2177;p288"/>
          <p:cNvSpPr txBox="1"/>
          <p:nvPr>
            <p:ph idx="8" type="subTitle"/>
          </p:nvPr>
        </p:nvSpPr>
        <p:spPr>
          <a:xfrm>
            <a:off x="4971369" y="3135724"/>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1_1_1_1_1_2">
    <p:bg>
      <p:bgPr>
        <a:solidFill>
          <a:schemeClr val="dk1"/>
        </a:solidFill>
      </p:bgPr>
    </p:bg>
    <p:spTree>
      <p:nvGrpSpPr>
        <p:cNvPr id="2178" name="Shape 2178"/>
        <p:cNvGrpSpPr/>
        <p:nvPr/>
      </p:nvGrpSpPr>
      <p:grpSpPr>
        <a:xfrm>
          <a:off x="0" y="0"/>
          <a:ext cx="0" cy="0"/>
          <a:chOff x="0" y="0"/>
          <a:chExt cx="0" cy="0"/>
        </a:xfrm>
      </p:grpSpPr>
      <p:grpSp>
        <p:nvGrpSpPr>
          <p:cNvPr id="2179" name="Google Shape;2179;p289"/>
          <p:cNvGrpSpPr/>
          <p:nvPr/>
        </p:nvGrpSpPr>
        <p:grpSpPr>
          <a:xfrm>
            <a:off x="713225" y="539500"/>
            <a:ext cx="7717500" cy="4064400"/>
            <a:chOff x="713225" y="539500"/>
            <a:chExt cx="7717500" cy="4064400"/>
          </a:xfrm>
        </p:grpSpPr>
        <p:sp>
          <p:nvSpPr>
            <p:cNvPr id="2180" name="Google Shape;2180;p28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81" name="Google Shape;2181;p28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182" name="Google Shape;2182;p28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183" name="Google Shape;2183;p289"/>
          <p:cNvSpPr txBox="1"/>
          <p:nvPr>
            <p:ph idx="1" type="subTitle"/>
          </p:nvPr>
        </p:nvSpPr>
        <p:spPr>
          <a:xfrm>
            <a:off x="95812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184" name="Google Shape;2184;p289"/>
          <p:cNvSpPr txBox="1"/>
          <p:nvPr>
            <p:ph idx="2" type="subTitle"/>
          </p:nvPr>
        </p:nvSpPr>
        <p:spPr>
          <a:xfrm>
            <a:off x="95812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185" name="Google Shape;2185;p289"/>
          <p:cNvSpPr txBox="1"/>
          <p:nvPr>
            <p:ph idx="3" type="subTitle"/>
          </p:nvPr>
        </p:nvSpPr>
        <p:spPr>
          <a:xfrm>
            <a:off x="3420000"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186" name="Google Shape;2186;p289"/>
          <p:cNvSpPr txBox="1"/>
          <p:nvPr>
            <p:ph idx="4" type="subTitle"/>
          </p:nvPr>
        </p:nvSpPr>
        <p:spPr>
          <a:xfrm>
            <a:off x="3420000"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187" name="Google Shape;2187;p289"/>
          <p:cNvSpPr txBox="1"/>
          <p:nvPr>
            <p:ph idx="5" type="subTitle"/>
          </p:nvPr>
        </p:nvSpPr>
        <p:spPr>
          <a:xfrm>
            <a:off x="588187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188" name="Google Shape;2188;p289"/>
          <p:cNvSpPr txBox="1"/>
          <p:nvPr>
            <p:ph idx="6" type="subTitle"/>
          </p:nvPr>
        </p:nvSpPr>
        <p:spPr>
          <a:xfrm>
            <a:off x="588187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189" name="Google Shape;2189;p289"/>
          <p:cNvSpPr txBox="1"/>
          <p:nvPr>
            <p:ph idx="7" type="subTitle"/>
          </p:nvPr>
        </p:nvSpPr>
        <p:spPr>
          <a:xfrm>
            <a:off x="2189050"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190" name="Google Shape;2190;p289"/>
          <p:cNvSpPr txBox="1"/>
          <p:nvPr>
            <p:ph idx="8" type="subTitle"/>
          </p:nvPr>
        </p:nvSpPr>
        <p:spPr>
          <a:xfrm>
            <a:off x="2189050"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191" name="Google Shape;2191;p289"/>
          <p:cNvSpPr txBox="1"/>
          <p:nvPr>
            <p:ph idx="9" type="subTitle"/>
          </p:nvPr>
        </p:nvSpPr>
        <p:spPr>
          <a:xfrm>
            <a:off x="4650925"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192" name="Google Shape;2192;p289"/>
          <p:cNvSpPr txBox="1"/>
          <p:nvPr>
            <p:ph idx="13" type="subTitle"/>
          </p:nvPr>
        </p:nvSpPr>
        <p:spPr>
          <a:xfrm>
            <a:off x="4650925"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_1_1_1_1_1_1">
    <p:bg>
      <p:bgPr>
        <a:solidFill>
          <a:schemeClr val="dk1"/>
        </a:solidFill>
      </p:bgPr>
    </p:bg>
    <p:spTree>
      <p:nvGrpSpPr>
        <p:cNvPr id="2193" name="Shape 2193"/>
        <p:cNvGrpSpPr/>
        <p:nvPr/>
      </p:nvGrpSpPr>
      <p:grpSpPr>
        <a:xfrm>
          <a:off x="0" y="0"/>
          <a:ext cx="0" cy="0"/>
          <a:chOff x="0" y="0"/>
          <a:chExt cx="0" cy="0"/>
        </a:xfrm>
      </p:grpSpPr>
      <p:grpSp>
        <p:nvGrpSpPr>
          <p:cNvPr id="2194" name="Google Shape;2194;p290"/>
          <p:cNvGrpSpPr/>
          <p:nvPr/>
        </p:nvGrpSpPr>
        <p:grpSpPr>
          <a:xfrm>
            <a:off x="713225" y="539500"/>
            <a:ext cx="7717500" cy="4064400"/>
            <a:chOff x="713225" y="539500"/>
            <a:chExt cx="7717500" cy="4064400"/>
          </a:xfrm>
        </p:grpSpPr>
        <p:sp>
          <p:nvSpPr>
            <p:cNvPr id="2195" name="Google Shape;2195;p29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96" name="Google Shape;2196;p29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197" name="Google Shape;2197;p29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198" name="Google Shape;2198;p290"/>
          <p:cNvSpPr txBox="1"/>
          <p:nvPr>
            <p:ph idx="1" type="subTitle"/>
          </p:nvPr>
        </p:nvSpPr>
        <p:spPr>
          <a:xfrm>
            <a:off x="1134425"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199" name="Google Shape;2199;p290"/>
          <p:cNvSpPr txBox="1"/>
          <p:nvPr>
            <p:ph idx="2" type="subTitle"/>
          </p:nvPr>
        </p:nvSpPr>
        <p:spPr>
          <a:xfrm>
            <a:off x="113442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200" name="Google Shape;2200;p290"/>
          <p:cNvSpPr txBox="1"/>
          <p:nvPr>
            <p:ph idx="3" type="subTitle"/>
          </p:nvPr>
        </p:nvSpPr>
        <p:spPr>
          <a:xfrm>
            <a:off x="3495738"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201" name="Google Shape;2201;p290"/>
          <p:cNvSpPr txBox="1"/>
          <p:nvPr>
            <p:ph idx="4" type="subTitle"/>
          </p:nvPr>
        </p:nvSpPr>
        <p:spPr>
          <a:xfrm>
            <a:off x="3495750"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202" name="Google Shape;2202;p290"/>
          <p:cNvSpPr txBox="1"/>
          <p:nvPr>
            <p:ph idx="5" type="subTitle"/>
          </p:nvPr>
        </p:nvSpPr>
        <p:spPr>
          <a:xfrm>
            <a:off x="5857051"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203" name="Google Shape;2203;p290"/>
          <p:cNvSpPr txBox="1"/>
          <p:nvPr>
            <p:ph idx="6" type="subTitle"/>
          </p:nvPr>
        </p:nvSpPr>
        <p:spPr>
          <a:xfrm>
            <a:off x="585707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204" name="Google Shape;2204;p290"/>
          <p:cNvSpPr txBox="1"/>
          <p:nvPr>
            <p:ph idx="7" type="subTitle"/>
          </p:nvPr>
        </p:nvSpPr>
        <p:spPr>
          <a:xfrm>
            <a:off x="1134425"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205" name="Google Shape;2205;p290"/>
          <p:cNvSpPr txBox="1"/>
          <p:nvPr>
            <p:ph idx="8" type="subTitle"/>
          </p:nvPr>
        </p:nvSpPr>
        <p:spPr>
          <a:xfrm>
            <a:off x="113442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206" name="Google Shape;2206;p290"/>
          <p:cNvSpPr txBox="1"/>
          <p:nvPr>
            <p:ph idx="9" type="subTitle"/>
          </p:nvPr>
        </p:nvSpPr>
        <p:spPr>
          <a:xfrm>
            <a:off x="3495738"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207" name="Google Shape;2207;p290"/>
          <p:cNvSpPr txBox="1"/>
          <p:nvPr>
            <p:ph idx="13" type="subTitle"/>
          </p:nvPr>
        </p:nvSpPr>
        <p:spPr>
          <a:xfrm>
            <a:off x="3495750"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208" name="Google Shape;2208;p290"/>
          <p:cNvSpPr txBox="1"/>
          <p:nvPr>
            <p:ph idx="14" type="subTitle"/>
          </p:nvPr>
        </p:nvSpPr>
        <p:spPr>
          <a:xfrm>
            <a:off x="5857051"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209" name="Google Shape;2209;p290"/>
          <p:cNvSpPr txBox="1"/>
          <p:nvPr>
            <p:ph idx="15" type="subTitle"/>
          </p:nvPr>
        </p:nvSpPr>
        <p:spPr>
          <a:xfrm>
            <a:off x="585707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21">
    <p:bg>
      <p:bgPr>
        <a:solidFill>
          <a:schemeClr val="dk1"/>
        </a:solidFill>
      </p:bgPr>
    </p:bg>
    <p:spTree>
      <p:nvGrpSpPr>
        <p:cNvPr id="2210" name="Shape 2210"/>
        <p:cNvGrpSpPr/>
        <p:nvPr/>
      </p:nvGrpSpPr>
      <p:grpSpPr>
        <a:xfrm>
          <a:off x="0" y="0"/>
          <a:ext cx="0" cy="0"/>
          <a:chOff x="0" y="0"/>
          <a:chExt cx="0" cy="0"/>
        </a:xfrm>
      </p:grpSpPr>
      <p:grpSp>
        <p:nvGrpSpPr>
          <p:cNvPr id="2211" name="Google Shape;2211;p291"/>
          <p:cNvGrpSpPr/>
          <p:nvPr/>
        </p:nvGrpSpPr>
        <p:grpSpPr>
          <a:xfrm>
            <a:off x="713225" y="539500"/>
            <a:ext cx="7717500" cy="4064400"/>
            <a:chOff x="713225" y="539500"/>
            <a:chExt cx="7717500" cy="4064400"/>
          </a:xfrm>
        </p:grpSpPr>
        <p:sp>
          <p:nvSpPr>
            <p:cNvPr id="2212" name="Google Shape;2212;p29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13" name="Google Shape;2213;p29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214" name="Google Shape;2214;p29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215" name="Google Shape;2215;p291"/>
          <p:cNvSpPr txBox="1"/>
          <p:nvPr>
            <p:ph idx="1" type="subTitle"/>
          </p:nvPr>
        </p:nvSpPr>
        <p:spPr>
          <a:xfrm>
            <a:off x="1059065"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216" name="Google Shape;2216;p291"/>
          <p:cNvSpPr txBox="1"/>
          <p:nvPr>
            <p:ph idx="2" type="subTitle"/>
          </p:nvPr>
        </p:nvSpPr>
        <p:spPr>
          <a:xfrm>
            <a:off x="1059065"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217" name="Google Shape;2217;p291"/>
          <p:cNvSpPr txBox="1"/>
          <p:nvPr>
            <p:ph idx="3" type="subTitle"/>
          </p:nvPr>
        </p:nvSpPr>
        <p:spPr>
          <a:xfrm>
            <a:off x="1059052" y="2806879"/>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218" name="Google Shape;2218;p291"/>
          <p:cNvSpPr txBox="1"/>
          <p:nvPr>
            <p:ph idx="4" type="subTitle"/>
          </p:nvPr>
        </p:nvSpPr>
        <p:spPr>
          <a:xfrm>
            <a:off x="1059070" y="2454554"/>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219" name="Google Shape;2219;p291"/>
          <p:cNvSpPr txBox="1"/>
          <p:nvPr>
            <p:ph idx="5" type="subTitle"/>
          </p:nvPr>
        </p:nvSpPr>
        <p:spPr>
          <a:xfrm>
            <a:off x="5042599"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220" name="Google Shape;2220;p291"/>
          <p:cNvSpPr txBox="1"/>
          <p:nvPr>
            <p:ph idx="6" type="subTitle"/>
          </p:nvPr>
        </p:nvSpPr>
        <p:spPr>
          <a:xfrm>
            <a:off x="5042634"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221" name="Google Shape;2221;p291"/>
          <p:cNvSpPr txBox="1"/>
          <p:nvPr>
            <p:ph idx="7" type="subTitle"/>
          </p:nvPr>
        </p:nvSpPr>
        <p:spPr>
          <a:xfrm>
            <a:off x="1059065"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222" name="Google Shape;2222;p291"/>
          <p:cNvSpPr txBox="1"/>
          <p:nvPr>
            <p:ph idx="8" type="subTitle"/>
          </p:nvPr>
        </p:nvSpPr>
        <p:spPr>
          <a:xfrm>
            <a:off x="1059065"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223" name="Google Shape;2223;p291"/>
          <p:cNvSpPr txBox="1"/>
          <p:nvPr>
            <p:ph idx="9" type="subTitle"/>
          </p:nvPr>
        </p:nvSpPr>
        <p:spPr>
          <a:xfrm>
            <a:off x="5042630" y="2806867"/>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224" name="Google Shape;2224;p291"/>
          <p:cNvSpPr txBox="1"/>
          <p:nvPr>
            <p:ph idx="13" type="subTitle"/>
          </p:nvPr>
        </p:nvSpPr>
        <p:spPr>
          <a:xfrm>
            <a:off x="5042648" y="24545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225" name="Google Shape;2225;p291"/>
          <p:cNvSpPr txBox="1"/>
          <p:nvPr>
            <p:ph idx="14" type="subTitle"/>
          </p:nvPr>
        </p:nvSpPr>
        <p:spPr>
          <a:xfrm>
            <a:off x="5042599"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226" name="Google Shape;2226;p291"/>
          <p:cNvSpPr txBox="1"/>
          <p:nvPr>
            <p:ph idx="15" type="subTitle"/>
          </p:nvPr>
        </p:nvSpPr>
        <p:spPr>
          <a:xfrm>
            <a:off x="5042634"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_1_1_1_1_1">
    <p:bg>
      <p:bgPr>
        <a:solidFill>
          <a:schemeClr val="dk1"/>
        </a:solidFill>
      </p:bgPr>
    </p:bg>
    <p:spTree>
      <p:nvGrpSpPr>
        <p:cNvPr id="2227" name="Shape 2227"/>
        <p:cNvGrpSpPr/>
        <p:nvPr/>
      </p:nvGrpSpPr>
      <p:grpSpPr>
        <a:xfrm>
          <a:off x="0" y="0"/>
          <a:ext cx="0" cy="0"/>
          <a:chOff x="0" y="0"/>
          <a:chExt cx="0" cy="0"/>
        </a:xfrm>
      </p:grpSpPr>
      <p:grpSp>
        <p:nvGrpSpPr>
          <p:cNvPr id="2228" name="Google Shape;2228;p292"/>
          <p:cNvGrpSpPr/>
          <p:nvPr/>
        </p:nvGrpSpPr>
        <p:grpSpPr>
          <a:xfrm>
            <a:off x="713225" y="539500"/>
            <a:ext cx="7717500" cy="4064400"/>
            <a:chOff x="713225" y="539500"/>
            <a:chExt cx="7717500" cy="4064400"/>
          </a:xfrm>
        </p:grpSpPr>
        <p:sp>
          <p:nvSpPr>
            <p:cNvPr id="2229" name="Google Shape;2229;p29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30" name="Google Shape;2230;p292"/>
            <p:cNvCxnSpPr/>
            <p:nvPr/>
          </p:nvCxnSpPr>
          <p:spPr>
            <a:xfrm>
              <a:off x="734825" y="1483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231" name="Google Shape;2231;p292"/>
          <p:cNvSpPr txBox="1"/>
          <p:nvPr>
            <p:ph type="title"/>
          </p:nvPr>
        </p:nvSpPr>
        <p:spPr>
          <a:xfrm>
            <a:off x="3607800" y="539500"/>
            <a:ext cx="4519200" cy="939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r">
              <a:spcBef>
                <a:spcPts val="0"/>
              </a:spcBef>
              <a:spcAft>
                <a:spcPts val="0"/>
              </a:spcAft>
              <a:buClr>
                <a:schemeClr val="lt1"/>
              </a:buClr>
              <a:buSzPts val="4800"/>
              <a:buNone/>
              <a:defRPr sz="4800">
                <a:solidFill>
                  <a:schemeClr val="lt1"/>
                </a:solidFill>
              </a:defRPr>
            </a:lvl2pPr>
            <a:lvl3pPr lvl="2" algn="r">
              <a:spcBef>
                <a:spcPts val="0"/>
              </a:spcBef>
              <a:spcAft>
                <a:spcPts val="0"/>
              </a:spcAft>
              <a:buClr>
                <a:schemeClr val="lt1"/>
              </a:buClr>
              <a:buSzPts val="4800"/>
              <a:buNone/>
              <a:defRPr sz="4800">
                <a:solidFill>
                  <a:schemeClr val="lt1"/>
                </a:solidFill>
              </a:defRPr>
            </a:lvl3pPr>
            <a:lvl4pPr lvl="3" algn="r">
              <a:spcBef>
                <a:spcPts val="0"/>
              </a:spcBef>
              <a:spcAft>
                <a:spcPts val="0"/>
              </a:spcAft>
              <a:buClr>
                <a:schemeClr val="lt1"/>
              </a:buClr>
              <a:buSzPts val="4800"/>
              <a:buNone/>
              <a:defRPr sz="4800">
                <a:solidFill>
                  <a:schemeClr val="lt1"/>
                </a:solidFill>
              </a:defRPr>
            </a:lvl4pPr>
            <a:lvl5pPr lvl="4" algn="r">
              <a:spcBef>
                <a:spcPts val="0"/>
              </a:spcBef>
              <a:spcAft>
                <a:spcPts val="0"/>
              </a:spcAft>
              <a:buClr>
                <a:schemeClr val="lt1"/>
              </a:buClr>
              <a:buSzPts val="4800"/>
              <a:buNone/>
              <a:defRPr sz="4800">
                <a:solidFill>
                  <a:schemeClr val="lt1"/>
                </a:solidFill>
              </a:defRPr>
            </a:lvl5pPr>
            <a:lvl6pPr lvl="5" algn="r">
              <a:spcBef>
                <a:spcPts val="0"/>
              </a:spcBef>
              <a:spcAft>
                <a:spcPts val="0"/>
              </a:spcAft>
              <a:buClr>
                <a:schemeClr val="lt1"/>
              </a:buClr>
              <a:buSzPts val="4800"/>
              <a:buNone/>
              <a:defRPr sz="4800">
                <a:solidFill>
                  <a:schemeClr val="lt1"/>
                </a:solidFill>
              </a:defRPr>
            </a:lvl6pPr>
            <a:lvl7pPr lvl="6" algn="r">
              <a:spcBef>
                <a:spcPts val="0"/>
              </a:spcBef>
              <a:spcAft>
                <a:spcPts val="0"/>
              </a:spcAft>
              <a:buClr>
                <a:schemeClr val="lt1"/>
              </a:buClr>
              <a:buSzPts val="4800"/>
              <a:buNone/>
              <a:defRPr sz="4800">
                <a:solidFill>
                  <a:schemeClr val="lt1"/>
                </a:solidFill>
              </a:defRPr>
            </a:lvl7pPr>
            <a:lvl8pPr lvl="7" algn="r">
              <a:spcBef>
                <a:spcPts val="0"/>
              </a:spcBef>
              <a:spcAft>
                <a:spcPts val="0"/>
              </a:spcAft>
              <a:buClr>
                <a:schemeClr val="lt1"/>
              </a:buClr>
              <a:buSzPts val="4800"/>
              <a:buNone/>
              <a:defRPr sz="4800">
                <a:solidFill>
                  <a:schemeClr val="lt1"/>
                </a:solidFill>
              </a:defRPr>
            </a:lvl8pPr>
            <a:lvl9pPr lvl="8" algn="r">
              <a:spcBef>
                <a:spcPts val="0"/>
              </a:spcBef>
              <a:spcAft>
                <a:spcPts val="0"/>
              </a:spcAft>
              <a:buClr>
                <a:schemeClr val="lt1"/>
              </a:buClr>
              <a:buSzPts val="4800"/>
              <a:buNone/>
              <a:defRPr sz="4800">
                <a:solidFill>
                  <a:schemeClr val="lt1"/>
                </a:solidFill>
              </a:defRPr>
            </a:lvl9pPr>
          </a:lstStyle>
          <a:p/>
        </p:txBody>
      </p:sp>
      <p:sp>
        <p:nvSpPr>
          <p:cNvPr id="2232" name="Google Shape;2232;p292"/>
          <p:cNvSpPr txBox="1"/>
          <p:nvPr>
            <p:ph idx="1" type="subTitle"/>
          </p:nvPr>
        </p:nvSpPr>
        <p:spPr>
          <a:xfrm>
            <a:off x="3607800" y="2278000"/>
            <a:ext cx="4519200" cy="744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r">
              <a:lnSpc>
                <a:spcPct val="100000"/>
              </a:lnSpc>
              <a:spcBef>
                <a:spcPts val="0"/>
              </a:spcBef>
              <a:spcAft>
                <a:spcPts val="0"/>
              </a:spcAft>
              <a:buClr>
                <a:schemeClr val="lt1"/>
              </a:buClr>
              <a:buSzPts val="2800"/>
              <a:buNone/>
              <a:defRPr sz="2800">
                <a:solidFill>
                  <a:schemeClr val="lt1"/>
                </a:solidFill>
              </a:defRPr>
            </a:lvl2pPr>
            <a:lvl3pPr lvl="2" algn="r">
              <a:lnSpc>
                <a:spcPct val="100000"/>
              </a:lnSpc>
              <a:spcBef>
                <a:spcPts val="0"/>
              </a:spcBef>
              <a:spcAft>
                <a:spcPts val="0"/>
              </a:spcAft>
              <a:buClr>
                <a:schemeClr val="lt1"/>
              </a:buClr>
              <a:buSzPts val="2800"/>
              <a:buNone/>
              <a:defRPr sz="2800">
                <a:solidFill>
                  <a:schemeClr val="lt1"/>
                </a:solidFill>
              </a:defRPr>
            </a:lvl3pPr>
            <a:lvl4pPr lvl="3" algn="r">
              <a:lnSpc>
                <a:spcPct val="100000"/>
              </a:lnSpc>
              <a:spcBef>
                <a:spcPts val="0"/>
              </a:spcBef>
              <a:spcAft>
                <a:spcPts val="0"/>
              </a:spcAft>
              <a:buClr>
                <a:schemeClr val="lt1"/>
              </a:buClr>
              <a:buSzPts val="2800"/>
              <a:buNone/>
              <a:defRPr sz="2800">
                <a:solidFill>
                  <a:schemeClr val="lt1"/>
                </a:solidFill>
              </a:defRPr>
            </a:lvl4pPr>
            <a:lvl5pPr lvl="4" algn="r">
              <a:lnSpc>
                <a:spcPct val="100000"/>
              </a:lnSpc>
              <a:spcBef>
                <a:spcPts val="0"/>
              </a:spcBef>
              <a:spcAft>
                <a:spcPts val="0"/>
              </a:spcAft>
              <a:buClr>
                <a:schemeClr val="lt1"/>
              </a:buClr>
              <a:buSzPts val="2800"/>
              <a:buNone/>
              <a:defRPr sz="2800">
                <a:solidFill>
                  <a:schemeClr val="lt1"/>
                </a:solidFill>
              </a:defRPr>
            </a:lvl5pPr>
            <a:lvl6pPr lvl="5" algn="r">
              <a:lnSpc>
                <a:spcPct val="100000"/>
              </a:lnSpc>
              <a:spcBef>
                <a:spcPts val="0"/>
              </a:spcBef>
              <a:spcAft>
                <a:spcPts val="0"/>
              </a:spcAft>
              <a:buClr>
                <a:schemeClr val="lt1"/>
              </a:buClr>
              <a:buSzPts val="2800"/>
              <a:buNone/>
              <a:defRPr sz="2800">
                <a:solidFill>
                  <a:schemeClr val="lt1"/>
                </a:solidFill>
              </a:defRPr>
            </a:lvl6pPr>
            <a:lvl7pPr lvl="6" algn="r">
              <a:lnSpc>
                <a:spcPct val="100000"/>
              </a:lnSpc>
              <a:spcBef>
                <a:spcPts val="0"/>
              </a:spcBef>
              <a:spcAft>
                <a:spcPts val="0"/>
              </a:spcAft>
              <a:buClr>
                <a:schemeClr val="lt1"/>
              </a:buClr>
              <a:buSzPts val="2800"/>
              <a:buNone/>
              <a:defRPr sz="2800">
                <a:solidFill>
                  <a:schemeClr val="lt1"/>
                </a:solidFill>
              </a:defRPr>
            </a:lvl7pPr>
            <a:lvl8pPr lvl="7"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sp>
        <p:nvSpPr>
          <p:cNvPr id="2233" name="Google Shape;2233;p292"/>
          <p:cNvSpPr txBox="1"/>
          <p:nvPr>
            <p:ph idx="2" type="subTitle"/>
          </p:nvPr>
        </p:nvSpPr>
        <p:spPr>
          <a:xfrm>
            <a:off x="3607800" y="1769750"/>
            <a:ext cx="4519200" cy="510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2234" name="Google Shape;2234;p292"/>
          <p:cNvSpPr txBox="1"/>
          <p:nvPr/>
        </p:nvSpPr>
        <p:spPr>
          <a:xfrm>
            <a:off x="3508050" y="3477600"/>
            <a:ext cx="4718700" cy="554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Roboto"/>
                <a:ea typeface="Roboto"/>
                <a:cs typeface="Roboto"/>
                <a:sym typeface="Roboto"/>
              </a:rPr>
              <a:t>CREDITS:</a:t>
            </a:r>
            <a:r>
              <a:rPr lang="en" sz="1200">
                <a:solidFill>
                  <a:schemeClr val="lt1"/>
                </a:solidFill>
                <a:latin typeface="Roboto"/>
                <a:ea typeface="Roboto"/>
                <a:cs typeface="Roboto"/>
                <a:sym typeface="Roboto"/>
              </a:rPr>
              <a:t> This presentation template was created by </a:t>
            </a:r>
            <a:r>
              <a:rPr b="1" lang="en" sz="1200">
                <a:solidFill>
                  <a:schemeClr val="accent1"/>
                </a:solidFill>
                <a:uFill>
                  <a:noFill/>
                </a:uFill>
                <a:latin typeface="Roboto"/>
                <a:ea typeface="Roboto"/>
                <a:cs typeface="Roboto"/>
                <a:sym typeface="Roboto"/>
                <a:hlinkClick r:id="rId2">
                  <a:extLst>
                    <a:ext uri="{A12FA001-AC4F-418D-AE19-62706E023703}">
                      <ahyp:hlinkClr val="tx"/>
                    </a:ext>
                  </a:extLst>
                </a:hlinkClick>
              </a:rPr>
              <a:t>Slidesgo</a:t>
            </a:r>
            <a:r>
              <a:rPr b="1" lang="en" sz="1200">
                <a:solidFill>
                  <a:schemeClr val="accent6"/>
                </a:solidFill>
                <a:latin typeface="Roboto"/>
                <a:ea typeface="Roboto"/>
                <a:cs typeface="Roboto"/>
                <a:sym typeface="Roboto"/>
              </a:rPr>
              <a:t>,</a:t>
            </a:r>
            <a:r>
              <a:rPr lang="en" sz="1200">
                <a:solidFill>
                  <a:schemeClr val="lt1"/>
                </a:solidFill>
                <a:latin typeface="Roboto"/>
                <a:ea typeface="Roboto"/>
                <a:cs typeface="Roboto"/>
                <a:sym typeface="Roboto"/>
              </a:rPr>
              <a:t> including icons by </a:t>
            </a:r>
            <a:r>
              <a:rPr b="1" lang="en" sz="1200">
                <a:solidFill>
                  <a:schemeClr val="accent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1"/>
                </a:solidFill>
                <a:latin typeface="Roboto"/>
                <a:ea typeface="Roboto"/>
                <a:cs typeface="Roboto"/>
                <a:sym typeface="Roboto"/>
              </a:rPr>
              <a:t>, and infographics &amp; images by </a:t>
            </a:r>
            <a:r>
              <a:rPr b="1" lang="en" sz="1200">
                <a:solidFill>
                  <a:schemeClr val="accent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accent1"/>
              </a:solidFill>
              <a:latin typeface="Roboto"/>
              <a:ea typeface="Roboto"/>
              <a:cs typeface="Roboto"/>
              <a:sym typeface="Roboto"/>
            </a:endParaRPr>
          </a:p>
        </p:txBody>
      </p:sp>
    </p:spTree>
  </p:cSld>
  <p:clrMapOvr>
    <a:masterClrMapping/>
  </p:clrMapOvr>
</p:sldLayout>
</file>

<file path=ppt/slideLayouts/slideLayout2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_1_1_1_1_1">
    <p:bg>
      <p:bgPr>
        <a:solidFill>
          <a:schemeClr val="dk1"/>
        </a:solidFill>
      </p:bgPr>
    </p:bg>
    <p:spTree>
      <p:nvGrpSpPr>
        <p:cNvPr id="2235" name="Shape 2235"/>
        <p:cNvGrpSpPr/>
        <p:nvPr/>
      </p:nvGrpSpPr>
      <p:grpSpPr>
        <a:xfrm>
          <a:off x="0" y="0"/>
          <a:ext cx="0" cy="0"/>
          <a:chOff x="0" y="0"/>
          <a:chExt cx="0" cy="0"/>
        </a:xfrm>
      </p:grpSpPr>
      <p:sp>
        <p:nvSpPr>
          <p:cNvPr id="2236" name="Google Shape;2236;p29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_1_1_1_1_1">
    <p:bg>
      <p:bgPr>
        <a:solidFill>
          <a:schemeClr val="dk1"/>
        </a:solidFill>
      </p:bgPr>
    </p:bg>
    <p:spTree>
      <p:nvGrpSpPr>
        <p:cNvPr id="2237" name="Shape 2237"/>
        <p:cNvGrpSpPr/>
        <p:nvPr/>
      </p:nvGrpSpPr>
      <p:grpSpPr>
        <a:xfrm>
          <a:off x="0" y="0"/>
          <a:ext cx="0" cy="0"/>
          <a:chOff x="0" y="0"/>
          <a:chExt cx="0" cy="0"/>
        </a:xfrm>
      </p:grpSpPr>
      <p:grpSp>
        <p:nvGrpSpPr>
          <p:cNvPr id="2238" name="Google Shape;2238;p294"/>
          <p:cNvGrpSpPr/>
          <p:nvPr/>
        </p:nvGrpSpPr>
        <p:grpSpPr>
          <a:xfrm>
            <a:off x="713225" y="539500"/>
            <a:ext cx="7717500" cy="4064400"/>
            <a:chOff x="713225" y="539500"/>
            <a:chExt cx="7717500" cy="4064400"/>
          </a:xfrm>
        </p:grpSpPr>
        <p:sp>
          <p:nvSpPr>
            <p:cNvPr id="2239" name="Google Shape;2239;p29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40" name="Google Shape;2240;p29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Layouts/slideLayout2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2245" name="Shape 2245"/>
        <p:cNvGrpSpPr/>
        <p:nvPr/>
      </p:nvGrpSpPr>
      <p:grpSpPr>
        <a:xfrm>
          <a:off x="0" y="0"/>
          <a:ext cx="0" cy="0"/>
          <a:chOff x="0" y="0"/>
          <a:chExt cx="0" cy="0"/>
        </a:xfrm>
      </p:grpSpPr>
      <p:sp>
        <p:nvSpPr>
          <p:cNvPr id="2246" name="Google Shape;2246;p29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296"/>
          <p:cNvSpPr txBox="1"/>
          <p:nvPr>
            <p:ph type="ctrTitle"/>
          </p:nvPr>
        </p:nvSpPr>
        <p:spPr>
          <a:xfrm>
            <a:off x="2048825" y="848600"/>
            <a:ext cx="5046300" cy="10305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2248" name="Google Shape;2248;p296"/>
          <p:cNvSpPr txBox="1"/>
          <p:nvPr>
            <p:ph idx="1" type="subTitle"/>
          </p:nvPr>
        </p:nvSpPr>
        <p:spPr>
          <a:xfrm>
            <a:off x="2048825" y="3798375"/>
            <a:ext cx="50463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2249" name="Google Shape;2249;p296"/>
          <p:cNvSpPr txBox="1"/>
          <p:nvPr>
            <p:ph idx="2" type="subTitle"/>
          </p:nvPr>
        </p:nvSpPr>
        <p:spPr>
          <a:xfrm>
            <a:off x="2902475" y="1879100"/>
            <a:ext cx="3339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2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2250" name="Shape 2250"/>
        <p:cNvGrpSpPr/>
        <p:nvPr/>
      </p:nvGrpSpPr>
      <p:grpSpPr>
        <a:xfrm>
          <a:off x="0" y="0"/>
          <a:ext cx="0" cy="0"/>
          <a:chOff x="0" y="0"/>
          <a:chExt cx="0" cy="0"/>
        </a:xfrm>
      </p:grpSpPr>
      <p:sp>
        <p:nvSpPr>
          <p:cNvPr id="2251" name="Google Shape;2251;p29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297"/>
          <p:cNvSpPr/>
          <p:nvPr/>
        </p:nvSpPr>
        <p:spPr>
          <a:xfrm flipH="1" rot="-5400000">
            <a:off x="-1114550" y="743900"/>
            <a:ext cx="3655500" cy="3655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297"/>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2254" name="Google Shape;2254;p297"/>
          <p:cNvSpPr txBox="1"/>
          <p:nvPr>
            <p:ph hasCustomPrompt="1" idx="2" type="title"/>
          </p:nvPr>
        </p:nvSpPr>
        <p:spPr>
          <a:xfrm>
            <a:off x="821288" y="157487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2255" name="Google Shape;2255;p297"/>
          <p:cNvSpPr txBox="1"/>
          <p:nvPr>
            <p:ph idx="1" type="subTitle"/>
          </p:nvPr>
        </p:nvSpPr>
        <p:spPr>
          <a:xfrm>
            <a:off x="2971613" y="32407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2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2256" name="Shape 2256"/>
        <p:cNvGrpSpPr/>
        <p:nvPr/>
      </p:nvGrpSpPr>
      <p:grpSpPr>
        <a:xfrm>
          <a:off x="0" y="0"/>
          <a:ext cx="0" cy="0"/>
          <a:chOff x="0" y="0"/>
          <a:chExt cx="0" cy="0"/>
        </a:xfrm>
      </p:grpSpPr>
      <p:grpSp>
        <p:nvGrpSpPr>
          <p:cNvPr id="2257" name="Google Shape;2257;p298"/>
          <p:cNvGrpSpPr/>
          <p:nvPr/>
        </p:nvGrpSpPr>
        <p:grpSpPr>
          <a:xfrm>
            <a:off x="713225" y="539500"/>
            <a:ext cx="7717500" cy="4064400"/>
            <a:chOff x="713225" y="539500"/>
            <a:chExt cx="7717500" cy="4064400"/>
          </a:xfrm>
        </p:grpSpPr>
        <p:cxnSp>
          <p:nvCxnSpPr>
            <p:cNvPr id="2258" name="Google Shape;2258;p29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2259" name="Google Shape;2259;p29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0" name="Google Shape;2260;p29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261" name="Google Shape;2261;p298"/>
          <p:cNvSpPr txBox="1"/>
          <p:nvPr>
            <p:ph idx="1" type="subTitle"/>
          </p:nvPr>
        </p:nvSpPr>
        <p:spPr>
          <a:xfrm>
            <a:off x="2817300" y="2114400"/>
            <a:ext cx="3509400" cy="1529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6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2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2262" name="Shape 2262"/>
        <p:cNvGrpSpPr/>
        <p:nvPr/>
      </p:nvGrpSpPr>
      <p:grpSpPr>
        <a:xfrm>
          <a:off x="0" y="0"/>
          <a:ext cx="0" cy="0"/>
          <a:chOff x="0" y="0"/>
          <a:chExt cx="0" cy="0"/>
        </a:xfrm>
      </p:grpSpPr>
      <p:grpSp>
        <p:nvGrpSpPr>
          <p:cNvPr id="2263" name="Google Shape;2263;p299"/>
          <p:cNvGrpSpPr/>
          <p:nvPr/>
        </p:nvGrpSpPr>
        <p:grpSpPr>
          <a:xfrm>
            <a:off x="713225" y="539500"/>
            <a:ext cx="7717500" cy="4064400"/>
            <a:chOff x="713225" y="539500"/>
            <a:chExt cx="7717500" cy="4064400"/>
          </a:xfrm>
        </p:grpSpPr>
        <p:sp>
          <p:nvSpPr>
            <p:cNvPr id="2264" name="Google Shape;2264;p29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65" name="Google Shape;2265;p29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266" name="Google Shape;2266;p29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267" name="Google Shape;2267;p299"/>
          <p:cNvSpPr txBox="1"/>
          <p:nvPr>
            <p:ph idx="1" type="subTitle"/>
          </p:nvPr>
        </p:nvSpPr>
        <p:spPr>
          <a:xfrm>
            <a:off x="1425525" y="32987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268" name="Google Shape;2268;p299"/>
          <p:cNvSpPr txBox="1"/>
          <p:nvPr>
            <p:ph idx="2" type="subTitle"/>
          </p:nvPr>
        </p:nvSpPr>
        <p:spPr>
          <a:xfrm>
            <a:off x="1425525" y="2867137"/>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269" name="Google Shape;2269;p299"/>
          <p:cNvSpPr txBox="1"/>
          <p:nvPr>
            <p:ph idx="3" type="subTitle"/>
          </p:nvPr>
        </p:nvSpPr>
        <p:spPr>
          <a:xfrm>
            <a:off x="5333725" y="32885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270" name="Google Shape;2270;p299"/>
          <p:cNvSpPr txBox="1"/>
          <p:nvPr>
            <p:ph idx="4" type="subTitle"/>
          </p:nvPr>
        </p:nvSpPr>
        <p:spPr>
          <a:xfrm>
            <a:off x="5333725" y="28586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2271" name="Shape 2271"/>
        <p:cNvGrpSpPr/>
        <p:nvPr/>
      </p:nvGrpSpPr>
      <p:grpSpPr>
        <a:xfrm>
          <a:off x="0" y="0"/>
          <a:ext cx="0" cy="0"/>
          <a:chOff x="0" y="0"/>
          <a:chExt cx="0" cy="0"/>
        </a:xfrm>
      </p:grpSpPr>
      <p:grpSp>
        <p:nvGrpSpPr>
          <p:cNvPr id="2272" name="Google Shape;2272;p300"/>
          <p:cNvGrpSpPr/>
          <p:nvPr/>
        </p:nvGrpSpPr>
        <p:grpSpPr>
          <a:xfrm>
            <a:off x="713225" y="539500"/>
            <a:ext cx="7717500" cy="4064400"/>
            <a:chOff x="713225" y="539500"/>
            <a:chExt cx="7717500" cy="4064400"/>
          </a:xfrm>
        </p:grpSpPr>
        <p:sp>
          <p:nvSpPr>
            <p:cNvPr id="2273" name="Google Shape;2273;p30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74" name="Google Shape;2274;p30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275" name="Google Shape;2275;p30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2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2276" name="Shape 2276"/>
        <p:cNvGrpSpPr/>
        <p:nvPr/>
      </p:nvGrpSpPr>
      <p:grpSpPr>
        <a:xfrm>
          <a:off x="0" y="0"/>
          <a:ext cx="0" cy="0"/>
          <a:chOff x="0" y="0"/>
          <a:chExt cx="0" cy="0"/>
        </a:xfrm>
      </p:grpSpPr>
      <p:grpSp>
        <p:nvGrpSpPr>
          <p:cNvPr id="2277" name="Google Shape;2277;p301"/>
          <p:cNvGrpSpPr/>
          <p:nvPr/>
        </p:nvGrpSpPr>
        <p:grpSpPr>
          <a:xfrm>
            <a:off x="713225" y="539500"/>
            <a:ext cx="7717500" cy="4064400"/>
            <a:chOff x="713225" y="539500"/>
            <a:chExt cx="7717500" cy="4064400"/>
          </a:xfrm>
        </p:grpSpPr>
        <p:cxnSp>
          <p:nvCxnSpPr>
            <p:cNvPr id="2278" name="Google Shape;2278;p30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2279" name="Google Shape;2279;p30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0" name="Google Shape;2280;p30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281" name="Google Shape;2281;p301"/>
          <p:cNvSpPr txBox="1"/>
          <p:nvPr>
            <p:ph idx="1" type="subTitle"/>
          </p:nvPr>
        </p:nvSpPr>
        <p:spPr>
          <a:xfrm>
            <a:off x="2105700" y="1543900"/>
            <a:ext cx="4932600" cy="2550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800"/>
              <a:buChar char="●"/>
              <a:defRPr sz="1600">
                <a:solidFill>
                  <a:schemeClr val="lt1"/>
                </a:solidFill>
              </a:defRPr>
            </a:lvl1pPr>
            <a:lvl2pPr lvl="1">
              <a:lnSpc>
                <a:spcPct val="100000"/>
              </a:lnSpc>
              <a:spcBef>
                <a:spcPts val="0"/>
              </a:spcBef>
              <a:spcAft>
                <a:spcPts val="0"/>
              </a:spcAft>
              <a:buClr>
                <a:schemeClr val="lt1"/>
              </a:buClr>
              <a:buSzPts val="2800"/>
              <a:buChar char="○"/>
              <a:defRPr sz="2800">
                <a:solidFill>
                  <a:schemeClr val="lt1"/>
                </a:solidFill>
              </a:defRPr>
            </a:lvl2pPr>
            <a:lvl3pPr lvl="2">
              <a:lnSpc>
                <a:spcPct val="100000"/>
              </a:lnSpc>
              <a:spcBef>
                <a:spcPts val="0"/>
              </a:spcBef>
              <a:spcAft>
                <a:spcPts val="0"/>
              </a:spcAft>
              <a:buClr>
                <a:schemeClr val="lt1"/>
              </a:buClr>
              <a:buSzPts val="2800"/>
              <a:buChar char="■"/>
              <a:defRPr sz="2800">
                <a:solidFill>
                  <a:schemeClr val="lt1"/>
                </a:solidFill>
              </a:defRPr>
            </a:lvl3pPr>
            <a:lvl4pPr lvl="3">
              <a:lnSpc>
                <a:spcPct val="100000"/>
              </a:lnSpc>
              <a:spcBef>
                <a:spcPts val="0"/>
              </a:spcBef>
              <a:spcAft>
                <a:spcPts val="0"/>
              </a:spcAft>
              <a:buClr>
                <a:schemeClr val="lt1"/>
              </a:buClr>
              <a:buSzPts val="2800"/>
              <a:buChar char="●"/>
              <a:defRPr sz="2800">
                <a:solidFill>
                  <a:schemeClr val="lt1"/>
                </a:solidFill>
              </a:defRPr>
            </a:lvl4pPr>
            <a:lvl5pPr lvl="4">
              <a:lnSpc>
                <a:spcPct val="100000"/>
              </a:lnSpc>
              <a:spcBef>
                <a:spcPts val="0"/>
              </a:spcBef>
              <a:spcAft>
                <a:spcPts val="0"/>
              </a:spcAft>
              <a:buClr>
                <a:schemeClr val="lt1"/>
              </a:buClr>
              <a:buSzPts val="2800"/>
              <a:buChar char="○"/>
              <a:defRPr sz="2800">
                <a:solidFill>
                  <a:schemeClr val="lt1"/>
                </a:solidFill>
              </a:defRPr>
            </a:lvl5pPr>
            <a:lvl6pPr lvl="5">
              <a:lnSpc>
                <a:spcPct val="100000"/>
              </a:lnSpc>
              <a:spcBef>
                <a:spcPts val="0"/>
              </a:spcBef>
              <a:spcAft>
                <a:spcPts val="0"/>
              </a:spcAft>
              <a:buClr>
                <a:schemeClr val="lt1"/>
              </a:buClr>
              <a:buSzPts val="2800"/>
              <a:buChar char="■"/>
              <a:defRPr sz="2800">
                <a:solidFill>
                  <a:schemeClr val="lt1"/>
                </a:solidFill>
              </a:defRPr>
            </a:lvl6pPr>
            <a:lvl7pPr lvl="6">
              <a:lnSpc>
                <a:spcPct val="100000"/>
              </a:lnSpc>
              <a:spcBef>
                <a:spcPts val="0"/>
              </a:spcBef>
              <a:spcAft>
                <a:spcPts val="0"/>
              </a:spcAft>
              <a:buClr>
                <a:schemeClr val="lt1"/>
              </a:buClr>
              <a:buSzPts val="2800"/>
              <a:buChar char="●"/>
              <a:defRPr sz="2800">
                <a:solidFill>
                  <a:schemeClr val="lt1"/>
                </a:solidFill>
              </a:defRPr>
            </a:lvl7pPr>
            <a:lvl8pPr lvl="7">
              <a:lnSpc>
                <a:spcPct val="100000"/>
              </a:lnSpc>
              <a:spcBef>
                <a:spcPts val="0"/>
              </a:spcBef>
              <a:spcAft>
                <a:spcPts val="0"/>
              </a:spcAft>
              <a:buClr>
                <a:schemeClr val="lt1"/>
              </a:buClr>
              <a:buSzPts val="2800"/>
              <a:buChar char="○"/>
              <a:defRPr sz="2800">
                <a:solidFill>
                  <a:schemeClr val="lt1"/>
                </a:solidFill>
              </a:defRPr>
            </a:lvl8pPr>
            <a:lvl9pPr lvl="8">
              <a:lnSpc>
                <a:spcPct val="100000"/>
              </a:lnSpc>
              <a:spcBef>
                <a:spcPts val="0"/>
              </a:spcBef>
              <a:spcAft>
                <a:spcPts val="0"/>
              </a:spcAft>
              <a:buClr>
                <a:schemeClr val="lt1"/>
              </a:buClr>
              <a:buSzPts val="2800"/>
              <a:buChar char="■"/>
              <a:defRPr sz="2800">
                <a:solidFill>
                  <a:schemeClr val="lt1"/>
                </a:solidFill>
              </a:defRPr>
            </a:lvl9pPr>
          </a:lstStyle>
          <a:p/>
        </p:txBody>
      </p:sp>
    </p:spTree>
  </p:cSld>
  <p:clrMapOvr>
    <a:masterClrMapping/>
  </p:clrMapOvr>
</p:sldLayout>
</file>

<file path=ppt/slideLayouts/slideLayout2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2282" name="Shape 2282"/>
        <p:cNvGrpSpPr/>
        <p:nvPr/>
      </p:nvGrpSpPr>
      <p:grpSpPr>
        <a:xfrm>
          <a:off x="0" y="0"/>
          <a:ext cx="0" cy="0"/>
          <a:chOff x="0" y="0"/>
          <a:chExt cx="0" cy="0"/>
        </a:xfrm>
      </p:grpSpPr>
      <p:sp>
        <p:nvSpPr>
          <p:cNvPr id="2283" name="Google Shape;2283;p30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302"/>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2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2285" name="Shape 2285"/>
        <p:cNvGrpSpPr/>
        <p:nvPr/>
      </p:nvGrpSpPr>
      <p:grpSpPr>
        <a:xfrm>
          <a:off x="0" y="0"/>
          <a:ext cx="0" cy="0"/>
          <a:chOff x="0" y="0"/>
          <a:chExt cx="0" cy="0"/>
        </a:xfrm>
      </p:grpSpPr>
      <p:grpSp>
        <p:nvGrpSpPr>
          <p:cNvPr id="2286" name="Google Shape;2286;p303"/>
          <p:cNvGrpSpPr/>
          <p:nvPr/>
        </p:nvGrpSpPr>
        <p:grpSpPr>
          <a:xfrm>
            <a:off x="713225" y="539500"/>
            <a:ext cx="7717500" cy="4064400"/>
            <a:chOff x="713225" y="539500"/>
            <a:chExt cx="7717500" cy="4064400"/>
          </a:xfrm>
        </p:grpSpPr>
        <p:cxnSp>
          <p:nvCxnSpPr>
            <p:cNvPr id="2287" name="Google Shape;2287;p30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2288" name="Google Shape;2288;p30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89" name="Google Shape;2289;p303"/>
            <p:cNvCxnSpPr/>
            <p:nvPr/>
          </p:nvCxnSpPr>
          <p:spPr>
            <a:xfrm rot="10800000">
              <a:off x="4876775" y="1096300"/>
              <a:ext cx="0" cy="3507600"/>
            </a:xfrm>
            <a:prstGeom prst="straightConnector1">
              <a:avLst/>
            </a:prstGeom>
            <a:noFill/>
            <a:ln cap="flat" cmpd="sng" w="38100">
              <a:solidFill>
                <a:schemeClr val="accent1"/>
              </a:solidFill>
              <a:prstDash val="solid"/>
              <a:round/>
              <a:headEnd len="med" w="med" type="none"/>
              <a:tailEnd len="med" w="med" type="none"/>
            </a:ln>
          </p:spPr>
        </p:cxnSp>
      </p:grpSp>
      <p:sp>
        <p:nvSpPr>
          <p:cNvPr id="2290" name="Google Shape;2290;p30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291" name="Google Shape;2291;p303"/>
          <p:cNvSpPr txBox="1"/>
          <p:nvPr>
            <p:ph idx="1" type="subTitle"/>
          </p:nvPr>
        </p:nvSpPr>
        <p:spPr>
          <a:xfrm>
            <a:off x="1312950" y="2327975"/>
            <a:ext cx="2973000" cy="13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292" name="Google Shape;2292;p303"/>
          <p:cNvSpPr txBox="1"/>
          <p:nvPr>
            <p:ph idx="2" type="subTitle"/>
          </p:nvPr>
        </p:nvSpPr>
        <p:spPr>
          <a:xfrm>
            <a:off x="1312950" y="1809275"/>
            <a:ext cx="29730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2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2293" name="Shape 2293"/>
        <p:cNvGrpSpPr/>
        <p:nvPr/>
      </p:nvGrpSpPr>
      <p:grpSpPr>
        <a:xfrm>
          <a:off x="0" y="0"/>
          <a:ext cx="0" cy="0"/>
          <a:chOff x="0" y="0"/>
          <a:chExt cx="0" cy="0"/>
        </a:xfrm>
      </p:grpSpPr>
      <p:sp>
        <p:nvSpPr>
          <p:cNvPr id="2294" name="Google Shape;2294;p304"/>
          <p:cNvSpPr txBox="1"/>
          <p:nvPr>
            <p:ph type="title"/>
          </p:nvPr>
        </p:nvSpPr>
        <p:spPr>
          <a:xfrm>
            <a:off x="865625" y="3328700"/>
            <a:ext cx="6367800" cy="1427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3600"/>
              <a:buNone/>
              <a:defRPr sz="3600">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2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2295" name="Shape 2295"/>
        <p:cNvGrpSpPr/>
        <p:nvPr/>
      </p:nvGrpSpPr>
      <p:grpSpPr>
        <a:xfrm>
          <a:off x="0" y="0"/>
          <a:ext cx="0" cy="0"/>
          <a:chOff x="0" y="0"/>
          <a:chExt cx="0" cy="0"/>
        </a:xfrm>
      </p:grpSpPr>
      <p:sp>
        <p:nvSpPr>
          <p:cNvPr id="2296" name="Google Shape;2296;p30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305"/>
          <p:cNvSpPr txBox="1"/>
          <p:nvPr>
            <p:ph hasCustomPrompt="1" type="title"/>
          </p:nvPr>
        </p:nvSpPr>
        <p:spPr>
          <a:xfrm>
            <a:off x="994200" y="1505850"/>
            <a:ext cx="7155600" cy="13323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2298" name="Google Shape;2298;p305"/>
          <p:cNvSpPr txBox="1"/>
          <p:nvPr>
            <p:ph idx="1" type="subTitle"/>
          </p:nvPr>
        </p:nvSpPr>
        <p:spPr>
          <a:xfrm>
            <a:off x="994200" y="2838150"/>
            <a:ext cx="4774200" cy="79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2299" name="Shape 2299"/>
        <p:cNvGrpSpPr/>
        <p:nvPr/>
      </p:nvGrpSpPr>
      <p:grpSpPr>
        <a:xfrm>
          <a:off x="0" y="0"/>
          <a:ext cx="0" cy="0"/>
          <a:chOff x="0" y="0"/>
          <a:chExt cx="0" cy="0"/>
        </a:xfrm>
      </p:grpSpPr>
    </p:spTree>
  </p:cSld>
  <p:clrMapOvr>
    <a:masterClrMapping/>
  </p:clrMapOvr>
</p:sldLayout>
</file>

<file path=ppt/slideLayouts/slideLayout3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2300" name="Shape 2300"/>
        <p:cNvGrpSpPr/>
        <p:nvPr/>
      </p:nvGrpSpPr>
      <p:grpSpPr>
        <a:xfrm>
          <a:off x="0" y="0"/>
          <a:ext cx="0" cy="0"/>
          <a:chOff x="0" y="0"/>
          <a:chExt cx="0" cy="0"/>
        </a:xfrm>
      </p:grpSpPr>
      <p:sp>
        <p:nvSpPr>
          <p:cNvPr id="2301" name="Google Shape;2301;p307"/>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3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2302" name="Shape 2302"/>
        <p:cNvGrpSpPr/>
        <p:nvPr/>
      </p:nvGrpSpPr>
      <p:grpSpPr>
        <a:xfrm>
          <a:off x="0" y="0"/>
          <a:ext cx="0" cy="0"/>
          <a:chOff x="0" y="0"/>
          <a:chExt cx="0" cy="0"/>
        </a:xfrm>
      </p:grpSpPr>
      <p:grpSp>
        <p:nvGrpSpPr>
          <p:cNvPr id="2303" name="Google Shape;2303;p308"/>
          <p:cNvGrpSpPr/>
          <p:nvPr/>
        </p:nvGrpSpPr>
        <p:grpSpPr>
          <a:xfrm>
            <a:off x="713200" y="539513"/>
            <a:ext cx="7717600" cy="4064400"/>
            <a:chOff x="713125" y="539500"/>
            <a:chExt cx="7717600" cy="4064400"/>
          </a:xfrm>
        </p:grpSpPr>
        <p:cxnSp>
          <p:nvCxnSpPr>
            <p:cNvPr id="2304" name="Google Shape;2304;p308"/>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2305" name="Google Shape;2305;p30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06" name="Google Shape;2306;p308"/>
            <p:cNvCxnSpPr>
              <a:stCxn id="2305" idx="2"/>
            </p:cNvCxnSpPr>
            <p:nvPr/>
          </p:nvCxnSpPr>
          <p:spPr>
            <a:xfrm rot="10800000">
              <a:off x="45719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2307" name="Google Shape;2307;p308"/>
            <p:cNvCxnSpPr/>
            <p:nvPr/>
          </p:nvCxnSpPr>
          <p:spPr>
            <a:xfrm rot="10800000">
              <a:off x="713125" y="2912025"/>
              <a:ext cx="7709100" cy="0"/>
            </a:xfrm>
            <a:prstGeom prst="straightConnector1">
              <a:avLst/>
            </a:prstGeom>
            <a:noFill/>
            <a:ln cap="flat" cmpd="sng" w="38100">
              <a:solidFill>
                <a:schemeClr val="accent1"/>
              </a:solidFill>
              <a:prstDash val="solid"/>
              <a:round/>
              <a:headEnd len="med" w="med" type="none"/>
              <a:tailEnd len="med" w="med" type="none"/>
            </a:ln>
          </p:spPr>
        </p:cxnSp>
        <p:cxnSp>
          <p:nvCxnSpPr>
            <p:cNvPr id="2308" name="Google Shape;2308;p308"/>
            <p:cNvCxnSpPr/>
            <p:nvPr/>
          </p:nvCxnSpPr>
          <p:spPr>
            <a:xfrm rot="10800000">
              <a:off x="17602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2309" name="Google Shape;2309;p308"/>
            <p:cNvCxnSpPr/>
            <p:nvPr/>
          </p:nvCxnSpPr>
          <p:spPr>
            <a:xfrm rot="10800000">
              <a:off x="7378100" y="1254400"/>
              <a:ext cx="0" cy="3349500"/>
            </a:xfrm>
            <a:prstGeom prst="straightConnector1">
              <a:avLst/>
            </a:prstGeom>
            <a:noFill/>
            <a:ln cap="flat" cmpd="sng" w="38100">
              <a:solidFill>
                <a:schemeClr val="accent1"/>
              </a:solidFill>
              <a:prstDash val="solid"/>
              <a:round/>
              <a:headEnd len="med" w="med" type="none"/>
              <a:tailEnd len="med" w="med" type="none"/>
            </a:ln>
          </p:spPr>
        </p:cxnSp>
      </p:grpSp>
      <p:sp>
        <p:nvSpPr>
          <p:cNvPr id="2310" name="Google Shape;2310;p308"/>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311" name="Google Shape;2311;p308"/>
          <p:cNvSpPr txBox="1"/>
          <p:nvPr>
            <p:ph idx="1" type="subTitle"/>
          </p:nvPr>
        </p:nvSpPr>
        <p:spPr>
          <a:xfrm>
            <a:off x="1924988" y="2036825"/>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312" name="Google Shape;2312;p308"/>
          <p:cNvSpPr txBox="1"/>
          <p:nvPr>
            <p:ph idx="2" type="subTitle"/>
          </p:nvPr>
        </p:nvSpPr>
        <p:spPr>
          <a:xfrm>
            <a:off x="1924988" y="1518125"/>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313" name="Google Shape;2313;p308"/>
          <p:cNvSpPr txBox="1"/>
          <p:nvPr>
            <p:ph hasCustomPrompt="1" idx="3" type="title"/>
          </p:nvPr>
        </p:nvSpPr>
        <p:spPr>
          <a:xfrm>
            <a:off x="8197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2314" name="Google Shape;2314;p308"/>
          <p:cNvSpPr txBox="1"/>
          <p:nvPr>
            <p:ph idx="4" type="subTitle"/>
          </p:nvPr>
        </p:nvSpPr>
        <p:spPr>
          <a:xfrm>
            <a:off x="4760188" y="2036825"/>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2315" name="Google Shape;2315;p308"/>
          <p:cNvSpPr txBox="1"/>
          <p:nvPr>
            <p:ph idx="5" type="subTitle"/>
          </p:nvPr>
        </p:nvSpPr>
        <p:spPr>
          <a:xfrm>
            <a:off x="4760188" y="1518125"/>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2316" name="Google Shape;2316;p308"/>
          <p:cNvSpPr txBox="1"/>
          <p:nvPr>
            <p:ph hasCustomPrompt="1" idx="6" type="title"/>
          </p:nvPr>
        </p:nvSpPr>
        <p:spPr>
          <a:xfrm>
            <a:off x="74842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2317" name="Google Shape;2317;p308"/>
          <p:cNvSpPr txBox="1"/>
          <p:nvPr>
            <p:ph idx="7" type="subTitle"/>
          </p:nvPr>
        </p:nvSpPr>
        <p:spPr>
          <a:xfrm>
            <a:off x="1924988" y="3691200"/>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318" name="Google Shape;2318;p308"/>
          <p:cNvSpPr txBox="1"/>
          <p:nvPr>
            <p:ph idx="8" type="subTitle"/>
          </p:nvPr>
        </p:nvSpPr>
        <p:spPr>
          <a:xfrm>
            <a:off x="1924988" y="3172500"/>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319" name="Google Shape;2319;p308"/>
          <p:cNvSpPr txBox="1"/>
          <p:nvPr>
            <p:ph hasCustomPrompt="1" idx="9" type="title"/>
          </p:nvPr>
        </p:nvSpPr>
        <p:spPr>
          <a:xfrm>
            <a:off x="819800" y="346450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2320" name="Google Shape;2320;p308"/>
          <p:cNvSpPr txBox="1"/>
          <p:nvPr>
            <p:ph idx="13" type="subTitle"/>
          </p:nvPr>
        </p:nvSpPr>
        <p:spPr>
          <a:xfrm>
            <a:off x="4760200" y="3673200"/>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2321" name="Google Shape;2321;p308"/>
          <p:cNvSpPr txBox="1"/>
          <p:nvPr>
            <p:ph idx="14" type="subTitle"/>
          </p:nvPr>
        </p:nvSpPr>
        <p:spPr>
          <a:xfrm>
            <a:off x="4760200" y="3154500"/>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2322" name="Google Shape;2322;p308"/>
          <p:cNvSpPr txBox="1"/>
          <p:nvPr>
            <p:ph hasCustomPrompt="1" idx="15" type="title"/>
          </p:nvPr>
        </p:nvSpPr>
        <p:spPr>
          <a:xfrm>
            <a:off x="7488624" y="3475788"/>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3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
    <p:bg>
      <p:bgPr>
        <a:solidFill>
          <a:schemeClr val="dk1"/>
        </a:solidFill>
      </p:bgPr>
    </p:bg>
    <p:spTree>
      <p:nvGrpSpPr>
        <p:cNvPr id="2323" name="Shape 2323"/>
        <p:cNvGrpSpPr/>
        <p:nvPr/>
      </p:nvGrpSpPr>
      <p:grpSpPr>
        <a:xfrm>
          <a:off x="0" y="0"/>
          <a:ext cx="0" cy="0"/>
          <a:chOff x="0" y="0"/>
          <a:chExt cx="0" cy="0"/>
        </a:xfrm>
      </p:grpSpPr>
      <p:grpSp>
        <p:nvGrpSpPr>
          <p:cNvPr id="2324" name="Google Shape;2324;p309"/>
          <p:cNvGrpSpPr/>
          <p:nvPr/>
        </p:nvGrpSpPr>
        <p:grpSpPr>
          <a:xfrm>
            <a:off x="713300" y="539513"/>
            <a:ext cx="7717500" cy="4064400"/>
            <a:chOff x="713225" y="539500"/>
            <a:chExt cx="7717500" cy="4064400"/>
          </a:xfrm>
        </p:grpSpPr>
        <p:cxnSp>
          <p:nvCxnSpPr>
            <p:cNvPr id="2325" name="Google Shape;2325;p309"/>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2326" name="Google Shape;2326;p30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7" name="Google Shape;2327;p309"/>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328" name="Google Shape;2328;p309"/>
          <p:cNvSpPr txBox="1"/>
          <p:nvPr>
            <p:ph idx="1" type="subTitle"/>
          </p:nvPr>
        </p:nvSpPr>
        <p:spPr>
          <a:xfrm>
            <a:off x="897170"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329" name="Google Shape;2329;p309"/>
          <p:cNvSpPr txBox="1"/>
          <p:nvPr>
            <p:ph idx="2" type="subTitle"/>
          </p:nvPr>
        </p:nvSpPr>
        <p:spPr>
          <a:xfrm>
            <a:off x="897170"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330" name="Google Shape;2330;p309"/>
          <p:cNvSpPr txBox="1"/>
          <p:nvPr>
            <p:ph hasCustomPrompt="1" idx="3" type="title"/>
          </p:nvPr>
        </p:nvSpPr>
        <p:spPr>
          <a:xfrm>
            <a:off x="1261666"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2331" name="Google Shape;2331;p309"/>
          <p:cNvSpPr txBox="1"/>
          <p:nvPr>
            <p:ph idx="4" type="subTitle"/>
          </p:nvPr>
        </p:nvSpPr>
        <p:spPr>
          <a:xfrm>
            <a:off x="47527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2332" name="Google Shape;2332;p309"/>
          <p:cNvSpPr txBox="1"/>
          <p:nvPr>
            <p:ph idx="5" type="subTitle"/>
          </p:nvPr>
        </p:nvSpPr>
        <p:spPr>
          <a:xfrm>
            <a:off x="47527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2333" name="Google Shape;2333;p309"/>
          <p:cNvSpPr txBox="1"/>
          <p:nvPr>
            <p:ph hasCustomPrompt="1" idx="6" type="title"/>
          </p:nvPr>
        </p:nvSpPr>
        <p:spPr>
          <a:xfrm>
            <a:off x="5117252"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2334" name="Google Shape;2334;p309"/>
          <p:cNvSpPr txBox="1"/>
          <p:nvPr>
            <p:ph idx="7" type="subTitle"/>
          </p:nvPr>
        </p:nvSpPr>
        <p:spPr>
          <a:xfrm>
            <a:off x="28249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335" name="Google Shape;2335;p309"/>
          <p:cNvSpPr txBox="1"/>
          <p:nvPr>
            <p:ph idx="8" type="subTitle"/>
          </p:nvPr>
        </p:nvSpPr>
        <p:spPr>
          <a:xfrm>
            <a:off x="28249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336" name="Google Shape;2336;p309"/>
          <p:cNvSpPr txBox="1"/>
          <p:nvPr>
            <p:ph hasCustomPrompt="1" idx="9" type="title"/>
          </p:nvPr>
        </p:nvSpPr>
        <p:spPr>
          <a:xfrm>
            <a:off x="3189459"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2337" name="Google Shape;2337;p309"/>
          <p:cNvSpPr txBox="1"/>
          <p:nvPr>
            <p:ph idx="13" type="subTitle"/>
          </p:nvPr>
        </p:nvSpPr>
        <p:spPr>
          <a:xfrm>
            <a:off x="6680545"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2338" name="Google Shape;2338;p309"/>
          <p:cNvSpPr txBox="1"/>
          <p:nvPr>
            <p:ph idx="14" type="subTitle"/>
          </p:nvPr>
        </p:nvSpPr>
        <p:spPr>
          <a:xfrm>
            <a:off x="6680545"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2339" name="Google Shape;2339;p309"/>
          <p:cNvSpPr txBox="1"/>
          <p:nvPr>
            <p:ph hasCustomPrompt="1" idx="15" type="title"/>
          </p:nvPr>
        </p:nvSpPr>
        <p:spPr>
          <a:xfrm>
            <a:off x="7045045" y="1975647"/>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3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dk1"/>
        </a:solidFill>
      </p:bgPr>
    </p:bg>
    <p:spTree>
      <p:nvGrpSpPr>
        <p:cNvPr id="2340" name="Shape 2340"/>
        <p:cNvGrpSpPr/>
        <p:nvPr/>
      </p:nvGrpSpPr>
      <p:grpSpPr>
        <a:xfrm>
          <a:off x="0" y="0"/>
          <a:ext cx="0" cy="0"/>
          <a:chOff x="0" y="0"/>
          <a:chExt cx="0" cy="0"/>
        </a:xfrm>
      </p:grpSpPr>
      <p:sp>
        <p:nvSpPr>
          <p:cNvPr id="2341" name="Google Shape;2341;p31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310"/>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2343" name="Google Shape;2343;p310"/>
          <p:cNvSpPr txBox="1"/>
          <p:nvPr>
            <p:ph hasCustomPrompt="1" idx="2" type="title"/>
          </p:nvPr>
        </p:nvSpPr>
        <p:spPr>
          <a:xfrm>
            <a:off x="1131163" y="96802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2344" name="Google Shape;2344;p310"/>
          <p:cNvSpPr txBox="1"/>
          <p:nvPr>
            <p:ph idx="1" type="subTitle"/>
          </p:nvPr>
        </p:nvSpPr>
        <p:spPr>
          <a:xfrm>
            <a:off x="1131163" y="37284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3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
    <p:bg>
      <p:bgPr>
        <a:solidFill>
          <a:schemeClr val="dk1"/>
        </a:solidFill>
      </p:bgPr>
    </p:bg>
    <p:spTree>
      <p:nvGrpSpPr>
        <p:cNvPr id="2345" name="Shape 2345"/>
        <p:cNvGrpSpPr/>
        <p:nvPr/>
      </p:nvGrpSpPr>
      <p:grpSpPr>
        <a:xfrm>
          <a:off x="0" y="0"/>
          <a:ext cx="0" cy="0"/>
          <a:chOff x="0" y="0"/>
          <a:chExt cx="0" cy="0"/>
        </a:xfrm>
      </p:grpSpPr>
      <p:sp>
        <p:nvSpPr>
          <p:cNvPr id="2346" name="Google Shape;2346;p31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311"/>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2348" name="Google Shape;2348;p311"/>
          <p:cNvSpPr txBox="1"/>
          <p:nvPr>
            <p:ph hasCustomPrompt="1" idx="2" type="title"/>
          </p:nvPr>
        </p:nvSpPr>
        <p:spPr>
          <a:xfrm>
            <a:off x="3496800" y="894025"/>
            <a:ext cx="2150400" cy="1665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2349" name="Google Shape;2349;p311"/>
          <p:cNvSpPr txBox="1"/>
          <p:nvPr>
            <p:ph idx="1" type="subTitle"/>
          </p:nvPr>
        </p:nvSpPr>
        <p:spPr>
          <a:xfrm>
            <a:off x="1896450" y="3802475"/>
            <a:ext cx="53511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3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2350" name="Shape 2350"/>
        <p:cNvGrpSpPr/>
        <p:nvPr/>
      </p:nvGrpSpPr>
      <p:grpSpPr>
        <a:xfrm>
          <a:off x="0" y="0"/>
          <a:ext cx="0" cy="0"/>
          <a:chOff x="0" y="0"/>
          <a:chExt cx="0" cy="0"/>
        </a:xfrm>
      </p:grpSpPr>
      <p:sp>
        <p:nvSpPr>
          <p:cNvPr id="2351" name="Google Shape;2351;p31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312"/>
          <p:cNvSpPr txBox="1"/>
          <p:nvPr>
            <p:ph type="title"/>
          </p:nvPr>
        </p:nvSpPr>
        <p:spPr>
          <a:xfrm>
            <a:off x="1952375" y="3189813"/>
            <a:ext cx="4629600" cy="491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353" name="Google Shape;2353;p312"/>
          <p:cNvSpPr txBox="1"/>
          <p:nvPr>
            <p:ph idx="1" type="subTitle"/>
          </p:nvPr>
        </p:nvSpPr>
        <p:spPr>
          <a:xfrm>
            <a:off x="1952375" y="1995238"/>
            <a:ext cx="4629600" cy="111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3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
    <p:bg>
      <p:bgPr>
        <a:solidFill>
          <a:schemeClr val="dk1"/>
        </a:solidFill>
      </p:bgPr>
    </p:bg>
    <p:spTree>
      <p:nvGrpSpPr>
        <p:cNvPr id="2354" name="Shape 2354"/>
        <p:cNvGrpSpPr/>
        <p:nvPr/>
      </p:nvGrpSpPr>
      <p:grpSpPr>
        <a:xfrm>
          <a:off x="0" y="0"/>
          <a:ext cx="0" cy="0"/>
          <a:chOff x="0" y="0"/>
          <a:chExt cx="0" cy="0"/>
        </a:xfrm>
      </p:grpSpPr>
      <p:sp>
        <p:nvSpPr>
          <p:cNvPr id="2355" name="Google Shape;2355;p313"/>
          <p:cNvSpPr txBox="1"/>
          <p:nvPr>
            <p:ph type="title"/>
          </p:nvPr>
        </p:nvSpPr>
        <p:spPr>
          <a:xfrm>
            <a:off x="713250" y="5395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atin typeface="Roboto"/>
                <a:ea typeface="Roboto"/>
                <a:cs typeface="Roboto"/>
                <a:sym typeface="Roboto"/>
              </a:defRPr>
            </a:lvl1pPr>
            <a:lvl2pPr lvl="1">
              <a:spcBef>
                <a:spcPts val="0"/>
              </a:spcBef>
              <a:spcAft>
                <a:spcPts val="0"/>
              </a:spcAft>
              <a:buSzPts val="2800"/>
              <a:buNone/>
              <a:defRPr>
                <a:latin typeface="Roboto"/>
                <a:ea typeface="Roboto"/>
                <a:cs typeface="Roboto"/>
                <a:sym typeface="Roboto"/>
              </a:defRPr>
            </a:lvl2pPr>
            <a:lvl3pPr lvl="2">
              <a:spcBef>
                <a:spcPts val="0"/>
              </a:spcBef>
              <a:spcAft>
                <a:spcPts val="0"/>
              </a:spcAft>
              <a:buSzPts val="2800"/>
              <a:buNone/>
              <a:defRPr>
                <a:latin typeface="Roboto"/>
                <a:ea typeface="Roboto"/>
                <a:cs typeface="Roboto"/>
                <a:sym typeface="Roboto"/>
              </a:defRPr>
            </a:lvl3pPr>
            <a:lvl4pPr lvl="3">
              <a:spcBef>
                <a:spcPts val="0"/>
              </a:spcBef>
              <a:spcAft>
                <a:spcPts val="0"/>
              </a:spcAft>
              <a:buSzPts val="2800"/>
              <a:buNone/>
              <a:defRPr>
                <a:latin typeface="Roboto"/>
                <a:ea typeface="Roboto"/>
                <a:cs typeface="Roboto"/>
                <a:sym typeface="Roboto"/>
              </a:defRPr>
            </a:lvl4pPr>
            <a:lvl5pPr lvl="4">
              <a:spcBef>
                <a:spcPts val="0"/>
              </a:spcBef>
              <a:spcAft>
                <a:spcPts val="0"/>
              </a:spcAft>
              <a:buSzPts val="2800"/>
              <a:buNone/>
              <a:defRPr>
                <a:latin typeface="Roboto"/>
                <a:ea typeface="Roboto"/>
                <a:cs typeface="Roboto"/>
                <a:sym typeface="Roboto"/>
              </a:defRPr>
            </a:lvl5pPr>
            <a:lvl6pPr lvl="5">
              <a:spcBef>
                <a:spcPts val="0"/>
              </a:spcBef>
              <a:spcAft>
                <a:spcPts val="0"/>
              </a:spcAft>
              <a:buSzPts val="2800"/>
              <a:buNone/>
              <a:defRPr>
                <a:latin typeface="Roboto"/>
                <a:ea typeface="Roboto"/>
                <a:cs typeface="Roboto"/>
                <a:sym typeface="Roboto"/>
              </a:defRPr>
            </a:lvl6pPr>
            <a:lvl7pPr lvl="6">
              <a:spcBef>
                <a:spcPts val="0"/>
              </a:spcBef>
              <a:spcAft>
                <a:spcPts val="0"/>
              </a:spcAft>
              <a:buSzPts val="2800"/>
              <a:buNone/>
              <a:defRPr>
                <a:latin typeface="Roboto"/>
                <a:ea typeface="Roboto"/>
                <a:cs typeface="Roboto"/>
                <a:sym typeface="Roboto"/>
              </a:defRPr>
            </a:lvl7pPr>
            <a:lvl8pPr lvl="7">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2356" name="Google Shape;2356;p31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313"/>
          <p:cNvSpPr txBox="1"/>
          <p:nvPr>
            <p:ph idx="2" type="title"/>
          </p:nvPr>
        </p:nvSpPr>
        <p:spPr>
          <a:xfrm>
            <a:off x="3364525" y="3430088"/>
            <a:ext cx="4629600" cy="491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358" name="Google Shape;2358;p313"/>
          <p:cNvSpPr txBox="1"/>
          <p:nvPr>
            <p:ph idx="1" type="subTitle"/>
          </p:nvPr>
        </p:nvSpPr>
        <p:spPr>
          <a:xfrm>
            <a:off x="3364525" y="2235513"/>
            <a:ext cx="4629600" cy="111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3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0">
    <p:bg>
      <p:bgPr>
        <a:solidFill>
          <a:schemeClr val="dk1"/>
        </a:solidFill>
      </p:bgPr>
    </p:bg>
    <p:spTree>
      <p:nvGrpSpPr>
        <p:cNvPr id="2359" name="Shape 2359"/>
        <p:cNvGrpSpPr/>
        <p:nvPr/>
      </p:nvGrpSpPr>
      <p:grpSpPr>
        <a:xfrm>
          <a:off x="0" y="0"/>
          <a:ext cx="0" cy="0"/>
          <a:chOff x="0" y="0"/>
          <a:chExt cx="0" cy="0"/>
        </a:xfrm>
      </p:grpSpPr>
      <p:sp>
        <p:nvSpPr>
          <p:cNvPr id="2360" name="Google Shape;2360;p31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314"/>
          <p:cNvSpPr txBox="1"/>
          <p:nvPr>
            <p:ph hasCustomPrompt="1" type="title"/>
          </p:nvPr>
        </p:nvSpPr>
        <p:spPr>
          <a:xfrm>
            <a:off x="2070613" y="1505850"/>
            <a:ext cx="4774200" cy="1332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2362" name="Google Shape;2362;p314"/>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22">
    <p:bg>
      <p:bgPr>
        <a:solidFill>
          <a:schemeClr val="dk1"/>
        </a:solidFill>
      </p:bgPr>
    </p:bg>
    <p:spTree>
      <p:nvGrpSpPr>
        <p:cNvPr id="2363" name="Shape 2363"/>
        <p:cNvGrpSpPr/>
        <p:nvPr/>
      </p:nvGrpSpPr>
      <p:grpSpPr>
        <a:xfrm>
          <a:off x="0" y="0"/>
          <a:ext cx="0" cy="0"/>
          <a:chOff x="0" y="0"/>
          <a:chExt cx="0" cy="0"/>
        </a:xfrm>
      </p:grpSpPr>
      <p:sp>
        <p:nvSpPr>
          <p:cNvPr id="2364" name="Google Shape;2364;p315"/>
          <p:cNvSpPr txBox="1"/>
          <p:nvPr>
            <p:ph hasCustomPrompt="1" type="title"/>
          </p:nvPr>
        </p:nvSpPr>
        <p:spPr>
          <a:xfrm>
            <a:off x="2337663" y="1768700"/>
            <a:ext cx="2299800" cy="1209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2365" name="Google Shape;2365;p315"/>
          <p:cNvSpPr txBox="1"/>
          <p:nvPr>
            <p:ph idx="1" type="subTitle"/>
          </p:nvPr>
        </p:nvSpPr>
        <p:spPr>
          <a:xfrm>
            <a:off x="4989538" y="1768700"/>
            <a:ext cx="3188400" cy="1209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366" name="Google Shape;2366;p315"/>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67" name="Google Shape;2367;p315"/>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2368" name="Google Shape;2368;p315"/>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3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bg>
      <p:bgPr>
        <a:solidFill>
          <a:schemeClr val="dk1"/>
        </a:solidFill>
      </p:bgPr>
    </p:bg>
    <p:spTree>
      <p:nvGrpSpPr>
        <p:cNvPr id="2369" name="Shape 2369"/>
        <p:cNvGrpSpPr/>
        <p:nvPr/>
      </p:nvGrpSpPr>
      <p:grpSpPr>
        <a:xfrm>
          <a:off x="0" y="0"/>
          <a:ext cx="0" cy="0"/>
          <a:chOff x="0" y="0"/>
          <a:chExt cx="0" cy="0"/>
        </a:xfrm>
      </p:grpSpPr>
      <p:sp>
        <p:nvSpPr>
          <p:cNvPr id="2370" name="Google Shape;2370;p316"/>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71" name="Google Shape;2371;p316"/>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2372" name="Google Shape;2372;p31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373" name="Google Shape;2373;p316"/>
          <p:cNvSpPr txBox="1"/>
          <p:nvPr>
            <p:ph hasCustomPrompt="1" idx="2" type="title"/>
          </p:nvPr>
        </p:nvSpPr>
        <p:spPr>
          <a:xfrm>
            <a:off x="1153250" y="1714350"/>
            <a:ext cx="2299800" cy="103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2374" name="Google Shape;2374;p316"/>
          <p:cNvSpPr txBox="1"/>
          <p:nvPr>
            <p:ph idx="1" type="subTitle"/>
          </p:nvPr>
        </p:nvSpPr>
        <p:spPr>
          <a:xfrm>
            <a:off x="1153250" y="2750550"/>
            <a:ext cx="2299800" cy="1058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375" name="Google Shape;2375;p316"/>
          <p:cNvSpPr txBox="1"/>
          <p:nvPr>
            <p:ph hasCustomPrompt="1" idx="3" type="title"/>
          </p:nvPr>
        </p:nvSpPr>
        <p:spPr>
          <a:xfrm>
            <a:off x="5006988" y="1378188"/>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2376" name="Google Shape;2376;p316"/>
          <p:cNvSpPr txBox="1"/>
          <p:nvPr>
            <p:ph idx="4" type="subTitle"/>
          </p:nvPr>
        </p:nvSpPr>
        <p:spPr>
          <a:xfrm>
            <a:off x="5006988" y="202385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377" name="Google Shape;2377;p316"/>
          <p:cNvSpPr txBox="1"/>
          <p:nvPr>
            <p:ph hasCustomPrompt="1" idx="5" type="title"/>
          </p:nvPr>
        </p:nvSpPr>
        <p:spPr>
          <a:xfrm>
            <a:off x="5006988" y="3133450"/>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2378" name="Google Shape;2378;p316"/>
          <p:cNvSpPr txBox="1"/>
          <p:nvPr>
            <p:ph idx="6" type="subTitle"/>
          </p:nvPr>
        </p:nvSpPr>
        <p:spPr>
          <a:xfrm>
            <a:off x="5006988" y="377900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3">
    <p:bg>
      <p:bgPr>
        <a:solidFill>
          <a:schemeClr val="dk1"/>
        </a:solidFill>
      </p:bgPr>
    </p:bg>
    <p:spTree>
      <p:nvGrpSpPr>
        <p:cNvPr id="2379" name="Shape 2379"/>
        <p:cNvGrpSpPr/>
        <p:nvPr/>
      </p:nvGrpSpPr>
      <p:grpSpPr>
        <a:xfrm>
          <a:off x="0" y="0"/>
          <a:ext cx="0" cy="0"/>
          <a:chOff x="0" y="0"/>
          <a:chExt cx="0" cy="0"/>
        </a:xfrm>
      </p:grpSpPr>
      <p:sp>
        <p:nvSpPr>
          <p:cNvPr id="2380" name="Google Shape;2380;p317"/>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81" name="Google Shape;2381;p317"/>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2382" name="Google Shape;2382;p31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383" name="Google Shape;2383;p317"/>
          <p:cNvSpPr txBox="1"/>
          <p:nvPr>
            <p:ph hasCustomPrompt="1" idx="2" type="title"/>
          </p:nvPr>
        </p:nvSpPr>
        <p:spPr>
          <a:xfrm>
            <a:off x="1153250"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2384" name="Google Shape;2384;p317"/>
          <p:cNvSpPr txBox="1"/>
          <p:nvPr>
            <p:ph idx="1" type="subTitle"/>
          </p:nvPr>
        </p:nvSpPr>
        <p:spPr>
          <a:xfrm>
            <a:off x="1153250" y="3575299"/>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385" name="Google Shape;2385;p317"/>
          <p:cNvSpPr txBox="1"/>
          <p:nvPr>
            <p:ph hasCustomPrompt="1" idx="3" type="title"/>
          </p:nvPr>
        </p:nvSpPr>
        <p:spPr>
          <a:xfrm>
            <a:off x="3476088"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2386" name="Google Shape;2386;p317"/>
          <p:cNvSpPr txBox="1"/>
          <p:nvPr>
            <p:ph idx="4" type="subTitle"/>
          </p:nvPr>
        </p:nvSpPr>
        <p:spPr>
          <a:xfrm>
            <a:off x="3476100" y="3575295"/>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387" name="Google Shape;2387;p317"/>
          <p:cNvSpPr txBox="1"/>
          <p:nvPr>
            <p:ph hasCustomPrompt="1" idx="5" type="title"/>
          </p:nvPr>
        </p:nvSpPr>
        <p:spPr>
          <a:xfrm>
            <a:off x="5798944" y="2777254"/>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2388" name="Google Shape;2388;p317"/>
          <p:cNvSpPr txBox="1"/>
          <p:nvPr>
            <p:ph idx="6" type="subTitle"/>
          </p:nvPr>
        </p:nvSpPr>
        <p:spPr>
          <a:xfrm>
            <a:off x="5798944" y="3575198"/>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_1_1">
    <p:bg>
      <p:bgPr>
        <a:solidFill>
          <a:schemeClr val="dk1"/>
        </a:solidFill>
      </p:bgPr>
    </p:bg>
    <p:spTree>
      <p:nvGrpSpPr>
        <p:cNvPr id="2389" name="Shape 2389"/>
        <p:cNvGrpSpPr/>
        <p:nvPr/>
      </p:nvGrpSpPr>
      <p:grpSpPr>
        <a:xfrm>
          <a:off x="0" y="0"/>
          <a:ext cx="0" cy="0"/>
          <a:chOff x="0" y="0"/>
          <a:chExt cx="0" cy="0"/>
        </a:xfrm>
      </p:grpSpPr>
      <p:grpSp>
        <p:nvGrpSpPr>
          <p:cNvPr id="2390" name="Google Shape;2390;p318"/>
          <p:cNvGrpSpPr/>
          <p:nvPr/>
        </p:nvGrpSpPr>
        <p:grpSpPr>
          <a:xfrm>
            <a:off x="713225" y="539500"/>
            <a:ext cx="7717500" cy="4064400"/>
            <a:chOff x="713225" y="539500"/>
            <a:chExt cx="7717500" cy="4064400"/>
          </a:xfrm>
        </p:grpSpPr>
        <p:sp>
          <p:nvSpPr>
            <p:cNvPr id="2391" name="Google Shape;2391;p31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92" name="Google Shape;2392;p31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393" name="Google Shape;2393;p31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3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_1">
    <p:bg>
      <p:bgPr>
        <a:solidFill>
          <a:schemeClr val="dk1"/>
        </a:solidFill>
      </p:bgPr>
    </p:bg>
    <p:spTree>
      <p:nvGrpSpPr>
        <p:cNvPr id="2394" name="Shape 2394"/>
        <p:cNvGrpSpPr/>
        <p:nvPr/>
      </p:nvGrpSpPr>
      <p:grpSpPr>
        <a:xfrm>
          <a:off x="0" y="0"/>
          <a:ext cx="0" cy="0"/>
          <a:chOff x="0" y="0"/>
          <a:chExt cx="0" cy="0"/>
        </a:xfrm>
      </p:grpSpPr>
      <p:grpSp>
        <p:nvGrpSpPr>
          <p:cNvPr id="2395" name="Google Shape;2395;p319"/>
          <p:cNvGrpSpPr/>
          <p:nvPr/>
        </p:nvGrpSpPr>
        <p:grpSpPr>
          <a:xfrm>
            <a:off x="713225" y="539500"/>
            <a:ext cx="7717500" cy="4064400"/>
            <a:chOff x="713225" y="539500"/>
            <a:chExt cx="7717500" cy="4064400"/>
          </a:xfrm>
        </p:grpSpPr>
        <p:sp>
          <p:nvSpPr>
            <p:cNvPr id="2396" name="Google Shape;2396;p31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97" name="Google Shape;2397;p31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398" name="Google Shape;2398;p319"/>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3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1_1_1">
    <p:bg>
      <p:bgPr>
        <a:solidFill>
          <a:schemeClr val="dk1"/>
        </a:solidFill>
      </p:bgPr>
    </p:bg>
    <p:spTree>
      <p:nvGrpSpPr>
        <p:cNvPr id="2399" name="Shape 2399"/>
        <p:cNvGrpSpPr/>
        <p:nvPr/>
      </p:nvGrpSpPr>
      <p:grpSpPr>
        <a:xfrm>
          <a:off x="0" y="0"/>
          <a:ext cx="0" cy="0"/>
          <a:chOff x="0" y="0"/>
          <a:chExt cx="0" cy="0"/>
        </a:xfrm>
      </p:grpSpPr>
      <p:grpSp>
        <p:nvGrpSpPr>
          <p:cNvPr id="2400" name="Google Shape;2400;p320"/>
          <p:cNvGrpSpPr/>
          <p:nvPr/>
        </p:nvGrpSpPr>
        <p:grpSpPr>
          <a:xfrm>
            <a:off x="713225" y="539500"/>
            <a:ext cx="7717500" cy="4064400"/>
            <a:chOff x="713225" y="539500"/>
            <a:chExt cx="7717500" cy="4064400"/>
          </a:xfrm>
        </p:grpSpPr>
        <p:sp>
          <p:nvSpPr>
            <p:cNvPr id="2401" name="Google Shape;2401;p32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02" name="Google Shape;2402;p32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403" name="Google Shape;2403;p320"/>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3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BLANK_1_1_1_1_1_1_3">
    <p:bg>
      <p:bgPr>
        <a:solidFill>
          <a:schemeClr val="dk1"/>
        </a:solidFill>
      </p:bgPr>
    </p:bg>
    <p:spTree>
      <p:nvGrpSpPr>
        <p:cNvPr id="2404" name="Shape 2404"/>
        <p:cNvGrpSpPr/>
        <p:nvPr/>
      </p:nvGrpSpPr>
      <p:grpSpPr>
        <a:xfrm>
          <a:off x="0" y="0"/>
          <a:ext cx="0" cy="0"/>
          <a:chOff x="0" y="0"/>
          <a:chExt cx="0" cy="0"/>
        </a:xfrm>
      </p:grpSpPr>
      <p:grpSp>
        <p:nvGrpSpPr>
          <p:cNvPr id="2405" name="Google Shape;2405;p321"/>
          <p:cNvGrpSpPr/>
          <p:nvPr/>
        </p:nvGrpSpPr>
        <p:grpSpPr>
          <a:xfrm>
            <a:off x="713225" y="539500"/>
            <a:ext cx="7717500" cy="4064400"/>
            <a:chOff x="713225" y="539500"/>
            <a:chExt cx="7717500" cy="4064400"/>
          </a:xfrm>
        </p:grpSpPr>
        <p:sp>
          <p:nvSpPr>
            <p:cNvPr id="2406" name="Google Shape;2406;p32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07" name="Google Shape;2407;p32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408" name="Google Shape;2408;p321"/>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3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_1_3_1">
    <p:bg>
      <p:bgPr>
        <a:solidFill>
          <a:schemeClr val="dk1"/>
        </a:solidFill>
      </p:bgPr>
    </p:bg>
    <p:spTree>
      <p:nvGrpSpPr>
        <p:cNvPr id="2409" name="Shape 2409"/>
        <p:cNvGrpSpPr/>
        <p:nvPr/>
      </p:nvGrpSpPr>
      <p:grpSpPr>
        <a:xfrm>
          <a:off x="0" y="0"/>
          <a:ext cx="0" cy="0"/>
          <a:chOff x="0" y="0"/>
          <a:chExt cx="0" cy="0"/>
        </a:xfrm>
      </p:grpSpPr>
      <p:grpSp>
        <p:nvGrpSpPr>
          <p:cNvPr id="2410" name="Google Shape;2410;p322"/>
          <p:cNvGrpSpPr/>
          <p:nvPr/>
        </p:nvGrpSpPr>
        <p:grpSpPr>
          <a:xfrm>
            <a:off x="713225" y="539500"/>
            <a:ext cx="7717500" cy="4064400"/>
            <a:chOff x="713225" y="539500"/>
            <a:chExt cx="7717500" cy="4064400"/>
          </a:xfrm>
        </p:grpSpPr>
        <p:sp>
          <p:nvSpPr>
            <p:cNvPr id="2411" name="Google Shape;2411;p32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12" name="Google Shape;2412;p32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413" name="Google Shape;2413;p322"/>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3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0">
    <p:bg>
      <p:bgPr>
        <a:solidFill>
          <a:schemeClr val="dk1"/>
        </a:solidFill>
      </p:bgPr>
    </p:bg>
    <p:spTree>
      <p:nvGrpSpPr>
        <p:cNvPr id="2414" name="Shape 2414"/>
        <p:cNvGrpSpPr/>
        <p:nvPr/>
      </p:nvGrpSpPr>
      <p:grpSpPr>
        <a:xfrm>
          <a:off x="0" y="0"/>
          <a:ext cx="0" cy="0"/>
          <a:chOff x="0" y="0"/>
          <a:chExt cx="0" cy="0"/>
        </a:xfrm>
      </p:grpSpPr>
      <p:sp>
        <p:nvSpPr>
          <p:cNvPr id="2415" name="Google Shape;2415;p32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323"/>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3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_1_1_1_2">
    <p:bg>
      <p:bgPr>
        <a:solidFill>
          <a:schemeClr val="dk1"/>
        </a:solidFill>
      </p:bgPr>
    </p:bg>
    <p:spTree>
      <p:nvGrpSpPr>
        <p:cNvPr id="2417" name="Shape 2417"/>
        <p:cNvGrpSpPr/>
        <p:nvPr/>
      </p:nvGrpSpPr>
      <p:grpSpPr>
        <a:xfrm>
          <a:off x="0" y="0"/>
          <a:ext cx="0" cy="0"/>
          <a:chOff x="0" y="0"/>
          <a:chExt cx="0" cy="0"/>
        </a:xfrm>
      </p:grpSpPr>
      <p:sp>
        <p:nvSpPr>
          <p:cNvPr id="2418" name="Google Shape;2418;p324"/>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324"/>
          <p:cNvSpPr txBox="1"/>
          <p:nvPr>
            <p:ph type="title"/>
          </p:nvPr>
        </p:nvSpPr>
        <p:spPr>
          <a:xfrm>
            <a:off x="1263200" y="1298488"/>
            <a:ext cx="2732700" cy="109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2420" name="Google Shape;2420;p324"/>
          <p:cNvSpPr txBox="1"/>
          <p:nvPr>
            <p:ph idx="1" type="subTitle"/>
          </p:nvPr>
        </p:nvSpPr>
        <p:spPr>
          <a:xfrm>
            <a:off x="1263200" y="2394813"/>
            <a:ext cx="2732700" cy="1541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3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2421" name="Shape 2421"/>
        <p:cNvGrpSpPr/>
        <p:nvPr/>
      </p:nvGrpSpPr>
      <p:grpSpPr>
        <a:xfrm>
          <a:off x="0" y="0"/>
          <a:ext cx="0" cy="0"/>
          <a:chOff x="0" y="0"/>
          <a:chExt cx="0" cy="0"/>
        </a:xfrm>
      </p:grpSpPr>
      <p:sp>
        <p:nvSpPr>
          <p:cNvPr id="2422" name="Google Shape;2422;p325"/>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325"/>
          <p:cNvSpPr txBox="1"/>
          <p:nvPr>
            <p:ph type="title"/>
          </p:nvPr>
        </p:nvSpPr>
        <p:spPr>
          <a:xfrm>
            <a:off x="948875" y="1767400"/>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2424" name="Google Shape;2424;p325"/>
          <p:cNvSpPr txBox="1"/>
          <p:nvPr>
            <p:ph idx="1" type="subTitle"/>
          </p:nvPr>
        </p:nvSpPr>
        <p:spPr>
          <a:xfrm>
            <a:off x="948875" y="2274200"/>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3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1_1_1_2_1_1_1">
    <p:bg>
      <p:bgPr>
        <a:solidFill>
          <a:schemeClr val="dk1"/>
        </a:solidFill>
      </p:bgPr>
    </p:bg>
    <p:spTree>
      <p:nvGrpSpPr>
        <p:cNvPr id="2425" name="Shape 2425"/>
        <p:cNvGrpSpPr/>
        <p:nvPr/>
      </p:nvGrpSpPr>
      <p:grpSpPr>
        <a:xfrm>
          <a:off x="0" y="0"/>
          <a:ext cx="0" cy="0"/>
          <a:chOff x="0" y="0"/>
          <a:chExt cx="0" cy="0"/>
        </a:xfrm>
      </p:grpSpPr>
      <p:grpSp>
        <p:nvGrpSpPr>
          <p:cNvPr id="2426" name="Google Shape;2426;p326"/>
          <p:cNvGrpSpPr/>
          <p:nvPr/>
        </p:nvGrpSpPr>
        <p:grpSpPr>
          <a:xfrm>
            <a:off x="713225" y="539500"/>
            <a:ext cx="7717500" cy="4064400"/>
            <a:chOff x="713225" y="539500"/>
            <a:chExt cx="7717500" cy="4064400"/>
          </a:xfrm>
        </p:grpSpPr>
        <p:sp>
          <p:nvSpPr>
            <p:cNvPr id="2427" name="Google Shape;2427;p32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28" name="Google Shape;2428;p32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429" name="Google Shape;2429;p32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430" name="Google Shape;2430;p326"/>
          <p:cNvSpPr txBox="1"/>
          <p:nvPr>
            <p:ph idx="1" type="subTitle"/>
          </p:nvPr>
        </p:nvSpPr>
        <p:spPr>
          <a:xfrm>
            <a:off x="862402" y="2181950"/>
            <a:ext cx="74778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431" name="Google Shape;2431;p326"/>
          <p:cNvSpPr txBox="1"/>
          <p:nvPr>
            <p:ph idx="2" type="subTitle"/>
          </p:nvPr>
        </p:nvSpPr>
        <p:spPr>
          <a:xfrm>
            <a:off x="853775" y="2571350"/>
            <a:ext cx="7477800" cy="1937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2432" name="Google Shape;2432;p326"/>
          <p:cNvSpPr txBox="1"/>
          <p:nvPr>
            <p:ph idx="3" type="subTitle"/>
          </p:nvPr>
        </p:nvSpPr>
        <p:spPr>
          <a:xfrm>
            <a:off x="821225" y="1404325"/>
            <a:ext cx="76095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Tree>
  </p:cSld>
  <p:clrMapOvr>
    <a:masterClrMapping/>
  </p:clrMapOvr>
</p:sldLayout>
</file>

<file path=ppt/slideLayouts/slideLayout3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bg>
      <p:bgPr>
        <a:solidFill>
          <a:schemeClr val="dk1"/>
        </a:solidFill>
      </p:bgPr>
    </p:bg>
    <p:spTree>
      <p:nvGrpSpPr>
        <p:cNvPr id="2433" name="Shape 2433"/>
        <p:cNvGrpSpPr/>
        <p:nvPr/>
      </p:nvGrpSpPr>
      <p:grpSpPr>
        <a:xfrm>
          <a:off x="0" y="0"/>
          <a:ext cx="0" cy="0"/>
          <a:chOff x="0" y="0"/>
          <a:chExt cx="0" cy="0"/>
        </a:xfrm>
      </p:grpSpPr>
      <p:sp>
        <p:nvSpPr>
          <p:cNvPr id="2434" name="Google Shape;2434;p327"/>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327"/>
          <p:cNvSpPr txBox="1"/>
          <p:nvPr>
            <p:ph type="title"/>
          </p:nvPr>
        </p:nvSpPr>
        <p:spPr>
          <a:xfrm>
            <a:off x="4762538" y="1024043"/>
            <a:ext cx="3159900" cy="2028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2436" name="Google Shape;2436;p327"/>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3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bg>
      <p:bgPr>
        <a:solidFill>
          <a:schemeClr val="dk1"/>
        </a:solidFill>
      </p:bgPr>
    </p:bg>
    <p:spTree>
      <p:nvGrpSpPr>
        <p:cNvPr id="2437" name="Shape 2437"/>
        <p:cNvGrpSpPr/>
        <p:nvPr/>
      </p:nvGrpSpPr>
      <p:grpSpPr>
        <a:xfrm>
          <a:off x="0" y="0"/>
          <a:ext cx="0" cy="0"/>
          <a:chOff x="0" y="0"/>
          <a:chExt cx="0" cy="0"/>
        </a:xfrm>
      </p:grpSpPr>
      <p:sp>
        <p:nvSpPr>
          <p:cNvPr id="2438" name="Google Shape;2438;p328"/>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328"/>
          <p:cNvSpPr txBox="1"/>
          <p:nvPr>
            <p:ph type="title"/>
          </p:nvPr>
        </p:nvSpPr>
        <p:spPr>
          <a:xfrm>
            <a:off x="954338" y="1773175"/>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2440" name="Google Shape;2440;p328"/>
          <p:cNvSpPr txBox="1"/>
          <p:nvPr>
            <p:ph idx="1" type="subTitle"/>
          </p:nvPr>
        </p:nvSpPr>
        <p:spPr>
          <a:xfrm>
            <a:off x="954338" y="2279975"/>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3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
    <p:bg>
      <p:bgPr>
        <a:solidFill>
          <a:schemeClr val="dk1"/>
        </a:solidFill>
      </p:bgPr>
    </p:bg>
    <p:spTree>
      <p:nvGrpSpPr>
        <p:cNvPr id="2441" name="Shape 2441"/>
        <p:cNvGrpSpPr/>
        <p:nvPr/>
      </p:nvGrpSpPr>
      <p:grpSpPr>
        <a:xfrm>
          <a:off x="0" y="0"/>
          <a:ext cx="0" cy="0"/>
          <a:chOff x="0" y="0"/>
          <a:chExt cx="0" cy="0"/>
        </a:xfrm>
      </p:grpSpPr>
      <p:grpSp>
        <p:nvGrpSpPr>
          <p:cNvPr id="2442" name="Google Shape;2442;p329"/>
          <p:cNvGrpSpPr/>
          <p:nvPr/>
        </p:nvGrpSpPr>
        <p:grpSpPr>
          <a:xfrm>
            <a:off x="713225" y="539500"/>
            <a:ext cx="7717500" cy="4064400"/>
            <a:chOff x="713225" y="539500"/>
            <a:chExt cx="7717500" cy="4064400"/>
          </a:xfrm>
        </p:grpSpPr>
        <p:sp>
          <p:nvSpPr>
            <p:cNvPr id="2443" name="Google Shape;2443;p32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44" name="Google Shape;2444;p32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445" name="Google Shape;2445;p32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446" name="Google Shape;2446;p329"/>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447" name="Google Shape;2447;p329"/>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448" name="Google Shape;2448;p329"/>
          <p:cNvSpPr txBox="1"/>
          <p:nvPr>
            <p:ph idx="3" type="subTitle"/>
          </p:nvPr>
        </p:nvSpPr>
        <p:spPr>
          <a:xfrm>
            <a:off x="853775" y="2571192"/>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2449" name="Google Shape;2449;p329"/>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450" name="Google Shape;2450;p329"/>
          <p:cNvSpPr txBox="1"/>
          <p:nvPr>
            <p:ph idx="5" type="subTitle"/>
          </p:nvPr>
        </p:nvSpPr>
        <p:spPr>
          <a:xfrm>
            <a:off x="4615325" y="2570500"/>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3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1_1_1_1">
    <p:bg>
      <p:bgPr>
        <a:solidFill>
          <a:schemeClr val="dk1"/>
        </a:solidFill>
      </p:bgPr>
    </p:bg>
    <p:spTree>
      <p:nvGrpSpPr>
        <p:cNvPr id="2451" name="Shape 2451"/>
        <p:cNvGrpSpPr/>
        <p:nvPr/>
      </p:nvGrpSpPr>
      <p:grpSpPr>
        <a:xfrm>
          <a:off x="0" y="0"/>
          <a:ext cx="0" cy="0"/>
          <a:chOff x="0" y="0"/>
          <a:chExt cx="0" cy="0"/>
        </a:xfrm>
      </p:grpSpPr>
      <p:grpSp>
        <p:nvGrpSpPr>
          <p:cNvPr id="2452" name="Google Shape;2452;p330"/>
          <p:cNvGrpSpPr/>
          <p:nvPr/>
        </p:nvGrpSpPr>
        <p:grpSpPr>
          <a:xfrm>
            <a:off x="713225" y="539500"/>
            <a:ext cx="7717500" cy="4064400"/>
            <a:chOff x="713225" y="539500"/>
            <a:chExt cx="7717500" cy="4064400"/>
          </a:xfrm>
        </p:grpSpPr>
        <p:sp>
          <p:nvSpPr>
            <p:cNvPr id="2453" name="Google Shape;2453;p33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54" name="Google Shape;2454;p33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455" name="Google Shape;2455;p33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456" name="Google Shape;2456;p330"/>
          <p:cNvSpPr txBox="1"/>
          <p:nvPr>
            <p:ph idx="1" type="subTitle"/>
          </p:nvPr>
        </p:nvSpPr>
        <p:spPr>
          <a:xfrm>
            <a:off x="1422663" y="3527586"/>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457" name="Google Shape;2457;p330"/>
          <p:cNvSpPr txBox="1"/>
          <p:nvPr>
            <p:ph idx="2" type="subTitle"/>
          </p:nvPr>
        </p:nvSpPr>
        <p:spPr>
          <a:xfrm>
            <a:off x="1422663" y="3098062"/>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458" name="Google Shape;2458;p330"/>
          <p:cNvSpPr txBox="1"/>
          <p:nvPr>
            <p:ph idx="3" type="subTitle"/>
          </p:nvPr>
        </p:nvSpPr>
        <p:spPr>
          <a:xfrm>
            <a:off x="5336638" y="3527925"/>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459" name="Google Shape;2459;p330"/>
          <p:cNvSpPr txBox="1"/>
          <p:nvPr>
            <p:ph idx="4" type="subTitle"/>
          </p:nvPr>
        </p:nvSpPr>
        <p:spPr>
          <a:xfrm>
            <a:off x="5336638" y="30980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8">
    <p:bg>
      <p:bgPr>
        <a:solidFill>
          <a:schemeClr val="dk1"/>
        </a:solidFill>
      </p:bgPr>
    </p:bg>
    <p:spTree>
      <p:nvGrpSpPr>
        <p:cNvPr id="2460" name="Shape 2460"/>
        <p:cNvGrpSpPr/>
        <p:nvPr/>
      </p:nvGrpSpPr>
      <p:grpSpPr>
        <a:xfrm>
          <a:off x="0" y="0"/>
          <a:ext cx="0" cy="0"/>
          <a:chOff x="0" y="0"/>
          <a:chExt cx="0" cy="0"/>
        </a:xfrm>
      </p:grpSpPr>
      <p:grpSp>
        <p:nvGrpSpPr>
          <p:cNvPr id="2461" name="Google Shape;2461;p331"/>
          <p:cNvGrpSpPr/>
          <p:nvPr/>
        </p:nvGrpSpPr>
        <p:grpSpPr>
          <a:xfrm>
            <a:off x="713225" y="539500"/>
            <a:ext cx="7717500" cy="4064400"/>
            <a:chOff x="713225" y="539500"/>
            <a:chExt cx="7717500" cy="4064400"/>
          </a:xfrm>
        </p:grpSpPr>
        <p:sp>
          <p:nvSpPr>
            <p:cNvPr id="2462" name="Google Shape;2462;p33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63" name="Google Shape;2463;p33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464" name="Google Shape;2464;p33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465" name="Google Shape;2465;p331"/>
          <p:cNvSpPr txBox="1"/>
          <p:nvPr>
            <p:ph idx="1" type="subTitle"/>
          </p:nvPr>
        </p:nvSpPr>
        <p:spPr>
          <a:xfrm>
            <a:off x="2965993" y="1780597"/>
            <a:ext cx="3506400" cy="80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466" name="Google Shape;2466;p331"/>
          <p:cNvSpPr txBox="1"/>
          <p:nvPr>
            <p:ph idx="2" type="subTitle"/>
          </p:nvPr>
        </p:nvSpPr>
        <p:spPr>
          <a:xfrm>
            <a:off x="2965993" y="1351073"/>
            <a:ext cx="3506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467" name="Google Shape;2467;p331"/>
          <p:cNvSpPr txBox="1"/>
          <p:nvPr>
            <p:ph idx="3" type="subTitle"/>
          </p:nvPr>
        </p:nvSpPr>
        <p:spPr>
          <a:xfrm>
            <a:off x="2280193" y="3541819"/>
            <a:ext cx="3506400" cy="809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468" name="Google Shape;2468;p331"/>
          <p:cNvSpPr txBox="1"/>
          <p:nvPr>
            <p:ph idx="4" type="subTitle"/>
          </p:nvPr>
        </p:nvSpPr>
        <p:spPr>
          <a:xfrm>
            <a:off x="2280193" y="3111944"/>
            <a:ext cx="3506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bg>
      <p:bgPr>
        <a:solidFill>
          <a:schemeClr val="dk1"/>
        </a:solidFill>
      </p:bgPr>
    </p:bg>
    <p:spTree>
      <p:nvGrpSpPr>
        <p:cNvPr id="2469" name="Shape 2469"/>
        <p:cNvGrpSpPr/>
        <p:nvPr/>
      </p:nvGrpSpPr>
      <p:grpSpPr>
        <a:xfrm>
          <a:off x="0" y="0"/>
          <a:ext cx="0" cy="0"/>
          <a:chOff x="0" y="0"/>
          <a:chExt cx="0" cy="0"/>
        </a:xfrm>
      </p:grpSpPr>
      <p:grpSp>
        <p:nvGrpSpPr>
          <p:cNvPr id="2470" name="Google Shape;2470;p332"/>
          <p:cNvGrpSpPr/>
          <p:nvPr/>
        </p:nvGrpSpPr>
        <p:grpSpPr>
          <a:xfrm>
            <a:off x="713225" y="539500"/>
            <a:ext cx="7717500" cy="4064400"/>
            <a:chOff x="713225" y="539500"/>
            <a:chExt cx="7717500" cy="4064400"/>
          </a:xfrm>
        </p:grpSpPr>
        <p:sp>
          <p:nvSpPr>
            <p:cNvPr id="2471" name="Google Shape;2471;p33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72" name="Google Shape;2472;p33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473" name="Google Shape;2473;p33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474" name="Google Shape;2474;p332"/>
          <p:cNvSpPr txBox="1"/>
          <p:nvPr>
            <p:ph idx="1" type="subTitle"/>
          </p:nvPr>
        </p:nvSpPr>
        <p:spPr>
          <a:xfrm>
            <a:off x="1041662" y="2850162"/>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475" name="Google Shape;2475;p332"/>
          <p:cNvSpPr txBox="1"/>
          <p:nvPr>
            <p:ph idx="2" type="subTitle"/>
          </p:nvPr>
        </p:nvSpPr>
        <p:spPr>
          <a:xfrm>
            <a:off x="1041662"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476" name="Google Shape;2476;p332"/>
          <p:cNvSpPr txBox="1"/>
          <p:nvPr>
            <p:ph idx="3" type="subTitle"/>
          </p:nvPr>
        </p:nvSpPr>
        <p:spPr>
          <a:xfrm>
            <a:off x="6437934" y="2850513"/>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477" name="Google Shape;2477;p332"/>
          <p:cNvSpPr txBox="1"/>
          <p:nvPr>
            <p:ph idx="4" type="subTitle"/>
          </p:nvPr>
        </p:nvSpPr>
        <p:spPr>
          <a:xfrm>
            <a:off x="6437934"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6">
    <p:bg>
      <p:bgPr>
        <a:solidFill>
          <a:schemeClr val="dk1"/>
        </a:solidFill>
      </p:bgPr>
    </p:bg>
    <p:spTree>
      <p:nvGrpSpPr>
        <p:cNvPr id="2478" name="Shape 2478"/>
        <p:cNvGrpSpPr/>
        <p:nvPr/>
      </p:nvGrpSpPr>
      <p:grpSpPr>
        <a:xfrm>
          <a:off x="0" y="0"/>
          <a:ext cx="0" cy="0"/>
          <a:chOff x="0" y="0"/>
          <a:chExt cx="0" cy="0"/>
        </a:xfrm>
      </p:grpSpPr>
      <p:grpSp>
        <p:nvGrpSpPr>
          <p:cNvPr id="2479" name="Google Shape;2479;p333"/>
          <p:cNvGrpSpPr/>
          <p:nvPr/>
        </p:nvGrpSpPr>
        <p:grpSpPr>
          <a:xfrm>
            <a:off x="713225" y="539500"/>
            <a:ext cx="7717500" cy="4064400"/>
            <a:chOff x="713225" y="539500"/>
            <a:chExt cx="7717500" cy="4064400"/>
          </a:xfrm>
        </p:grpSpPr>
        <p:sp>
          <p:nvSpPr>
            <p:cNvPr id="2480" name="Google Shape;2480;p33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81" name="Google Shape;2481;p33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482" name="Google Shape;2482;p33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483" name="Google Shape;2483;p333"/>
          <p:cNvSpPr txBox="1"/>
          <p:nvPr>
            <p:ph idx="1" type="subTitle"/>
          </p:nvPr>
        </p:nvSpPr>
        <p:spPr>
          <a:xfrm>
            <a:off x="1425525" y="1808851"/>
            <a:ext cx="2384700" cy="2377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
        <p:nvSpPr>
          <p:cNvPr id="2484" name="Google Shape;2484;p333"/>
          <p:cNvSpPr txBox="1"/>
          <p:nvPr>
            <p:ph idx="2" type="subTitle"/>
          </p:nvPr>
        </p:nvSpPr>
        <p:spPr>
          <a:xfrm>
            <a:off x="5333725" y="1808850"/>
            <a:ext cx="2384700" cy="2356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3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_1_1_1">
    <p:bg>
      <p:bgPr>
        <a:solidFill>
          <a:schemeClr val="dk1"/>
        </a:solidFill>
      </p:bgPr>
    </p:bg>
    <p:spTree>
      <p:nvGrpSpPr>
        <p:cNvPr id="2485" name="Shape 2485"/>
        <p:cNvGrpSpPr/>
        <p:nvPr/>
      </p:nvGrpSpPr>
      <p:grpSpPr>
        <a:xfrm>
          <a:off x="0" y="0"/>
          <a:ext cx="0" cy="0"/>
          <a:chOff x="0" y="0"/>
          <a:chExt cx="0" cy="0"/>
        </a:xfrm>
      </p:grpSpPr>
      <p:grpSp>
        <p:nvGrpSpPr>
          <p:cNvPr id="2486" name="Google Shape;2486;p334"/>
          <p:cNvGrpSpPr/>
          <p:nvPr/>
        </p:nvGrpSpPr>
        <p:grpSpPr>
          <a:xfrm>
            <a:off x="713225" y="539500"/>
            <a:ext cx="7717500" cy="4064400"/>
            <a:chOff x="713225" y="539500"/>
            <a:chExt cx="7717500" cy="4064400"/>
          </a:xfrm>
        </p:grpSpPr>
        <p:sp>
          <p:nvSpPr>
            <p:cNvPr id="2487" name="Google Shape;2487;p33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88" name="Google Shape;2488;p33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489" name="Google Shape;2489;p33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490" name="Google Shape;2490;p334"/>
          <p:cNvSpPr txBox="1"/>
          <p:nvPr>
            <p:ph idx="1" type="subTitle"/>
          </p:nvPr>
        </p:nvSpPr>
        <p:spPr>
          <a:xfrm>
            <a:off x="852300" y="16473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491" name="Google Shape;2491;p334"/>
          <p:cNvSpPr txBox="1"/>
          <p:nvPr>
            <p:ph idx="2" type="subTitle"/>
          </p:nvPr>
        </p:nvSpPr>
        <p:spPr>
          <a:xfrm>
            <a:off x="852300" y="12178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2492" name="Google Shape;2492;p334"/>
          <p:cNvSpPr txBox="1"/>
          <p:nvPr>
            <p:ph idx="3" type="subTitle"/>
          </p:nvPr>
        </p:nvSpPr>
        <p:spPr>
          <a:xfrm>
            <a:off x="852300" y="27819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493" name="Google Shape;2493;p334"/>
          <p:cNvSpPr txBox="1"/>
          <p:nvPr>
            <p:ph idx="4" type="subTitle"/>
          </p:nvPr>
        </p:nvSpPr>
        <p:spPr>
          <a:xfrm>
            <a:off x="852300" y="23524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2494" name="Google Shape;2494;p334"/>
          <p:cNvSpPr txBox="1"/>
          <p:nvPr>
            <p:ph idx="5" type="subTitle"/>
          </p:nvPr>
        </p:nvSpPr>
        <p:spPr>
          <a:xfrm>
            <a:off x="852300" y="3916538"/>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495" name="Google Shape;2495;p334"/>
          <p:cNvSpPr txBox="1"/>
          <p:nvPr>
            <p:ph idx="6" type="subTitle"/>
          </p:nvPr>
        </p:nvSpPr>
        <p:spPr>
          <a:xfrm>
            <a:off x="852300" y="34870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3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bg>
      <p:bgPr>
        <a:solidFill>
          <a:schemeClr val="dk1"/>
        </a:solidFill>
      </p:bgPr>
    </p:bg>
    <p:spTree>
      <p:nvGrpSpPr>
        <p:cNvPr id="2496" name="Shape 2496"/>
        <p:cNvGrpSpPr/>
        <p:nvPr/>
      </p:nvGrpSpPr>
      <p:grpSpPr>
        <a:xfrm>
          <a:off x="0" y="0"/>
          <a:ext cx="0" cy="0"/>
          <a:chOff x="0" y="0"/>
          <a:chExt cx="0" cy="0"/>
        </a:xfrm>
      </p:grpSpPr>
      <p:grpSp>
        <p:nvGrpSpPr>
          <p:cNvPr id="2497" name="Google Shape;2497;p335"/>
          <p:cNvGrpSpPr/>
          <p:nvPr/>
        </p:nvGrpSpPr>
        <p:grpSpPr>
          <a:xfrm>
            <a:off x="713225" y="539500"/>
            <a:ext cx="7717500" cy="4064400"/>
            <a:chOff x="713225" y="539500"/>
            <a:chExt cx="7717500" cy="4064400"/>
          </a:xfrm>
        </p:grpSpPr>
        <p:sp>
          <p:nvSpPr>
            <p:cNvPr id="2498" name="Google Shape;2498;p33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99" name="Google Shape;2499;p33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500" name="Google Shape;2500;p33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501" name="Google Shape;2501;p335"/>
          <p:cNvSpPr txBox="1"/>
          <p:nvPr>
            <p:ph idx="1" type="subTitle"/>
          </p:nvPr>
        </p:nvSpPr>
        <p:spPr>
          <a:xfrm>
            <a:off x="919850"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502" name="Google Shape;2502;p335"/>
          <p:cNvSpPr txBox="1"/>
          <p:nvPr>
            <p:ph idx="2" type="subTitle"/>
          </p:nvPr>
        </p:nvSpPr>
        <p:spPr>
          <a:xfrm>
            <a:off x="919850"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503" name="Google Shape;2503;p335"/>
          <p:cNvSpPr txBox="1"/>
          <p:nvPr>
            <p:ph idx="3" type="subTitle"/>
          </p:nvPr>
        </p:nvSpPr>
        <p:spPr>
          <a:xfrm>
            <a:off x="3500699"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504" name="Google Shape;2504;p335"/>
          <p:cNvSpPr txBox="1"/>
          <p:nvPr>
            <p:ph idx="4" type="subTitle"/>
          </p:nvPr>
        </p:nvSpPr>
        <p:spPr>
          <a:xfrm>
            <a:off x="3500697"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505" name="Google Shape;2505;p335"/>
          <p:cNvSpPr txBox="1"/>
          <p:nvPr>
            <p:ph idx="5" type="subTitle"/>
          </p:nvPr>
        </p:nvSpPr>
        <p:spPr>
          <a:xfrm>
            <a:off x="6069048"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506" name="Google Shape;2506;p335"/>
          <p:cNvSpPr txBox="1"/>
          <p:nvPr>
            <p:ph idx="6" type="subTitle"/>
          </p:nvPr>
        </p:nvSpPr>
        <p:spPr>
          <a:xfrm>
            <a:off x="6069043"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1_1_1_1_1_1">
    <p:bg>
      <p:bgPr>
        <a:solidFill>
          <a:schemeClr val="dk1"/>
        </a:solidFill>
      </p:bgPr>
    </p:bg>
    <p:spTree>
      <p:nvGrpSpPr>
        <p:cNvPr id="2507" name="Shape 2507"/>
        <p:cNvGrpSpPr/>
        <p:nvPr/>
      </p:nvGrpSpPr>
      <p:grpSpPr>
        <a:xfrm>
          <a:off x="0" y="0"/>
          <a:ext cx="0" cy="0"/>
          <a:chOff x="0" y="0"/>
          <a:chExt cx="0" cy="0"/>
        </a:xfrm>
      </p:grpSpPr>
      <p:grpSp>
        <p:nvGrpSpPr>
          <p:cNvPr id="2508" name="Google Shape;2508;p336"/>
          <p:cNvGrpSpPr/>
          <p:nvPr/>
        </p:nvGrpSpPr>
        <p:grpSpPr>
          <a:xfrm>
            <a:off x="713225" y="539500"/>
            <a:ext cx="7717500" cy="4064400"/>
            <a:chOff x="713225" y="539500"/>
            <a:chExt cx="7717500" cy="4064400"/>
          </a:xfrm>
        </p:grpSpPr>
        <p:sp>
          <p:nvSpPr>
            <p:cNvPr id="2509" name="Google Shape;2509;p33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510" name="Google Shape;2510;p33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511" name="Google Shape;2511;p33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512" name="Google Shape;2512;p336"/>
          <p:cNvSpPr txBox="1"/>
          <p:nvPr>
            <p:ph idx="1" type="subTitle"/>
          </p:nvPr>
        </p:nvSpPr>
        <p:spPr>
          <a:xfrm>
            <a:off x="919850" y="28955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513" name="Google Shape;2513;p336"/>
          <p:cNvSpPr txBox="1"/>
          <p:nvPr>
            <p:ph idx="2" type="subTitle"/>
          </p:nvPr>
        </p:nvSpPr>
        <p:spPr>
          <a:xfrm>
            <a:off x="919850" y="23982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514" name="Google Shape;2514;p336"/>
          <p:cNvSpPr txBox="1"/>
          <p:nvPr>
            <p:ph idx="3" type="subTitle"/>
          </p:nvPr>
        </p:nvSpPr>
        <p:spPr>
          <a:xfrm>
            <a:off x="3500700" y="32003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515" name="Google Shape;2515;p336"/>
          <p:cNvSpPr txBox="1"/>
          <p:nvPr>
            <p:ph idx="4" type="subTitle"/>
          </p:nvPr>
        </p:nvSpPr>
        <p:spPr>
          <a:xfrm>
            <a:off x="3500697" y="27030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516" name="Google Shape;2516;p336"/>
          <p:cNvSpPr txBox="1"/>
          <p:nvPr>
            <p:ph idx="5" type="subTitle"/>
          </p:nvPr>
        </p:nvSpPr>
        <p:spPr>
          <a:xfrm>
            <a:off x="6069049" y="35051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517" name="Google Shape;2517;p336"/>
          <p:cNvSpPr txBox="1"/>
          <p:nvPr>
            <p:ph idx="6" type="subTitle"/>
          </p:nvPr>
        </p:nvSpPr>
        <p:spPr>
          <a:xfrm>
            <a:off x="6069043" y="30078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BLANK_1_1_1_1_1_1_1_1_1_1">
    <p:bg>
      <p:bgPr>
        <a:solidFill>
          <a:schemeClr val="dk1"/>
        </a:solidFill>
      </p:bgPr>
    </p:bg>
    <p:spTree>
      <p:nvGrpSpPr>
        <p:cNvPr id="2518" name="Shape 2518"/>
        <p:cNvGrpSpPr/>
        <p:nvPr/>
      </p:nvGrpSpPr>
      <p:grpSpPr>
        <a:xfrm>
          <a:off x="0" y="0"/>
          <a:ext cx="0" cy="0"/>
          <a:chOff x="0" y="0"/>
          <a:chExt cx="0" cy="0"/>
        </a:xfrm>
      </p:grpSpPr>
      <p:grpSp>
        <p:nvGrpSpPr>
          <p:cNvPr id="2519" name="Google Shape;2519;p337"/>
          <p:cNvGrpSpPr/>
          <p:nvPr/>
        </p:nvGrpSpPr>
        <p:grpSpPr>
          <a:xfrm>
            <a:off x="713225" y="539500"/>
            <a:ext cx="7717500" cy="4064400"/>
            <a:chOff x="713225" y="539500"/>
            <a:chExt cx="7717500" cy="4064400"/>
          </a:xfrm>
        </p:grpSpPr>
        <p:sp>
          <p:nvSpPr>
            <p:cNvPr id="2520" name="Google Shape;2520;p33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521" name="Google Shape;2521;p33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522" name="Google Shape;2522;p33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523" name="Google Shape;2523;p337"/>
          <p:cNvSpPr txBox="1"/>
          <p:nvPr>
            <p:ph idx="1" type="subTitle"/>
          </p:nvPr>
        </p:nvSpPr>
        <p:spPr>
          <a:xfrm>
            <a:off x="111297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524" name="Google Shape;2524;p337"/>
          <p:cNvSpPr txBox="1"/>
          <p:nvPr>
            <p:ph idx="2" type="subTitle"/>
          </p:nvPr>
        </p:nvSpPr>
        <p:spPr>
          <a:xfrm>
            <a:off x="111297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525" name="Google Shape;2525;p337"/>
          <p:cNvSpPr txBox="1"/>
          <p:nvPr>
            <p:ph idx="3" type="subTitle"/>
          </p:nvPr>
        </p:nvSpPr>
        <p:spPr>
          <a:xfrm>
            <a:off x="3497250" y="18612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526" name="Google Shape;2526;p337"/>
          <p:cNvSpPr txBox="1"/>
          <p:nvPr>
            <p:ph idx="4" type="subTitle"/>
          </p:nvPr>
        </p:nvSpPr>
        <p:spPr>
          <a:xfrm>
            <a:off x="3497250" y="13639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527" name="Google Shape;2527;p337"/>
          <p:cNvSpPr txBox="1"/>
          <p:nvPr>
            <p:ph idx="5" type="subTitle"/>
          </p:nvPr>
        </p:nvSpPr>
        <p:spPr>
          <a:xfrm>
            <a:off x="588152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528" name="Google Shape;2528;p337"/>
          <p:cNvSpPr txBox="1"/>
          <p:nvPr>
            <p:ph idx="6" type="subTitle"/>
          </p:nvPr>
        </p:nvSpPr>
        <p:spPr>
          <a:xfrm>
            <a:off x="588152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2">
    <p:bg>
      <p:bgPr>
        <a:solidFill>
          <a:schemeClr val="dk1"/>
        </a:solidFill>
      </p:bgPr>
    </p:bg>
    <p:spTree>
      <p:nvGrpSpPr>
        <p:cNvPr id="2529" name="Shape 2529"/>
        <p:cNvGrpSpPr/>
        <p:nvPr/>
      </p:nvGrpSpPr>
      <p:grpSpPr>
        <a:xfrm>
          <a:off x="0" y="0"/>
          <a:ext cx="0" cy="0"/>
          <a:chOff x="0" y="0"/>
          <a:chExt cx="0" cy="0"/>
        </a:xfrm>
      </p:grpSpPr>
      <p:grpSp>
        <p:nvGrpSpPr>
          <p:cNvPr id="2530" name="Google Shape;2530;p338"/>
          <p:cNvGrpSpPr/>
          <p:nvPr/>
        </p:nvGrpSpPr>
        <p:grpSpPr>
          <a:xfrm>
            <a:off x="713225" y="539500"/>
            <a:ext cx="7717500" cy="4064400"/>
            <a:chOff x="713225" y="539500"/>
            <a:chExt cx="7717500" cy="4064400"/>
          </a:xfrm>
        </p:grpSpPr>
        <p:sp>
          <p:nvSpPr>
            <p:cNvPr id="2531" name="Google Shape;2531;p33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532" name="Google Shape;2532;p33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533" name="Google Shape;2533;p33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534" name="Google Shape;2534;p338"/>
          <p:cNvSpPr txBox="1"/>
          <p:nvPr>
            <p:ph idx="1" type="subTitle"/>
          </p:nvPr>
        </p:nvSpPr>
        <p:spPr>
          <a:xfrm>
            <a:off x="945800" y="1875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535" name="Google Shape;2535;p338"/>
          <p:cNvSpPr txBox="1"/>
          <p:nvPr>
            <p:ph idx="2" type="subTitle"/>
          </p:nvPr>
        </p:nvSpPr>
        <p:spPr>
          <a:xfrm>
            <a:off x="945800" y="1446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2536" name="Google Shape;2536;p338"/>
          <p:cNvSpPr txBox="1"/>
          <p:nvPr>
            <p:ph idx="3" type="subTitle"/>
          </p:nvPr>
        </p:nvSpPr>
        <p:spPr>
          <a:xfrm>
            <a:off x="5153800" y="2781950"/>
            <a:ext cx="30444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537" name="Google Shape;2537;p338"/>
          <p:cNvSpPr txBox="1"/>
          <p:nvPr>
            <p:ph idx="4" type="subTitle"/>
          </p:nvPr>
        </p:nvSpPr>
        <p:spPr>
          <a:xfrm>
            <a:off x="5153800" y="2352425"/>
            <a:ext cx="3044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2538" name="Google Shape;2538;p338"/>
          <p:cNvSpPr txBox="1"/>
          <p:nvPr>
            <p:ph idx="5" type="subTitle"/>
          </p:nvPr>
        </p:nvSpPr>
        <p:spPr>
          <a:xfrm>
            <a:off x="945800" y="3687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539" name="Google Shape;2539;p338"/>
          <p:cNvSpPr txBox="1"/>
          <p:nvPr>
            <p:ph idx="6" type="subTitle"/>
          </p:nvPr>
        </p:nvSpPr>
        <p:spPr>
          <a:xfrm>
            <a:off x="945800" y="3258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3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5">
    <p:bg>
      <p:bgPr>
        <a:solidFill>
          <a:schemeClr val="dk1"/>
        </a:solidFill>
      </p:bgPr>
    </p:bg>
    <p:spTree>
      <p:nvGrpSpPr>
        <p:cNvPr id="2540" name="Shape 2540"/>
        <p:cNvGrpSpPr/>
        <p:nvPr/>
      </p:nvGrpSpPr>
      <p:grpSpPr>
        <a:xfrm>
          <a:off x="0" y="0"/>
          <a:ext cx="0" cy="0"/>
          <a:chOff x="0" y="0"/>
          <a:chExt cx="0" cy="0"/>
        </a:xfrm>
      </p:grpSpPr>
      <p:grpSp>
        <p:nvGrpSpPr>
          <p:cNvPr id="2541" name="Google Shape;2541;p339"/>
          <p:cNvGrpSpPr/>
          <p:nvPr/>
        </p:nvGrpSpPr>
        <p:grpSpPr>
          <a:xfrm>
            <a:off x="713225" y="539500"/>
            <a:ext cx="7717500" cy="4064400"/>
            <a:chOff x="713225" y="539500"/>
            <a:chExt cx="7717500" cy="4064400"/>
          </a:xfrm>
        </p:grpSpPr>
        <p:sp>
          <p:nvSpPr>
            <p:cNvPr id="2542" name="Google Shape;2542;p33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543" name="Google Shape;2543;p33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544" name="Google Shape;2544;p33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545" name="Google Shape;2545;p339"/>
          <p:cNvSpPr txBox="1"/>
          <p:nvPr>
            <p:ph idx="1" type="subTitle"/>
          </p:nvPr>
        </p:nvSpPr>
        <p:spPr>
          <a:xfrm>
            <a:off x="1658100" y="1978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546" name="Google Shape;2546;p339"/>
          <p:cNvSpPr txBox="1"/>
          <p:nvPr>
            <p:ph idx="2" type="subTitle"/>
          </p:nvPr>
        </p:nvSpPr>
        <p:spPr>
          <a:xfrm>
            <a:off x="1658100" y="1549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2547" name="Google Shape;2547;p339"/>
          <p:cNvSpPr txBox="1"/>
          <p:nvPr>
            <p:ph idx="3" type="subTitle"/>
          </p:nvPr>
        </p:nvSpPr>
        <p:spPr>
          <a:xfrm>
            <a:off x="1658100" y="2884846"/>
            <a:ext cx="62850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548" name="Google Shape;2548;p339"/>
          <p:cNvSpPr txBox="1"/>
          <p:nvPr>
            <p:ph idx="4" type="subTitle"/>
          </p:nvPr>
        </p:nvSpPr>
        <p:spPr>
          <a:xfrm>
            <a:off x="1658100" y="2455321"/>
            <a:ext cx="62850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2549" name="Google Shape;2549;p339"/>
          <p:cNvSpPr txBox="1"/>
          <p:nvPr>
            <p:ph idx="5" type="subTitle"/>
          </p:nvPr>
        </p:nvSpPr>
        <p:spPr>
          <a:xfrm>
            <a:off x="1658100" y="3790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550" name="Google Shape;2550;p339"/>
          <p:cNvSpPr txBox="1"/>
          <p:nvPr>
            <p:ph idx="6" type="subTitle"/>
          </p:nvPr>
        </p:nvSpPr>
        <p:spPr>
          <a:xfrm>
            <a:off x="1658100" y="3361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3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24">
    <p:bg>
      <p:bgPr>
        <a:solidFill>
          <a:schemeClr val="dk1"/>
        </a:solidFill>
      </p:bgPr>
    </p:bg>
    <p:spTree>
      <p:nvGrpSpPr>
        <p:cNvPr id="2551" name="Shape 2551"/>
        <p:cNvGrpSpPr/>
        <p:nvPr/>
      </p:nvGrpSpPr>
      <p:grpSpPr>
        <a:xfrm>
          <a:off x="0" y="0"/>
          <a:ext cx="0" cy="0"/>
          <a:chOff x="0" y="0"/>
          <a:chExt cx="0" cy="0"/>
        </a:xfrm>
      </p:grpSpPr>
      <p:grpSp>
        <p:nvGrpSpPr>
          <p:cNvPr id="2552" name="Google Shape;2552;p340"/>
          <p:cNvGrpSpPr/>
          <p:nvPr/>
        </p:nvGrpSpPr>
        <p:grpSpPr>
          <a:xfrm>
            <a:off x="713225" y="539500"/>
            <a:ext cx="7717500" cy="4064400"/>
            <a:chOff x="713225" y="539500"/>
            <a:chExt cx="7717500" cy="4064400"/>
          </a:xfrm>
        </p:grpSpPr>
        <p:sp>
          <p:nvSpPr>
            <p:cNvPr id="2553" name="Google Shape;2553;p34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554" name="Google Shape;2554;p34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555" name="Google Shape;2555;p34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556" name="Google Shape;2556;p340"/>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557" name="Google Shape;2557;p340"/>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558" name="Google Shape;2558;p340"/>
          <p:cNvSpPr txBox="1"/>
          <p:nvPr>
            <p:ph idx="3" type="subTitle"/>
          </p:nvPr>
        </p:nvSpPr>
        <p:spPr>
          <a:xfrm>
            <a:off x="853775" y="257119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2559" name="Google Shape;2559;p340"/>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560" name="Google Shape;2560;p340"/>
          <p:cNvSpPr txBox="1"/>
          <p:nvPr>
            <p:ph idx="5" type="subTitle"/>
          </p:nvPr>
        </p:nvSpPr>
        <p:spPr>
          <a:xfrm>
            <a:off x="4452875" y="2570500"/>
            <a:ext cx="3761700" cy="172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2561" name="Google Shape;2561;p340"/>
          <p:cNvSpPr txBox="1"/>
          <p:nvPr>
            <p:ph idx="6" type="subTitle"/>
          </p:nvPr>
        </p:nvSpPr>
        <p:spPr>
          <a:xfrm>
            <a:off x="853775" y="323750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562" name="Google Shape;2562;p340"/>
          <p:cNvSpPr txBox="1"/>
          <p:nvPr>
            <p:ph idx="7" type="subTitle"/>
          </p:nvPr>
        </p:nvSpPr>
        <p:spPr>
          <a:xfrm>
            <a:off x="853775" y="362674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3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_1_1_1_1">
    <p:bg>
      <p:bgPr>
        <a:solidFill>
          <a:schemeClr val="dk1"/>
        </a:solidFill>
      </p:bgPr>
    </p:bg>
    <p:spTree>
      <p:nvGrpSpPr>
        <p:cNvPr id="2563" name="Shape 2563"/>
        <p:cNvGrpSpPr/>
        <p:nvPr/>
      </p:nvGrpSpPr>
      <p:grpSpPr>
        <a:xfrm>
          <a:off x="0" y="0"/>
          <a:ext cx="0" cy="0"/>
          <a:chOff x="0" y="0"/>
          <a:chExt cx="0" cy="0"/>
        </a:xfrm>
      </p:grpSpPr>
      <p:grpSp>
        <p:nvGrpSpPr>
          <p:cNvPr id="2564" name="Google Shape;2564;p341"/>
          <p:cNvGrpSpPr/>
          <p:nvPr/>
        </p:nvGrpSpPr>
        <p:grpSpPr>
          <a:xfrm>
            <a:off x="713225" y="539500"/>
            <a:ext cx="7717500" cy="4064400"/>
            <a:chOff x="713225" y="539500"/>
            <a:chExt cx="7717500" cy="4064400"/>
          </a:xfrm>
        </p:grpSpPr>
        <p:sp>
          <p:nvSpPr>
            <p:cNvPr id="2565" name="Google Shape;2565;p34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566" name="Google Shape;2566;p34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567" name="Google Shape;2567;p34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568" name="Google Shape;2568;p341"/>
          <p:cNvSpPr txBox="1"/>
          <p:nvPr>
            <p:ph idx="1" type="subTitle"/>
          </p:nvPr>
        </p:nvSpPr>
        <p:spPr>
          <a:xfrm>
            <a:off x="1112425"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2569" name="Google Shape;2569;p341"/>
          <p:cNvSpPr txBox="1"/>
          <p:nvPr>
            <p:ph idx="2" type="subTitle"/>
          </p:nvPr>
        </p:nvSpPr>
        <p:spPr>
          <a:xfrm>
            <a:off x="1112425"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570" name="Google Shape;2570;p341"/>
          <p:cNvSpPr txBox="1"/>
          <p:nvPr>
            <p:ph idx="3" type="subTitle"/>
          </p:nvPr>
        </p:nvSpPr>
        <p:spPr>
          <a:xfrm>
            <a:off x="5584150"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2571" name="Google Shape;2571;p341"/>
          <p:cNvSpPr txBox="1"/>
          <p:nvPr>
            <p:ph idx="4" type="subTitle"/>
          </p:nvPr>
        </p:nvSpPr>
        <p:spPr>
          <a:xfrm>
            <a:off x="5584150"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572" name="Google Shape;2572;p341"/>
          <p:cNvSpPr txBox="1"/>
          <p:nvPr>
            <p:ph idx="5" type="subTitle"/>
          </p:nvPr>
        </p:nvSpPr>
        <p:spPr>
          <a:xfrm>
            <a:off x="1112425"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2573" name="Google Shape;2573;p341"/>
          <p:cNvSpPr txBox="1"/>
          <p:nvPr>
            <p:ph idx="6" type="subTitle"/>
          </p:nvPr>
        </p:nvSpPr>
        <p:spPr>
          <a:xfrm>
            <a:off x="1112425"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574" name="Google Shape;2574;p341"/>
          <p:cNvSpPr txBox="1"/>
          <p:nvPr>
            <p:ph idx="7" type="subTitle"/>
          </p:nvPr>
        </p:nvSpPr>
        <p:spPr>
          <a:xfrm>
            <a:off x="5584150"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2575" name="Google Shape;2575;p341"/>
          <p:cNvSpPr txBox="1"/>
          <p:nvPr>
            <p:ph idx="8" type="subTitle"/>
          </p:nvPr>
        </p:nvSpPr>
        <p:spPr>
          <a:xfrm>
            <a:off x="5584150"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1_1_1_1_1">
    <p:bg>
      <p:bgPr>
        <a:solidFill>
          <a:schemeClr val="dk1"/>
        </a:solidFill>
      </p:bgPr>
    </p:bg>
    <p:spTree>
      <p:nvGrpSpPr>
        <p:cNvPr id="2576" name="Shape 2576"/>
        <p:cNvGrpSpPr/>
        <p:nvPr/>
      </p:nvGrpSpPr>
      <p:grpSpPr>
        <a:xfrm>
          <a:off x="0" y="0"/>
          <a:ext cx="0" cy="0"/>
          <a:chOff x="0" y="0"/>
          <a:chExt cx="0" cy="0"/>
        </a:xfrm>
      </p:grpSpPr>
      <p:grpSp>
        <p:nvGrpSpPr>
          <p:cNvPr id="2577" name="Google Shape;2577;p342"/>
          <p:cNvGrpSpPr/>
          <p:nvPr/>
        </p:nvGrpSpPr>
        <p:grpSpPr>
          <a:xfrm>
            <a:off x="713300" y="539550"/>
            <a:ext cx="7717500" cy="4064400"/>
            <a:chOff x="713300" y="539550"/>
            <a:chExt cx="7717500" cy="4064400"/>
          </a:xfrm>
        </p:grpSpPr>
        <p:cxnSp>
          <p:nvCxnSpPr>
            <p:cNvPr id="2578" name="Google Shape;2578;p342"/>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2579" name="Google Shape;2579;p342"/>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0" name="Google Shape;2580;p34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581" name="Google Shape;2581;p342"/>
          <p:cNvSpPr txBox="1"/>
          <p:nvPr>
            <p:ph idx="1" type="subTitle"/>
          </p:nvPr>
        </p:nvSpPr>
        <p:spPr>
          <a:xfrm>
            <a:off x="10166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582" name="Google Shape;2582;p342"/>
          <p:cNvSpPr txBox="1"/>
          <p:nvPr>
            <p:ph idx="2" type="subTitle"/>
          </p:nvPr>
        </p:nvSpPr>
        <p:spPr>
          <a:xfrm>
            <a:off x="10166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583" name="Google Shape;2583;p342"/>
          <p:cNvSpPr txBox="1"/>
          <p:nvPr>
            <p:ph idx="3" type="subTitle"/>
          </p:nvPr>
        </p:nvSpPr>
        <p:spPr>
          <a:xfrm>
            <a:off x="10166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584" name="Google Shape;2584;p342"/>
          <p:cNvSpPr txBox="1"/>
          <p:nvPr>
            <p:ph idx="4" type="subTitle"/>
          </p:nvPr>
        </p:nvSpPr>
        <p:spPr>
          <a:xfrm>
            <a:off x="10166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585" name="Google Shape;2585;p342"/>
          <p:cNvSpPr txBox="1"/>
          <p:nvPr>
            <p:ph idx="5" type="subTitle"/>
          </p:nvPr>
        </p:nvSpPr>
        <p:spPr>
          <a:xfrm>
            <a:off x="48094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586" name="Google Shape;2586;p342"/>
          <p:cNvSpPr txBox="1"/>
          <p:nvPr>
            <p:ph idx="6" type="subTitle"/>
          </p:nvPr>
        </p:nvSpPr>
        <p:spPr>
          <a:xfrm>
            <a:off x="48094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587" name="Google Shape;2587;p342"/>
          <p:cNvSpPr txBox="1"/>
          <p:nvPr>
            <p:ph idx="7" type="subTitle"/>
          </p:nvPr>
        </p:nvSpPr>
        <p:spPr>
          <a:xfrm>
            <a:off x="48094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588" name="Google Shape;2588;p342"/>
          <p:cNvSpPr txBox="1"/>
          <p:nvPr>
            <p:ph idx="8" type="subTitle"/>
          </p:nvPr>
        </p:nvSpPr>
        <p:spPr>
          <a:xfrm>
            <a:off x="48094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1_1_1_1_1_1_1_1_1">
    <p:bg>
      <p:bgPr>
        <a:solidFill>
          <a:schemeClr val="dk1"/>
        </a:solidFill>
      </p:bgPr>
    </p:bg>
    <p:spTree>
      <p:nvGrpSpPr>
        <p:cNvPr id="2589" name="Shape 2589"/>
        <p:cNvGrpSpPr/>
        <p:nvPr/>
      </p:nvGrpSpPr>
      <p:grpSpPr>
        <a:xfrm>
          <a:off x="0" y="0"/>
          <a:ext cx="0" cy="0"/>
          <a:chOff x="0" y="0"/>
          <a:chExt cx="0" cy="0"/>
        </a:xfrm>
      </p:grpSpPr>
      <p:grpSp>
        <p:nvGrpSpPr>
          <p:cNvPr id="2590" name="Google Shape;2590;p343"/>
          <p:cNvGrpSpPr/>
          <p:nvPr/>
        </p:nvGrpSpPr>
        <p:grpSpPr>
          <a:xfrm>
            <a:off x="713225" y="539500"/>
            <a:ext cx="7717500" cy="4064400"/>
            <a:chOff x="713225" y="539500"/>
            <a:chExt cx="7717500" cy="4064400"/>
          </a:xfrm>
        </p:grpSpPr>
        <p:sp>
          <p:nvSpPr>
            <p:cNvPr id="2591" name="Google Shape;2591;p34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592" name="Google Shape;2592;p34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593" name="Google Shape;2593;p34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594" name="Google Shape;2594;p343"/>
          <p:cNvSpPr txBox="1"/>
          <p:nvPr>
            <p:ph idx="1" type="subTitle"/>
          </p:nvPr>
        </p:nvSpPr>
        <p:spPr>
          <a:xfrm>
            <a:off x="8844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595" name="Google Shape;2595;p343"/>
          <p:cNvSpPr txBox="1"/>
          <p:nvPr>
            <p:ph idx="2" type="subTitle"/>
          </p:nvPr>
        </p:nvSpPr>
        <p:spPr>
          <a:xfrm>
            <a:off x="884474"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596" name="Google Shape;2596;p343"/>
          <p:cNvSpPr txBox="1"/>
          <p:nvPr>
            <p:ph idx="3" type="subTitle"/>
          </p:nvPr>
        </p:nvSpPr>
        <p:spPr>
          <a:xfrm>
            <a:off x="2767708"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597" name="Google Shape;2597;p343"/>
          <p:cNvSpPr txBox="1"/>
          <p:nvPr>
            <p:ph idx="4" type="subTitle"/>
          </p:nvPr>
        </p:nvSpPr>
        <p:spPr>
          <a:xfrm>
            <a:off x="2767709"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598" name="Google Shape;2598;p343"/>
          <p:cNvSpPr txBox="1"/>
          <p:nvPr>
            <p:ph idx="5" type="subTitle"/>
          </p:nvPr>
        </p:nvSpPr>
        <p:spPr>
          <a:xfrm>
            <a:off x="4650942"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599" name="Google Shape;2599;p343"/>
          <p:cNvSpPr txBox="1"/>
          <p:nvPr>
            <p:ph idx="6" type="subTitle"/>
          </p:nvPr>
        </p:nvSpPr>
        <p:spPr>
          <a:xfrm>
            <a:off x="4650945"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600" name="Google Shape;2600;p343"/>
          <p:cNvSpPr txBox="1"/>
          <p:nvPr>
            <p:ph idx="7" type="subTitle"/>
          </p:nvPr>
        </p:nvSpPr>
        <p:spPr>
          <a:xfrm>
            <a:off x="65341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601" name="Google Shape;2601;p343"/>
          <p:cNvSpPr txBox="1"/>
          <p:nvPr>
            <p:ph idx="8" type="subTitle"/>
          </p:nvPr>
        </p:nvSpPr>
        <p:spPr>
          <a:xfrm>
            <a:off x="6534180"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7">
    <p:bg>
      <p:bgPr>
        <a:solidFill>
          <a:schemeClr val="dk1"/>
        </a:solidFill>
      </p:bgPr>
    </p:bg>
    <p:spTree>
      <p:nvGrpSpPr>
        <p:cNvPr id="2602" name="Shape 2602"/>
        <p:cNvGrpSpPr/>
        <p:nvPr/>
      </p:nvGrpSpPr>
      <p:grpSpPr>
        <a:xfrm>
          <a:off x="0" y="0"/>
          <a:ext cx="0" cy="0"/>
          <a:chOff x="0" y="0"/>
          <a:chExt cx="0" cy="0"/>
        </a:xfrm>
      </p:grpSpPr>
      <p:grpSp>
        <p:nvGrpSpPr>
          <p:cNvPr id="2603" name="Google Shape;2603;p344"/>
          <p:cNvGrpSpPr/>
          <p:nvPr/>
        </p:nvGrpSpPr>
        <p:grpSpPr>
          <a:xfrm>
            <a:off x="713225" y="539500"/>
            <a:ext cx="7717500" cy="4064400"/>
            <a:chOff x="713225" y="539500"/>
            <a:chExt cx="7717500" cy="4064400"/>
          </a:xfrm>
        </p:grpSpPr>
        <p:sp>
          <p:nvSpPr>
            <p:cNvPr id="2604" name="Google Shape;2604;p34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605" name="Google Shape;2605;p34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606" name="Google Shape;2606;p34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607" name="Google Shape;2607;p344"/>
          <p:cNvSpPr txBox="1"/>
          <p:nvPr>
            <p:ph idx="1" type="subTitle"/>
          </p:nvPr>
        </p:nvSpPr>
        <p:spPr>
          <a:xfrm>
            <a:off x="1909431" y="1906051"/>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2608" name="Google Shape;2608;p344"/>
          <p:cNvSpPr txBox="1"/>
          <p:nvPr>
            <p:ph idx="2" type="subTitle"/>
          </p:nvPr>
        </p:nvSpPr>
        <p:spPr>
          <a:xfrm>
            <a:off x="1909431" y="1387350"/>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609" name="Google Shape;2609;p344"/>
          <p:cNvSpPr txBox="1"/>
          <p:nvPr>
            <p:ph idx="3" type="subTitle"/>
          </p:nvPr>
        </p:nvSpPr>
        <p:spPr>
          <a:xfrm>
            <a:off x="4971369" y="1906050"/>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2610" name="Google Shape;2610;p344"/>
          <p:cNvSpPr txBox="1"/>
          <p:nvPr>
            <p:ph idx="4" type="subTitle"/>
          </p:nvPr>
        </p:nvSpPr>
        <p:spPr>
          <a:xfrm>
            <a:off x="4971369" y="1387350"/>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611" name="Google Shape;2611;p344"/>
          <p:cNvSpPr txBox="1"/>
          <p:nvPr>
            <p:ph idx="5" type="subTitle"/>
          </p:nvPr>
        </p:nvSpPr>
        <p:spPr>
          <a:xfrm>
            <a:off x="1909431" y="3654425"/>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2612" name="Google Shape;2612;p344"/>
          <p:cNvSpPr txBox="1"/>
          <p:nvPr>
            <p:ph idx="6" type="subTitle"/>
          </p:nvPr>
        </p:nvSpPr>
        <p:spPr>
          <a:xfrm>
            <a:off x="1909431" y="3135724"/>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613" name="Google Shape;2613;p344"/>
          <p:cNvSpPr txBox="1"/>
          <p:nvPr>
            <p:ph idx="7" type="subTitle"/>
          </p:nvPr>
        </p:nvSpPr>
        <p:spPr>
          <a:xfrm>
            <a:off x="4971369" y="3654424"/>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2614" name="Google Shape;2614;p344"/>
          <p:cNvSpPr txBox="1"/>
          <p:nvPr>
            <p:ph idx="8" type="subTitle"/>
          </p:nvPr>
        </p:nvSpPr>
        <p:spPr>
          <a:xfrm>
            <a:off x="4971369" y="3135724"/>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1_1_1_1_1_2">
    <p:bg>
      <p:bgPr>
        <a:solidFill>
          <a:schemeClr val="dk1"/>
        </a:solidFill>
      </p:bgPr>
    </p:bg>
    <p:spTree>
      <p:nvGrpSpPr>
        <p:cNvPr id="2615" name="Shape 2615"/>
        <p:cNvGrpSpPr/>
        <p:nvPr/>
      </p:nvGrpSpPr>
      <p:grpSpPr>
        <a:xfrm>
          <a:off x="0" y="0"/>
          <a:ext cx="0" cy="0"/>
          <a:chOff x="0" y="0"/>
          <a:chExt cx="0" cy="0"/>
        </a:xfrm>
      </p:grpSpPr>
      <p:grpSp>
        <p:nvGrpSpPr>
          <p:cNvPr id="2616" name="Google Shape;2616;p345"/>
          <p:cNvGrpSpPr/>
          <p:nvPr/>
        </p:nvGrpSpPr>
        <p:grpSpPr>
          <a:xfrm>
            <a:off x="713225" y="539500"/>
            <a:ext cx="7717500" cy="4064400"/>
            <a:chOff x="713225" y="539500"/>
            <a:chExt cx="7717500" cy="4064400"/>
          </a:xfrm>
        </p:grpSpPr>
        <p:sp>
          <p:nvSpPr>
            <p:cNvPr id="2617" name="Google Shape;2617;p34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618" name="Google Shape;2618;p34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619" name="Google Shape;2619;p34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620" name="Google Shape;2620;p345"/>
          <p:cNvSpPr txBox="1"/>
          <p:nvPr>
            <p:ph idx="1" type="subTitle"/>
          </p:nvPr>
        </p:nvSpPr>
        <p:spPr>
          <a:xfrm>
            <a:off x="95812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621" name="Google Shape;2621;p345"/>
          <p:cNvSpPr txBox="1"/>
          <p:nvPr>
            <p:ph idx="2" type="subTitle"/>
          </p:nvPr>
        </p:nvSpPr>
        <p:spPr>
          <a:xfrm>
            <a:off x="95812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622" name="Google Shape;2622;p345"/>
          <p:cNvSpPr txBox="1"/>
          <p:nvPr>
            <p:ph idx="3" type="subTitle"/>
          </p:nvPr>
        </p:nvSpPr>
        <p:spPr>
          <a:xfrm>
            <a:off x="3420000"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623" name="Google Shape;2623;p345"/>
          <p:cNvSpPr txBox="1"/>
          <p:nvPr>
            <p:ph idx="4" type="subTitle"/>
          </p:nvPr>
        </p:nvSpPr>
        <p:spPr>
          <a:xfrm>
            <a:off x="3420000"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624" name="Google Shape;2624;p345"/>
          <p:cNvSpPr txBox="1"/>
          <p:nvPr>
            <p:ph idx="5" type="subTitle"/>
          </p:nvPr>
        </p:nvSpPr>
        <p:spPr>
          <a:xfrm>
            <a:off x="588187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625" name="Google Shape;2625;p345"/>
          <p:cNvSpPr txBox="1"/>
          <p:nvPr>
            <p:ph idx="6" type="subTitle"/>
          </p:nvPr>
        </p:nvSpPr>
        <p:spPr>
          <a:xfrm>
            <a:off x="588187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626" name="Google Shape;2626;p345"/>
          <p:cNvSpPr txBox="1"/>
          <p:nvPr>
            <p:ph idx="7" type="subTitle"/>
          </p:nvPr>
        </p:nvSpPr>
        <p:spPr>
          <a:xfrm>
            <a:off x="2189050"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627" name="Google Shape;2627;p345"/>
          <p:cNvSpPr txBox="1"/>
          <p:nvPr>
            <p:ph idx="8" type="subTitle"/>
          </p:nvPr>
        </p:nvSpPr>
        <p:spPr>
          <a:xfrm>
            <a:off x="2189050"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628" name="Google Shape;2628;p345"/>
          <p:cNvSpPr txBox="1"/>
          <p:nvPr>
            <p:ph idx="9" type="subTitle"/>
          </p:nvPr>
        </p:nvSpPr>
        <p:spPr>
          <a:xfrm>
            <a:off x="4650925"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629" name="Google Shape;2629;p345"/>
          <p:cNvSpPr txBox="1"/>
          <p:nvPr>
            <p:ph idx="13" type="subTitle"/>
          </p:nvPr>
        </p:nvSpPr>
        <p:spPr>
          <a:xfrm>
            <a:off x="4650925"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_1_1_1_1_1_1">
    <p:bg>
      <p:bgPr>
        <a:solidFill>
          <a:schemeClr val="dk1"/>
        </a:solidFill>
      </p:bgPr>
    </p:bg>
    <p:spTree>
      <p:nvGrpSpPr>
        <p:cNvPr id="2630" name="Shape 2630"/>
        <p:cNvGrpSpPr/>
        <p:nvPr/>
      </p:nvGrpSpPr>
      <p:grpSpPr>
        <a:xfrm>
          <a:off x="0" y="0"/>
          <a:ext cx="0" cy="0"/>
          <a:chOff x="0" y="0"/>
          <a:chExt cx="0" cy="0"/>
        </a:xfrm>
      </p:grpSpPr>
      <p:grpSp>
        <p:nvGrpSpPr>
          <p:cNvPr id="2631" name="Google Shape;2631;p346"/>
          <p:cNvGrpSpPr/>
          <p:nvPr/>
        </p:nvGrpSpPr>
        <p:grpSpPr>
          <a:xfrm>
            <a:off x="713225" y="539500"/>
            <a:ext cx="7717500" cy="4064400"/>
            <a:chOff x="713225" y="539500"/>
            <a:chExt cx="7717500" cy="4064400"/>
          </a:xfrm>
        </p:grpSpPr>
        <p:sp>
          <p:nvSpPr>
            <p:cNvPr id="2632" name="Google Shape;2632;p34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633" name="Google Shape;2633;p34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634" name="Google Shape;2634;p34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635" name="Google Shape;2635;p346"/>
          <p:cNvSpPr txBox="1"/>
          <p:nvPr>
            <p:ph idx="1" type="subTitle"/>
          </p:nvPr>
        </p:nvSpPr>
        <p:spPr>
          <a:xfrm>
            <a:off x="1134425"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636" name="Google Shape;2636;p346"/>
          <p:cNvSpPr txBox="1"/>
          <p:nvPr>
            <p:ph idx="2" type="subTitle"/>
          </p:nvPr>
        </p:nvSpPr>
        <p:spPr>
          <a:xfrm>
            <a:off x="113442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637" name="Google Shape;2637;p346"/>
          <p:cNvSpPr txBox="1"/>
          <p:nvPr>
            <p:ph idx="3" type="subTitle"/>
          </p:nvPr>
        </p:nvSpPr>
        <p:spPr>
          <a:xfrm>
            <a:off x="3495738"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638" name="Google Shape;2638;p346"/>
          <p:cNvSpPr txBox="1"/>
          <p:nvPr>
            <p:ph idx="4" type="subTitle"/>
          </p:nvPr>
        </p:nvSpPr>
        <p:spPr>
          <a:xfrm>
            <a:off x="3495750"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639" name="Google Shape;2639;p346"/>
          <p:cNvSpPr txBox="1"/>
          <p:nvPr>
            <p:ph idx="5" type="subTitle"/>
          </p:nvPr>
        </p:nvSpPr>
        <p:spPr>
          <a:xfrm>
            <a:off x="5857051"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640" name="Google Shape;2640;p346"/>
          <p:cNvSpPr txBox="1"/>
          <p:nvPr>
            <p:ph idx="6" type="subTitle"/>
          </p:nvPr>
        </p:nvSpPr>
        <p:spPr>
          <a:xfrm>
            <a:off x="585707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641" name="Google Shape;2641;p346"/>
          <p:cNvSpPr txBox="1"/>
          <p:nvPr>
            <p:ph idx="7" type="subTitle"/>
          </p:nvPr>
        </p:nvSpPr>
        <p:spPr>
          <a:xfrm>
            <a:off x="1134425"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642" name="Google Shape;2642;p346"/>
          <p:cNvSpPr txBox="1"/>
          <p:nvPr>
            <p:ph idx="8" type="subTitle"/>
          </p:nvPr>
        </p:nvSpPr>
        <p:spPr>
          <a:xfrm>
            <a:off x="113442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643" name="Google Shape;2643;p346"/>
          <p:cNvSpPr txBox="1"/>
          <p:nvPr>
            <p:ph idx="9" type="subTitle"/>
          </p:nvPr>
        </p:nvSpPr>
        <p:spPr>
          <a:xfrm>
            <a:off x="3495738"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644" name="Google Shape;2644;p346"/>
          <p:cNvSpPr txBox="1"/>
          <p:nvPr>
            <p:ph idx="13" type="subTitle"/>
          </p:nvPr>
        </p:nvSpPr>
        <p:spPr>
          <a:xfrm>
            <a:off x="3495750"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645" name="Google Shape;2645;p346"/>
          <p:cNvSpPr txBox="1"/>
          <p:nvPr>
            <p:ph idx="14" type="subTitle"/>
          </p:nvPr>
        </p:nvSpPr>
        <p:spPr>
          <a:xfrm>
            <a:off x="5857051"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646" name="Google Shape;2646;p346"/>
          <p:cNvSpPr txBox="1"/>
          <p:nvPr>
            <p:ph idx="15" type="subTitle"/>
          </p:nvPr>
        </p:nvSpPr>
        <p:spPr>
          <a:xfrm>
            <a:off x="585707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21">
    <p:bg>
      <p:bgPr>
        <a:solidFill>
          <a:schemeClr val="dk1"/>
        </a:solidFill>
      </p:bgPr>
    </p:bg>
    <p:spTree>
      <p:nvGrpSpPr>
        <p:cNvPr id="2647" name="Shape 2647"/>
        <p:cNvGrpSpPr/>
        <p:nvPr/>
      </p:nvGrpSpPr>
      <p:grpSpPr>
        <a:xfrm>
          <a:off x="0" y="0"/>
          <a:ext cx="0" cy="0"/>
          <a:chOff x="0" y="0"/>
          <a:chExt cx="0" cy="0"/>
        </a:xfrm>
      </p:grpSpPr>
      <p:grpSp>
        <p:nvGrpSpPr>
          <p:cNvPr id="2648" name="Google Shape;2648;p347"/>
          <p:cNvGrpSpPr/>
          <p:nvPr/>
        </p:nvGrpSpPr>
        <p:grpSpPr>
          <a:xfrm>
            <a:off x="713225" y="539500"/>
            <a:ext cx="7717500" cy="4064400"/>
            <a:chOff x="713225" y="539500"/>
            <a:chExt cx="7717500" cy="4064400"/>
          </a:xfrm>
        </p:grpSpPr>
        <p:sp>
          <p:nvSpPr>
            <p:cNvPr id="2649" name="Google Shape;2649;p34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650" name="Google Shape;2650;p34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651" name="Google Shape;2651;p34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652" name="Google Shape;2652;p347"/>
          <p:cNvSpPr txBox="1"/>
          <p:nvPr>
            <p:ph idx="1" type="subTitle"/>
          </p:nvPr>
        </p:nvSpPr>
        <p:spPr>
          <a:xfrm>
            <a:off x="1059065"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653" name="Google Shape;2653;p347"/>
          <p:cNvSpPr txBox="1"/>
          <p:nvPr>
            <p:ph idx="2" type="subTitle"/>
          </p:nvPr>
        </p:nvSpPr>
        <p:spPr>
          <a:xfrm>
            <a:off x="1059065"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654" name="Google Shape;2654;p347"/>
          <p:cNvSpPr txBox="1"/>
          <p:nvPr>
            <p:ph idx="3" type="subTitle"/>
          </p:nvPr>
        </p:nvSpPr>
        <p:spPr>
          <a:xfrm>
            <a:off x="1059052" y="2806879"/>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655" name="Google Shape;2655;p347"/>
          <p:cNvSpPr txBox="1"/>
          <p:nvPr>
            <p:ph idx="4" type="subTitle"/>
          </p:nvPr>
        </p:nvSpPr>
        <p:spPr>
          <a:xfrm>
            <a:off x="1059070" y="2454554"/>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656" name="Google Shape;2656;p347"/>
          <p:cNvSpPr txBox="1"/>
          <p:nvPr>
            <p:ph idx="5" type="subTitle"/>
          </p:nvPr>
        </p:nvSpPr>
        <p:spPr>
          <a:xfrm>
            <a:off x="5042599"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657" name="Google Shape;2657;p347"/>
          <p:cNvSpPr txBox="1"/>
          <p:nvPr>
            <p:ph idx="6" type="subTitle"/>
          </p:nvPr>
        </p:nvSpPr>
        <p:spPr>
          <a:xfrm>
            <a:off x="5042634"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658" name="Google Shape;2658;p347"/>
          <p:cNvSpPr txBox="1"/>
          <p:nvPr>
            <p:ph idx="7" type="subTitle"/>
          </p:nvPr>
        </p:nvSpPr>
        <p:spPr>
          <a:xfrm>
            <a:off x="1059065"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659" name="Google Shape;2659;p347"/>
          <p:cNvSpPr txBox="1"/>
          <p:nvPr>
            <p:ph idx="8" type="subTitle"/>
          </p:nvPr>
        </p:nvSpPr>
        <p:spPr>
          <a:xfrm>
            <a:off x="1059065"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660" name="Google Shape;2660;p347"/>
          <p:cNvSpPr txBox="1"/>
          <p:nvPr>
            <p:ph idx="9" type="subTitle"/>
          </p:nvPr>
        </p:nvSpPr>
        <p:spPr>
          <a:xfrm>
            <a:off x="5042630" y="2806867"/>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661" name="Google Shape;2661;p347"/>
          <p:cNvSpPr txBox="1"/>
          <p:nvPr>
            <p:ph idx="13" type="subTitle"/>
          </p:nvPr>
        </p:nvSpPr>
        <p:spPr>
          <a:xfrm>
            <a:off x="5042648" y="24545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662" name="Google Shape;2662;p347"/>
          <p:cNvSpPr txBox="1"/>
          <p:nvPr>
            <p:ph idx="14" type="subTitle"/>
          </p:nvPr>
        </p:nvSpPr>
        <p:spPr>
          <a:xfrm>
            <a:off x="5042599"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663" name="Google Shape;2663;p347"/>
          <p:cNvSpPr txBox="1"/>
          <p:nvPr>
            <p:ph idx="15" type="subTitle"/>
          </p:nvPr>
        </p:nvSpPr>
        <p:spPr>
          <a:xfrm>
            <a:off x="5042634"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_1_1_1_1_1">
    <p:bg>
      <p:bgPr>
        <a:solidFill>
          <a:schemeClr val="dk1"/>
        </a:solidFill>
      </p:bgPr>
    </p:bg>
    <p:spTree>
      <p:nvGrpSpPr>
        <p:cNvPr id="2664" name="Shape 2664"/>
        <p:cNvGrpSpPr/>
        <p:nvPr/>
      </p:nvGrpSpPr>
      <p:grpSpPr>
        <a:xfrm>
          <a:off x="0" y="0"/>
          <a:ext cx="0" cy="0"/>
          <a:chOff x="0" y="0"/>
          <a:chExt cx="0" cy="0"/>
        </a:xfrm>
      </p:grpSpPr>
      <p:grpSp>
        <p:nvGrpSpPr>
          <p:cNvPr id="2665" name="Google Shape;2665;p348"/>
          <p:cNvGrpSpPr/>
          <p:nvPr/>
        </p:nvGrpSpPr>
        <p:grpSpPr>
          <a:xfrm>
            <a:off x="713225" y="539500"/>
            <a:ext cx="7717500" cy="4064400"/>
            <a:chOff x="713225" y="539500"/>
            <a:chExt cx="7717500" cy="4064400"/>
          </a:xfrm>
        </p:grpSpPr>
        <p:sp>
          <p:nvSpPr>
            <p:cNvPr id="2666" name="Google Shape;2666;p34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667" name="Google Shape;2667;p348"/>
            <p:cNvCxnSpPr/>
            <p:nvPr/>
          </p:nvCxnSpPr>
          <p:spPr>
            <a:xfrm>
              <a:off x="734825" y="1483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668" name="Google Shape;2668;p348"/>
          <p:cNvSpPr txBox="1"/>
          <p:nvPr>
            <p:ph type="title"/>
          </p:nvPr>
        </p:nvSpPr>
        <p:spPr>
          <a:xfrm>
            <a:off x="3607800" y="539500"/>
            <a:ext cx="4519200" cy="939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r">
              <a:spcBef>
                <a:spcPts val="0"/>
              </a:spcBef>
              <a:spcAft>
                <a:spcPts val="0"/>
              </a:spcAft>
              <a:buClr>
                <a:schemeClr val="lt1"/>
              </a:buClr>
              <a:buSzPts val="4800"/>
              <a:buNone/>
              <a:defRPr sz="4800">
                <a:solidFill>
                  <a:schemeClr val="lt1"/>
                </a:solidFill>
              </a:defRPr>
            </a:lvl2pPr>
            <a:lvl3pPr lvl="2" algn="r">
              <a:spcBef>
                <a:spcPts val="0"/>
              </a:spcBef>
              <a:spcAft>
                <a:spcPts val="0"/>
              </a:spcAft>
              <a:buClr>
                <a:schemeClr val="lt1"/>
              </a:buClr>
              <a:buSzPts val="4800"/>
              <a:buNone/>
              <a:defRPr sz="4800">
                <a:solidFill>
                  <a:schemeClr val="lt1"/>
                </a:solidFill>
              </a:defRPr>
            </a:lvl3pPr>
            <a:lvl4pPr lvl="3" algn="r">
              <a:spcBef>
                <a:spcPts val="0"/>
              </a:spcBef>
              <a:spcAft>
                <a:spcPts val="0"/>
              </a:spcAft>
              <a:buClr>
                <a:schemeClr val="lt1"/>
              </a:buClr>
              <a:buSzPts val="4800"/>
              <a:buNone/>
              <a:defRPr sz="4800">
                <a:solidFill>
                  <a:schemeClr val="lt1"/>
                </a:solidFill>
              </a:defRPr>
            </a:lvl4pPr>
            <a:lvl5pPr lvl="4" algn="r">
              <a:spcBef>
                <a:spcPts val="0"/>
              </a:spcBef>
              <a:spcAft>
                <a:spcPts val="0"/>
              </a:spcAft>
              <a:buClr>
                <a:schemeClr val="lt1"/>
              </a:buClr>
              <a:buSzPts val="4800"/>
              <a:buNone/>
              <a:defRPr sz="4800">
                <a:solidFill>
                  <a:schemeClr val="lt1"/>
                </a:solidFill>
              </a:defRPr>
            </a:lvl5pPr>
            <a:lvl6pPr lvl="5" algn="r">
              <a:spcBef>
                <a:spcPts val="0"/>
              </a:spcBef>
              <a:spcAft>
                <a:spcPts val="0"/>
              </a:spcAft>
              <a:buClr>
                <a:schemeClr val="lt1"/>
              </a:buClr>
              <a:buSzPts val="4800"/>
              <a:buNone/>
              <a:defRPr sz="4800">
                <a:solidFill>
                  <a:schemeClr val="lt1"/>
                </a:solidFill>
              </a:defRPr>
            </a:lvl6pPr>
            <a:lvl7pPr lvl="6" algn="r">
              <a:spcBef>
                <a:spcPts val="0"/>
              </a:spcBef>
              <a:spcAft>
                <a:spcPts val="0"/>
              </a:spcAft>
              <a:buClr>
                <a:schemeClr val="lt1"/>
              </a:buClr>
              <a:buSzPts val="4800"/>
              <a:buNone/>
              <a:defRPr sz="4800">
                <a:solidFill>
                  <a:schemeClr val="lt1"/>
                </a:solidFill>
              </a:defRPr>
            </a:lvl7pPr>
            <a:lvl8pPr lvl="7" algn="r">
              <a:spcBef>
                <a:spcPts val="0"/>
              </a:spcBef>
              <a:spcAft>
                <a:spcPts val="0"/>
              </a:spcAft>
              <a:buClr>
                <a:schemeClr val="lt1"/>
              </a:buClr>
              <a:buSzPts val="4800"/>
              <a:buNone/>
              <a:defRPr sz="4800">
                <a:solidFill>
                  <a:schemeClr val="lt1"/>
                </a:solidFill>
              </a:defRPr>
            </a:lvl8pPr>
            <a:lvl9pPr lvl="8" algn="r">
              <a:spcBef>
                <a:spcPts val="0"/>
              </a:spcBef>
              <a:spcAft>
                <a:spcPts val="0"/>
              </a:spcAft>
              <a:buClr>
                <a:schemeClr val="lt1"/>
              </a:buClr>
              <a:buSzPts val="4800"/>
              <a:buNone/>
              <a:defRPr sz="4800">
                <a:solidFill>
                  <a:schemeClr val="lt1"/>
                </a:solidFill>
              </a:defRPr>
            </a:lvl9pPr>
          </a:lstStyle>
          <a:p/>
        </p:txBody>
      </p:sp>
      <p:sp>
        <p:nvSpPr>
          <p:cNvPr id="2669" name="Google Shape;2669;p348"/>
          <p:cNvSpPr txBox="1"/>
          <p:nvPr>
            <p:ph idx="1" type="subTitle"/>
          </p:nvPr>
        </p:nvSpPr>
        <p:spPr>
          <a:xfrm>
            <a:off x="3607800" y="2278000"/>
            <a:ext cx="4519200" cy="744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r">
              <a:lnSpc>
                <a:spcPct val="100000"/>
              </a:lnSpc>
              <a:spcBef>
                <a:spcPts val="0"/>
              </a:spcBef>
              <a:spcAft>
                <a:spcPts val="0"/>
              </a:spcAft>
              <a:buClr>
                <a:schemeClr val="lt1"/>
              </a:buClr>
              <a:buSzPts val="2800"/>
              <a:buNone/>
              <a:defRPr sz="2800">
                <a:solidFill>
                  <a:schemeClr val="lt1"/>
                </a:solidFill>
              </a:defRPr>
            </a:lvl2pPr>
            <a:lvl3pPr lvl="2" algn="r">
              <a:lnSpc>
                <a:spcPct val="100000"/>
              </a:lnSpc>
              <a:spcBef>
                <a:spcPts val="0"/>
              </a:spcBef>
              <a:spcAft>
                <a:spcPts val="0"/>
              </a:spcAft>
              <a:buClr>
                <a:schemeClr val="lt1"/>
              </a:buClr>
              <a:buSzPts val="2800"/>
              <a:buNone/>
              <a:defRPr sz="2800">
                <a:solidFill>
                  <a:schemeClr val="lt1"/>
                </a:solidFill>
              </a:defRPr>
            </a:lvl3pPr>
            <a:lvl4pPr lvl="3" algn="r">
              <a:lnSpc>
                <a:spcPct val="100000"/>
              </a:lnSpc>
              <a:spcBef>
                <a:spcPts val="0"/>
              </a:spcBef>
              <a:spcAft>
                <a:spcPts val="0"/>
              </a:spcAft>
              <a:buClr>
                <a:schemeClr val="lt1"/>
              </a:buClr>
              <a:buSzPts val="2800"/>
              <a:buNone/>
              <a:defRPr sz="2800">
                <a:solidFill>
                  <a:schemeClr val="lt1"/>
                </a:solidFill>
              </a:defRPr>
            </a:lvl4pPr>
            <a:lvl5pPr lvl="4" algn="r">
              <a:lnSpc>
                <a:spcPct val="100000"/>
              </a:lnSpc>
              <a:spcBef>
                <a:spcPts val="0"/>
              </a:spcBef>
              <a:spcAft>
                <a:spcPts val="0"/>
              </a:spcAft>
              <a:buClr>
                <a:schemeClr val="lt1"/>
              </a:buClr>
              <a:buSzPts val="2800"/>
              <a:buNone/>
              <a:defRPr sz="2800">
                <a:solidFill>
                  <a:schemeClr val="lt1"/>
                </a:solidFill>
              </a:defRPr>
            </a:lvl5pPr>
            <a:lvl6pPr lvl="5" algn="r">
              <a:lnSpc>
                <a:spcPct val="100000"/>
              </a:lnSpc>
              <a:spcBef>
                <a:spcPts val="0"/>
              </a:spcBef>
              <a:spcAft>
                <a:spcPts val="0"/>
              </a:spcAft>
              <a:buClr>
                <a:schemeClr val="lt1"/>
              </a:buClr>
              <a:buSzPts val="2800"/>
              <a:buNone/>
              <a:defRPr sz="2800">
                <a:solidFill>
                  <a:schemeClr val="lt1"/>
                </a:solidFill>
              </a:defRPr>
            </a:lvl6pPr>
            <a:lvl7pPr lvl="6" algn="r">
              <a:lnSpc>
                <a:spcPct val="100000"/>
              </a:lnSpc>
              <a:spcBef>
                <a:spcPts val="0"/>
              </a:spcBef>
              <a:spcAft>
                <a:spcPts val="0"/>
              </a:spcAft>
              <a:buClr>
                <a:schemeClr val="lt1"/>
              </a:buClr>
              <a:buSzPts val="2800"/>
              <a:buNone/>
              <a:defRPr sz="2800">
                <a:solidFill>
                  <a:schemeClr val="lt1"/>
                </a:solidFill>
              </a:defRPr>
            </a:lvl7pPr>
            <a:lvl8pPr lvl="7"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sp>
        <p:nvSpPr>
          <p:cNvPr id="2670" name="Google Shape;2670;p348"/>
          <p:cNvSpPr txBox="1"/>
          <p:nvPr>
            <p:ph idx="2" type="subTitle"/>
          </p:nvPr>
        </p:nvSpPr>
        <p:spPr>
          <a:xfrm>
            <a:off x="3607800" y="1769750"/>
            <a:ext cx="4519200" cy="510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2671" name="Google Shape;2671;p348"/>
          <p:cNvSpPr txBox="1"/>
          <p:nvPr/>
        </p:nvSpPr>
        <p:spPr>
          <a:xfrm>
            <a:off x="3508050" y="3477600"/>
            <a:ext cx="4718700" cy="554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Roboto"/>
                <a:ea typeface="Roboto"/>
                <a:cs typeface="Roboto"/>
                <a:sym typeface="Roboto"/>
              </a:rPr>
              <a:t>CREDITS:</a:t>
            </a:r>
            <a:r>
              <a:rPr lang="en" sz="1200">
                <a:solidFill>
                  <a:schemeClr val="lt1"/>
                </a:solidFill>
                <a:latin typeface="Roboto"/>
                <a:ea typeface="Roboto"/>
                <a:cs typeface="Roboto"/>
                <a:sym typeface="Roboto"/>
              </a:rPr>
              <a:t> This presentation template was created by </a:t>
            </a:r>
            <a:r>
              <a:rPr b="1" lang="en" sz="1200">
                <a:solidFill>
                  <a:schemeClr val="accent1"/>
                </a:solidFill>
                <a:uFill>
                  <a:noFill/>
                </a:uFill>
                <a:latin typeface="Roboto"/>
                <a:ea typeface="Roboto"/>
                <a:cs typeface="Roboto"/>
                <a:sym typeface="Roboto"/>
                <a:hlinkClick r:id="rId2">
                  <a:extLst>
                    <a:ext uri="{A12FA001-AC4F-418D-AE19-62706E023703}">
                      <ahyp:hlinkClr val="tx"/>
                    </a:ext>
                  </a:extLst>
                </a:hlinkClick>
              </a:rPr>
              <a:t>Slidesgo</a:t>
            </a:r>
            <a:r>
              <a:rPr b="1" lang="en" sz="1200">
                <a:solidFill>
                  <a:schemeClr val="accent6"/>
                </a:solidFill>
                <a:latin typeface="Roboto"/>
                <a:ea typeface="Roboto"/>
                <a:cs typeface="Roboto"/>
                <a:sym typeface="Roboto"/>
              </a:rPr>
              <a:t>,</a:t>
            </a:r>
            <a:r>
              <a:rPr lang="en" sz="1200">
                <a:solidFill>
                  <a:schemeClr val="lt1"/>
                </a:solidFill>
                <a:latin typeface="Roboto"/>
                <a:ea typeface="Roboto"/>
                <a:cs typeface="Roboto"/>
                <a:sym typeface="Roboto"/>
              </a:rPr>
              <a:t> including icons by </a:t>
            </a:r>
            <a:r>
              <a:rPr b="1" lang="en" sz="1200">
                <a:solidFill>
                  <a:schemeClr val="accent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1"/>
                </a:solidFill>
                <a:latin typeface="Roboto"/>
                <a:ea typeface="Roboto"/>
                <a:cs typeface="Roboto"/>
                <a:sym typeface="Roboto"/>
              </a:rPr>
              <a:t>, and infographics &amp; images by </a:t>
            </a:r>
            <a:r>
              <a:rPr b="1" lang="en" sz="1200">
                <a:solidFill>
                  <a:schemeClr val="accent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accent1"/>
              </a:solidFill>
              <a:latin typeface="Roboto"/>
              <a:ea typeface="Roboto"/>
              <a:cs typeface="Roboto"/>
              <a:sym typeface="Roboto"/>
            </a:endParaRPr>
          </a:p>
        </p:txBody>
      </p:sp>
    </p:spTree>
  </p:cSld>
  <p:clrMapOvr>
    <a:masterClrMapping/>
  </p:clrMapOvr>
</p:sldLayout>
</file>

<file path=ppt/slideLayouts/slideLayout3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_1_1_1_1_1">
    <p:bg>
      <p:bgPr>
        <a:solidFill>
          <a:schemeClr val="dk1"/>
        </a:solidFill>
      </p:bgPr>
    </p:bg>
    <p:spTree>
      <p:nvGrpSpPr>
        <p:cNvPr id="2672" name="Shape 2672"/>
        <p:cNvGrpSpPr/>
        <p:nvPr/>
      </p:nvGrpSpPr>
      <p:grpSpPr>
        <a:xfrm>
          <a:off x="0" y="0"/>
          <a:ext cx="0" cy="0"/>
          <a:chOff x="0" y="0"/>
          <a:chExt cx="0" cy="0"/>
        </a:xfrm>
      </p:grpSpPr>
      <p:sp>
        <p:nvSpPr>
          <p:cNvPr id="2673" name="Google Shape;2673;p34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_1_1_1_1_1">
    <p:bg>
      <p:bgPr>
        <a:solidFill>
          <a:schemeClr val="dk1"/>
        </a:solidFill>
      </p:bgPr>
    </p:bg>
    <p:spTree>
      <p:nvGrpSpPr>
        <p:cNvPr id="2674" name="Shape 2674"/>
        <p:cNvGrpSpPr/>
        <p:nvPr/>
      </p:nvGrpSpPr>
      <p:grpSpPr>
        <a:xfrm>
          <a:off x="0" y="0"/>
          <a:ext cx="0" cy="0"/>
          <a:chOff x="0" y="0"/>
          <a:chExt cx="0" cy="0"/>
        </a:xfrm>
      </p:grpSpPr>
      <p:grpSp>
        <p:nvGrpSpPr>
          <p:cNvPr id="2675" name="Google Shape;2675;p350"/>
          <p:cNvGrpSpPr/>
          <p:nvPr/>
        </p:nvGrpSpPr>
        <p:grpSpPr>
          <a:xfrm>
            <a:off x="713225" y="539500"/>
            <a:ext cx="7717500" cy="4064400"/>
            <a:chOff x="713225" y="539500"/>
            <a:chExt cx="7717500" cy="4064400"/>
          </a:xfrm>
        </p:grpSpPr>
        <p:sp>
          <p:nvSpPr>
            <p:cNvPr id="2676" name="Google Shape;2676;p35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677" name="Google Shape;2677;p35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Layouts/slideLayout3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2682" name="Shape 2682"/>
        <p:cNvGrpSpPr/>
        <p:nvPr/>
      </p:nvGrpSpPr>
      <p:grpSpPr>
        <a:xfrm>
          <a:off x="0" y="0"/>
          <a:ext cx="0" cy="0"/>
          <a:chOff x="0" y="0"/>
          <a:chExt cx="0" cy="0"/>
        </a:xfrm>
      </p:grpSpPr>
      <p:sp>
        <p:nvSpPr>
          <p:cNvPr id="2683" name="Google Shape;2683;p35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352"/>
          <p:cNvSpPr txBox="1"/>
          <p:nvPr>
            <p:ph type="ctrTitle"/>
          </p:nvPr>
        </p:nvSpPr>
        <p:spPr>
          <a:xfrm>
            <a:off x="2048825" y="848600"/>
            <a:ext cx="5046300" cy="10305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2685" name="Google Shape;2685;p352"/>
          <p:cNvSpPr txBox="1"/>
          <p:nvPr>
            <p:ph idx="1" type="subTitle"/>
          </p:nvPr>
        </p:nvSpPr>
        <p:spPr>
          <a:xfrm>
            <a:off x="2048825" y="3798375"/>
            <a:ext cx="50463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2686" name="Google Shape;2686;p352"/>
          <p:cNvSpPr txBox="1"/>
          <p:nvPr>
            <p:ph idx="2" type="subTitle"/>
          </p:nvPr>
        </p:nvSpPr>
        <p:spPr>
          <a:xfrm>
            <a:off x="2902475" y="1879100"/>
            <a:ext cx="3339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3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2687" name="Shape 2687"/>
        <p:cNvGrpSpPr/>
        <p:nvPr/>
      </p:nvGrpSpPr>
      <p:grpSpPr>
        <a:xfrm>
          <a:off x="0" y="0"/>
          <a:ext cx="0" cy="0"/>
          <a:chOff x="0" y="0"/>
          <a:chExt cx="0" cy="0"/>
        </a:xfrm>
      </p:grpSpPr>
      <p:sp>
        <p:nvSpPr>
          <p:cNvPr id="2688" name="Google Shape;2688;p35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353"/>
          <p:cNvSpPr/>
          <p:nvPr/>
        </p:nvSpPr>
        <p:spPr>
          <a:xfrm flipH="1" rot="-5400000">
            <a:off x="-1114550" y="743900"/>
            <a:ext cx="3655500" cy="3655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353"/>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2691" name="Google Shape;2691;p353"/>
          <p:cNvSpPr txBox="1"/>
          <p:nvPr>
            <p:ph hasCustomPrompt="1" idx="2" type="title"/>
          </p:nvPr>
        </p:nvSpPr>
        <p:spPr>
          <a:xfrm>
            <a:off x="821288" y="157487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2692" name="Google Shape;2692;p353"/>
          <p:cNvSpPr txBox="1"/>
          <p:nvPr>
            <p:ph idx="1" type="subTitle"/>
          </p:nvPr>
        </p:nvSpPr>
        <p:spPr>
          <a:xfrm>
            <a:off x="2971613" y="32407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3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2693" name="Shape 2693"/>
        <p:cNvGrpSpPr/>
        <p:nvPr/>
      </p:nvGrpSpPr>
      <p:grpSpPr>
        <a:xfrm>
          <a:off x="0" y="0"/>
          <a:ext cx="0" cy="0"/>
          <a:chOff x="0" y="0"/>
          <a:chExt cx="0" cy="0"/>
        </a:xfrm>
      </p:grpSpPr>
      <p:grpSp>
        <p:nvGrpSpPr>
          <p:cNvPr id="2694" name="Google Shape;2694;p354"/>
          <p:cNvGrpSpPr/>
          <p:nvPr/>
        </p:nvGrpSpPr>
        <p:grpSpPr>
          <a:xfrm>
            <a:off x="713225" y="539500"/>
            <a:ext cx="7717500" cy="4064400"/>
            <a:chOff x="713225" y="539500"/>
            <a:chExt cx="7717500" cy="4064400"/>
          </a:xfrm>
        </p:grpSpPr>
        <p:cxnSp>
          <p:nvCxnSpPr>
            <p:cNvPr id="2695" name="Google Shape;2695;p35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2696" name="Google Shape;2696;p35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97" name="Google Shape;2697;p35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698" name="Google Shape;2698;p354"/>
          <p:cNvSpPr txBox="1"/>
          <p:nvPr>
            <p:ph idx="1" type="subTitle"/>
          </p:nvPr>
        </p:nvSpPr>
        <p:spPr>
          <a:xfrm>
            <a:off x="2817300" y="2114400"/>
            <a:ext cx="3509400" cy="1529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6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3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2699" name="Shape 2699"/>
        <p:cNvGrpSpPr/>
        <p:nvPr/>
      </p:nvGrpSpPr>
      <p:grpSpPr>
        <a:xfrm>
          <a:off x="0" y="0"/>
          <a:ext cx="0" cy="0"/>
          <a:chOff x="0" y="0"/>
          <a:chExt cx="0" cy="0"/>
        </a:xfrm>
      </p:grpSpPr>
      <p:grpSp>
        <p:nvGrpSpPr>
          <p:cNvPr id="2700" name="Google Shape;2700;p355"/>
          <p:cNvGrpSpPr/>
          <p:nvPr/>
        </p:nvGrpSpPr>
        <p:grpSpPr>
          <a:xfrm>
            <a:off x="713225" y="539500"/>
            <a:ext cx="7717500" cy="4064400"/>
            <a:chOff x="713225" y="539500"/>
            <a:chExt cx="7717500" cy="4064400"/>
          </a:xfrm>
        </p:grpSpPr>
        <p:sp>
          <p:nvSpPr>
            <p:cNvPr id="2701" name="Google Shape;2701;p35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02" name="Google Shape;2702;p35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703" name="Google Shape;2703;p35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704" name="Google Shape;2704;p355"/>
          <p:cNvSpPr txBox="1"/>
          <p:nvPr>
            <p:ph idx="1" type="subTitle"/>
          </p:nvPr>
        </p:nvSpPr>
        <p:spPr>
          <a:xfrm>
            <a:off x="1425525" y="32987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705" name="Google Shape;2705;p355"/>
          <p:cNvSpPr txBox="1"/>
          <p:nvPr>
            <p:ph idx="2" type="subTitle"/>
          </p:nvPr>
        </p:nvSpPr>
        <p:spPr>
          <a:xfrm>
            <a:off x="1425525" y="2867137"/>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706" name="Google Shape;2706;p355"/>
          <p:cNvSpPr txBox="1"/>
          <p:nvPr>
            <p:ph idx="3" type="subTitle"/>
          </p:nvPr>
        </p:nvSpPr>
        <p:spPr>
          <a:xfrm>
            <a:off x="5333725" y="32885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707" name="Google Shape;2707;p355"/>
          <p:cNvSpPr txBox="1"/>
          <p:nvPr>
            <p:ph idx="4" type="subTitle"/>
          </p:nvPr>
        </p:nvSpPr>
        <p:spPr>
          <a:xfrm>
            <a:off x="5333725" y="28586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2708" name="Shape 2708"/>
        <p:cNvGrpSpPr/>
        <p:nvPr/>
      </p:nvGrpSpPr>
      <p:grpSpPr>
        <a:xfrm>
          <a:off x="0" y="0"/>
          <a:ext cx="0" cy="0"/>
          <a:chOff x="0" y="0"/>
          <a:chExt cx="0" cy="0"/>
        </a:xfrm>
      </p:grpSpPr>
      <p:grpSp>
        <p:nvGrpSpPr>
          <p:cNvPr id="2709" name="Google Shape;2709;p356"/>
          <p:cNvGrpSpPr/>
          <p:nvPr/>
        </p:nvGrpSpPr>
        <p:grpSpPr>
          <a:xfrm>
            <a:off x="713225" y="539500"/>
            <a:ext cx="7717500" cy="4064400"/>
            <a:chOff x="713225" y="539500"/>
            <a:chExt cx="7717500" cy="4064400"/>
          </a:xfrm>
        </p:grpSpPr>
        <p:sp>
          <p:nvSpPr>
            <p:cNvPr id="2710" name="Google Shape;2710;p35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11" name="Google Shape;2711;p35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712" name="Google Shape;2712;p35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3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2713" name="Shape 2713"/>
        <p:cNvGrpSpPr/>
        <p:nvPr/>
      </p:nvGrpSpPr>
      <p:grpSpPr>
        <a:xfrm>
          <a:off x="0" y="0"/>
          <a:ext cx="0" cy="0"/>
          <a:chOff x="0" y="0"/>
          <a:chExt cx="0" cy="0"/>
        </a:xfrm>
      </p:grpSpPr>
      <p:grpSp>
        <p:nvGrpSpPr>
          <p:cNvPr id="2714" name="Google Shape;2714;p357"/>
          <p:cNvGrpSpPr/>
          <p:nvPr/>
        </p:nvGrpSpPr>
        <p:grpSpPr>
          <a:xfrm>
            <a:off x="713225" y="539500"/>
            <a:ext cx="7717500" cy="4064400"/>
            <a:chOff x="713225" y="539500"/>
            <a:chExt cx="7717500" cy="4064400"/>
          </a:xfrm>
        </p:grpSpPr>
        <p:cxnSp>
          <p:nvCxnSpPr>
            <p:cNvPr id="2715" name="Google Shape;2715;p35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2716" name="Google Shape;2716;p35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7" name="Google Shape;2717;p35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718" name="Google Shape;2718;p357"/>
          <p:cNvSpPr txBox="1"/>
          <p:nvPr>
            <p:ph idx="1" type="subTitle"/>
          </p:nvPr>
        </p:nvSpPr>
        <p:spPr>
          <a:xfrm>
            <a:off x="2105700" y="1543900"/>
            <a:ext cx="4932600" cy="2550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800"/>
              <a:buChar char="●"/>
              <a:defRPr sz="1600">
                <a:solidFill>
                  <a:schemeClr val="lt1"/>
                </a:solidFill>
              </a:defRPr>
            </a:lvl1pPr>
            <a:lvl2pPr lvl="1">
              <a:lnSpc>
                <a:spcPct val="100000"/>
              </a:lnSpc>
              <a:spcBef>
                <a:spcPts val="0"/>
              </a:spcBef>
              <a:spcAft>
                <a:spcPts val="0"/>
              </a:spcAft>
              <a:buClr>
                <a:schemeClr val="lt1"/>
              </a:buClr>
              <a:buSzPts val="2800"/>
              <a:buChar char="○"/>
              <a:defRPr sz="2800">
                <a:solidFill>
                  <a:schemeClr val="lt1"/>
                </a:solidFill>
              </a:defRPr>
            </a:lvl2pPr>
            <a:lvl3pPr lvl="2">
              <a:lnSpc>
                <a:spcPct val="100000"/>
              </a:lnSpc>
              <a:spcBef>
                <a:spcPts val="0"/>
              </a:spcBef>
              <a:spcAft>
                <a:spcPts val="0"/>
              </a:spcAft>
              <a:buClr>
                <a:schemeClr val="lt1"/>
              </a:buClr>
              <a:buSzPts val="2800"/>
              <a:buChar char="■"/>
              <a:defRPr sz="2800">
                <a:solidFill>
                  <a:schemeClr val="lt1"/>
                </a:solidFill>
              </a:defRPr>
            </a:lvl3pPr>
            <a:lvl4pPr lvl="3">
              <a:lnSpc>
                <a:spcPct val="100000"/>
              </a:lnSpc>
              <a:spcBef>
                <a:spcPts val="0"/>
              </a:spcBef>
              <a:spcAft>
                <a:spcPts val="0"/>
              </a:spcAft>
              <a:buClr>
                <a:schemeClr val="lt1"/>
              </a:buClr>
              <a:buSzPts val="2800"/>
              <a:buChar char="●"/>
              <a:defRPr sz="2800">
                <a:solidFill>
                  <a:schemeClr val="lt1"/>
                </a:solidFill>
              </a:defRPr>
            </a:lvl4pPr>
            <a:lvl5pPr lvl="4">
              <a:lnSpc>
                <a:spcPct val="100000"/>
              </a:lnSpc>
              <a:spcBef>
                <a:spcPts val="0"/>
              </a:spcBef>
              <a:spcAft>
                <a:spcPts val="0"/>
              </a:spcAft>
              <a:buClr>
                <a:schemeClr val="lt1"/>
              </a:buClr>
              <a:buSzPts val="2800"/>
              <a:buChar char="○"/>
              <a:defRPr sz="2800">
                <a:solidFill>
                  <a:schemeClr val="lt1"/>
                </a:solidFill>
              </a:defRPr>
            </a:lvl5pPr>
            <a:lvl6pPr lvl="5">
              <a:lnSpc>
                <a:spcPct val="100000"/>
              </a:lnSpc>
              <a:spcBef>
                <a:spcPts val="0"/>
              </a:spcBef>
              <a:spcAft>
                <a:spcPts val="0"/>
              </a:spcAft>
              <a:buClr>
                <a:schemeClr val="lt1"/>
              </a:buClr>
              <a:buSzPts val="2800"/>
              <a:buChar char="■"/>
              <a:defRPr sz="2800">
                <a:solidFill>
                  <a:schemeClr val="lt1"/>
                </a:solidFill>
              </a:defRPr>
            </a:lvl6pPr>
            <a:lvl7pPr lvl="6">
              <a:lnSpc>
                <a:spcPct val="100000"/>
              </a:lnSpc>
              <a:spcBef>
                <a:spcPts val="0"/>
              </a:spcBef>
              <a:spcAft>
                <a:spcPts val="0"/>
              </a:spcAft>
              <a:buClr>
                <a:schemeClr val="lt1"/>
              </a:buClr>
              <a:buSzPts val="2800"/>
              <a:buChar char="●"/>
              <a:defRPr sz="2800">
                <a:solidFill>
                  <a:schemeClr val="lt1"/>
                </a:solidFill>
              </a:defRPr>
            </a:lvl7pPr>
            <a:lvl8pPr lvl="7">
              <a:lnSpc>
                <a:spcPct val="100000"/>
              </a:lnSpc>
              <a:spcBef>
                <a:spcPts val="0"/>
              </a:spcBef>
              <a:spcAft>
                <a:spcPts val="0"/>
              </a:spcAft>
              <a:buClr>
                <a:schemeClr val="lt1"/>
              </a:buClr>
              <a:buSzPts val="2800"/>
              <a:buChar char="○"/>
              <a:defRPr sz="2800">
                <a:solidFill>
                  <a:schemeClr val="lt1"/>
                </a:solidFill>
              </a:defRPr>
            </a:lvl8pPr>
            <a:lvl9pPr lvl="8">
              <a:lnSpc>
                <a:spcPct val="100000"/>
              </a:lnSpc>
              <a:spcBef>
                <a:spcPts val="0"/>
              </a:spcBef>
              <a:spcAft>
                <a:spcPts val="0"/>
              </a:spcAft>
              <a:buClr>
                <a:schemeClr val="lt1"/>
              </a:buClr>
              <a:buSzPts val="2800"/>
              <a:buChar char="■"/>
              <a:defRPr sz="2800">
                <a:solidFill>
                  <a:schemeClr val="lt1"/>
                </a:solidFill>
              </a:defRPr>
            </a:lvl9pPr>
          </a:lstStyle>
          <a:p/>
        </p:txBody>
      </p:sp>
    </p:spTree>
  </p:cSld>
  <p:clrMapOvr>
    <a:masterClrMapping/>
  </p:clrMapOvr>
</p:sldLayout>
</file>

<file path=ppt/slideLayouts/slideLayout3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2719" name="Shape 2719"/>
        <p:cNvGrpSpPr/>
        <p:nvPr/>
      </p:nvGrpSpPr>
      <p:grpSpPr>
        <a:xfrm>
          <a:off x="0" y="0"/>
          <a:ext cx="0" cy="0"/>
          <a:chOff x="0" y="0"/>
          <a:chExt cx="0" cy="0"/>
        </a:xfrm>
      </p:grpSpPr>
      <p:sp>
        <p:nvSpPr>
          <p:cNvPr id="2720" name="Google Shape;2720;p35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358"/>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3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2722" name="Shape 2722"/>
        <p:cNvGrpSpPr/>
        <p:nvPr/>
      </p:nvGrpSpPr>
      <p:grpSpPr>
        <a:xfrm>
          <a:off x="0" y="0"/>
          <a:ext cx="0" cy="0"/>
          <a:chOff x="0" y="0"/>
          <a:chExt cx="0" cy="0"/>
        </a:xfrm>
      </p:grpSpPr>
      <p:grpSp>
        <p:nvGrpSpPr>
          <p:cNvPr id="2723" name="Google Shape;2723;p359"/>
          <p:cNvGrpSpPr/>
          <p:nvPr/>
        </p:nvGrpSpPr>
        <p:grpSpPr>
          <a:xfrm>
            <a:off x="713225" y="539500"/>
            <a:ext cx="7717500" cy="4064400"/>
            <a:chOff x="713225" y="539500"/>
            <a:chExt cx="7717500" cy="4064400"/>
          </a:xfrm>
        </p:grpSpPr>
        <p:cxnSp>
          <p:nvCxnSpPr>
            <p:cNvPr id="2724" name="Google Shape;2724;p35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2725" name="Google Shape;2725;p35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26" name="Google Shape;2726;p359"/>
            <p:cNvCxnSpPr/>
            <p:nvPr/>
          </p:nvCxnSpPr>
          <p:spPr>
            <a:xfrm rot="10800000">
              <a:off x="4876775" y="1096300"/>
              <a:ext cx="0" cy="3507600"/>
            </a:xfrm>
            <a:prstGeom prst="straightConnector1">
              <a:avLst/>
            </a:prstGeom>
            <a:noFill/>
            <a:ln cap="flat" cmpd="sng" w="38100">
              <a:solidFill>
                <a:schemeClr val="accent1"/>
              </a:solidFill>
              <a:prstDash val="solid"/>
              <a:round/>
              <a:headEnd len="med" w="med" type="none"/>
              <a:tailEnd len="med" w="med" type="none"/>
            </a:ln>
          </p:spPr>
        </p:cxnSp>
      </p:grpSp>
      <p:sp>
        <p:nvSpPr>
          <p:cNvPr id="2727" name="Google Shape;2727;p35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728" name="Google Shape;2728;p359"/>
          <p:cNvSpPr txBox="1"/>
          <p:nvPr>
            <p:ph idx="1" type="subTitle"/>
          </p:nvPr>
        </p:nvSpPr>
        <p:spPr>
          <a:xfrm>
            <a:off x="1312950" y="2327975"/>
            <a:ext cx="2973000" cy="13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729" name="Google Shape;2729;p359"/>
          <p:cNvSpPr txBox="1"/>
          <p:nvPr>
            <p:ph idx="2" type="subTitle"/>
          </p:nvPr>
        </p:nvSpPr>
        <p:spPr>
          <a:xfrm>
            <a:off x="1312950" y="1809275"/>
            <a:ext cx="29730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3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2730" name="Shape 2730"/>
        <p:cNvGrpSpPr/>
        <p:nvPr/>
      </p:nvGrpSpPr>
      <p:grpSpPr>
        <a:xfrm>
          <a:off x="0" y="0"/>
          <a:ext cx="0" cy="0"/>
          <a:chOff x="0" y="0"/>
          <a:chExt cx="0" cy="0"/>
        </a:xfrm>
      </p:grpSpPr>
      <p:sp>
        <p:nvSpPr>
          <p:cNvPr id="2731" name="Google Shape;2731;p360"/>
          <p:cNvSpPr txBox="1"/>
          <p:nvPr>
            <p:ph type="title"/>
          </p:nvPr>
        </p:nvSpPr>
        <p:spPr>
          <a:xfrm>
            <a:off x="865625" y="3328700"/>
            <a:ext cx="6367800" cy="1427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3600"/>
              <a:buNone/>
              <a:defRPr sz="3600">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3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2732" name="Shape 2732"/>
        <p:cNvGrpSpPr/>
        <p:nvPr/>
      </p:nvGrpSpPr>
      <p:grpSpPr>
        <a:xfrm>
          <a:off x="0" y="0"/>
          <a:ext cx="0" cy="0"/>
          <a:chOff x="0" y="0"/>
          <a:chExt cx="0" cy="0"/>
        </a:xfrm>
      </p:grpSpPr>
      <p:sp>
        <p:nvSpPr>
          <p:cNvPr id="2733" name="Google Shape;2733;p36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361"/>
          <p:cNvSpPr txBox="1"/>
          <p:nvPr>
            <p:ph hasCustomPrompt="1" type="title"/>
          </p:nvPr>
        </p:nvSpPr>
        <p:spPr>
          <a:xfrm>
            <a:off x="994200" y="1505850"/>
            <a:ext cx="7155600" cy="13323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2735" name="Google Shape;2735;p361"/>
          <p:cNvSpPr txBox="1"/>
          <p:nvPr>
            <p:ph idx="1" type="subTitle"/>
          </p:nvPr>
        </p:nvSpPr>
        <p:spPr>
          <a:xfrm>
            <a:off x="994200" y="2838150"/>
            <a:ext cx="4774200" cy="79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2736" name="Shape 2736"/>
        <p:cNvGrpSpPr/>
        <p:nvPr/>
      </p:nvGrpSpPr>
      <p:grpSpPr>
        <a:xfrm>
          <a:off x="0" y="0"/>
          <a:ext cx="0" cy="0"/>
          <a:chOff x="0" y="0"/>
          <a:chExt cx="0" cy="0"/>
        </a:xfrm>
      </p:grpSpPr>
    </p:spTree>
  </p:cSld>
  <p:clrMapOvr>
    <a:masterClrMapping/>
  </p:clrMapOvr>
</p:sldLayout>
</file>

<file path=ppt/slideLayouts/slideLayout3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2737" name="Shape 2737"/>
        <p:cNvGrpSpPr/>
        <p:nvPr/>
      </p:nvGrpSpPr>
      <p:grpSpPr>
        <a:xfrm>
          <a:off x="0" y="0"/>
          <a:ext cx="0" cy="0"/>
          <a:chOff x="0" y="0"/>
          <a:chExt cx="0" cy="0"/>
        </a:xfrm>
      </p:grpSpPr>
      <p:sp>
        <p:nvSpPr>
          <p:cNvPr id="2738" name="Google Shape;2738;p363"/>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3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2739" name="Shape 2739"/>
        <p:cNvGrpSpPr/>
        <p:nvPr/>
      </p:nvGrpSpPr>
      <p:grpSpPr>
        <a:xfrm>
          <a:off x="0" y="0"/>
          <a:ext cx="0" cy="0"/>
          <a:chOff x="0" y="0"/>
          <a:chExt cx="0" cy="0"/>
        </a:xfrm>
      </p:grpSpPr>
      <p:grpSp>
        <p:nvGrpSpPr>
          <p:cNvPr id="2740" name="Google Shape;2740;p364"/>
          <p:cNvGrpSpPr/>
          <p:nvPr/>
        </p:nvGrpSpPr>
        <p:grpSpPr>
          <a:xfrm>
            <a:off x="713200" y="539513"/>
            <a:ext cx="7717600" cy="4064400"/>
            <a:chOff x="713125" y="539500"/>
            <a:chExt cx="7717600" cy="4064400"/>
          </a:xfrm>
        </p:grpSpPr>
        <p:cxnSp>
          <p:nvCxnSpPr>
            <p:cNvPr id="2741" name="Google Shape;2741;p364"/>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2742" name="Google Shape;2742;p36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43" name="Google Shape;2743;p364"/>
            <p:cNvCxnSpPr>
              <a:stCxn id="2742" idx="2"/>
            </p:cNvCxnSpPr>
            <p:nvPr/>
          </p:nvCxnSpPr>
          <p:spPr>
            <a:xfrm rot="10800000">
              <a:off x="45719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2744" name="Google Shape;2744;p364"/>
            <p:cNvCxnSpPr/>
            <p:nvPr/>
          </p:nvCxnSpPr>
          <p:spPr>
            <a:xfrm rot="10800000">
              <a:off x="713125" y="2912025"/>
              <a:ext cx="7709100" cy="0"/>
            </a:xfrm>
            <a:prstGeom prst="straightConnector1">
              <a:avLst/>
            </a:prstGeom>
            <a:noFill/>
            <a:ln cap="flat" cmpd="sng" w="38100">
              <a:solidFill>
                <a:schemeClr val="accent1"/>
              </a:solidFill>
              <a:prstDash val="solid"/>
              <a:round/>
              <a:headEnd len="med" w="med" type="none"/>
              <a:tailEnd len="med" w="med" type="none"/>
            </a:ln>
          </p:spPr>
        </p:cxnSp>
        <p:cxnSp>
          <p:nvCxnSpPr>
            <p:cNvPr id="2745" name="Google Shape;2745;p364"/>
            <p:cNvCxnSpPr/>
            <p:nvPr/>
          </p:nvCxnSpPr>
          <p:spPr>
            <a:xfrm rot="10800000">
              <a:off x="17602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2746" name="Google Shape;2746;p364"/>
            <p:cNvCxnSpPr/>
            <p:nvPr/>
          </p:nvCxnSpPr>
          <p:spPr>
            <a:xfrm rot="10800000">
              <a:off x="7378100" y="1254400"/>
              <a:ext cx="0" cy="3349500"/>
            </a:xfrm>
            <a:prstGeom prst="straightConnector1">
              <a:avLst/>
            </a:prstGeom>
            <a:noFill/>
            <a:ln cap="flat" cmpd="sng" w="38100">
              <a:solidFill>
                <a:schemeClr val="accent1"/>
              </a:solidFill>
              <a:prstDash val="solid"/>
              <a:round/>
              <a:headEnd len="med" w="med" type="none"/>
              <a:tailEnd len="med" w="med" type="none"/>
            </a:ln>
          </p:spPr>
        </p:cxnSp>
      </p:grpSp>
      <p:sp>
        <p:nvSpPr>
          <p:cNvPr id="2747" name="Google Shape;2747;p364"/>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748" name="Google Shape;2748;p364"/>
          <p:cNvSpPr txBox="1"/>
          <p:nvPr>
            <p:ph idx="1" type="subTitle"/>
          </p:nvPr>
        </p:nvSpPr>
        <p:spPr>
          <a:xfrm>
            <a:off x="1924988" y="2036825"/>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749" name="Google Shape;2749;p364"/>
          <p:cNvSpPr txBox="1"/>
          <p:nvPr>
            <p:ph idx="2" type="subTitle"/>
          </p:nvPr>
        </p:nvSpPr>
        <p:spPr>
          <a:xfrm>
            <a:off x="1924988" y="1518125"/>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750" name="Google Shape;2750;p364"/>
          <p:cNvSpPr txBox="1"/>
          <p:nvPr>
            <p:ph hasCustomPrompt="1" idx="3" type="title"/>
          </p:nvPr>
        </p:nvSpPr>
        <p:spPr>
          <a:xfrm>
            <a:off x="8197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2751" name="Google Shape;2751;p364"/>
          <p:cNvSpPr txBox="1"/>
          <p:nvPr>
            <p:ph idx="4" type="subTitle"/>
          </p:nvPr>
        </p:nvSpPr>
        <p:spPr>
          <a:xfrm>
            <a:off x="4760188" y="2036825"/>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2752" name="Google Shape;2752;p364"/>
          <p:cNvSpPr txBox="1"/>
          <p:nvPr>
            <p:ph idx="5" type="subTitle"/>
          </p:nvPr>
        </p:nvSpPr>
        <p:spPr>
          <a:xfrm>
            <a:off x="4760188" y="1518125"/>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2753" name="Google Shape;2753;p364"/>
          <p:cNvSpPr txBox="1"/>
          <p:nvPr>
            <p:ph hasCustomPrompt="1" idx="6" type="title"/>
          </p:nvPr>
        </p:nvSpPr>
        <p:spPr>
          <a:xfrm>
            <a:off x="74842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2754" name="Google Shape;2754;p364"/>
          <p:cNvSpPr txBox="1"/>
          <p:nvPr>
            <p:ph idx="7" type="subTitle"/>
          </p:nvPr>
        </p:nvSpPr>
        <p:spPr>
          <a:xfrm>
            <a:off x="1924988" y="3691200"/>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755" name="Google Shape;2755;p364"/>
          <p:cNvSpPr txBox="1"/>
          <p:nvPr>
            <p:ph idx="8" type="subTitle"/>
          </p:nvPr>
        </p:nvSpPr>
        <p:spPr>
          <a:xfrm>
            <a:off x="1924988" y="3172500"/>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756" name="Google Shape;2756;p364"/>
          <p:cNvSpPr txBox="1"/>
          <p:nvPr>
            <p:ph hasCustomPrompt="1" idx="9" type="title"/>
          </p:nvPr>
        </p:nvSpPr>
        <p:spPr>
          <a:xfrm>
            <a:off x="819800" y="346450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2757" name="Google Shape;2757;p364"/>
          <p:cNvSpPr txBox="1"/>
          <p:nvPr>
            <p:ph idx="13" type="subTitle"/>
          </p:nvPr>
        </p:nvSpPr>
        <p:spPr>
          <a:xfrm>
            <a:off x="4760200" y="3673200"/>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2758" name="Google Shape;2758;p364"/>
          <p:cNvSpPr txBox="1"/>
          <p:nvPr>
            <p:ph idx="14" type="subTitle"/>
          </p:nvPr>
        </p:nvSpPr>
        <p:spPr>
          <a:xfrm>
            <a:off x="4760200" y="3154500"/>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2759" name="Google Shape;2759;p364"/>
          <p:cNvSpPr txBox="1"/>
          <p:nvPr>
            <p:ph hasCustomPrompt="1" idx="15" type="title"/>
          </p:nvPr>
        </p:nvSpPr>
        <p:spPr>
          <a:xfrm>
            <a:off x="7488624" y="3475788"/>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3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
    <p:bg>
      <p:bgPr>
        <a:solidFill>
          <a:schemeClr val="dk1"/>
        </a:solidFill>
      </p:bgPr>
    </p:bg>
    <p:spTree>
      <p:nvGrpSpPr>
        <p:cNvPr id="2760" name="Shape 2760"/>
        <p:cNvGrpSpPr/>
        <p:nvPr/>
      </p:nvGrpSpPr>
      <p:grpSpPr>
        <a:xfrm>
          <a:off x="0" y="0"/>
          <a:ext cx="0" cy="0"/>
          <a:chOff x="0" y="0"/>
          <a:chExt cx="0" cy="0"/>
        </a:xfrm>
      </p:grpSpPr>
      <p:grpSp>
        <p:nvGrpSpPr>
          <p:cNvPr id="2761" name="Google Shape;2761;p365"/>
          <p:cNvGrpSpPr/>
          <p:nvPr/>
        </p:nvGrpSpPr>
        <p:grpSpPr>
          <a:xfrm>
            <a:off x="713300" y="539513"/>
            <a:ext cx="7717500" cy="4064400"/>
            <a:chOff x="713225" y="539500"/>
            <a:chExt cx="7717500" cy="4064400"/>
          </a:xfrm>
        </p:grpSpPr>
        <p:cxnSp>
          <p:nvCxnSpPr>
            <p:cNvPr id="2762" name="Google Shape;2762;p365"/>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2763" name="Google Shape;2763;p36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64" name="Google Shape;2764;p365"/>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765" name="Google Shape;2765;p365"/>
          <p:cNvSpPr txBox="1"/>
          <p:nvPr>
            <p:ph idx="1" type="subTitle"/>
          </p:nvPr>
        </p:nvSpPr>
        <p:spPr>
          <a:xfrm>
            <a:off x="897170"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766" name="Google Shape;2766;p365"/>
          <p:cNvSpPr txBox="1"/>
          <p:nvPr>
            <p:ph idx="2" type="subTitle"/>
          </p:nvPr>
        </p:nvSpPr>
        <p:spPr>
          <a:xfrm>
            <a:off x="897170"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767" name="Google Shape;2767;p365"/>
          <p:cNvSpPr txBox="1"/>
          <p:nvPr>
            <p:ph hasCustomPrompt="1" idx="3" type="title"/>
          </p:nvPr>
        </p:nvSpPr>
        <p:spPr>
          <a:xfrm>
            <a:off x="1261666"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2768" name="Google Shape;2768;p365"/>
          <p:cNvSpPr txBox="1"/>
          <p:nvPr>
            <p:ph idx="4" type="subTitle"/>
          </p:nvPr>
        </p:nvSpPr>
        <p:spPr>
          <a:xfrm>
            <a:off x="47527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2769" name="Google Shape;2769;p365"/>
          <p:cNvSpPr txBox="1"/>
          <p:nvPr>
            <p:ph idx="5" type="subTitle"/>
          </p:nvPr>
        </p:nvSpPr>
        <p:spPr>
          <a:xfrm>
            <a:off x="47527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2770" name="Google Shape;2770;p365"/>
          <p:cNvSpPr txBox="1"/>
          <p:nvPr>
            <p:ph hasCustomPrompt="1" idx="6" type="title"/>
          </p:nvPr>
        </p:nvSpPr>
        <p:spPr>
          <a:xfrm>
            <a:off x="5117252"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2771" name="Google Shape;2771;p365"/>
          <p:cNvSpPr txBox="1"/>
          <p:nvPr>
            <p:ph idx="7" type="subTitle"/>
          </p:nvPr>
        </p:nvSpPr>
        <p:spPr>
          <a:xfrm>
            <a:off x="28249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772" name="Google Shape;2772;p365"/>
          <p:cNvSpPr txBox="1"/>
          <p:nvPr>
            <p:ph idx="8" type="subTitle"/>
          </p:nvPr>
        </p:nvSpPr>
        <p:spPr>
          <a:xfrm>
            <a:off x="28249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773" name="Google Shape;2773;p365"/>
          <p:cNvSpPr txBox="1"/>
          <p:nvPr>
            <p:ph hasCustomPrompt="1" idx="9" type="title"/>
          </p:nvPr>
        </p:nvSpPr>
        <p:spPr>
          <a:xfrm>
            <a:off x="3189459"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2774" name="Google Shape;2774;p365"/>
          <p:cNvSpPr txBox="1"/>
          <p:nvPr>
            <p:ph idx="13" type="subTitle"/>
          </p:nvPr>
        </p:nvSpPr>
        <p:spPr>
          <a:xfrm>
            <a:off x="6680545"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2775" name="Google Shape;2775;p365"/>
          <p:cNvSpPr txBox="1"/>
          <p:nvPr>
            <p:ph idx="14" type="subTitle"/>
          </p:nvPr>
        </p:nvSpPr>
        <p:spPr>
          <a:xfrm>
            <a:off x="6680545"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2776" name="Google Shape;2776;p365"/>
          <p:cNvSpPr txBox="1"/>
          <p:nvPr>
            <p:ph hasCustomPrompt="1" idx="15" type="title"/>
          </p:nvPr>
        </p:nvSpPr>
        <p:spPr>
          <a:xfrm>
            <a:off x="7045045" y="1975647"/>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3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dk1"/>
        </a:solidFill>
      </p:bgPr>
    </p:bg>
    <p:spTree>
      <p:nvGrpSpPr>
        <p:cNvPr id="2777" name="Shape 2777"/>
        <p:cNvGrpSpPr/>
        <p:nvPr/>
      </p:nvGrpSpPr>
      <p:grpSpPr>
        <a:xfrm>
          <a:off x="0" y="0"/>
          <a:ext cx="0" cy="0"/>
          <a:chOff x="0" y="0"/>
          <a:chExt cx="0" cy="0"/>
        </a:xfrm>
      </p:grpSpPr>
      <p:sp>
        <p:nvSpPr>
          <p:cNvPr id="2778" name="Google Shape;2778;p36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366"/>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2780" name="Google Shape;2780;p366"/>
          <p:cNvSpPr txBox="1"/>
          <p:nvPr>
            <p:ph hasCustomPrompt="1" idx="2" type="title"/>
          </p:nvPr>
        </p:nvSpPr>
        <p:spPr>
          <a:xfrm>
            <a:off x="1131163" y="96802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2781" name="Google Shape;2781;p366"/>
          <p:cNvSpPr txBox="1"/>
          <p:nvPr>
            <p:ph idx="1" type="subTitle"/>
          </p:nvPr>
        </p:nvSpPr>
        <p:spPr>
          <a:xfrm>
            <a:off x="1131163" y="37284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3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
    <p:bg>
      <p:bgPr>
        <a:solidFill>
          <a:schemeClr val="dk1"/>
        </a:solidFill>
      </p:bgPr>
    </p:bg>
    <p:spTree>
      <p:nvGrpSpPr>
        <p:cNvPr id="2782" name="Shape 2782"/>
        <p:cNvGrpSpPr/>
        <p:nvPr/>
      </p:nvGrpSpPr>
      <p:grpSpPr>
        <a:xfrm>
          <a:off x="0" y="0"/>
          <a:ext cx="0" cy="0"/>
          <a:chOff x="0" y="0"/>
          <a:chExt cx="0" cy="0"/>
        </a:xfrm>
      </p:grpSpPr>
      <p:sp>
        <p:nvSpPr>
          <p:cNvPr id="2783" name="Google Shape;2783;p36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367"/>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2785" name="Google Shape;2785;p367"/>
          <p:cNvSpPr txBox="1"/>
          <p:nvPr>
            <p:ph hasCustomPrompt="1" idx="2" type="title"/>
          </p:nvPr>
        </p:nvSpPr>
        <p:spPr>
          <a:xfrm>
            <a:off x="3496800" y="894025"/>
            <a:ext cx="2150400" cy="1665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2786" name="Google Shape;2786;p367"/>
          <p:cNvSpPr txBox="1"/>
          <p:nvPr>
            <p:ph idx="1" type="subTitle"/>
          </p:nvPr>
        </p:nvSpPr>
        <p:spPr>
          <a:xfrm>
            <a:off x="1896450" y="3802475"/>
            <a:ext cx="53511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3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2787" name="Shape 2787"/>
        <p:cNvGrpSpPr/>
        <p:nvPr/>
      </p:nvGrpSpPr>
      <p:grpSpPr>
        <a:xfrm>
          <a:off x="0" y="0"/>
          <a:ext cx="0" cy="0"/>
          <a:chOff x="0" y="0"/>
          <a:chExt cx="0" cy="0"/>
        </a:xfrm>
      </p:grpSpPr>
      <p:sp>
        <p:nvSpPr>
          <p:cNvPr id="2788" name="Google Shape;2788;p36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368"/>
          <p:cNvSpPr txBox="1"/>
          <p:nvPr>
            <p:ph type="title"/>
          </p:nvPr>
        </p:nvSpPr>
        <p:spPr>
          <a:xfrm>
            <a:off x="1952375" y="3189813"/>
            <a:ext cx="4629600" cy="491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790" name="Google Shape;2790;p368"/>
          <p:cNvSpPr txBox="1"/>
          <p:nvPr>
            <p:ph idx="1" type="subTitle"/>
          </p:nvPr>
        </p:nvSpPr>
        <p:spPr>
          <a:xfrm>
            <a:off x="1952375" y="1995238"/>
            <a:ext cx="4629600" cy="111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3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
    <p:bg>
      <p:bgPr>
        <a:solidFill>
          <a:schemeClr val="dk1"/>
        </a:solidFill>
      </p:bgPr>
    </p:bg>
    <p:spTree>
      <p:nvGrpSpPr>
        <p:cNvPr id="2791" name="Shape 2791"/>
        <p:cNvGrpSpPr/>
        <p:nvPr/>
      </p:nvGrpSpPr>
      <p:grpSpPr>
        <a:xfrm>
          <a:off x="0" y="0"/>
          <a:ext cx="0" cy="0"/>
          <a:chOff x="0" y="0"/>
          <a:chExt cx="0" cy="0"/>
        </a:xfrm>
      </p:grpSpPr>
      <p:sp>
        <p:nvSpPr>
          <p:cNvPr id="2792" name="Google Shape;2792;p369"/>
          <p:cNvSpPr txBox="1"/>
          <p:nvPr>
            <p:ph type="title"/>
          </p:nvPr>
        </p:nvSpPr>
        <p:spPr>
          <a:xfrm>
            <a:off x="713250" y="5395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atin typeface="Roboto"/>
                <a:ea typeface="Roboto"/>
                <a:cs typeface="Roboto"/>
                <a:sym typeface="Roboto"/>
              </a:defRPr>
            </a:lvl1pPr>
            <a:lvl2pPr lvl="1">
              <a:spcBef>
                <a:spcPts val="0"/>
              </a:spcBef>
              <a:spcAft>
                <a:spcPts val="0"/>
              </a:spcAft>
              <a:buSzPts val="2800"/>
              <a:buNone/>
              <a:defRPr>
                <a:latin typeface="Roboto"/>
                <a:ea typeface="Roboto"/>
                <a:cs typeface="Roboto"/>
                <a:sym typeface="Roboto"/>
              </a:defRPr>
            </a:lvl2pPr>
            <a:lvl3pPr lvl="2">
              <a:spcBef>
                <a:spcPts val="0"/>
              </a:spcBef>
              <a:spcAft>
                <a:spcPts val="0"/>
              </a:spcAft>
              <a:buSzPts val="2800"/>
              <a:buNone/>
              <a:defRPr>
                <a:latin typeface="Roboto"/>
                <a:ea typeface="Roboto"/>
                <a:cs typeface="Roboto"/>
                <a:sym typeface="Roboto"/>
              </a:defRPr>
            </a:lvl3pPr>
            <a:lvl4pPr lvl="3">
              <a:spcBef>
                <a:spcPts val="0"/>
              </a:spcBef>
              <a:spcAft>
                <a:spcPts val="0"/>
              </a:spcAft>
              <a:buSzPts val="2800"/>
              <a:buNone/>
              <a:defRPr>
                <a:latin typeface="Roboto"/>
                <a:ea typeface="Roboto"/>
                <a:cs typeface="Roboto"/>
                <a:sym typeface="Roboto"/>
              </a:defRPr>
            </a:lvl4pPr>
            <a:lvl5pPr lvl="4">
              <a:spcBef>
                <a:spcPts val="0"/>
              </a:spcBef>
              <a:spcAft>
                <a:spcPts val="0"/>
              </a:spcAft>
              <a:buSzPts val="2800"/>
              <a:buNone/>
              <a:defRPr>
                <a:latin typeface="Roboto"/>
                <a:ea typeface="Roboto"/>
                <a:cs typeface="Roboto"/>
                <a:sym typeface="Roboto"/>
              </a:defRPr>
            </a:lvl5pPr>
            <a:lvl6pPr lvl="5">
              <a:spcBef>
                <a:spcPts val="0"/>
              </a:spcBef>
              <a:spcAft>
                <a:spcPts val="0"/>
              </a:spcAft>
              <a:buSzPts val="2800"/>
              <a:buNone/>
              <a:defRPr>
                <a:latin typeface="Roboto"/>
                <a:ea typeface="Roboto"/>
                <a:cs typeface="Roboto"/>
                <a:sym typeface="Roboto"/>
              </a:defRPr>
            </a:lvl6pPr>
            <a:lvl7pPr lvl="6">
              <a:spcBef>
                <a:spcPts val="0"/>
              </a:spcBef>
              <a:spcAft>
                <a:spcPts val="0"/>
              </a:spcAft>
              <a:buSzPts val="2800"/>
              <a:buNone/>
              <a:defRPr>
                <a:latin typeface="Roboto"/>
                <a:ea typeface="Roboto"/>
                <a:cs typeface="Roboto"/>
                <a:sym typeface="Roboto"/>
              </a:defRPr>
            </a:lvl7pPr>
            <a:lvl8pPr lvl="7">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2793" name="Google Shape;2793;p36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369"/>
          <p:cNvSpPr txBox="1"/>
          <p:nvPr>
            <p:ph idx="2" type="title"/>
          </p:nvPr>
        </p:nvSpPr>
        <p:spPr>
          <a:xfrm>
            <a:off x="3364525" y="3430088"/>
            <a:ext cx="4629600" cy="491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795" name="Google Shape;2795;p369"/>
          <p:cNvSpPr txBox="1"/>
          <p:nvPr>
            <p:ph idx="1" type="subTitle"/>
          </p:nvPr>
        </p:nvSpPr>
        <p:spPr>
          <a:xfrm>
            <a:off x="3364525" y="2235513"/>
            <a:ext cx="4629600" cy="111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3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0">
    <p:bg>
      <p:bgPr>
        <a:solidFill>
          <a:schemeClr val="dk1"/>
        </a:solidFill>
      </p:bgPr>
    </p:bg>
    <p:spTree>
      <p:nvGrpSpPr>
        <p:cNvPr id="2796" name="Shape 2796"/>
        <p:cNvGrpSpPr/>
        <p:nvPr/>
      </p:nvGrpSpPr>
      <p:grpSpPr>
        <a:xfrm>
          <a:off x="0" y="0"/>
          <a:ext cx="0" cy="0"/>
          <a:chOff x="0" y="0"/>
          <a:chExt cx="0" cy="0"/>
        </a:xfrm>
      </p:grpSpPr>
      <p:sp>
        <p:nvSpPr>
          <p:cNvPr id="2797" name="Google Shape;2797;p37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370"/>
          <p:cNvSpPr txBox="1"/>
          <p:nvPr>
            <p:ph hasCustomPrompt="1" type="title"/>
          </p:nvPr>
        </p:nvSpPr>
        <p:spPr>
          <a:xfrm>
            <a:off x="2070613" y="1505850"/>
            <a:ext cx="4774200" cy="1332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2799" name="Google Shape;2799;p370"/>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22">
    <p:bg>
      <p:bgPr>
        <a:solidFill>
          <a:schemeClr val="dk1"/>
        </a:solidFill>
      </p:bgPr>
    </p:bg>
    <p:spTree>
      <p:nvGrpSpPr>
        <p:cNvPr id="2800" name="Shape 2800"/>
        <p:cNvGrpSpPr/>
        <p:nvPr/>
      </p:nvGrpSpPr>
      <p:grpSpPr>
        <a:xfrm>
          <a:off x="0" y="0"/>
          <a:ext cx="0" cy="0"/>
          <a:chOff x="0" y="0"/>
          <a:chExt cx="0" cy="0"/>
        </a:xfrm>
      </p:grpSpPr>
      <p:sp>
        <p:nvSpPr>
          <p:cNvPr id="2801" name="Google Shape;2801;p371"/>
          <p:cNvSpPr txBox="1"/>
          <p:nvPr>
            <p:ph hasCustomPrompt="1" type="title"/>
          </p:nvPr>
        </p:nvSpPr>
        <p:spPr>
          <a:xfrm>
            <a:off x="2337663" y="1768700"/>
            <a:ext cx="2299800" cy="1209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2802" name="Google Shape;2802;p371"/>
          <p:cNvSpPr txBox="1"/>
          <p:nvPr>
            <p:ph idx="1" type="subTitle"/>
          </p:nvPr>
        </p:nvSpPr>
        <p:spPr>
          <a:xfrm>
            <a:off x="4989538" y="1768700"/>
            <a:ext cx="3188400" cy="1209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803" name="Google Shape;2803;p371"/>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04" name="Google Shape;2804;p371"/>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2805" name="Google Shape;2805;p371"/>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3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bg>
      <p:bgPr>
        <a:solidFill>
          <a:schemeClr val="dk1"/>
        </a:solidFill>
      </p:bgPr>
    </p:bg>
    <p:spTree>
      <p:nvGrpSpPr>
        <p:cNvPr id="2806" name="Shape 2806"/>
        <p:cNvGrpSpPr/>
        <p:nvPr/>
      </p:nvGrpSpPr>
      <p:grpSpPr>
        <a:xfrm>
          <a:off x="0" y="0"/>
          <a:ext cx="0" cy="0"/>
          <a:chOff x="0" y="0"/>
          <a:chExt cx="0" cy="0"/>
        </a:xfrm>
      </p:grpSpPr>
      <p:sp>
        <p:nvSpPr>
          <p:cNvPr id="2807" name="Google Shape;2807;p372"/>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08" name="Google Shape;2808;p372"/>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2809" name="Google Shape;2809;p37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810" name="Google Shape;2810;p372"/>
          <p:cNvSpPr txBox="1"/>
          <p:nvPr>
            <p:ph hasCustomPrompt="1" idx="2" type="title"/>
          </p:nvPr>
        </p:nvSpPr>
        <p:spPr>
          <a:xfrm>
            <a:off x="1153250" y="1714350"/>
            <a:ext cx="2299800" cy="103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2811" name="Google Shape;2811;p372"/>
          <p:cNvSpPr txBox="1"/>
          <p:nvPr>
            <p:ph idx="1" type="subTitle"/>
          </p:nvPr>
        </p:nvSpPr>
        <p:spPr>
          <a:xfrm>
            <a:off x="1153250" y="2750550"/>
            <a:ext cx="2299800" cy="1058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812" name="Google Shape;2812;p372"/>
          <p:cNvSpPr txBox="1"/>
          <p:nvPr>
            <p:ph hasCustomPrompt="1" idx="3" type="title"/>
          </p:nvPr>
        </p:nvSpPr>
        <p:spPr>
          <a:xfrm>
            <a:off x="5006988" y="1378188"/>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2813" name="Google Shape;2813;p372"/>
          <p:cNvSpPr txBox="1"/>
          <p:nvPr>
            <p:ph idx="4" type="subTitle"/>
          </p:nvPr>
        </p:nvSpPr>
        <p:spPr>
          <a:xfrm>
            <a:off x="5006988" y="202385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814" name="Google Shape;2814;p372"/>
          <p:cNvSpPr txBox="1"/>
          <p:nvPr>
            <p:ph hasCustomPrompt="1" idx="5" type="title"/>
          </p:nvPr>
        </p:nvSpPr>
        <p:spPr>
          <a:xfrm>
            <a:off x="5006988" y="3133450"/>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2815" name="Google Shape;2815;p372"/>
          <p:cNvSpPr txBox="1"/>
          <p:nvPr>
            <p:ph idx="6" type="subTitle"/>
          </p:nvPr>
        </p:nvSpPr>
        <p:spPr>
          <a:xfrm>
            <a:off x="5006988" y="377900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3">
    <p:bg>
      <p:bgPr>
        <a:solidFill>
          <a:schemeClr val="dk1"/>
        </a:solidFill>
      </p:bgPr>
    </p:bg>
    <p:spTree>
      <p:nvGrpSpPr>
        <p:cNvPr id="2816" name="Shape 2816"/>
        <p:cNvGrpSpPr/>
        <p:nvPr/>
      </p:nvGrpSpPr>
      <p:grpSpPr>
        <a:xfrm>
          <a:off x="0" y="0"/>
          <a:ext cx="0" cy="0"/>
          <a:chOff x="0" y="0"/>
          <a:chExt cx="0" cy="0"/>
        </a:xfrm>
      </p:grpSpPr>
      <p:sp>
        <p:nvSpPr>
          <p:cNvPr id="2817" name="Google Shape;2817;p373"/>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18" name="Google Shape;2818;p373"/>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2819" name="Google Shape;2819;p37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820" name="Google Shape;2820;p373"/>
          <p:cNvSpPr txBox="1"/>
          <p:nvPr>
            <p:ph hasCustomPrompt="1" idx="2" type="title"/>
          </p:nvPr>
        </p:nvSpPr>
        <p:spPr>
          <a:xfrm>
            <a:off x="1153250"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2821" name="Google Shape;2821;p373"/>
          <p:cNvSpPr txBox="1"/>
          <p:nvPr>
            <p:ph idx="1" type="subTitle"/>
          </p:nvPr>
        </p:nvSpPr>
        <p:spPr>
          <a:xfrm>
            <a:off x="1153250" y="3575299"/>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822" name="Google Shape;2822;p373"/>
          <p:cNvSpPr txBox="1"/>
          <p:nvPr>
            <p:ph hasCustomPrompt="1" idx="3" type="title"/>
          </p:nvPr>
        </p:nvSpPr>
        <p:spPr>
          <a:xfrm>
            <a:off x="3476088"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2823" name="Google Shape;2823;p373"/>
          <p:cNvSpPr txBox="1"/>
          <p:nvPr>
            <p:ph idx="4" type="subTitle"/>
          </p:nvPr>
        </p:nvSpPr>
        <p:spPr>
          <a:xfrm>
            <a:off x="3476100" y="3575295"/>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824" name="Google Shape;2824;p373"/>
          <p:cNvSpPr txBox="1"/>
          <p:nvPr>
            <p:ph hasCustomPrompt="1" idx="5" type="title"/>
          </p:nvPr>
        </p:nvSpPr>
        <p:spPr>
          <a:xfrm>
            <a:off x="5798944" y="2777254"/>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2825" name="Google Shape;2825;p373"/>
          <p:cNvSpPr txBox="1"/>
          <p:nvPr>
            <p:ph idx="6" type="subTitle"/>
          </p:nvPr>
        </p:nvSpPr>
        <p:spPr>
          <a:xfrm>
            <a:off x="5798944" y="3575198"/>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_1_1">
    <p:bg>
      <p:bgPr>
        <a:solidFill>
          <a:schemeClr val="dk1"/>
        </a:solidFill>
      </p:bgPr>
    </p:bg>
    <p:spTree>
      <p:nvGrpSpPr>
        <p:cNvPr id="2826" name="Shape 2826"/>
        <p:cNvGrpSpPr/>
        <p:nvPr/>
      </p:nvGrpSpPr>
      <p:grpSpPr>
        <a:xfrm>
          <a:off x="0" y="0"/>
          <a:ext cx="0" cy="0"/>
          <a:chOff x="0" y="0"/>
          <a:chExt cx="0" cy="0"/>
        </a:xfrm>
      </p:grpSpPr>
      <p:grpSp>
        <p:nvGrpSpPr>
          <p:cNvPr id="2827" name="Google Shape;2827;p374"/>
          <p:cNvGrpSpPr/>
          <p:nvPr/>
        </p:nvGrpSpPr>
        <p:grpSpPr>
          <a:xfrm>
            <a:off x="713225" y="539500"/>
            <a:ext cx="7717500" cy="4064400"/>
            <a:chOff x="713225" y="539500"/>
            <a:chExt cx="7717500" cy="4064400"/>
          </a:xfrm>
        </p:grpSpPr>
        <p:sp>
          <p:nvSpPr>
            <p:cNvPr id="2828" name="Google Shape;2828;p37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29" name="Google Shape;2829;p37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830" name="Google Shape;2830;p37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3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_1">
    <p:bg>
      <p:bgPr>
        <a:solidFill>
          <a:schemeClr val="dk1"/>
        </a:solidFill>
      </p:bgPr>
    </p:bg>
    <p:spTree>
      <p:nvGrpSpPr>
        <p:cNvPr id="2831" name="Shape 2831"/>
        <p:cNvGrpSpPr/>
        <p:nvPr/>
      </p:nvGrpSpPr>
      <p:grpSpPr>
        <a:xfrm>
          <a:off x="0" y="0"/>
          <a:ext cx="0" cy="0"/>
          <a:chOff x="0" y="0"/>
          <a:chExt cx="0" cy="0"/>
        </a:xfrm>
      </p:grpSpPr>
      <p:grpSp>
        <p:nvGrpSpPr>
          <p:cNvPr id="2832" name="Google Shape;2832;p375"/>
          <p:cNvGrpSpPr/>
          <p:nvPr/>
        </p:nvGrpSpPr>
        <p:grpSpPr>
          <a:xfrm>
            <a:off x="713225" y="539500"/>
            <a:ext cx="7717500" cy="4064400"/>
            <a:chOff x="713225" y="539500"/>
            <a:chExt cx="7717500" cy="4064400"/>
          </a:xfrm>
        </p:grpSpPr>
        <p:sp>
          <p:nvSpPr>
            <p:cNvPr id="2833" name="Google Shape;2833;p37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34" name="Google Shape;2834;p37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835" name="Google Shape;2835;p375"/>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3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1_1_1">
    <p:bg>
      <p:bgPr>
        <a:solidFill>
          <a:schemeClr val="dk1"/>
        </a:solidFill>
      </p:bgPr>
    </p:bg>
    <p:spTree>
      <p:nvGrpSpPr>
        <p:cNvPr id="2836" name="Shape 2836"/>
        <p:cNvGrpSpPr/>
        <p:nvPr/>
      </p:nvGrpSpPr>
      <p:grpSpPr>
        <a:xfrm>
          <a:off x="0" y="0"/>
          <a:ext cx="0" cy="0"/>
          <a:chOff x="0" y="0"/>
          <a:chExt cx="0" cy="0"/>
        </a:xfrm>
      </p:grpSpPr>
      <p:grpSp>
        <p:nvGrpSpPr>
          <p:cNvPr id="2837" name="Google Shape;2837;p376"/>
          <p:cNvGrpSpPr/>
          <p:nvPr/>
        </p:nvGrpSpPr>
        <p:grpSpPr>
          <a:xfrm>
            <a:off x="713225" y="539500"/>
            <a:ext cx="7717500" cy="4064400"/>
            <a:chOff x="713225" y="539500"/>
            <a:chExt cx="7717500" cy="4064400"/>
          </a:xfrm>
        </p:grpSpPr>
        <p:sp>
          <p:nvSpPr>
            <p:cNvPr id="2838" name="Google Shape;2838;p37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39" name="Google Shape;2839;p37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840" name="Google Shape;2840;p376"/>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3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BLANK_1_1_1_1_1_1_3">
    <p:bg>
      <p:bgPr>
        <a:solidFill>
          <a:schemeClr val="dk1"/>
        </a:solidFill>
      </p:bgPr>
    </p:bg>
    <p:spTree>
      <p:nvGrpSpPr>
        <p:cNvPr id="2841" name="Shape 2841"/>
        <p:cNvGrpSpPr/>
        <p:nvPr/>
      </p:nvGrpSpPr>
      <p:grpSpPr>
        <a:xfrm>
          <a:off x="0" y="0"/>
          <a:ext cx="0" cy="0"/>
          <a:chOff x="0" y="0"/>
          <a:chExt cx="0" cy="0"/>
        </a:xfrm>
      </p:grpSpPr>
      <p:grpSp>
        <p:nvGrpSpPr>
          <p:cNvPr id="2842" name="Google Shape;2842;p377"/>
          <p:cNvGrpSpPr/>
          <p:nvPr/>
        </p:nvGrpSpPr>
        <p:grpSpPr>
          <a:xfrm>
            <a:off x="713225" y="539500"/>
            <a:ext cx="7717500" cy="4064400"/>
            <a:chOff x="713225" y="539500"/>
            <a:chExt cx="7717500" cy="4064400"/>
          </a:xfrm>
        </p:grpSpPr>
        <p:sp>
          <p:nvSpPr>
            <p:cNvPr id="2843" name="Google Shape;2843;p37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44" name="Google Shape;2844;p37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845" name="Google Shape;2845;p377"/>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3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_1_3_1">
    <p:bg>
      <p:bgPr>
        <a:solidFill>
          <a:schemeClr val="dk1"/>
        </a:solidFill>
      </p:bgPr>
    </p:bg>
    <p:spTree>
      <p:nvGrpSpPr>
        <p:cNvPr id="2846" name="Shape 2846"/>
        <p:cNvGrpSpPr/>
        <p:nvPr/>
      </p:nvGrpSpPr>
      <p:grpSpPr>
        <a:xfrm>
          <a:off x="0" y="0"/>
          <a:ext cx="0" cy="0"/>
          <a:chOff x="0" y="0"/>
          <a:chExt cx="0" cy="0"/>
        </a:xfrm>
      </p:grpSpPr>
      <p:grpSp>
        <p:nvGrpSpPr>
          <p:cNvPr id="2847" name="Google Shape;2847;p378"/>
          <p:cNvGrpSpPr/>
          <p:nvPr/>
        </p:nvGrpSpPr>
        <p:grpSpPr>
          <a:xfrm>
            <a:off x="713225" y="539500"/>
            <a:ext cx="7717500" cy="4064400"/>
            <a:chOff x="713225" y="539500"/>
            <a:chExt cx="7717500" cy="4064400"/>
          </a:xfrm>
        </p:grpSpPr>
        <p:sp>
          <p:nvSpPr>
            <p:cNvPr id="2848" name="Google Shape;2848;p37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49" name="Google Shape;2849;p37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850" name="Google Shape;2850;p378"/>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3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0">
    <p:bg>
      <p:bgPr>
        <a:solidFill>
          <a:schemeClr val="dk1"/>
        </a:solidFill>
      </p:bgPr>
    </p:bg>
    <p:spTree>
      <p:nvGrpSpPr>
        <p:cNvPr id="2851" name="Shape 2851"/>
        <p:cNvGrpSpPr/>
        <p:nvPr/>
      </p:nvGrpSpPr>
      <p:grpSpPr>
        <a:xfrm>
          <a:off x="0" y="0"/>
          <a:ext cx="0" cy="0"/>
          <a:chOff x="0" y="0"/>
          <a:chExt cx="0" cy="0"/>
        </a:xfrm>
      </p:grpSpPr>
      <p:sp>
        <p:nvSpPr>
          <p:cNvPr id="2852" name="Google Shape;2852;p37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379"/>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3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_1_1_1_2">
    <p:bg>
      <p:bgPr>
        <a:solidFill>
          <a:schemeClr val="dk1"/>
        </a:solidFill>
      </p:bgPr>
    </p:bg>
    <p:spTree>
      <p:nvGrpSpPr>
        <p:cNvPr id="2854" name="Shape 2854"/>
        <p:cNvGrpSpPr/>
        <p:nvPr/>
      </p:nvGrpSpPr>
      <p:grpSpPr>
        <a:xfrm>
          <a:off x="0" y="0"/>
          <a:ext cx="0" cy="0"/>
          <a:chOff x="0" y="0"/>
          <a:chExt cx="0" cy="0"/>
        </a:xfrm>
      </p:grpSpPr>
      <p:sp>
        <p:nvSpPr>
          <p:cNvPr id="2855" name="Google Shape;2855;p380"/>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380"/>
          <p:cNvSpPr txBox="1"/>
          <p:nvPr>
            <p:ph type="title"/>
          </p:nvPr>
        </p:nvSpPr>
        <p:spPr>
          <a:xfrm>
            <a:off x="1263200" y="1298488"/>
            <a:ext cx="2732700" cy="109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2857" name="Google Shape;2857;p380"/>
          <p:cNvSpPr txBox="1"/>
          <p:nvPr>
            <p:ph idx="1" type="subTitle"/>
          </p:nvPr>
        </p:nvSpPr>
        <p:spPr>
          <a:xfrm>
            <a:off x="1263200" y="2394813"/>
            <a:ext cx="2732700" cy="1541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3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2858" name="Shape 2858"/>
        <p:cNvGrpSpPr/>
        <p:nvPr/>
      </p:nvGrpSpPr>
      <p:grpSpPr>
        <a:xfrm>
          <a:off x="0" y="0"/>
          <a:ext cx="0" cy="0"/>
          <a:chOff x="0" y="0"/>
          <a:chExt cx="0" cy="0"/>
        </a:xfrm>
      </p:grpSpPr>
      <p:sp>
        <p:nvSpPr>
          <p:cNvPr id="2859" name="Google Shape;2859;p381"/>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381"/>
          <p:cNvSpPr txBox="1"/>
          <p:nvPr>
            <p:ph type="title"/>
          </p:nvPr>
        </p:nvSpPr>
        <p:spPr>
          <a:xfrm>
            <a:off x="948875" y="1767400"/>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2861" name="Google Shape;2861;p381"/>
          <p:cNvSpPr txBox="1"/>
          <p:nvPr>
            <p:ph idx="1" type="subTitle"/>
          </p:nvPr>
        </p:nvSpPr>
        <p:spPr>
          <a:xfrm>
            <a:off x="948875" y="2274200"/>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3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1_1_1_2_1_1_1">
    <p:bg>
      <p:bgPr>
        <a:solidFill>
          <a:schemeClr val="dk1"/>
        </a:solidFill>
      </p:bgPr>
    </p:bg>
    <p:spTree>
      <p:nvGrpSpPr>
        <p:cNvPr id="2862" name="Shape 2862"/>
        <p:cNvGrpSpPr/>
        <p:nvPr/>
      </p:nvGrpSpPr>
      <p:grpSpPr>
        <a:xfrm>
          <a:off x="0" y="0"/>
          <a:ext cx="0" cy="0"/>
          <a:chOff x="0" y="0"/>
          <a:chExt cx="0" cy="0"/>
        </a:xfrm>
      </p:grpSpPr>
      <p:grpSp>
        <p:nvGrpSpPr>
          <p:cNvPr id="2863" name="Google Shape;2863;p382"/>
          <p:cNvGrpSpPr/>
          <p:nvPr/>
        </p:nvGrpSpPr>
        <p:grpSpPr>
          <a:xfrm>
            <a:off x="713225" y="539500"/>
            <a:ext cx="7717500" cy="4064400"/>
            <a:chOff x="713225" y="539500"/>
            <a:chExt cx="7717500" cy="4064400"/>
          </a:xfrm>
        </p:grpSpPr>
        <p:sp>
          <p:nvSpPr>
            <p:cNvPr id="2864" name="Google Shape;2864;p38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65" name="Google Shape;2865;p38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866" name="Google Shape;2866;p38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867" name="Google Shape;2867;p382"/>
          <p:cNvSpPr txBox="1"/>
          <p:nvPr>
            <p:ph idx="1" type="subTitle"/>
          </p:nvPr>
        </p:nvSpPr>
        <p:spPr>
          <a:xfrm>
            <a:off x="862402" y="2181950"/>
            <a:ext cx="74778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868" name="Google Shape;2868;p382"/>
          <p:cNvSpPr txBox="1"/>
          <p:nvPr>
            <p:ph idx="2" type="subTitle"/>
          </p:nvPr>
        </p:nvSpPr>
        <p:spPr>
          <a:xfrm>
            <a:off x="853775" y="2571350"/>
            <a:ext cx="7477800" cy="1937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2869" name="Google Shape;2869;p382"/>
          <p:cNvSpPr txBox="1"/>
          <p:nvPr>
            <p:ph idx="3" type="subTitle"/>
          </p:nvPr>
        </p:nvSpPr>
        <p:spPr>
          <a:xfrm>
            <a:off x="821225" y="1404325"/>
            <a:ext cx="76095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Tree>
  </p:cSld>
  <p:clrMapOvr>
    <a:masterClrMapping/>
  </p:clrMapOvr>
</p:sldLayout>
</file>

<file path=ppt/slideLayouts/slideLayout3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bg>
      <p:bgPr>
        <a:solidFill>
          <a:schemeClr val="dk1"/>
        </a:solidFill>
      </p:bgPr>
    </p:bg>
    <p:spTree>
      <p:nvGrpSpPr>
        <p:cNvPr id="2870" name="Shape 2870"/>
        <p:cNvGrpSpPr/>
        <p:nvPr/>
      </p:nvGrpSpPr>
      <p:grpSpPr>
        <a:xfrm>
          <a:off x="0" y="0"/>
          <a:ext cx="0" cy="0"/>
          <a:chOff x="0" y="0"/>
          <a:chExt cx="0" cy="0"/>
        </a:xfrm>
      </p:grpSpPr>
      <p:sp>
        <p:nvSpPr>
          <p:cNvPr id="2871" name="Google Shape;2871;p383"/>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383"/>
          <p:cNvSpPr txBox="1"/>
          <p:nvPr>
            <p:ph type="title"/>
          </p:nvPr>
        </p:nvSpPr>
        <p:spPr>
          <a:xfrm>
            <a:off x="4762538" y="1024043"/>
            <a:ext cx="3159900" cy="2028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2873" name="Google Shape;2873;p383"/>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3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bg>
      <p:bgPr>
        <a:solidFill>
          <a:schemeClr val="dk1"/>
        </a:solidFill>
      </p:bgPr>
    </p:bg>
    <p:spTree>
      <p:nvGrpSpPr>
        <p:cNvPr id="2874" name="Shape 2874"/>
        <p:cNvGrpSpPr/>
        <p:nvPr/>
      </p:nvGrpSpPr>
      <p:grpSpPr>
        <a:xfrm>
          <a:off x="0" y="0"/>
          <a:ext cx="0" cy="0"/>
          <a:chOff x="0" y="0"/>
          <a:chExt cx="0" cy="0"/>
        </a:xfrm>
      </p:grpSpPr>
      <p:sp>
        <p:nvSpPr>
          <p:cNvPr id="2875" name="Google Shape;2875;p384"/>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384"/>
          <p:cNvSpPr txBox="1"/>
          <p:nvPr>
            <p:ph type="title"/>
          </p:nvPr>
        </p:nvSpPr>
        <p:spPr>
          <a:xfrm>
            <a:off x="954338" y="1773175"/>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2877" name="Google Shape;2877;p384"/>
          <p:cNvSpPr txBox="1"/>
          <p:nvPr>
            <p:ph idx="1" type="subTitle"/>
          </p:nvPr>
        </p:nvSpPr>
        <p:spPr>
          <a:xfrm>
            <a:off x="954338" y="2279975"/>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3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
    <p:bg>
      <p:bgPr>
        <a:solidFill>
          <a:schemeClr val="dk1"/>
        </a:solidFill>
      </p:bgPr>
    </p:bg>
    <p:spTree>
      <p:nvGrpSpPr>
        <p:cNvPr id="2878" name="Shape 2878"/>
        <p:cNvGrpSpPr/>
        <p:nvPr/>
      </p:nvGrpSpPr>
      <p:grpSpPr>
        <a:xfrm>
          <a:off x="0" y="0"/>
          <a:ext cx="0" cy="0"/>
          <a:chOff x="0" y="0"/>
          <a:chExt cx="0" cy="0"/>
        </a:xfrm>
      </p:grpSpPr>
      <p:grpSp>
        <p:nvGrpSpPr>
          <p:cNvPr id="2879" name="Google Shape;2879;p385"/>
          <p:cNvGrpSpPr/>
          <p:nvPr/>
        </p:nvGrpSpPr>
        <p:grpSpPr>
          <a:xfrm>
            <a:off x="713225" y="539500"/>
            <a:ext cx="7717500" cy="4064400"/>
            <a:chOff x="713225" y="539500"/>
            <a:chExt cx="7717500" cy="4064400"/>
          </a:xfrm>
        </p:grpSpPr>
        <p:sp>
          <p:nvSpPr>
            <p:cNvPr id="2880" name="Google Shape;2880;p38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81" name="Google Shape;2881;p38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882" name="Google Shape;2882;p38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883" name="Google Shape;2883;p385"/>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884" name="Google Shape;2884;p385"/>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885" name="Google Shape;2885;p385"/>
          <p:cNvSpPr txBox="1"/>
          <p:nvPr>
            <p:ph idx="3" type="subTitle"/>
          </p:nvPr>
        </p:nvSpPr>
        <p:spPr>
          <a:xfrm>
            <a:off x="853775" y="2571192"/>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2886" name="Google Shape;2886;p385"/>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887" name="Google Shape;2887;p385"/>
          <p:cNvSpPr txBox="1"/>
          <p:nvPr>
            <p:ph idx="5" type="subTitle"/>
          </p:nvPr>
        </p:nvSpPr>
        <p:spPr>
          <a:xfrm>
            <a:off x="4615325" y="2570500"/>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3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1_1_1_1">
    <p:bg>
      <p:bgPr>
        <a:solidFill>
          <a:schemeClr val="dk1"/>
        </a:solidFill>
      </p:bgPr>
    </p:bg>
    <p:spTree>
      <p:nvGrpSpPr>
        <p:cNvPr id="2888" name="Shape 2888"/>
        <p:cNvGrpSpPr/>
        <p:nvPr/>
      </p:nvGrpSpPr>
      <p:grpSpPr>
        <a:xfrm>
          <a:off x="0" y="0"/>
          <a:ext cx="0" cy="0"/>
          <a:chOff x="0" y="0"/>
          <a:chExt cx="0" cy="0"/>
        </a:xfrm>
      </p:grpSpPr>
      <p:grpSp>
        <p:nvGrpSpPr>
          <p:cNvPr id="2889" name="Google Shape;2889;p386"/>
          <p:cNvGrpSpPr/>
          <p:nvPr/>
        </p:nvGrpSpPr>
        <p:grpSpPr>
          <a:xfrm>
            <a:off x="713225" y="539500"/>
            <a:ext cx="7717500" cy="4064400"/>
            <a:chOff x="713225" y="539500"/>
            <a:chExt cx="7717500" cy="4064400"/>
          </a:xfrm>
        </p:grpSpPr>
        <p:sp>
          <p:nvSpPr>
            <p:cNvPr id="2890" name="Google Shape;2890;p38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91" name="Google Shape;2891;p38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892" name="Google Shape;2892;p38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893" name="Google Shape;2893;p386"/>
          <p:cNvSpPr txBox="1"/>
          <p:nvPr>
            <p:ph idx="1" type="subTitle"/>
          </p:nvPr>
        </p:nvSpPr>
        <p:spPr>
          <a:xfrm>
            <a:off x="1422663" y="3527586"/>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894" name="Google Shape;2894;p386"/>
          <p:cNvSpPr txBox="1"/>
          <p:nvPr>
            <p:ph idx="2" type="subTitle"/>
          </p:nvPr>
        </p:nvSpPr>
        <p:spPr>
          <a:xfrm>
            <a:off x="1422663" y="3098062"/>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895" name="Google Shape;2895;p386"/>
          <p:cNvSpPr txBox="1"/>
          <p:nvPr>
            <p:ph idx="3" type="subTitle"/>
          </p:nvPr>
        </p:nvSpPr>
        <p:spPr>
          <a:xfrm>
            <a:off x="5336638" y="3527925"/>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896" name="Google Shape;2896;p386"/>
          <p:cNvSpPr txBox="1"/>
          <p:nvPr>
            <p:ph idx="4" type="subTitle"/>
          </p:nvPr>
        </p:nvSpPr>
        <p:spPr>
          <a:xfrm>
            <a:off x="5336638" y="30980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8">
    <p:bg>
      <p:bgPr>
        <a:solidFill>
          <a:schemeClr val="dk1"/>
        </a:solidFill>
      </p:bgPr>
    </p:bg>
    <p:spTree>
      <p:nvGrpSpPr>
        <p:cNvPr id="2897" name="Shape 2897"/>
        <p:cNvGrpSpPr/>
        <p:nvPr/>
      </p:nvGrpSpPr>
      <p:grpSpPr>
        <a:xfrm>
          <a:off x="0" y="0"/>
          <a:ext cx="0" cy="0"/>
          <a:chOff x="0" y="0"/>
          <a:chExt cx="0" cy="0"/>
        </a:xfrm>
      </p:grpSpPr>
      <p:grpSp>
        <p:nvGrpSpPr>
          <p:cNvPr id="2898" name="Google Shape;2898;p387"/>
          <p:cNvGrpSpPr/>
          <p:nvPr/>
        </p:nvGrpSpPr>
        <p:grpSpPr>
          <a:xfrm>
            <a:off x="713225" y="539500"/>
            <a:ext cx="7717500" cy="4064400"/>
            <a:chOff x="713225" y="539500"/>
            <a:chExt cx="7717500" cy="4064400"/>
          </a:xfrm>
        </p:grpSpPr>
        <p:sp>
          <p:nvSpPr>
            <p:cNvPr id="2899" name="Google Shape;2899;p38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00" name="Google Shape;2900;p38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901" name="Google Shape;2901;p38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902" name="Google Shape;2902;p387"/>
          <p:cNvSpPr txBox="1"/>
          <p:nvPr>
            <p:ph idx="1" type="subTitle"/>
          </p:nvPr>
        </p:nvSpPr>
        <p:spPr>
          <a:xfrm>
            <a:off x="2965993" y="1780597"/>
            <a:ext cx="3506400" cy="80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903" name="Google Shape;2903;p387"/>
          <p:cNvSpPr txBox="1"/>
          <p:nvPr>
            <p:ph idx="2" type="subTitle"/>
          </p:nvPr>
        </p:nvSpPr>
        <p:spPr>
          <a:xfrm>
            <a:off x="2965993" y="1351073"/>
            <a:ext cx="3506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904" name="Google Shape;2904;p387"/>
          <p:cNvSpPr txBox="1"/>
          <p:nvPr>
            <p:ph idx="3" type="subTitle"/>
          </p:nvPr>
        </p:nvSpPr>
        <p:spPr>
          <a:xfrm>
            <a:off x="2280193" y="3541819"/>
            <a:ext cx="3506400" cy="809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905" name="Google Shape;2905;p387"/>
          <p:cNvSpPr txBox="1"/>
          <p:nvPr>
            <p:ph idx="4" type="subTitle"/>
          </p:nvPr>
        </p:nvSpPr>
        <p:spPr>
          <a:xfrm>
            <a:off x="2280193" y="3111944"/>
            <a:ext cx="3506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bg>
      <p:bgPr>
        <a:solidFill>
          <a:schemeClr val="dk1"/>
        </a:solidFill>
      </p:bgPr>
    </p:bg>
    <p:spTree>
      <p:nvGrpSpPr>
        <p:cNvPr id="2906" name="Shape 2906"/>
        <p:cNvGrpSpPr/>
        <p:nvPr/>
      </p:nvGrpSpPr>
      <p:grpSpPr>
        <a:xfrm>
          <a:off x="0" y="0"/>
          <a:ext cx="0" cy="0"/>
          <a:chOff x="0" y="0"/>
          <a:chExt cx="0" cy="0"/>
        </a:xfrm>
      </p:grpSpPr>
      <p:grpSp>
        <p:nvGrpSpPr>
          <p:cNvPr id="2907" name="Google Shape;2907;p388"/>
          <p:cNvGrpSpPr/>
          <p:nvPr/>
        </p:nvGrpSpPr>
        <p:grpSpPr>
          <a:xfrm>
            <a:off x="713225" y="539500"/>
            <a:ext cx="7717500" cy="4064400"/>
            <a:chOff x="713225" y="539500"/>
            <a:chExt cx="7717500" cy="4064400"/>
          </a:xfrm>
        </p:grpSpPr>
        <p:sp>
          <p:nvSpPr>
            <p:cNvPr id="2908" name="Google Shape;2908;p38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09" name="Google Shape;2909;p38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910" name="Google Shape;2910;p38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911" name="Google Shape;2911;p388"/>
          <p:cNvSpPr txBox="1"/>
          <p:nvPr>
            <p:ph idx="1" type="subTitle"/>
          </p:nvPr>
        </p:nvSpPr>
        <p:spPr>
          <a:xfrm>
            <a:off x="1041662" y="2850162"/>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912" name="Google Shape;2912;p388"/>
          <p:cNvSpPr txBox="1"/>
          <p:nvPr>
            <p:ph idx="2" type="subTitle"/>
          </p:nvPr>
        </p:nvSpPr>
        <p:spPr>
          <a:xfrm>
            <a:off x="1041662"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913" name="Google Shape;2913;p388"/>
          <p:cNvSpPr txBox="1"/>
          <p:nvPr>
            <p:ph idx="3" type="subTitle"/>
          </p:nvPr>
        </p:nvSpPr>
        <p:spPr>
          <a:xfrm>
            <a:off x="6437934" y="2850513"/>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914" name="Google Shape;2914;p388"/>
          <p:cNvSpPr txBox="1"/>
          <p:nvPr>
            <p:ph idx="4" type="subTitle"/>
          </p:nvPr>
        </p:nvSpPr>
        <p:spPr>
          <a:xfrm>
            <a:off x="6437934"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6">
    <p:bg>
      <p:bgPr>
        <a:solidFill>
          <a:schemeClr val="dk1"/>
        </a:solidFill>
      </p:bgPr>
    </p:bg>
    <p:spTree>
      <p:nvGrpSpPr>
        <p:cNvPr id="2915" name="Shape 2915"/>
        <p:cNvGrpSpPr/>
        <p:nvPr/>
      </p:nvGrpSpPr>
      <p:grpSpPr>
        <a:xfrm>
          <a:off x="0" y="0"/>
          <a:ext cx="0" cy="0"/>
          <a:chOff x="0" y="0"/>
          <a:chExt cx="0" cy="0"/>
        </a:xfrm>
      </p:grpSpPr>
      <p:grpSp>
        <p:nvGrpSpPr>
          <p:cNvPr id="2916" name="Google Shape;2916;p389"/>
          <p:cNvGrpSpPr/>
          <p:nvPr/>
        </p:nvGrpSpPr>
        <p:grpSpPr>
          <a:xfrm>
            <a:off x="713225" y="539500"/>
            <a:ext cx="7717500" cy="4064400"/>
            <a:chOff x="713225" y="539500"/>
            <a:chExt cx="7717500" cy="4064400"/>
          </a:xfrm>
        </p:grpSpPr>
        <p:sp>
          <p:nvSpPr>
            <p:cNvPr id="2917" name="Google Shape;2917;p38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18" name="Google Shape;2918;p38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919" name="Google Shape;2919;p38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920" name="Google Shape;2920;p389"/>
          <p:cNvSpPr txBox="1"/>
          <p:nvPr>
            <p:ph idx="1" type="subTitle"/>
          </p:nvPr>
        </p:nvSpPr>
        <p:spPr>
          <a:xfrm>
            <a:off x="1425525" y="1808851"/>
            <a:ext cx="2384700" cy="2377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
        <p:nvSpPr>
          <p:cNvPr id="2921" name="Google Shape;2921;p389"/>
          <p:cNvSpPr txBox="1"/>
          <p:nvPr>
            <p:ph idx="2" type="subTitle"/>
          </p:nvPr>
        </p:nvSpPr>
        <p:spPr>
          <a:xfrm>
            <a:off x="5333725" y="1808850"/>
            <a:ext cx="2384700" cy="2356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3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_1_1_1">
    <p:bg>
      <p:bgPr>
        <a:solidFill>
          <a:schemeClr val="dk1"/>
        </a:solidFill>
      </p:bgPr>
    </p:bg>
    <p:spTree>
      <p:nvGrpSpPr>
        <p:cNvPr id="2922" name="Shape 2922"/>
        <p:cNvGrpSpPr/>
        <p:nvPr/>
      </p:nvGrpSpPr>
      <p:grpSpPr>
        <a:xfrm>
          <a:off x="0" y="0"/>
          <a:ext cx="0" cy="0"/>
          <a:chOff x="0" y="0"/>
          <a:chExt cx="0" cy="0"/>
        </a:xfrm>
      </p:grpSpPr>
      <p:grpSp>
        <p:nvGrpSpPr>
          <p:cNvPr id="2923" name="Google Shape;2923;p390"/>
          <p:cNvGrpSpPr/>
          <p:nvPr/>
        </p:nvGrpSpPr>
        <p:grpSpPr>
          <a:xfrm>
            <a:off x="713225" y="539500"/>
            <a:ext cx="7717500" cy="4064400"/>
            <a:chOff x="713225" y="539500"/>
            <a:chExt cx="7717500" cy="4064400"/>
          </a:xfrm>
        </p:grpSpPr>
        <p:sp>
          <p:nvSpPr>
            <p:cNvPr id="2924" name="Google Shape;2924;p39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25" name="Google Shape;2925;p39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926" name="Google Shape;2926;p39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927" name="Google Shape;2927;p390"/>
          <p:cNvSpPr txBox="1"/>
          <p:nvPr>
            <p:ph idx="1" type="subTitle"/>
          </p:nvPr>
        </p:nvSpPr>
        <p:spPr>
          <a:xfrm>
            <a:off x="852300" y="16473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928" name="Google Shape;2928;p390"/>
          <p:cNvSpPr txBox="1"/>
          <p:nvPr>
            <p:ph idx="2" type="subTitle"/>
          </p:nvPr>
        </p:nvSpPr>
        <p:spPr>
          <a:xfrm>
            <a:off x="852300" y="12178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2929" name="Google Shape;2929;p390"/>
          <p:cNvSpPr txBox="1"/>
          <p:nvPr>
            <p:ph idx="3" type="subTitle"/>
          </p:nvPr>
        </p:nvSpPr>
        <p:spPr>
          <a:xfrm>
            <a:off x="852300" y="27819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930" name="Google Shape;2930;p390"/>
          <p:cNvSpPr txBox="1"/>
          <p:nvPr>
            <p:ph idx="4" type="subTitle"/>
          </p:nvPr>
        </p:nvSpPr>
        <p:spPr>
          <a:xfrm>
            <a:off x="852300" y="23524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2931" name="Google Shape;2931;p390"/>
          <p:cNvSpPr txBox="1"/>
          <p:nvPr>
            <p:ph idx="5" type="subTitle"/>
          </p:nvPr>
        </p:nvSpPr>
        <p:spPr>
          <a:xfrm>
            <a:off x="852300" y="3916538"/>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932" name="Google Shape;2932;p390"/>
          <p:cNvSpPr txBox="1"/>
          <p:nvPr>
            <p:ph idx="6" type="subTitle"/>
          </p:nvPr>
        </p:nvSpPr>
        <p:spPr>
          <a:xfrm>
            <a:off x="852300" y="34870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3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bg>
      <p:bgPr>
        <a:solidFill>
          <a:schemeClr val="dk1"/>
        </a:solidFill>
      </p:bgPr>
    </p:bg>
    <p:spTree>
      <p:nvGrpSpPr>
        <p:cNvPr id="2933" name="Shape 2933"/>
        <p:cNvGrpSpPr/>
        <p:nvPr/>
      </p:nvGrpSpPr>
      <p:grpSpPr>
        <a:xfrm>
          <a:off x="0" y="0"/>
          <a:ext cx="0" cy="0"/>
          <a:chOff x="0" y="0"/>
          <a:chExt cx="0" cy="0"/>
        </a:xfrm>
      </p:grpSpPr>
      <p:grpSp>
        <p:nvGrpSpPr>
          <p:cNvPr id="2934" name="Google Shape;2934;p391"/>
          <p:cNvGrpSpPr/>
          <p:nvPr/>
        </p:nvGrpSpPr>
        <p:grpSpPr>
          <a:xfrm>
            <a:off x="713225" y="539500"/>
            <a:ext cx="7717500" cy="4064400"/>
            <a:chOff x="713225" y="539500"/>
            <a:chExt cx="7717500" cy="4064400"/>
          </a:xfrm>
        </p:grpSpPr>
        <p:sp>
          <p:nvSpPr>
            <p:cNvPr id="2935" name="Google Shape;2935;p39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36" name="Google Shape;2936;p39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937" name="Google Shape;2937;p39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938" name="Google Shape;2938;p391"/>
          <p:cNvSpPr txBox="1"/>
          <p:nvPr>
            <p:ph idx="1" type="subTitle"/>
          </p:nvPr>
        </p:nvSpPr>
        <p:spPr>
          <a:xfrm>
            <a:off x="919850"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939" name="Google Shape;2939;p391"/>
          <p:cNvSpPr txBox="1"/>
          <p:nvPr>
            <p:ph idx="2" type="subTitle"/>
          </p:nvPr>
        </p:nvSpPr>
        <p:spPr>
          <a:xfrm>
            <a:off x="919850"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940" name="Google Shape;2940;p391"/>
          <p:cNvSpPr txBox="1"/>
          <p:nvPr>
            <p:ph idx="3" type="subTitle"/>
          </p:nvPr>
        </p:nvSpPr>
        <p:spPr>
          <a:xfrm>
            <a:off x="3500699"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941" name="Google Shape;2941;p391"/>
          <p:cNvSpPr txBox="1"/>
          <p:nvPr>
            <p:ph idx="4" type="subTitle"/>
          </p:nvPr>
        </p:nvSpPr>
        <p:spPr>
          <a:xfrm>
            <a:off x="3500697"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942" name="Google Shape;2942;p391"/>
          <p:cNvSpPr txBox="1"/>
          <p:nvPr>
            <p:ph idx="5" type="subTitle"/>
          </p:nvPr>
        </p:nvSpPr>
        <p:spPr>
          <a:xfrm>
            <a:off x="6069048"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943" name="Google Shape;2943;p391"/>
          <p:cNvSpPr txBox="1"/>
          <p:nvPr>
            <p:ph idx="6" type="subTitle"/>
          </p:nvPr>
        </p:nvSpPr>
        <p:spPr>
          <a:xfrm>
            <a:off x="6069043"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1_1_1_1_1_1">
    <p:bg>
      <p:bgPr>
        <a:solidFill>
          <a:schemeClr val="dk1"/>
        </a:solidFill>
      </p:bgPr>
    </p:bg>
    <p:spTree>
      <p:nvGrpSpPr>
        <p:cNvPr id="2944" name="Shape 2944"/>
        <p:cNvGrpSpPr/>
        <p:nvPr/>
      </p:nvGrpSpPr>
      <p:grpSpPr>
        <a:xfrm>
          <a:off x="0" y="0"/>
          <a:ext cx="0" cy="0"/>
          <a:chOff x="0" y="0"/>
          <a:chExt cx="0" cy="0"/>
        </a:xfrm>
      </p:grpSpPr>
      <p:grpSp>
        <p:nvGrpSpPr>
          <p:cNvPr id="2945" name="Google Shape;2945;p392"/>
          <p:cNvGrpSpPr/>
          <p:nvPr/>
        </p:nvGrpSpPr>
        <p:grpSpPr>
          <a:xfrm>
            <a:off x="713225" y="539500"/>
            <a:ext cx="7717500" cy="4064400"/>
            <a:chOff x="713225" y="539500"/>
            <a:chExt cx="7717500" cy="4064400"/>
          </a:xfrm>
        </p:grpSpPr>
        <p:sp>
          <p:nvSpPr>
            <p:cNvPr id="2946" name="Google Shape;2946;p39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47" name="Google Shape;2947;p39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948" name="Google Shape;2948;p39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949" name="Google Shape;2949;p392"/>
          <p:cNvSpPr txBox="1"/>
          <p:nvPr>
            <p:ph idx="1" type="subTitle"/>
          </p:nvPr>
        </p:nvSpPr>
        <p:spPr>
          <a:xfrm>
            <a:off x="919850" y="28955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950" name="Google Shape;2950;p392"/>
          <p:cNvSpPr txBox="1"/>
          <p:nvPr>
            <p:ph idx="2" type="subTitle"/>
          </p:nvPr>
        </p:nvSpPr>
        <p:spPr>
          <a:xfrm>
            <a:off x="919850" y="23982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951" name="Google Shape;2951;p392"/>
          <p:cNvSpPr txBox="1"/>
          <p:nvPr>
            <p:ph idx="3" type="subTitle"/>
          </p:nvPr>
        </p:nvSpPr>
        <p:spPr>
          <a:xfrm>
            <a:off x="3500700" y="32003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952" name="Google Shape;2952;p392"/>
          <p:cNvSpPr txBox="1"/>
          <p:nvPr>
            <p:ph idx="4" type="subTitle"/>
          </p:nvPr>
        </p:nvSpPr>
        <p:spPr>
          <a:xfrm>
            <a:off x="3500697" y="27030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953" name="Google Shape;2953;p392"/>
          <p:cNvSpPr txBox="1"/>
          <p:nvPr>
            <p:ph idx="5" type="subTitle"/>
          </p:nvPr>
        </p:nvSpPr>
        <p:spPr>
          <a:xfrm>
            <a:off x="6069049" y="35051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954" name="Google Shape;2954;p392"/>
          <p:cNvSpPr txBox="1"/>
          <p:nvPr>
            <p:ph idx="6" type="subTitle"/>
          </p:nvPr>
        </p:nvSpPr>
        <p:spPr>
          <a:xfrm>
            <a:off x="6069043" y="30078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BLANK_1_1_1_1_1_1_1_1_1_1">
    <p:bg>
      <p:bgPr>
        <a:solidFill>
          <a:schemeClr val="dk1"/>
        </a:solidFill>
      </p:bgPr>
    </p:bg>
    <p:spTree>
      <p:nvGrpSpPr>
        <p:cNvPr id="2955" name="Shape 2955"/>
        <p:cNvGrpSpPr/>
        <p:nvPr/>
      </p:nvGrpSpPr>
      <p:grpSpPr>
        <a:xfrm>
          <a:off x="0" y="0"/>
          <a:ext cx="0" cy="0"/>
          <a:chOff x="0" y="0"/>
          <a:chExt cx="0" cy="0"/>
        </a:xfrm>
      </p:grpSpPr>
      <p:grpSp>
        <p:nvGrpSpPr>
          <p:cNvPr id="2956" name="Google Shape;2956;p393"/>
          <p:cNvGrpSpPr/>
          <p:nvPr/>
        </p:nvGrpSpPr>
        <p:grpSpPr>
          <a:xfrm>
            <a:off x="713225" y="539500"/>
            <a:ext cx="7717500" cy="4064400"/>
            <a:chOff x="713225" y="539500"/>
            <a:chExt cx="7717500" cy="4064400"/>
          </a:xfrm>
        </p:grpSpPr>
        <p:sp>
          <p:nvSpPr>
            <p:cNvPr id="2957" name="Google Shape;2957;p39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58" name="Google Shape;2958;p39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959" name="Google Shape;2959;p39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960" name="Google Shape;2960;p393"/>
          <p:cNvSpPr txBox="1"/>
          <p:nvPr>
            <p:ph idx="1" type="subTitle"/>
          </p:nvPr>
        </p:nvSpPr>
        <p:spPr>
          <a:xfrm>
            <a:off x="111297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961" name="Google Shape;2961;p393"/>
          <p:cNvSpPr txBox="1"/>
          <p:nvPr>
            <p:ph idx="2" type="subTitle"/>
          </p:nvPr>
        </p:nvSpPr>
        <p:spPr>
          <a:xfrm>
            <a:off x="111297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962" name="Google Shape;2962;p393"/>
          <p:cNvSpPr txBox="1"/>
          <p:nvPr>
            <p:ph idx="3" type="subTitle"/>
          </p:nvPr>
        </p:nvSpPr>
        <p:spPr>
          <a:xfrm>
            <a:off x="3497250" y="18612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963" name="Google Shape;2963;p393"/>
          <p:cNvSpPr txBox="1"/>
          <p:nvPr>
            <p:ph idx="4" type="subTitle"/>
          </p:nvPr>
        </p:nvSpPr>
        <p:spPr>
          <a:xfrm>
            <a:off x="3497250" y="13639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964" name="Google Shape;2964;p393"/>
          <p:cNvSpPr txBox="1"/>
          <p:nvPr>
            <p:ph idx="5" type="subTitle"/>
          </p:nvPr>
        </p:nvSpPr>
        <p:spPr>
          <a:xfrm>
            <a:off x="588152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965" name="Google Shape;2965;p393"/>
          <p:cNvSpPr txBox="1"/>
          <p:nvPr>
            <p:ph idx="6" type="subTitle"/>
          </p:nvPr>
        </p:nvSpPr>
        <p:spPr>
          <a:xfrm>
            <a:off x="588152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2">
    <p:bg>
      <p:bgPr>
        <a:solidFill>
          <a:schemeClr val="dk1"/>
        </a:solidFill>
      </p:bgPr>
    </p:bg>
    <p:spTree>
      <p:nvGrpSpPr>
        <p:cNvPr id="2966" name="Shape 2966"/>
        <p:cNvGrpSpPr/>
        <p:nvPr/>
      </p:nvGrpSpPr>
      <p:grpSpPr>
        <a:xfrm>
          <a:off x="0" y="0"/>
          <a:ext cx="0" cy="0"/>
          <a:chOff x="0" y="0"/>
          <a:chExt cx="0" cy="0"/>
        </a:xfrm>
      </p:grpSpPr>
      <p:grpSp>
        <p:nvGrpSpPr>
          <p:cNvPr id="2967" name="Google Shape;2967;p394"/>
          <p:cNvGrpSpPr/>
          <p:nvPr/>
        </p:nvGrpSpPr>
        <p:grpSpPr>
          <a:xfrm>
            <a:off x="713225" y="539500"/>
            <a:ext cx="7717500" cy="4064400"/>
            <a:chOff x="713225" y="539500"/>
            <a:chExt cx="7717500" cy="4064400"/>
          </a:xfrm>
        </p:grpSpPr>
        <p:sp>
          <p:nvSpPr>
            <p:cNvPr id="2968" name="Google Shape;2968;p39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69" name="Google Shape;2969;p39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970" name="Google Shape;2970;p39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971" name="Google Shape;2971;p394"/>
          <p:cNvSpPr txBox="1"/>
          <p:nvPr>
            <p:ph idx="1" type="subTitle"/>
          </p:nvPr>
        </p:nvSpPr>
        <p:spPr>
          <a:xfrm>
            <a:off x="945800" y="1875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972" name="Google Shape;2972;p394"/>
          <p:cNvSpPr txBox="1"/>
          <p:nvPr>
            <p:ph idx="2" type="subTitle"/>
          </p:nvPr>
        </p:nvSpPr>
        <p:spPr>
          <a:xfrm>
            <a:off x="945800" y="1446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2973" name="Google Shape;2973;p394"/>
          <p:cNvSpPr txBox="1"/>
          <p:nvPr>
            <p:ph idx="3" type="subTitle"/>
          </p:nvPr>
        </p:nvSpPr>
        <p:spPr>
          <a:xfrm>
            <a:off x="5153800" y="2781950"/>
            <a:ext cx="30444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974" name="Google Shape;2974;p394"/>
          <p:cNvSpPr txBox="1"/>
          <p:nvPr>
            <p:ph idx="4" type="subTitle"/>
          </p:nvPr>
        </p:nvSpPr>
        <p:spPr>
          <a:xfrm>
            <a:off x="5153800" y="2352425"/>
            <a:ext cx="3044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2975" name="Google Shape;2975;p394"/>
          <p:cNvSpPr txBox="1"/>
          <p:nvPr>
            <p:ph idx="5" type="subTitle"/>
          </p:nvPr>
        </p:nvSpPr>
        <p:spPr>
          <a:xfrm>
            <a:off x="945800" y="3687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976" name="Google Shape;2976;p394"/>
          <p:cNvSpPr txBox="1"/>
          <p:nvPr>
            <p:ph idx="6" type="subTitle"/>
          </p:nvPr>
        </p:nvSpPr>
        <p:spPr>
          <a:xfrm>
            <a:off x="945800" y="3258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3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5">
    <p:bg>
      <p:bgPr>
        <a:solidFill>
          <a:schemeClr val="dk1"/>
        </a:solidFill>
      </p:bgPr>
    </p:bg>
    <p:spTree>
      <p:nvGrpSpPr>
        <p:cNvPr id="2977" name="Shape 2977"/>
        <p:cNvGrpSpPr/>
        <p:nvPr/>
      </p:nvGrpSpPr>
      <p:grpSpPr>
        <a:xfrm>
          <a:off x="0" y="0"/>
          <a:ext cx="0" cy="0"/>
          <a:chOff x="0" y="0"/>
          <a:chExt cx="0" cy="0"/>
        </a:xfrm>
      </p:grpSpPr>
      <p:grpSp>
        <p:nvGrpSpPr>
          <p:cNvPr id="2978" name="Google Shape;2978;p395"/>
          <p:cNvGrpSpPr/>
          <p:nvPr/>
        </p:nvGrpSpPr>
        <p:grpSpPr>
          <a:xfrm>
            <a:off x="713225" y="539500"/>
            <a:ext cx="7717500" cy="4064400"/>
            <a:chOff x="713225" y="539500"/>
            <a:chExt cx="7717500" cy="4064400"/>
          </a:xfrm>
        </p:grpSpPr>
        <p:sp>
          <p:nvSpPr>
            <p:cNvPr id="2979" name="Google Shape;2979;p39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80" name="Google Shape;2980;p39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981" name="Google Shape;2981;p39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982" name="Google Shape;2982;p395"/>
          <p:cNvSpPr txBox="1"/>
          <p:nvPr>
            <p:ph idx="1" type="subTitle"/>
          </p:nvPr>
        </p:nvSpPr>
        <p:spPr>
          <a:xfrm>
            <a:off x="1658100" y="1978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983" name="Google Shape;2983;p395"/>
          <p:cNvSpPr txBox="1"/>
          <p:nvPr>
            <p:ph idx="2" type="subTitle"/>
          </p:nvPr>
        </p:nvSpPr>
        <p:spPr>
          <a:xfrm>
            <a:off x="1658100" y="1549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2984" name="Google Shape;2984;p395"/>
          <p:cNvSpPr txBox="1"/>
          <p:nvPr>
            <p:ph idx="3" type="subTitle"/>
          </p:nvPr>
        </p:nvSpPr>
        <p:spPr>
          <a:xfrm>
            <a:off x="1658100" y="2884846"/>
            <a:ext cx="62850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985" name="Google Shape;2985;p395"/>
          <p:cNvSpPr txBox="1"/>
          <p:nvPr>
            <p:ph idx="4" type="subTitle"/>
          </p:nvPr>
        </p:nvSpPr>
        <p:spPr>
          <a:xfrm>
            <a:off x="1658100" y="2455321"/>
            <a:ext cx="62850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2986" name="Google Shape;2986;p395"/>
          <p:cNvSpPr txBox="1"/>
          <p:nvPr>
            <p:ph idx="5" type="subTitle"/>
          </p:nvPr>
        </p:nvSpPr>
        <p:spPr>
          <a:xfrm>
            <a:off x="1658100" y="3790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2987" name="Google Shape;2987;p395"/>
          <p:cNvSpPr txBox="1"/>
          <p:nvPr>
            <p:ph idx="6" type="subTitle"/>
          </p:nvPr>
        </p:nvSpPr>
        <p:spPr>
          <a:xfrm>
            <a:off x="1658100" y="3361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3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24">
    <p:bg>
      <p:bgPr>
        <a:solidFill>
          <a:schemeClr val="dk1"/>
        </a:solidFill>
      </p:bgPr>
    </p:bg>
    <p:spTree>
      <p:nvGrpSpPr>
        <p:cNvPr id="2988" name="Shape 2988"/>
        <p:cNvGrpSpPr/>
        <p:nvPr/>
      </p:nvGrpSpPr>
      <p:grpSpPr>
        <a:xfrm>
          <a:off x="0" y="0"/>
          <a:ext cx="0" cy="0"/>
          <a:chOff x="0" y="0"/>
          <a:chExt cx="0" cy="0"/>
        </a:xfrm>
      </p:grpSpPr>
      <p:grpSp>
        <p:nvGrpSpPr>
          <p:cNvPr id="2989" name="Google Shape;2989;p396"/>
          <p:cNvGrpSpPr/>
          <p:nvPr/>
        </p:nvGrpSpPr>
        <p:grpSpPr>
          <a:xfrm>
            <a:off x="713225" y="539500"/>
            <a:ext cx="7717500" cy="4064400"/>
            <a:chOff x="713225" y="539500"/>
            <a:chExt cx="7717500" cy="4064400"/>
          </a:xfrm>
        </p:grpSpPr>
        <p:sp>
          <p:nvSpPr>
            <p:cNvPr id="2990" name="Google Shape;2990;p39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91" name="Google Shape;2991;p39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2992" name="Google Shape;2992;p39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2993" name="Google Shape;2993;p396"/>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994" name="Google Shape;2994;p396"/>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995" name="Google Shape;2995;p396"/>
          <p:cNvSpPr txBox="1"/>
          <p:nvPr>
            <p:ph idx="3" type="subTitle"/>
          </p:nvPr>
        </p:nvSpPr>
        <p:spPr>
          <a:xfrm>
            <a:off x="853775" y="257119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2996" name="Google Shape;2996;p396"/>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997" name="Google Shape;2997;p396"/>
          <p:cNvSpPr txBox="1"/>
          <p:nvPr>
            <p:ph idx="5" type="subTitle"/>
          </p:nvPr>
        </p:nvSpPr>
        <p:spPr>
          <a:xfrm>
            <a:off x="4452875" y="2570500"/>
            <a:ext cx="3761700" cy="172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2998" name="Google Shape;2998;p396"/>
          <p:cNvSpPr txBox="1"/>
          <p:nvPr>
            <p:ph idx="6" type="subTitle"/>
          </p:nvPr>
        </p:nvSpPr>
        <p:spPr>
          <a:xfrm>
            <a:off x="853775" y="323750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2999" name="Google Shape;2999;p396"/>
          <p:cNvSpPr txBox="1"/>
          <p:nvPr>
            <p:ph idx="7" type="subTitle"/>
          </p:nvPr>
        </p:nvSpPr>
        <p:spPr>
          <a:xfrm>
            <a:off x="853775" y="362674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3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_1_1_1_1">
    <p:bg>
      <p:bgPr>
        <a:solidFill>
          <a:schemeClr val="dk1"/>
        </a:solidFill>
      </p:bgPr>
    </p:bg>
    <p:spTree>
      <p:nvGrpSpPr>
        <p:cNvPr id="3000" name="Shape 3000"/>
        <p:cNvGrpSpPr/>
        <p:nvPr/>
      </p:nvGrpSpPr>
      <p:grpSpPr>
        <a:xfrm>
          <a:off x="0" y="0"/>
          <a:ext cx="0" cy="0"/>
          <a:chOff x="0" y="0"/>
          <a:chExt cx="0" cy="0"/>
        </a:xfrm>
      </p:grpSpPr>
      <p:grpSp>
        <p:nvGrpSpPr>
          <p:cNvPr id="3001" name="Google Shape;3001;p397"/>
          <p:cNvGrpSpPr/>
          <p:nvPr/>
        </p:nvGrpSpPr>
        <p:grpSpPr>
          <a:xfrm>
            <a:off x="713225" y="539500"/>
            <a:ext cx="7717500" cy="4064400"/>
            <a:chOff x="713225" y="539500"/>
            <a:chExt cx="7717500" cy="4064400"/>
          </a:xfrm>
        </p:grpSpPr>
        <p:sp>
          <p:nvSpPr>
            <p:cNvPr id="3002" name="Google Shape;3002;p39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03" name="Google Shape;3003;p39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004" name="Google Shape;3004;p39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005" name="Google Shape;3005;p397"/>
          <p:cNvSpPr txBox="1"/>
          <p:nvPr>
            <p:ph idx="1" type="subTitle"/>
          </p:nvPr>
        </p:nvSpPr>
        <p:spPr>
          <a:xfrm>
            <a:off x="1112425"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006" name="Google Shape;3006;p397"/>
          <p:cNvSpPr txBox="1"/>
          <p:nvPr>
            <p:ph idx="2" type="subTitle"/>
          </p:nvPr>
        </p:nvSpPr>
        <p:spPr>
          <a:xfrm>
            <a:off x="1112425"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07" name="Google Shape;3007;p397"/>
          <p:cNvSpPr txBox="1"/>
          <p:nvPr>
            <p:ph idx="3" type="subTitle"/>
          </p:nvPr>
        </p:nvSpPr>
        <p:spPr>
          <a:xfrm>
            <a:off x="5584150"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008" name="Google Shape;3008;p397"/>
          <p:cNvSpPr txBox="1"/>
          <p:nvPr>
            <p:ph idx="4" type="subTitle"/>
          </p:nvPr>
        </p:nvSpPr>
        <p:spPr>
          <a:xfrm>
            <a:off x="5584150"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09" name="Google Shape;3009;p397"/>
          <p:cNvSpPr txBox="1"/>
          <p:nvPr>
            <p:ph idx="5" type="subTitle"/>
          </p:nvPr>
        </p:nvSpPr>
        <p:spPr>
          <a:xfrm>
            <a:off x="1112425"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010" name="Google Shape;3010;p397"/>
          <p:cNvSpPr txBox="1"/>
          <p:nvPr>
            <p:ph idx="6" type="subTitle"/>
          </p:nvPr>
        </p:nvSpPr>
        <p:spPr>
          <a:xfrm>
            <a:off x="1112425"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11" name="Google Shape;3011;p397"/>
          <p:cNvSpPr txBox="1"/>
          <p:nvPr>
            <p:ph idx="7" type="subTitle"/>
          </p:nvPr>
        </p:nvSpPr>
        <p:spPr>
          <a:xfrm>
            <a:off x="5584150"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012" name="Google Shape;3012;p397"/>
          <p:cNvSpPr txBox="1"/>
          <p:nvPr>
            <p:ph idx="8" type="subTitle"/>
          </p:nvPr>
        </p:nvSpPr>
        <p:spPr>
          <a:xfrm>
            <a:off x="5584150"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1_1_1_1_1">
    <p:bg>
      <p:bgPr>
        <a:solidFill>
          <a:schemeClr val="dk1"/>
        </a:solidFill>
      </p:bgPr>
    </p:bg>
    <p:spTree>
      <p:nvGrpSpPr>
        <p:cNvPr id="3013" name="Shape 3013"/>
        <p:cNvGrpSpPr/>
        <p:nvPr/>
      </p:nvGrpSpPr>
      <p:grpSpPr>
        <a:xfrm>
          <a:off x="0" y="0"/>
          <a:ext cx="0" cy="0"/>
          <a:chOff x="0" y="0"/>
          <a:chExt cx="0" cy="0"/>
        </a:xfrm>
      </p:grpSpPr>
      <p:grpSp>
        <p:nvGrpSpPr>
          <p:cNvPr id="3014" name="Google Shape;3014;p398"/>
          <p:cNvGrpSpPr/>
          <p:nvPr/>
        </p:nvGrpSpPr>
        <p:grpSpPr>
          <a:xfrm>
            <a:off x="713300" y="539550"/>
            <a:ext cx="7717500" cy="4064400"/>
            <a:chOff x="713300" y="539550"/>
            <a:chExt cx="7717500" cy="4064400"/>
          </a:xfrm>
        </p:grpSpPr>
        <p:cxnSp>
          <p:nvCxnSpPr>
            <p:cNvPr id="3015" name="Google Shape;3015;p398"/>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3016" name="Google Shape;3016;p398"/>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7" name="Google Shape;3017;p39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018" name="Google Shape;3018;p398"/>
          <p:cNvSpPr txBox="1"/>
          <p:nvPr>
            <p:ph idx="1" type="subTitle"/>
          </p:nvPr>
        </p:nvSpPr>
        <p:spPr>
          <a:xfrm>
            <a:off x="10166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019" name="Google Shape;3019;p398"/>
          <p:cNvSpPr txBox="1"/>
          <p:nvPr>
            <p:ph idx="2" type="subTitle"/>
          </p:nvPr>
        </p:nvSpPr>
        <p:spPr>
          <a:xfrm>
            <a:off x="10166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20" name="Google Shape;3020;p398"/>
          <p:cNvSpPr txBox="1"/>
          <p:nvPr>
            <p:ph idx="3" type="subTitle"/>
          </p:nvPr>
        </p:nvSpPr>
        <p:spPr>
          <a:xfrm>
            <a:off x="10166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021" name="Google Shape;3021;p398"/>
          <p:cNvSpPr txBox="1"/>
          <p:nvPr>
            <p:ph idx="4" type="subTitle"/>
          </p:nvPr>
        </p:nvSpPr>
        <p:spPr>
          <a:xfrm>
            <a:off x="10166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22" name="Google Shape;3022;p398"/>
          <p:cNvSpPr txBox="1"/>
          <p:nvPr>
            <p:ph idx="5" type="subTitle"/>
          </p:nvPr>
        </p:nvSpPr>
        <p:spPr>
          <a:xfrm>
            <a:off x="48094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023" name="Google Shape;3023;p398"/>
          <p:cNvSpPr txBox="1"/>
          <p:nvPr>
            <p:ph idx="6" type="subTitle"/>
          </p:nvPr>
        </p:nvSpPr>
        <p:spPr>
          <a:xfrm>
            <a:off x="48094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24" name="Google Shape;3024;p398"/>
          <p:cNvSpPr txBox="1"/>
          <p:nvPr>
            <p:ph idx="7" type="subTitle"/>
          </p:nvPr>
        </p:nvSpPr>
        <p:spPr>
          <a:xfrm>
            <a:off x="48094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025" name="Google Shape;3025;p398"/>
          <p:cNvSpPr txBox="1"/>
          <p:nvPr>
            <p:ph idx="8" type="subTitle"/>
          </p:nvPr>
        </p:nvSpPr>
        <p:spPr>
          <a:xfrm>
            <a:off x="48094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1_1_1_1_1_1_1_1_1">
    <p:bg>
      <p:bgPr>
        <a:solidFill>
          <a:schemeClr val="dk1"/>
        </a:solidFill>
      </p:bgPr>
    </p:bg>
    <p:spTree>
      <p:nvGrpSpPr>
        <p:cNvPr id="3026" name="Shape 3026"/>
        <p:cNvGrpSpPr/>
        <p:nvPr/>
      </p:nvGrpSpPr>
      <p:grpSpPr>
        <a:xfrm>
          <a:off x="0" y="0"/>
          <a:ext cx="0" cy="0"/>
          <a:chOff x="0" y="0"/>
          <a:chExt cx="0" cy="0"/>
        </a:xfrm>
      </p:grpSpPr>
      <p:grpSp>
        <p:nvGrpSpPr>
          <p:cNvPr id="3027" name="Google Shape;3027;p399"/>
          <p:cNvGrpSpPr/>
          <p:nvPr/>
        </p:nvGrpSpPr>
        <p:grpSpPr>
          <a:xfrm>
            <a:off x="713225" y="539500"/>
            <a:ext cx="7717500" cy="4064400"/>
            <a:chOff x="713225" y="539500"/>
            <a:chExt cx="7717500" cy="4064400"/>
          </a:xfrm>
        </p:grpSpPr>
        <p:sp>
          <p:nvSpPr>
            <p:cNvPr id="3028" name="Google Shape;3028;p39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29" name="Google Shape;3029;p39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030" name="Google Shape;3030;p39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031" name="Google Shape;3031;p399"/>
          <p:cNvSpPr txBox="1"/>
          <p:nvPr>
            <p:ph idx="1" type="subTitle"/>
          </p:nvPr>
        </p:nvSpPr>
        <p:spPr>
          <a:xfrm>
            <a:off x="8844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032" name="Google Shape;3032;p399"/>
          <p:cNvSpPr txBox="1"/>
          <p:nvPr>
            <p:ph idx="2" type="subTitle"/>
          </p:nvPr>
        </p:nvSpPr>
        <p:spPr>
          <a:xfrm>
            <a:off x="884474"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33" name="Google Shape;3033;p399"/>
          <p:cNvSpPr txBox="1"/>
          <p:nvPr>
            <p:ph idx="3" type="subTitle"/>
          </p:nvPr>
        </p:nvSpPr>
        <p:spPr>
          <a:xfrm>
            <a:off x="2767708"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034" name="Google Shape;3034;p399"/>
          <p:cNvSpPr txBox="1"/>
          <p:nvPr>
            <p:ph idx="4" type="subTitle"/>
          </p:nvPr>
        </p:nvSpPr>
        <p:spPr>
          <a:xfrm>
            <a:off x="2767709"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35" name="Google Shape;3035;p399"/>
          <p:cNvSpPr txBox="1"/>
          <p:nvPr>
            <p:ph idx="5" type="subTitle"/>
          </p:nvPr>
        </p:nvSpPr>
        <p:spPr>
          <a:xfrm>
            <a:off x="4650942"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036" name="Google Shape;3036;p399"/>
          <p:cNvSpPr txBox="1"/>
          <p:nvPr>
            <p:ph idx="6" type="subTitle"/>
          </p:nvPr>
        </p:nvSpPr>
        <p:spPr>
          <a:xfrm>
            <a:off x="4650945"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37" name="Google Shape;3037;p399"/>
          <p:cNvSpPr txBox="1"/>
          <p:nvPr>
            <p:ph idx="7" type="subTitle"/>
          </p:nvPr>
        </p:nvSpPr>
        <p:spPr>
          <a:xfrm>
            <a:off x="65341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038" name="Google Shape;3038;p399"/>
          <p:cNvSpPr txBox="1"/>
          <p:nvPr>
            <p:ph idx="8" type="subTitle"/>
          </p:nvPr>
        </p:nvSpPr>
        <p:spPr>
          <a:xfrm>
            <a:off x="6534180"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7">
    <p:bg>
      <p:bgPr>
        <a:solidFill>
          <a:schemeClr val="dk1"/>
        </a:solidFill>
      </p:bgPr>
    </p:bg>
    <p:spTree>
      <p:nvGrpSpPr>
        <p:cNvPr id="3039" name="Shape 3039"/>
        <p:cNvGrpSpPr/>
        <p:nvPr/>
      </p:nvGrpSpPr>
      <p:grpSpPr>
        <a:xfrm>
          <a:off x="0" y="0"/>
          <a:ext cx="0" cy="0"/>
          <a:chOff x="0" y="0"/>
          <a:chExt cx="0" cy="0"/>
        </a:xfrm>
      </p:grpSpPr>
      <p:grpSp>
        <p:nvGrpSpPr>
          <p:cNvPr id="3040" name="Google Shape;3040;p400"/>
          <p:cNvGrpSpPr/>
          <p:nvPr/>
        </p:nvGrpSpPr>
        <p:grpSpPr>
          <a:xfrm>
            <a:off x="713225" y="539500"/>
            <a:ext cx="7717500" cy="4064400"/>
            <a:chOff x="713225" y="539500"/>
            <a:chExt cx="7717500" cy="4064400"/>
          </a:xfrm>
        </p:grpSpPr>
        <p:sp>
          <p:nvSpPr>
            <p:cNvPr id="3041" name="Google Shape;3041;p40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42" name="Google Shape;3042;p40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043" name="Google Shape;3043;p40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044" name="Google Shape;3044;p400"/>
          <p:cNvSpPr txBox="1"/>
          <p:nvPr>
            <p:ph idx="1" type="subTitle"/>
          </p:nvPr>
        </p:nvSpPr>
        <p:spPr>
          <a:xfrm>
            <a:off x="1909431" y="1906051"/>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045" name="Google Shape;3045;p400"/>
          <p:cNvSpPr txBox="1"/>
          <p:nvPr>
            <p:ph idx="2" type="subTitle"/>
          </p:nvPr>
        </p:nvSpPr>
        <p:spPr>
          <a:xfrm>
            <a:off x="1909431" y="1387350"/>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46" name="Google Shape;3046;p400"/>
          <p:cNvSpPr txBox="1"/>
          <p:nvPr>
            <p:ph idx="3" type="subTitle"/>
          </p:nvPr>
        </p:nvSpPr>
        <p:spPr>
          <a:xfrm>
            <a:off x="4971369" y="1906050"/>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047" name="Google Shape;3047;p400"/>
          <p:cNvSpPr txBox="1"/>
          <p:nvPr>
            <p:ph idx="4" type="subTitle"/>
          </p:nvPr>
        </p:nvSpPr>
        <p:spPr>
          <a:xfrm>
            <a:off x="4971369" y="1387350"/>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48" name="Google Shape;3048;p400"/>
          <p:cNvSpPr txBox="1"/>
          <p:nvPr>
            <p:ph idx="5" type="subTitle"/>
          </p:nvPr>
        </p:nvSpPr>
        <p:spPr>
          <a:xfrm>
            <a:off x="1909431" y="3654425"/>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049" name="Google Shape;3049;p400"/>
          <p:cNvSpPr txBox="1"/>
          <p:nvPr>
            <p:ph idx="6" type="subTitle"/>
          </p:nvPr>
        </p:nvSpPr>
        <p:spPr>
          <a:xfrm>
            <a:off x="1909431" y="3135724"/>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50" name="Google Shape;3050;p400"/>
          <p:cNvSpPr txBox="1"/>
          <p:nvPr>
            <p:ph idx="7" type="subTitle"/>
          </p:nvPr>
        </p:nvSpPr>
        <p:spPr>
          <a:xfrm>
            <a:off x="4971369" y="3654424"/>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051" name="Google Shape;3051;p400"/>
          <p:cNvSpPr txBox="1"/>
          <p:nvPr>
            <p:ph idx="8" type="subTitle"/>
          </p:nvPr>
        </p:nvSpPr>
        <p:spPr>
          <a:xfrm>
            <a:off x="4971369" y="3135724"/>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1_1_1_1_1_2">
    <p:bg>
      <p:bgPr>
        <a:solidFill>
          <a:schemeClr val="dk1"/>
        </a:solidFill>
      </p:bgPr>
    </p:bg>
    <p:spTree>
      <p:nvGrpSpPr>
        <p:cNvPr id="3052" name="Shape 3052"/>
        <p:cNvGrpSpPr/>
        <p:nvPr/>
      </p:nvGrpSpPr>
      <p:grpSpPr>
        <a:xfrm>
          <a:off x="0" y="0"/>
          <a:ext cx="0" cy="0"/>
          <a:chOff x="0" y="0"/>
          <a:chExt cx="0" cy="0"/>
        </a:xfrm>
      </p:grpSpPr>
      <p:grpSp>
        <p:nvGrpSpPr>
          <p:cNvPr id="3053" name="Google Shape;3053;p401"/>
          <p:cNvGrpSpPr/>
          <p:nvPr/>
        </p:nvGrpSpPr>
        <p:grpSpPr>
          <a:xfrm>
            <a:off x="713225" y="539500"/>
            <a:ext cx="7717500" cy="4064400"/>
            <a:chOff x="713225" y="539500"/>
            <a:chExt cx="7717500" cy="4064400"/>
          </a:xfrm>
        </p:grpSpPr>
        <p:sp>
          <p:nvSpPr>
            <p:cNvPr id="3054" name="Google Shape;3054;p40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55" name="Google Shape;3055;p40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056" name="Google Shape;3056;p40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057" name="Google Shape;3057;p401"/>
          <p:cNvSpPr txBox="1"/>
          <p:nvPr>
            <p:ph idx="1" type="subTitle"/>
          </p:nvPr>
        </p:nvSpPr>
        <p:spPr>
          <a:xfrm>
            <a:off x="95812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058" name="Google Shape;3058;p401"/>
          <p:cNvSpPr txBox="1"/>
          <p:nvPr>
            <p:ph idx="2" type="subTitle"/>
          </p:nvPr>
        </p:nvSpPr>
        <p:spPr>
          <a:xfrm>
            <a:off x="95812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59" name="Google Shape;3059;p401"/>
          <p:cNvSpPr txBox="1"/>
          <p:nvPr>
            <p:ph idx="3" type="subTitle"/>
          </p:nvPr>
        </p:nvSpPr>
        <p:spPr>
          <a:xfrm>
            <a:off x="3420000"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060" name="Google Shape;3060;p401"/>
          <p:cNvSpPr txBox="1"/>
          <p:nvPr>
            <p:ph idx="4" type="subTitle"/>
          </p:nvPr>
        </p:nvSpPr>
        <p:spPr>
          <a:xfrm>
            <a:off x="3420000"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61" name="Google Shape;3061;p401"/>
          <p:cNvSpPr txBox="1"/>
          <p:nvPr>
            <p:ph idx="5" type="subTitle"/>
          </p:nvPr>
        </p:nvSpPr>
        <p:spPr>
          <a:xfrm>
            <a:off x="588187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062" name="Google Shape;3062;p401"/>
          <p:cNvSpPr txBox="1"/>
          <p:nvPr>
            <p:ph idx="6" type="subTitle"/>
          </p:nvPr>
        </p:nvSpPr>
        <p:spPr>
          <a:xfrm>
            <a:off x="588187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63" name="Google Shape;3063;p401"/>
          <p:cNvSpPr txBox="1"/>
          <p:nvPr>
            <p:ph idx="7" type="subTitle"/>
          </p:nvPr>
        </p:nvSpPr>
        <p:spPr>
          <a:xfrm>
            <a:off x="2189050"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064" name="Google Shape;3064;p401"/>
          <p:cNvSpPr txBox="1"/>
          <p:nvPr>
            <p:ph idx="8" type="subTitle"/>
          </p:nvPr>
        </p:nvSpPr>
        <p:spPr>
          <a:xfrm>
            <a:off x="2189050"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65" name="Google Shape;3065;p401"/>
          <p:cNvSpPr txBox="1"/>
          <p:nvPr>
            <p:ph idx="9" type="subTitle"/>
          </p:nvPr>
        </p:nvSpPr>
        <p:spPr>
          <a:xfrm>
            <a:off x="4650925"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066" name="Google Shape;3066;p401"/>
          <p:cNvSpPr txBox="1"/>
          <p:nvPr>
            <p:ph idx="13" type="subTitle"/>
          </p:nvPr>
        </p:nvSpPr>
        <p:spPr>
          <a:xfrm>
            <a:off x="4650925"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_1_1_1_1_1_1">
    <p:bg>
      <p:bgPr>
        <a:solidFill>
          <a:schemeClr val="dk1"/>
        </a:solidFill>
      </p:bgPr>
    </p:bg>
    <p:spTree>
      <p:nvGrpSpPr>
        <p:cNvPr id="3067" name="Shape 3067"/>
        <p:cNvGrpSpPr/>
        <p:nvPr/>
      </p:nvGrpSpPr>
      <p:grpSpPr>
        <a:xfrm>
          <a:off x="0" y="0"/>
          <a:ext cx="0" cy="0"/>
          <a:chOff x="0" y="0"/>
          <a:chExt cx="0" cy="0"/>
        </a:xfrm>
      </p:grpSpPr>
      <p:grpSp>
        <p:nvGrpSpPr>
          <p:cNvPr id="3068" name="Google Shape;3068;p402"/>
          <p:cNvGrpSpPr/>
          <p:nvPr/>
        </p:nvGrpSpPr>
        <p:grpSpPr>
          <a:xfrm>
            <a:off x="713225" y="539500"/>
            <a:ext cx="7717500" cy="4064400"/>
            <a:chOff x="713225" y="539500"/>
            <a:chExt cx="7717500" cy="4064400"/>
          </a:xfrm>
        </p:grpSpPr>
        <p:sp>
          <p:nvSpPr>
            <p:cNvPr id="3069" name="Google Shape;3069;p40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70" name="Google Shape;3070;p40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071" name="Google Shape;3071;p40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072" name="Google Shape;3072;p402"/>
          <p:cNvSpPr txBox="1"/>
          <p:nvPr>
            <p:ph idx="1" type="subTitle"/>
          </p:nvPr>
        </p:nvSpPr>
        <p:spPr>
          <a:xfrm>
            <a:off x="1134425"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073" name="Google Shape;3073;p402"/>
          <p:cNvSpPr txBox="1"/>
          <p:nvPr>
            <p:ph idx="2" type="subTitle"/>
          </p:nvPr>
        </p:nvSpPr>
        <p:spPr>
          <a:xfrm>
            <a:off x="113442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74" name="Google Shape;3074;p402"/>
          <p:cNvSpPr txBox="1"/>
          <p:nvPr>
            <p:ph idx="3" type="subTitle"/>
          </p:nvPr>
        </p:nvSpPr>
        <p:spPr>
          <a:xfrm>
            <a:off x="3495738"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075" name="Google Shape;3075;p402"/>
          <p:cNvSpPr txBox="1"/>
          <p:nvPr>
            <p:ph idx="4" type="subTitle"/>
          </p:nvPr>
        </p:nvSpPr>
        <p:spPr>
          <a:xfrm>
            <a:off x="3495750"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76" name="Google Shape;3076;p402"/>
          <p:cNvSpPr txBox="1"/>
          <p:nvPr>
            <p:ph idx="5" type="subTitle"/>
          </p:nvPr>
        </p:nvSpPr>
        <p:spPr>
          <a:xfrm>
            <a:off x="5857051"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077" name="Google Shape;3077;p402"/>
          <p:cNvSpPr txBox="1"/>
          <p:nvPr>
            <p:ph idx="6" type="subTitle"/>
          </p:nvPr>
        </p:nvSpPr>
        <p:spPr>
          <a:xfrm>
            <a:off x="585707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78" name="Google Shape;3078;p402"/>
          <p:cNvSpPr txBox="1"/>
          <p:nvPr>
            <p:ph idx="7" type="subTitle"/>
          </p:nvPr>
        </p:nvSpPr>
        <p:spPr>
          <a:xfrm>
            <a:off x="1134425"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079" name="Google Shape;3079;p402"/>
          <p:cNvSpPr txBox="1"/>
          <p:nvPr>
            <p:ph idx="8" type="subTitle"/>
          </p:nvPr>
        </p:nvSpPr>
        <p:spPr>
          <a:xfrm>
            <a:off x="113442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80" name="Google Shape;3080;p402"/>
          <p:cNvSpPr txBox="1"/>
          <p:nvPr>
            <p:ph idx="9" type="subTitle"/>
          </p:nvPr>
        </p:nvSpPr>
        <p:spPr>
          <a:xfrm>
            <a:off x="3495738"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081" name="Google Shape;3081;p402"/>
          <p:cNvSpPr txBox="1"/>
          <p:nvPr>
            <p:ph idx="13" type="subTitle"/>
          </p:nvPr>
        </p:nvSpPr>
        <p:spPr>
          <a:xfrm>
            <a:off x="3495750"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82" name="Google Shape;3082;p402"/>
          <p:cNvSpPr txBox="1"/>
          <p:nvPr>
            <p:ph idx="14" type="subTitle"/>
          </p:nvPr>
        </p:nvSpPr>
        <p:spPr>
          <a:xfrm>
            <a:off x="5857051"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083" name="Google Shape;3083;p402"/>
          <p:cNvSpPr txBox="1"/>
          <p:nvPr>
            <p:ph idx="15" type="subTitle"/>
          </p:nvPr>
        </p:nvSpPr>
        <p:spPr>
          <a:xfrm>
            <a:off x="585707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21">
    <p:bg>
      <p:bgPr>
        <a:solidFill>
          <a:schemeClr val="dk1"/>
        </a:solidFill>
      </p:bgPr>
    </p:bg>
    <p:spTree>
      <p:nvGrpSpPr>
        <p:cNvPr id="3084" name="Shape 3084"/>
        <p:cNvGrpSpPr/>
        <p:nvPr/>
      </p:nvGrpSpPr>
      <p:grpSpPr>
        <a:xfrm>
          <a:off x="0" y="0"/>
          <a:ext cx="0" cy="0"/>
          <a:chOff x="0" y="0"/>
          <a:chExt cx="0" cy="0"/>
        </a:xfrm>
      </p:grpSpPr>
      <p:grpSp>
        <p:nvGrpSpPr>
          <p:cNvPr id="3085" name="Google Shape;3085;p403"/>
          <p:cNvGrpSpPr/>
          <p:nvPr/>
        </p:nvGrpSpPr>
        <p:grpSpPr>
          <a:xfrm>
            <a:off x="713225" y="539500"/>
            <a:ext cx="7717500" cy="4064400"/>
            <a:chOff x="713225" y="539500"/>
            <a:chExt cx="7717500" cy="4064400"/>
          </a:xfrm>
        </p:grpSpPr>
        <p:sp>
          <p:nvSpPr>
            <p:cNvPr id="3086" name="Google Shape;3086;p40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87" name="Google Shape;3087;p40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088" name="Google Shape;3088;p40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089" name="Google Shape;3089;p403"/>
          <p:cNvSpPr txBox="1"/>
          <p:nvPr>
            <p:ph idx="1" type="subTitle"/>
          </p:nvPr>
        </p:nvSpPr>
        <p:spPr>
          <a:xfrm>
            <a:off x="1059065"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090" name="Google Shape;3090;p403"/>
          <p:cNvSpPr txBox="1"/>
          <p:nvPr>
            <p:ph idx="2" type="subTitle"/>
          </p:nvPr>
        </p:nvSpPr>
        <p:spPr>
          <a:xfrm>
            <a:off x="1059065"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91" name="Google Shape;3091;p403"/>
          <p:cNvSpPr txBox="1"/>
          <p:nvPr>
            <p:ph idx="3" type="subTitle"/>
          </p:nvPr>
        </p:nvSpPr>
        <p:spPr>
          <a:xfrm>
            <a:off x="1059052" y="2806879"/>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092" name="Google Shape;3092;p403"/>
          <p:cNvSpPr txBox="1"/>
          <p:nvPr>
            <p:ph idx="4" type="subTitle"/>
          </p:nvPr>
        </p:nvSpPr>
        <p:spPr>
          <a:xfrm>
            <a:off x="1059070" y="2454554"/>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93" name="Google Shape;3093;p403"/>
          <p:cNvSpPr txBox="1"/>
          <p:nvPr>
            <p:ph idx="5" type="subTitle"/>
          </p:nvPr>
        </p:nvSpPr>
        <p:spPr>
          <a:xfrm>
            <a:off x="5042599"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094" name="Google Shape;3094;p403"/>
          <p:cNvSpPr txBox="1"/>
          <p:nvPr>
            <p:ph idx="6" type="subTitle"/>
          </p:nvPr>
        </p:nvSpPr>
        <p:spPr>
          <a:xfrm>
            <a:off x="5042634"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95" name="Google Shape;3095;p403"/>
          <p:cNvSpPr txBox="1"/>
          <p:nvPr>
            <p:ph idx="7" type="subTitle"/>
          </p:nvPr>
        </p:nvSpPr>
        <p:spPr>
          <a:xfrm>
            <a:off x="1059065"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096" name="Google Shape;3096;p403"/>
          <p:cNvSpPr txBox="1"/>
          <p:nvPr>
            <p:ph idx="8" type="subTitle"/>
          </p:nvPr>
        </p:nvSpPr>
        <p:spPr>
          <a:xfrm>
            <a:off x="1059065"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97" name="Google Shape;3097;p403"/>
          <p:cNvSpPr txBox="1"/>
          <p:nvPr>
            <p:ph idx="9" type="subTitle"/>
          </p:nvPr>
        </p:nvSpPr>
        <p:spPr>
          <a:xfrm>
            <a:off x="5042630" y="2806867"/>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098" name="Google Shape;3098;p403"/>
          <p:cNvSpPr txBox="1"/>
          <p:nvPr>
            <p:ph idx="13" type="subTitle"/>
          </p:nvPr>
        </p:nvSpPr>
        <p:spPr>
          <a:xfrm>
            <a:off x="5042648" y="24545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99" name="Google Shape;3099;p403"/>
          <p:cNvSpPr txBox="1"/>
          <p:nvPr>
            <p:ph idx="14" type="subTitle"/>
          </p:nvPr>
        </p:nvSpPr>
        <p:spPr>
          <a:xfrm>
            <a:off x="5042599"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100" name="Google Shape;3100;p403"/>
          <p:cNvSpPr txBox="1"/>
          <p:nvPr>
            <p:ph idx="15" type="subTitle"/>
          </p:nvPr>
        </p:nvSpPr>
        <p:spPr>
          <a:xfrm>
            <a:off x="5042634"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_1_1_1_1_1">
    <p:bg>
      <p:bgPr>
        <a:solidFill>
          <a:schemeClr val="dk1"/>
        </a:solidFill>
      </p:bgPr>
    </p:bg>
    <p:spTree>
      <p:nvGrpSpPr>
        <p:cNvPr id="3101" name="Shape 3101"/>
        <p:cNvGrpSpPr/>
        <p:nvPr/>
      </p:nvGrpSpPr>
      <p:grpSpPr>
        <a:xfrm>
          <a:off x="0" y="0"/>
          <a:ext cx="0" cy="0"/>
          <a:chOff x="0" y="0"/>
          <a:chExt cx="0" cy="0"/>
        </a:xfrm>
      </p:grpSpPr>
      <p:grpSp>
        <p:nvGrpSpPr>
          <p:cNvPr id="3102" name="Google Shape;3102;p404"/>
          <p:cNvGrpSpPr/>
          <p:nvPr/>
        </p:nvGrpSpPr>
        <p:grpSpPr>
          <a:xfrm>
            <a:off x="713225" y="539500"/>
            <a:ext cx="7717500" cy="4064400"/>
            <a:chOff x="713225" y="539500"/>
            <a:chExt cx="7717500" cy="4064400"/>
          </a:xfrm>
        </p:grpSpPr>
        <p:sp>
          <p:nvSpPr>
            <p:cNvPr id="3103" name="Google Shape;3103;p40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104" name="Google Shape;3104;p404"/>
            <p:cNvCxnSpPr/>
            <p:nvPr/>
          </p:nvCxnSpPr>
          <p:spPr>
            <a:xfrm>
              <a:off x="734825" y="1483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105" name="Google Shape;3105;p404"/>
          <p:cNvSpPr txBox="1"/>
          <p:nvPr>
            <p:ph type="title"/>
          </p:nvPr>
        </p:nvSpPr>
        <p:spPr>
          <a:xfrm>
            <a:off x="3607800" y="539500"/>
            <a:ext cx="4519200" cy="939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r">
              <a:spcBef>
                <a:spcPts val="0"/>
              </a:spcBef>
              <a:spcAft>
                <a:spcPts val="0"/>
              </a:spcAft>
              <a:buClr>
                <a:schemeClr val="lt1"/>
              </a:buClr>
              <a:buSzPts val="4800"/>
              <a:buNone/>
              <a:defRPr sz="4800">
                <a:solidFill>
                  <a:schemeClr val="lt1"/>
                </a:solidFill>
              </a:defRPr>
            </a:lvl2pPr>
            <a:lvl3pPr lvl="2" algn="r">
              <a:spcBef>
                <a:spcPts val="0"/>
              </a:spcBef>
              <a:spcAft>
                <a:spcPts val="0"/>
              </a:spcAft>
              <a:buClr>
                <a:schemeClr val="lt1"/>
              </a:buClr>
              <a:buSzPts val="4800"/>
              <a:buNone/>
              <a:defRPr sz="4800">
                <a:solidFill>
                  <a:schemeClr val="lt1"/>
                </a:solidFill>
              </a:defRPr>
            </a:lvl3pPr>
            <a:lvl4pPr lvl="3" algn="r">
              <a:spcBef>
                <a:spcPts val="0"/>
              </a:spcBef>
              <a:spcAft>
                <a:spcPts val="0"/>
              </a:spcAft>
              <a:buClr>
                <a:schemeClr val="lt1"/>
              </a:buClr>
              <a:buSzPts val="4800"/>
              <a:buNone/>
              <a:defRPr sz="4800">
                <a:solidFill>
                  <a:schemeClr val="lt1"/>
                </a:solidFill>
              </a:defRPr>
            </a:lvl4pPr>
            <a:lvl5pPr lvl="4" algn="r">
              <a:spcBef>
                <a:spcPts val="0"/>
              </a:spcBef>
              <a:spcAft>
                <a:spcPts val="0"/>
              </a:spcAft>
              <a:buClr>
                <a:schemeClr val="lt1"/>
              </a:buClr>
              <a:buSzPts val="4800"/>
              <a:buNone/>
              <a:defRPr sz="4800">
                <a:solidFill>
                  <a:schemeClr val="lt1"/>
                </a:solidFill>
              </a:defRPr>
            </a:lvl5pPr>
            <a:lvl6pPr lvl="5" algn="r">
              <a:spcBef>
                <a:spcPts val="0"/>
              </a:spcBef>
              <a:spcAft>
                <a:spcPts val="0"/>
              </a:spcAft>
              <a:buClr>
                <a:schemeClr val="lt1"/>
              </a:buClr>
              <a:buSzPts val="4800"/>
              <a:buNone/>
              <a:defRPr sz="4800">
                <a:solidFill>
                  <a:schemeClr val="lt1"/>
                </a:solidFill>
              </a:defRPr>
            </a:lvl6pPr>
            <a:lvl7pPr lvl="6" algn="r">
              <a:spcBef>
                <a:spcPts val="0"/>
              </a:spcBef>
              <a:spcAft>
                <a:spcPts val="0"/>
              </a:spcAft>
              <a:buClr>
                <a:schemeClr val="lt1"/>
              </a:buClr>
              <a:buSzPts val="4800"/>
              <a:buNone/>
              <a:defRPr sz="4800">
                <a:solidFill>
                  <a:schemeClr val="lt1"/>
                </a:solidFill>
              </a:defRPr>
            </a:lvl7pPr>
            <a:lvl8pPr lvl="7" algn="r">
              <a:spcBef>
                <a:spcPts val="0"/>
              </a:spcBef>
              <a:spcAft>
                <a:spcPts val="0"/>
              </a:spcAft>
              <a:buClr>
                <a:schemeClr val="lt1"/>
              </a:buClr>
              <a:buSzPts val="4800"/>
              <a:buNone/>
              <a:defRPr sz="4800">
                <a:solidFill>
                  <a:schemeClr val="lt1"/>
                </a:solidFill>
              </a:defRPr>
            </a:lvl8pPr>
            <a:lvl9pPr lvl="8" algn="r">
              <a:spcBef>
                <a:spcPts val="0"/>
              </a:spcBef>
              <a:spcAft>
                <a:spcPts val="0"/>
              </a:spcAft>
              <a:buClr>
                <a:schemeClr val="lt1"/>
              </a:buClr>
              <a:buSzPts val="4800"/>
              <a:buNone/>
              <a:defRPr sz="4800">
                <a:solidFill>
                  <a:schemeClr val="lt1"/>
                </a:solidFill>
              </a:defRPr>
            </a:lvl9pPr>
          </a:lstStyle>
          <a:p/>
        </p:txBody>
      </p:sp>
      <p:sp>
        <p:nvSpPr>
          <p:cNvPr id="3106" name="Google Shape;3106;p404"/>
          <p:cNvSpPr txBox="1"/>
          <p:nvPr>
            <p:ph idx="1" type="subTitle"/>
          </p:nvPr>
        </p:nvSpPr>
        <p:spPr>
          <a:xfrm>
            <a:off x="3607800" y="2278000"/>
            <a:ext cx="4519200" cy="744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r">
              <a:lnSpc>
                <a:spcPct val="100000"/>
              </a:lnSpc>
              <a:spcBef>
                <a:spcPts val="0"/>
              </a:spcBef>
              <a:spcAft>
                <a:spcPts val="0"/>
              </a:spcAft>
              <a:buClr>
                <a:schemeClr val="lt1"/>
              </a:buClr>
              <a:buSzPts val="2800"/>
              <a:buNone/>
              <a:defRPr sz="2800">
                <a:solidFill>
                  <a:schemeClr val="lt1"/>
                </a:solidFill>
              </a:defRPr>
            </a:lvl2pPr>
            <a:lvl3pPr lvl="2" algn="r">
              <a:lnSpc>
                <a:spcPct val="100000"/>
              </a:lnSpc>
              <a:spcBef>
                <a:spcPts val="0"/>
              </a:spcBef>
              <a:spcAft>
                <a:spcPts val="0"/>
              </a:spcAft>
              <a:buClr>
                <a:schemeClr val="lt1"/>
              </a:buClr>
              <a:buSzPts val="2800"/>
              <a:buNone/>
              <a:defRPr sz="2800">
                <a:solidFill>
                  <a:schemeClr val="lt1"/>
                </a:solidFill>
              </a:defRPr>
            </a:lvl3pPr>
            <a:lvl4pPr lvl="3" algn="r">
              <a:lnSpc>
                <a:spcPct val="100000"/>
              </a:lnSpc>
              <a:spcBef>
                <a:spcPts val="0"/>
              </a:spcBef>
              <a:spcAft>
                <a:spcPts val="0"/>
              </a:spcAft>
              <a:buClr>
                <a:schemeClr val="lt1"/>
              </a:buClr>
              <a:buSzPts val="2800"/>
              <a:buNone/>
              <a:defRPr sz="2800">
                <a:solidFill>
                  <a:schemeClr val="lt1"/>
                </a:solidFill>
              </a:defRPr>
            </a:lvl4pPr>
            <a:lvl5pPr lvl="4" algn="r">
              <a:lnSpc>
                <a:spcPct val="100000"/>
              </a:lnSpc>
              <a:spcBef>
                <a:spcPts val="0"/>
              </a:spcBef>
              <a:spcAft>
                <a:spcPts val="0"/>
              </a:spcAft>
              <a:buClr>
                <a:schemeClr val="lt1"/>
              </a:buClr>
              <a:buSzPts val="2800"/>
              <a:buNone/>
              <a:defRPr sz="2800">
                <a:solidFill>
                  <a:schemeClr val="lt1"/>
                </a:solidFill>
              </a:defRPr>
            </a:lvl5pPr>
            <a:lvl6pPr lvl="5" algn="r">
              <a:lnSpc>
                <a:spcPct val="100000"/>
              </a:lnSpc>
              <a:spcBef>
                <a:spcPts val="0"/>
              </a:spcBef>
              <a:spcAft>
                <a:spcPts val="0"/>
              </a:spcAft>
              <a:buClr>
                <a:schemeClr val="lt1"/>
              </a:buClr>
              <a:buSzPts val="2800"/>
              <a:buNone/>
              <a:defRPr sz="2800">
                <a:solidFill>
                  <a:schemeClr val="lt1"/>
                </a:solidFill>
              </a:defRPr>
            </a:lvl6pPr>
            <a:lvl7pPr lvl="6" algn="r">
              <a:lnSpc>
                <a:spcPct val="100000"/>
              </a:lnSpc>
              <a:spcBef>
                <a:spcPts val="0"/>
              </a:spcBef>
              <a:spcAft>
                <a:spcPts val="0"/>
              </a:spcAft>
              <a:buClr>
                <a:schemeClr val="lt1"/>
              </a:buClr>
              <a:buSzPts val="2800"/>
              <a:buNone/>
              <a:defRPr sz="2800">
                <a:solidFill>
                  <a:schemeClr val="lt1"/>
                </a:solidFill>
              </a:defRPr>
            </a:lvl7pPr>
            <a:lvl8pPr lvl="7"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sp>
        <p:nvSpPr>
          <p:cNvPr id="3107" name="Google Shape;3107;p404"/>
          <p:cNvSpPr txBox="1"/>
          <p:nvPr>
            <p:ph idx="2" type="subTitle"/>
          </p:nvPr>
        </p:nvSpPr>
        <p:spPr>
          <a:xfrm>
            <a:off x="3607800" y="1769750"/>
            <a:ext cx="4519200" cy="510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3108" name="Google Shape;3108;p404"/>
          <p:cNvSpPr txBox="1"/>
          <p:nvPr/>
        </p:nvSpPr>
        <p:spPr>
          <a:xfrm>
            <a:off x="3508050" y="3477600"/>
            <a:ext cx="4718700" cy="554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Roboto"/>
                <a:ea typeface="Roboto"/>
                <a:cs typeface="Roboto"/>
                <a:sym typeface="Roboto"/>
              </a:rPr>
              <a:t>CREDITS:</a:t>
            </a:r>
            <a:r>
              <a:rPr lang="en" sz="1200">
                <a:solidFill>
                  <a:schemeClr val="lt1"/>
                </a:solidFill>
                <a:latin typeface="Roboto"/>
                <a:ea typeface="Roboto"/>
                <a:cs typeface="Roboto"/>
                <a:sym typeface="Roboto"/>
              </a:rPr>
              <a:t> This presentation template was created by </a:t>
            </a:r>
            <a:r>
              <a:rPr b="1" lang="en" sz="1200">
                <a:solidFill>
                  <a:schemeClr val="accent1"/>
                </a:solidFill>
                <a:uFill>
                  <a:noFill/>
                </a:uFill>
                <a:latin typeface="Roboto"/>
                <a:ea typeface="Roboto"/>
                <a:cs typeface="Roboto"/>
                <a:sym typeface="Roboto"/>
                <a:hlinkClick r:id="rId2">
                  <a:extLst>
                    <a:ext uri="{A12FA001-AC4F-418D-AE19-62706E023703}">
                      <ahyp:hlinkClr val="tx"/>
                    </a:ext>
                  </a:extLst>
                </a:hlinkClick>
              </a:rPr>
              <a:t>Slidesgo</a:t>
            </a:r>
            <a:r>
              <a:rPr b="1" lang="en" sz="1200">
                <a:solidFill>
                  <a:schemeClr val="accent6"/>
                </a:solidFill>
                <a:latin typeface="Roboto"/>
                <a:ea typeface="Roboto"/>
                <a:cs typeface="Roboto"/>
                <a:sym typeface="Roboto"/>
              </a:rPr>
              <a:t>,</a:t>
            </a:r>
            <a:r>
              <a:rPr lang="en" sz="1200">
                <a:solidFill>
                  <a:schemeClr val="lt1"/>
                </a:solidFill>
                <a:latin typeface="Roboto"/>
                <a:ea typeface="Roboto"/>
                <a:cs typeface="Roboto"/>
                <a:sym typeface="Roboto"/>
              </a:rPr>
              <a:t> including icons by </a:t>
            </a:r>
            <a:r>
              <a:rPr b="1" lang="en" sz="1200">
                <a:solidFill>
                  <a:schemeClr val="accent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1"/>
                </a:solidFill>
                <a:latin typeface="Roboto"/>
                <a:ea typeface="Roboto"/>
                <a:cs typeface="Roboto"/>
                <a:sym typeface="Roboto"/>
              </a:rPr>
              <a:t>, and infographics &amp; images by </a:t>
            </a:r>
            <a:r>
              <a:rPr b="1" lang="en" sz="1200">
                <a:solidFill>
                  <a:schemeClr val="accent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accent1"/>
              </a:solidFill>
              <a:latin typeface="Roboto"/>
              <a:ea typeface="Roboto"/>
              <a:cs typeface="Roboto"/>
              <a:sym typeface="Roboto"/>
            </a:endParaRPr>
          </a:p>
        </p:txBody>
      </p:sp>
    </p:spTree>
  </p:cSld>
  <p:clrMapOvr>
    <a:masterClrMapping/>
  </p:clrMapOvr>
</p:sldLayout>
</file>

<file path=ppt/slideLayouts/slideLayout3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_1_1_1_1_1">
    <p:bg>
      <p:bgPr>
        <a:solidFill>
          <a:schemeClr val="dk1"/>
        </a:solidFill>
      </p:bgPr>
    </p:bg>
    <p:spTree>
      <p:nvGrpSpPr>
        <p:cNvPr id="3109" name="Shape 3109"/>
        <p:cNvGrpSpPr/>
        <p:nvPr/>
      </p:nvGrpSpPr>
      <p:grpSpPr>
        <a:xfrm>
          <a:off x="0" y="0"/>
          <a:ext cx="0" cy="0"/>
          <a:chOff x="0" y="0"/>
          <a:chExt cx="0" cy="0"/>
        </a:xfrm>
      </p:grpSpPr>
      <p:sp>
        <p:nvSpPr>
          <p:cNvPr id="3110" name="Google Shape;3110;p40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_1_1_1_1_1">
    <p:bg>
      <p:bgPr>
        <a:solidFill>
          <a:schemeClr val="dk1"/>
        </a:solidFill>
      </p:bgPr>
    </p:bg>
    <p:spTree>
      <p:nvGrpSpPr>
        <p:cNvPr id="3111" name="Shape 3111"/>
        <p:cNvGrpSpPr/>
        <p:nvPr/>
      </p:nvGrpSpPr>
      <p:grpSpPr>
        <a:xfrm>
          <a:off x="0" y="0"/>
          <a:ext cx="0" cy="0"/>
          <a:chOff x="0" y="0"/>
          <a:chExt cx="0" cy="0"/>
        </a:xfrm>
      </p:grpSpPr>
      <p:grpSp>
        <p:nvGrpSpPr>
          <p:cNvPr id="3112" name="Google Shape;3112;p406"/>
          <p:cNvGrpSpPr/>
          <p:nvPr/>
        </p:nvGrpSpPr>
        <p:grpSpPr>
          <a:xfrm>
            <a:off x="713225" y="539500"/>
            <a:ext cx="7717500" cy="4064400"/>
            <a:chOff x="713225" y="539500"/>
            <a:chExt cx="7717500" cy="4064400"/>
          </a:xfrm>
        </p:grpSpPr>
        <p:sp>
          <p:nvSpPr>
            <p:cNvPr id="3113" name="Google Shape;3113;p40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114" name="Google Shape;3114;p40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Layouts/slideLayout3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3119" name="Shape 3119"/>
        <p:cNvGrpSpPr/>
        <p:nvPr/>
      </p:nvGrpSpPr>
      <p:grpSpPr>
        <a:xfrm>
          <a:off x="0" y="0"/>
          <a:ext cx="0" cy="0"/>
          <a:chOff x="0" y="0"/>
          <a:chExt cx="0" cy="0"/>
        </a:xfrm>
      </p:grpSpPr>
      <p:sp>
        <p:nvSpPr>
          <p:cNvPr id="3120" name="Google Shape;3120;p40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08"/>
          <p:cNvSpPr txBox="1"/>
          <p:nvPr>
            <p:ph type="ctrTitle"/>
          </p:nvPr>
        </p:nvSpPr>
        <p:spPr>
          <a:xfrm>
            <a:off x="2048825" y="848600"/>
            <a:ext cx="5046300" cy="10305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3122" name="Google Shape;3122;p408"/>
          <p:cNvSpPr txBox="1"/>
          <p:nvPr>
            <p:ph idx="1" type="subTitle"/>
          </p:nvPr>
        </p:nvSpPr>
        <p:spPr>
          <a:xfrm>
            <a:off x="2048825" y="3798375"/>
            <a:ext cx="50463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123" name="Google Shape;3123;p408"/>
          <p:cNvSpPr txBox="1"/>
          <p:nvPr>
            <p:ph idx="2" type="subTitle"/>
          </p:nvPr>
        </p:nvSpPr>
        <p:spPr>
          <a:xfrm>
            <a:off x="2902475" y="1879100"/>
            <a:ext cx="3339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4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3124" name="Shape 3124"/>
        <p:cNvGrpSpPr/>
        <p:nvPr/>
      </p:nvGrpSpPr>
      <p:grpSpPr>
        <a:xfrm>
          <a:off x="0" y="0"/>
          <a:ext cx="0" cy="0"/>
          <a:chOff x="0" y="0"/>
          <a:chExt cx="0" cy="0"/>
        </a:xfrm>
      </p:grpSpPr>
      <p:sp>
        <p:nvSpPr>
          <p:cNvPr id="3125" name="Google Shape;3125;p40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09"/>
          <p:cNvSpPr/>
          <p:nvPr/>
        </p:nvSpPr>
        <p:spPr>
          <a:xfrm flipH="1" rot="-5400000">
            <a:off x="-1114550" y="743900"/>
            <a:ext cx="3655500" cy="3655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09"/>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3128" name="Google Shape;3128;p409"/>
          <p:cNvSpPr txBox="1"/>
          <p:nvPr>
            <p:ph hasCustomPrompt="1" idx="2" type="title"/>
          </p:nvPr>
        </p:nvSpPr>
        <p:spPr>
          <a:xfrm>
            <a:off x="821288" y="157487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3129" name="Google Shape;3129;p409"/>
          <p:cNvSpPr txBox="1"/>
          <p:nvPr>
            <p:ph idx="1" type="subTitle"/>
          </p:nvPr>
        </p:nvSpPr>
        <p:spPr>
          <a:xfrm>
            <a:off x="2971613" y="32407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4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3130" name="Shape 3130"/>
        <p:cNvGrpSpPr/>
        <p:nvPr/>
      </p:nvGrpSpPr>
      <p:grpSpPr>
        <a:xfrm>
          <a:off x="0" y="0"/>
          <a:ext cx="0" cy="0"/>
          <a:chOff x="0" y="0"/>
          <a:chExt cx="0" cy="0"/>
        </a:xfrm>
      </p:grpSpPr>
      <p:grpSp>
        <p:nvGrpSpPr>
          <p:cNvPr id="3131" name="Google Shape;3131;p410"/>
          <p:cNvGrpSpPr/>
          <p:nvPr/>
        </p:nvGrpSpPr>
        <p:grpSpPr>
          <a:xfrm>
            <a:off x="713225" y="539500"/>
            <a:ext cx="7717500" cy="4064400"/>
            <a:chOff x="713225" y="539500"/>
            <a:chExt cx="7717500" cy="4064400"/>
          </a:xfrm>
        </p:grpSpPr>
        <p:cxnSp>
          <p:nvCxnSpPr>
            <p:cNvPr id="3132" name="Google Shape;3132;p41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3133" name="Google Shape;3133;p41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4" name="Google Shape;3134;p41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135" name="Google Shape;3135;p410"/>
          <p:cNvSpPr txBox="1"/>
          <p:nvPr>
            <p:ph idx="1" type="subTitle"/>
          </p:nvPr>
        </p:nvSpPr>
        <p:spPr>
          <a:xfrm>
            <a:off x="2817300" y="2114400"/>
            <a:ext cx="3509400" cy="1529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6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4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3136" name="Shape 3136"/>
        <p:cNvGrpSpPr/>
        <p:nvPr/>
      </p:nvGrpSpPr>
      <p:grpSpPr>
        <a:xfrm>
          <a:off x="0" y="0"/>
          <a:ext cx="0" cy="0"/>
          <a:chOff x="0" y="0"/>
          <a:chExt cx="0" cy="0"/>
        </a:xfrm>
      </p:grpSpPr>
      <p:grpSp>
        <p:nvGrpSpPr>
          <p:cNvPr id="3137" name="Google Shape;3137;p411"/>
          <p:cNvGrpSpPr/>
          <p:nvPr/>
        </p:nvGrpSpPr>
        <p:grpSpPr>
          <a:xfrm>
            <a:off x="713225" y="539500"/>
            <a:ext cx="7717500" cy="4064400"/>
            <a:chOff x="713225" y="539500"/>
            <a:chExt cx="7717500" cy="4064400"/>
          </a:xfrm>
        </p:grpSpPr>
        <p:sp>
          <p:nvSpPr>
            <p:cNvPr id="3138" name="Google Shape;3138;p41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139" name="Google Shape;3139;p41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140" name="Google Shape;3140;p41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141" name="Google Shape;3141;p411"/>
          <p:cNvSpPr txBox="1"/>
          <p:nvPr>
            <p:ph idx="1" type="subTitle"/>
          </p:nvPr>
        </p:nvSpPr>
        <p:spPr>
          <a:xfrm>
            <a:off x="1425525" y="32987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142" name="Google Shape;3142;p411"/>
          <p:cNvSpPr txBox="1"/>
          <p:nvPr>
            <p:ph idx="2" type="subTitle"/>
          </p:nvPr>
        </p:nvSpPr>
        <p:spPr>
          <a:xfrm>
            <a:off x="1425525" y="2867137"/>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143" name="Google Shape;3143;p411"/>
          <p:cNvSpPr txBox="1"/>
          <p:nvPr>
            <p:ph idx="3" type="subTitle"/>
          </p:nvPr>
        </p:nvSpPr>
        <p:spPr>
          <a:xfrm>
            <a:off x="5333725" y="32885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144" name="Google Shape;3144;p411"/>
          <p:cNvSpPr txBox="1"/>
          <p:nvPr>
            <p:ph idx="4" type="subTitle"/>
          </p:nvPr>
        </p:nvSpPr>
        <p:spPr>
          <a:xfrm>
            <a:off x="5333725" y="28586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3145" name="Shape 3145"/>
        <p:cNvGrpSpPr/>
        <p:nvPr/>
      </p:nvGrpSpPr>
      <p:grpSpPr>
        <a:xfrm>
          <a:off x="0" y="0"/>
          <a:ext cx="0" cy="0"/>
          <a:chOff x="0" y="0"/>
          <a:chExt cx="0" cy="0"/>
        </a:xfrm>
      </p:grpSpPr>
      <p:grpSp>
        <p:nvGrpSpPr>
          <p:cNvPr id="3146" name="Google Shape;3146;p412"/>
          <p:cNvGrpSpPr/>
          <p:nvPr/>
        </p:nvGrpSpPr>
        <p:grpSpPr>
          <a:xfrm>
            <a:off x="713225" y="539500"/>
            <a:ext cx="7717500" cy="4064400"/>
            <a:chOff x="713225" y="539500"/>
            <a:chExt cx="7717500" cy="4064400"/>
          </a:xfrm>
        </p:grpSpPr>
        <p:sp>
          <p:nvSpPr>
            <p:cNvPr id="3147" name="Google Shape;3147;p41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148" name="Google Shape;3148;p41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149" name="Google Shape;3149;p41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4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3150" name="Shape 3150"/>
        <p:cNvGrpSpPr/>
        <p:nvPr/>
      </p:nvGrpSpPr>
      <p:grpSpPr>
        <a:xfrm>
          <a:off x="0" y="0"/>
          <a:ext cx="0" cy="0"/>
          <a:chOff x="0" y="0"/>
          <a:chExt cx="0" cy="0"/>
        </a:xfrm>
      </p:grpSpPr>
      <p:grpSp>
        <p:nvGrpSpPr>
          <p:cNvPr id="3151" name="Google Shape;3151;p413"/>
          <p:cNvGrpSpPr/>
          <p:nvPr/>
        </p:nvGrpSpPr>
        <p:grpSpPr>
          <a:xfrm>
            <a:off x="713225" y="539500"/>
            <a:ext cx="7717500" cy="4064400"/>
            <a:chOff x="713225" y="539500"/>
            <a:chExt cx="7717500" cy="4064400"/>
          </a:xfrm>
        </p:grpSpPr>
        <p:cxnSp>
          <p:nvCxnSpPr>
            <p:cNvPr id="3152" name="Google Shape;3152;p41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3153" name="Google Shape;3153;p41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54" name="Google Shape;3154;p41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155" name="Google Shape;3155;p413"/>
          <p:cNvSpPr txBox="1"/>
          <p:nvPr>
            <p:ph idx="1" type="subTitle"/>
          </p:nvPr>
        </p:nvSpPr>
        <p:spPr>
          <a:xfrm>
            <a:off x="2105700" y="1543900"/>
            <a:ext cx="4932600" cy="2550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800"/>
              <a:buChar char="●"/>
              <a:defRPr sz="1600">
                <a:solidFill>
                  <a:schemeClr val="lt1"/>
                </a:solidFill>
              </a:defRPr>
            </a:lvl1pPr>
            <a:lvl2pPr lvl="1">
              <a:lnSpc>
                <a:spcPct val="100000"/>
              </a:lnSpc>
              <a:spcBef>
                <a:spcPts val="0"/>
              </a:spcBef>
              <a:spcAft>
                <a:spcPts val="0"/>
              </a:spcAft>
              <a:buClr>
                <a:schemeClr val="lt1"/>
              </a:buClr>
              <a:buSzPts val="2800"/>
              <a:buChar char="○"/>
              <a:defRPr sz="2800">
                <a:solidFill>
                  <a:schemeClr val="lt1"/>
                </a:solidFill>
              </a:defRPr>
            </a:lvl2pPr>
            <a:lvl3pPr lvl="2">
              <a:lnSpc>
                <a:spcPct val="100000"/>
              </a:lnSpc>
              <a:spcBef>
                <a:spcPts val="0"/>
              </a:spcBef>
              <a:spcAft>
                <a:spcPts val="0"/>
              </a:spcAft>
              <a:buClr>
                <a:schemeClr val="lt1"/>
              </a:buClr>
              <a:buSzPts val="2800"/>
              <a:buChar char="■"/>
              <a:defRPr sz="2800">
                <a:solidFill>
                  <a:schemeClr val="lt1"/>
                </a:solidFill>
              </a:defRPr>
            </a:lvl3pPr>
            <a:lvl4pPr lvl="3">
              <a:lnSpc>
                <a:spcPct val="100000"/>
              </a:lnSpc>
              <a:spcBef>
                <a:spcPts val="0"/>
              </a:spcBef>
              <a:spcAft>
                <a:spcPts val="0"/>
              </a:spcAft>
              <a:buClr>
                <a:schemeClr val="lt1"/>
              </a:buClr>
              <a:buSzPts val="2800"/>
              <a:buChar char="●"/>
              <a:defRPr sz="2800">
                <a:solidFill>
                  <a:schemeClr val="lt1"/>
                </a:solidFill>
              </a:defRPr>
            </a:lvl4pPr>
            <a:lvl5pPr lvl="4">
              <a:lnSpc>
                <a:spcPct val="100000"/>
              </a:lnSpc>
              <a:spcBef>
                <a:spcPts val="0"/>
              </a:spcBef>
              <a:spcAft>
                <a:spcPts val="0"/>
              </a:spcAft>
              <a:buClr>
                <a:schemeClr val="lt1"/>
              </a:buClr>
              <a:buSzPts val="2800"/>
              <a:buChar char="○"/>
              <a:defRPr sz="2800">
                <a:solidFill>
                  <a:schemeClr val="lt1"/>
                </a:solidFill>
              </a:defRPr>
            </a:lvl5pPr>
            <a:lvl6pPr lvl="5">
              <a:lnSpc>
                <a:spcPct val="100000"/>
              </a:lnSpc>
              <a:spcBef>
                <a:spcPts val="0"/>
              </a:spcBef>
              <a:spcAft>
                <a:spcPts val="0"/>
              </a:spcAft>
              <a:buClr>
                <a:schemeClr val="lt1"/>
              </a:buClr>
              <a:buSzPts val="2800"/>
              <a:buChar char="■"/>
              <a:defRPr sz="2800">
                <a:solidFill>
                  <a:schemeClr val="lt1"/>
                </a:solidFill>
              </a:defRPr>
            </a:lvl6pPr>
            <a:lvl7pPr lvl="6">
              <a:lnSpc>
                <a:spcPct val="100000"/>
              </a:lnSpc>
              <a:spcBef>
                <a:spcPts val="0"/>
              </a:spcBef>
              <a:spcAft>
                <a:spcPts val="0"/>
              </a:spcAft>
              <a:buClr>
                <a:schemeClr val="lt1"/>
              </a:buClr>
              <a:buSzPts val="2800"/>
              <a:buChar char="●"/>
              <a:defRPr sz="2800">
                <a:solidFill>
                  <a:schemeClr val="lt1"/>
                </a:solidFill>
              </a:defRPr>
            </a:lvl7pPr>
            <a:lvl8pPr lvl="7">
              <a:lnSpc>
                <a:spcPct val="100000"/>
              </a:lnSpc>
              <a:spcBef>
                <a:spcPts val="0"/>
              </a:spcBef>
              <a:spcAft>
                <a:spcPts val="0"/>
              </a:spcAft>
              <a:buClr>
                <a:schemeClr val="lt1"/>
              </a:buClr>
              <a:buSzPts val="2800"/>
              <a:buChar char="○"/>
              <a:defRPr sz="2800">
                <a:solidFill>
                  <a:schemeClr val="lt1"/>
                </a:solidFill>
              </a:defRPr>
            </a:lvl8pPr>
            <a:lvl9pPr lvl="8">
              <a:lnSpc>
                <a:spcPct val="100000"/>
              </a:lnSpc>
              <a:spcBef>
                <a:spcPts val="0"/>
              </a:spcBef>
              <a:spcAft>
                <a:spcPts val="0"/>
              </a:spcAft>
              <a:buClr>
                <a:schemeClr val="lt1"/>
              </a:buClr>
              <a:buSzPts val="2800"/>
              <a:buChar char="■"/>
              <a:defRPr sz="2800">
                <a:solidFill>
                  <a:schemeClr val="lt1"/>
                </a:solidFill>
              </a:defRPr>
            </a:lvl9pPr>
          </a:lstStyle>
          <a:p/>
        </p:txBody>
      </p:sp>
    </p:spTree>
  </p:cSld>
  <p:clrMapOvr>
    <a:masterClrMapping/>
  </p:clrMapOvr>
</p:sldLayout>
</file>

<file path=ppt/slideLayouts/slideLayout4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3156" name="Shape 3156"/>
        <p:cNvGrpSpPr/>
        <p:nvPr/>
      </p:nvGrpSpPr>
      <p:grpSpPr>
        <a:xfrm>
          <a:off x="0" y="0"/>
          <a:ext cx="0" cy="0"/>
          <a:chOff x="0" y="0"/>
          <a:chExt cx="0" cy="0"/>
        </a:xfrm>
      </p:grpSpPr>
      <p:sp>
        <p:nvSpPr>
          <p:cNvPr id="3157" name="Google Shape;3157;p41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14"/>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4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3159" name="Shape 3159"/>
        <p:cNvGrpSpPr/>
        <p:nvPr/>
      </p:nvGrpSpPr>
      <p:grpSpPr>
        <a:xfrm>
          <a:off x="0" y="0"/>
          <a:ext cx="0" cy="0"/>
          <a:chOff x="0" y="0"/>
          <a:chExt cx="0" cy="0"/>
        </a:xfrm>
      </p:grpSpPr>
      <p:grpSp>
        <p:nvGrpSpPr>
          <p:cNvPr id="3160" name="Google Shape;3160;p415"/>
          <p:cNvGrpSpPr/>
          <p:nvPr/>
        </p:nvGrpSpPr>
        <p:grpSpPr>
          <a:xfrm>
            <a:off x="713225" y="539500"/>
            <a:ext cx="7717500" cy="4064400"/>
            <a:chOff x="713225" y="539500"/>
            <a:chExt cx="7717500" cy="4064400"/>
          </a:xfrm>
        </p:grpSpPr>
        <p:cxnSp>
          <p:nvCxnSpPr>
            <p:cNvPr id="3161" name="Google Shape;3161;p41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3162" name="Google Shape;3162;p41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163" name="Google Shape;3163;p415"/>
            <p:cNvCxnSpPr/>
            <p:nvPr/>
          </p:nvCxnSpPr>
          <p:spPr>
            <a:xfrm rot="10800000">
              <a:off x="4876775" y="1096300"/>
              <a:ext cx="0" cy="3507600"/>
            </a:xfrm>
            <a:prstGeom prst="straightConnector1">
              <a:avLst/>
            </a:prstGeom>
            <a:noFill/>
            <a:ln cap="flat" cmpd="sng" w="38100">
              <a:solidFill>
                <a:schemeClr val="accent1"/>
              </a:solidFill>
              <a:prstDash val="solid"/>
              <a:round/>
              <a:headEnd len="med" w="med" type="none"/>
              <a:tailEnd len="med" w="med" type="none"/>
            </a:ln>
          </p:spPr>
        </p:cxnSp>
      </p:grpSp>
      <p:sp>
        <p:nvSpPr>
          <p:cNvPr id="3164" name="Google Shape;3164;p41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165" name="Google Shape;3165;p415"/>
          <p:cNvSpPr txBox="1"/>
          <p:nvPr>
            <p:ph idx="1" type="subTitle"/>
          </p:nvPr>
        </p:nvSpPr>
        <p:spPr>
          <a:xfrm>
            <a:off x="1312950" y="2327975"/>
            <a:ext cx="2973000" cy="13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166" name="Google Shape;3166;p415"/>
          <p:cNvSpPr txBox="1"/>
          <p:nvPr>
            <p:ph idx="2" type="subTitle"/>
          </p:nvPr>
        </p:nvSpPr>
        <p:spPr>
          <a:xfrm>
            <a:off x="1312950" y="1809275"/>
            <a:ext cx="29730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4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3167" name="Shape 3167"/>
        <p:cNvGrpSpPr/>
        <p:nvPr/>
      </p:nvGrpSpPr>
      <p:grpSpPr>
        <a:xfrm>
          <a:off x="0" y="0"/>
          <a:ext cx="0" cy="0"/>
          <a:chOff x="0" y="0"/>
          <a:chExt cx="0" cy="0"/>
        </a:xfrm>
      </p:grpSpPr>
      <p:sp>
        <p:nvSpPr>
          <p:cNvPr id="3168" name="Google Shape;3168;p416"/>
          <p:cNvSpPr txBox="1"/>
          <p:nvPr>
            <p:ph type="title"/>
          </p:nvPr>
        </p:nvSpPr>
        <p:spPr>
          <a:xfrm>
            <a:off x="865625" y="3328700"/>
            <a:ext cx="6367800" cy="1427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3600"/>
              <a:buNone/>
              <a:defRPr sz="3600">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4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3169" name="Shape 3169"/>
        <p:cNvGrpSpPr/>
        <p:nvPr/>
      </p:nvGrpSpPr>
      <p:grpSpPr>
        <a:xfrm>
          <a:off x="0" y="0"/>
          <a:ext cx="0" cy="0"/>
          <a:chOff x="0" y="0"/>
          <a:chExt cx="0" cy="0"/>
        </a:xfrm>
      </p:grpSpPr>
      <p:sp>
        <p:nvSpPr>
          <p:cNvPr id="3170" name="Google Shape;3170;p41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17"/>
          <p:cNvSpPr txBox="1"/>
          <p:nvPr>
            <p:ph hasCustomPrompt="1" type="title"/>
          </p:nvPr>
        </p:nvSpPr>
        <p:spPr>
          <a:xfrm>
            <a:off x="994200" y="1505850"/>
            <a:ext cx="7155600" cy="13323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3172" name="Google Shape;3172;p417"/>
          <p:cNvSpPr txBox="1"/>
          <p:nvPr>
            <p:ph idx="1" type="subTitle"/>
          </p:nvPr>
        </p:nvSpPr>
        <p:spPr>
          <a:xfrm>
            <a:off x="994200" y="2838150"/>
            <a:ext cx="4774200" cy="79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3173" name="Shape 3173"/>
        <p:cNvGrpSpPr/>
        <p:nvPr/>
      </p:nvGrpSpPr>
      <p:grpSpPr>
        <a:xfrm>
          <a:off x="0" y="0"/>
          <a:ext cx="0" cy="0"/>
          <a:chOff x="0" y="0"/>
          <a:chExt cx="0" cy="0"/>
        </a:xfrm>
      </p:grpSpPr>
    </p:spTree>
  </p:cSld>
  <p:clrMapOvr>
    <a:masterClrMapping/>
  </p:clrMapOvr>
</p:sldLayout>
</file>

<file path=ppt/slideLayouts/slideLayout4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3174" name="Shape 3174"/>
        <p:cNvGrpSpPr/>
        <p:nvPr/>
      </p:nvGrpSpPr>
      <p:grpSpPr>
        <a:xfrm>
          <a:off x="0" y="0"/>
          <a:ext cx="0" cy="0"/>
          <a:chOff x="0" y="0"/>
          <a:chExt cx="0" cy="0"/>
        </a:xfrm>
      </p:grpSpPr>
      <p:sp>
        <p:nvSpPr>
          <p:cNvPr id="3175" name="Google Shape;3175;p419"/>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4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3176" name="Shape 3176"/>
        <p:cNvGrpSpPr/>
        <p:nvPr/>
      </p:nvGrpSpPr>
      <p:grpSpPr>
        <a:xfrm>
          <a:off x="0" y="0"/>
          <a:ext cx="0" cy="0"/>
          <a:chOff x="0" y="0"/>
          <a:chExt cx="0" cy="0"/>
        </a:xfrm>
      </p:grpSpPr>
      <p:grpSp>
        <p:nvGrpSpPr>
          <p:cNvPr id="3177" name="Google Shape;3177;p420"/>
          <p:cNvGrpSpPr/>
          <p:nvPr/>
        </p:nvGrpSpPr>
        <p:grpSpPr>
          <a:xfrm>
            <a:off x="713200" y="539513"/>
            <a:ext cx="7717600" cy="4064400"/>
            <a:chOff x="713125" y="539500"/>
            <a:chExt cx="7717600" cy="4064400"/>
          </a:xfrm>
        </p:grpSpPr>
        <p:cxnSp>
          <p:nvCxnSpPr>
            <p:cNvPr id="3178" name="Google Shape;3178;p420"/>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3179" name="Google Shape;3179;p42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180" name="Google Shape;3180;p420"/>
            <p:cNvCxnSpPr>
              <a:stCxn id="3179" idx="2"/>
            </p:cNvCxnSpPr>
            <p:nvPr/>
          </p:nvCxnSpPr>
          <p:spPr>
            <a:xfrm rot="10800000">
              <a:off x="45719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3181" name="Google Shape;3181;p420"/>
            <p:cNvCxnSpPr/>
            <p:nvPr/>
          </p:nvCxnSpPr>
          <p:spPr>
            <a:xfrm rot="10800000">
              <a:off x="713125" y="2912025"/>
              <a:ext cx="7709100" cy="0"/>
            </a:xfrm>
            <a:prstGeom prst="straightConnector1">
              <a:avLst/>
            </a:prstGeom>
            <a:noFill/>
            <a:ln cap="flat" cmpd="sng" w="38100">
              <a:solidFill>
                <a:schemeClr val="accent1"/>
              </a:solidFill>
              <a:prstDash val="solid"/>
              <a:round/>
              <a:headEnd len="med" w="med" type="none"/>
              <a:tailEnd len="med" w="med" type="none"/>
            </a:ln>
          </p:spPr>
        </p:cxnSp>
        <p:cxnSp>
          <p:nvCxnSpPr>
            <p:cNvPr id="3182" name="Google Shape;3182;p420"/>
            <p:cNvCxnSpPr/>
            <p:nvPr/>
          </p:nvCxnSpPr>
          <p:spPr>
            <a:xfrm rot="10800000">
              <a:off x="17602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3183" name="Google Shape;3183;p420"/>
            <p:cNvCxnSpPr/>
            <p:nvPr/>
          </p:nvCxnSpPr>
          <p:spPr>
            <a:xfrm rot="10800000">
              <a:off x="7378100" y="1254400"/>
              <a:ext cx="0" cy="3349500"/>
            </a:xfrm>
            <a:prstGeom prst="straightConnector1">
              <a:avLst/>
            </a:prstGeom>
            <a:noFill/>
            <a:ln cap="flat" cmpd="sng" w="38100">
              <a:solidFill>
                <a:schemeClr val="accent1"/>
              </a:solidFill>
              <a:prstDash val="solid"/>
              <a:round/>
              <a:headEnd len="med" w="med" type="none"/>
              <a:tailEnd len="med" w="med" type="none"/>
            </a:ln>
          </p:spPr>
        </p:cxnSp>
      </p:grpSp>
      <p:sp>
        <p:nvSpPr>
          <p:cNvPr id="3184" name="Google Shape;3184;p420"/>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185" name="Google Shape;3185;p420"/>
          <p:cNvSpPr txBox="1"/>
          <p:nvPr>
            <p:ph idx="1" type="subTitle"/>
          </p:nvPr>
        </p:nvSpPr>
        <p:spPr>
          <a:xfrm>
            <a:off x="1924988" y="2036825"/>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186" name="Google Shape;3186;p420"/>
          <p:cNvSpPr txBox="1"/>
          <p:nvPr>
            <p:ph idx="2" type="subTitle"/>
          </p:nvPr>
        </p:nvSpPr>
        <p:spPr>
          <a:xfrm>
            <a:off x="1924988" y="1518125"/>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187" name="Google Shape;3187;p420"/>
          <p:cNvSpPr txBox="1"/>
          <p:nvPr>
            <p:ph hasCustomPrompt="1" idx="3" type="title"/>
          </p:nvPr>
        </p:nvSpPr>
        <p:spPr>
          <a:xfrm>
            <a:off x="8197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3188" name="Google Shape;3188;p420"/>
          <p:cNvSpPr txBox="1"/>
          <p:nvPr>
            <p:ph idx="4" type="subTitle"/>
          </p:nvPr>
        </p:nvSpPr>
        <p:spPr>
          <a:xfrm>
            <a:off x="4760188" y="2036825"/>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3189" name="Google Shape;3189;p420"/>
          <p:cNvSpPr txBox="1"/>
          <p:nvPr>
            <p:ph idx="5" type="subTitle"/>
          </p:nvPr>
        </p:nvSpPr>
        <p:spPr>
          <a:xfrm>
            <a:off x="4760188" y="1518125"/>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3190" name="Google Shape;3190;p420"/>
          <p:cNvSpPr txBox="1"/>
          <p:nvPr>
            <p:ph hasCustomPrompt="1" idx="6" type="title"/>
          </p:nvPr>
        </p:nvSpPr>
        <p:spPr>
          <a:xfrm>
            <a:off x="74842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3191" name="Google Shape;3191;p420"/>
          <p:cNvSpPr txBox="1"/>
          <p:nvPr>
            <p:ph idx="7" type="subTitle"/>
          </p:nvPr>
        </p:nvSpPr>
        <p:spPr>
          <a:xfrm>
            <a:off x="1924988" y="3691200"/>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192" name="Google Shape;3192;p420"/>
          <p:cNvSpPr txBox="1"/>
          <p:nvPr>
            <p:ph idx="8" type="subTitle"/>
          </p:nvPr>
        </p:nvSpPr>
        <p:spPr>
          <a:xfrm>
            <a:off x="1924988" y="3172500"/>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193" name="Google Shape;3193;p420"/>
          <p:cNvSpPr txBox="1"/>
          <p:nvPr>
            <p:ph hasCustomPrompt="1" idx="9" type="title"/>
          </p:nvPr>
        </p:nvSpPr>
        <p:spPr>
          <a:xfrm>
            <a:off x="819800" y="346450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3194" name="Google Shape;3194;p420"/>
          <p:cNvSpPr txBox="1"/>
          <p:nvPr>
            <p:ph idx="13" type="subTitle"/>
          </p:nvPr>
        </p:nvSpPr>
        <p:spPr>
          <a:xfrm>
            <a:off x="4760200" y="3673200"/>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3195" name="Google Shape;3195;p420"/>
          <p:cNvSpPr txBox="1"/>
          <p:nvPr>
            <p:ph idx="14" type="subTitle"/>
          </p:nvPr>
        </p:nvSpPr>
        <p:spPr>
          <a:xfrm>
            <a:off x="4760200" y="3154500"/>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3196" name="Google Shape;3196;p420"/>
          <p:cNvSpPr txBox="1"/>
          <p:nvPr>
            <p:ph hasCustomPrompt="1" idx="15" type="title"/>
          </p:nvPr>
        </p:nvSpPr>
        <p:spPr>
          <a:xfrm>
            <a:off x="7488624" y="3475788"/>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4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
    <p:bg>
      <p:bgPr>
        <a:solidFill>
          <a:schemeClr val="dk1"/>
        </a:solidFill>
      </p:bgPr>
    </p:bg>
    <p:spTree>
      <p:nvGrpSpPr>
        <p:cNvPr id="3197" name="Shape 3197"/>
        <p:cNvGrpSpPr/>
        <p:nvPr/>
      </p:nvGrpSpPr>
      <p:grpSpPr>
        <a:xfrm>
          <a:off x="0" y="0"/>
          <a:ext cx="0" cy="0"/>
          <a:chOff x="0" y="0"/>
          <a:chExt cx="0" cy="0"/>
        </a:xfrm>
      </p:grpSpPr>
      <p:grpSp>
        <p:nvGrpSpPr>
          <p:cNvPr id="3198" name="Google Shape;3198;p421"/>
          <p:cNvGrpSpPr/>
          <p:nvPr/>
        </p:nvGrpSpPr>
        <p:grpSpPr>
          <a:xfrm>
            <a:off x="713300" y="539513"/>
            <a:ext cx="7717500" cy="4064400"/>
            <a:chOff x="713225" y="539500"/>
            <a:chExt cx="7717500" cy="4064400"/>
          </a:xfrm>
        </p:grpSpPr>
        <p:cxnSp>
          <p:nvCxnSpPr>
            <p:cNvPr id="3199" name="Google Shape;3199;p421"/>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3200" name="Google Shape;3200;p42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01" name="Google Shape;3201;p421"/>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202" name="Google Shape;3202;p421"/>
          <p:cNvSpPr txBox="1"/>
          <p:nvPr>
            <p:ph idx="1" type="subTitle"/>
          </p:nvPr>
        </p:nvSpPr>
        <p:spPr>
          <a:xfrm>
            <a:off x="897170"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203" name="Google Shape;3203;p421"/>
          <p:cNvSpPr txBox="1"/>
          <p:nvPr>
            <p:ph idx="2" type="subTitle"/>
          </p:nvPr>
        </p:nvSpPr>
        <p:spPr>
          <a:xfrm>
            <a:off x="897170"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204" name="Google Shape;3204;p421"/>
          <p:cNvSpPr txBox="1"/>
          <p:nvPr>
            <p:ph hasCustomPrompt="1" idx="3" type="title"/>
          </p:nvPr>
        </p:nvSpPr>
        <p:spPr>
          <a:xfrm>
            <a:off x="1261666"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3205" name="Google Shape;3205;p421"/>
          <p:cNvSpPr txBox="1"/>
          <p:nvPr>
            <p:ph idx="4" type="subTitle"/>
          </p:nvPr>
        </p:nvSpPr>
        <p:spPr>
          <a:xfrm>
            <a:off x="47527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3206" name="Google Shape;3206;p421"/>
          <p:cNvSpPr txBox="1"/>
          <p:nvPr>
            <p:ph idx="5" type="subTitle"/>
          </p:nvPr>
        </p:nvSpPr>
        <p:spPr>
          <a:xfrm>
            <a:off x="47527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3207" name="Google Shape;3207;p421"/>
          <p:cNvSpPr txBox="1"/>
          <p:nvPr>
            <p:ph hasCustomPrompt="1" idx="6" type="title"/>
          </p:nvPr>
        </p:nvSpPr>
        <p:spPr>
          <a:xfrm>
            <a:off x="5117252"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3208" name="Google Shape;3208;p421"/>
          <p:cNvSpPr txBox="1"/>
          <p:nvPr>
            <p:ph idx="7" type="subTitle"/>
          </p:nvPr>
        </p:nvSpPr>
        <p:spPr>
          <a:xfrm>
            <a:off x="28249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209" name="Google Shape;3209;p421"/>
          <p:cNvSpPr txBox="1"/>
          <p:nvPr>
            <p:ph idx="8" type="subTitle"/>
          </p:nvPr>
        </p:nvSpPr>
        <p:spPr>
          <a:xfrm>
            <a:off x="28249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210" name="Google Shape;3210;p421"/>
          <p:cNvSpPr txBox="1"/>
          <p:nvPr>
            <p:ph hasCustomPrompt="1" idx="9" type="title"/>
          </p:nvPr>
        </p:nvSpPr>
        <p:spPr>
          <a:xfrm>
            <a:off x="3189459"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3211" name="Google Shape;3211;p421"/>
          <p:cNvSpPr txBox="1"/>
          <p:nvPr>
            <p:ph idx="13" type="subTitle"/>
          </p:nvPr>
        </p:nvSpPr>
        <p:spPr>
          <a:xfrm>
            <a:off x="6680545"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3212" name="Google Shape;3212;p421"/>
          <p:cNvSpPr txBox="1"/>
          <p:nvPr>
            <p:ph idx="14" type="subTitle"/>
          </p:nvPr>
        </p:nvSpPr>
        <p:spPr>
          <a:xfrm>
            <a:off x="6680545"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3213" name="Google Shape;3213;p421"/>
          <p:cNvSpPr txBox="1"/>
          <p:nvPr>
            <p:ph hasCustomPrompt="1" idx="15" type="title"/>
          </p:nvPr>
        </p:nvSpPr>
        <p:spPr>
          <a:xfrm>
            <a:off x="7045045" y="1975647"/>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4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dk1"/>
        </a:solidFill>
      </p:bgPr>
    </p:bg>
    <p:spTree>
      <p:nvGrpSpPr>
        <p:cNvPr id="3214" name="Shape 3214"/>
        <p:cNvGrpSpPr/>
        <p:nvPr/>
      </p:nvGrpSpPr>
      <p:grpSpPr>
        <a:xfrm>
          <a:off x="0" y="0"/>
          <a:ext cx="0" cy="0"/>
          <a:chOff x="0" y="0"/>
          <a:chExt cx="0" cy="0"/>
        </a:xfrm>
      </p:grpSpPr>
      <p:sp>
        <p:nvSpPr>
          <p:cNvPr id="3215" name="Google Shape;3215;p42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22"/>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3217" name="Google Shape;3217;p422"/>
          <p:cNvSpPr txBox="1"/>
          <p:nvPr>
            <p:ph hasCustomPrompt="1" idx="2" type="title"/>
          </p:nvPr>
        </p:nvSpPr>
        <p:spPr>
          <a:xfrm>
            <a:off x="1131163" y="96802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3218" name="Google Shape;3218;p422"/>
          <p:cNvSpPr txBox="1"/>
          <p:nvPr>
            <p:ph idx="1" type="subTitle"/>
          </p:nvPr>
        </p:nvSpPr>
        <p:spPr>
          <a:xfrm>
            <a:off x="1131163" y="37284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4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
    <p:bg>
      <p:bgPr>
        <a:solidFill>
          <a:schemeClr val="dk1"/>
        </a:solidFill>
      </p:bgPr>
    </p:bg>
    <p:spTree>
      <p:nvGrpSpPr>
        <p:cNvPr id="3219" name="Shape 3219"/>
        <p:cNvGrpSpPr/>
        <p:nvPr/>
      </p:nvGrpSpPr>
      <p:grpSpPr>
        <a:xfrm>
          <a:off x="0" y="0"/>
          <a:ext cx="0" cy="0"/>
          <a:chOff x="0" y="0"/>
          <a:chExt cx="0" cy="0"/>
        </a:xfrm>
      </p:grpSpPr>
      <p:sp>
        <p:nvSpPr>
          <p:cNvPr id="3220" name="Google Shape;3220;p42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23"/>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3222" name="Google Shape;3222;p423"/>
          <p:cNvSpPr txBox="1"/>
          <p:nvPr>
            <p:ph hasCustomPrompt="1" idx="2" type="title"/>
          </p:nvPr>
        </p:nvSpPr>
        <p:spPr>
          <a:xfrm>
            <a:off x="3496800" y="894025"/>
            <a:ext cx="2150400" cy="1665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3223" name="Google Shape;3223;p423"/>
          <p:cNvSpPr txBox="1"/>
          <p:nvPr>
            <p:ph idx="1" type="subTitle"/>
          </p:nvPr>
        </p:nvSpPr>
        <p:spPr>
          <a:xfrm>
            <a:off x="1896450" y="3802475"/>
            <a:ext cx="53511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4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3224" name="Shape 3224"/>
        <p:cNvGrpSpPr/>
        <p:nvPr/>
      </p:nvGrpSpPr>
      <p:grpSpPr>
        <a:xfrm>
          <a:off x="0" y="0"/>
          <a:ext cx="0" cy="0"/>
          <a:chOff x="0" y="0"/>
          <a:chExt cx="0" cy="0"/>
        </a:xfrm>
      </p:grpSpPr>
      <p:sp>
        <p:nvSpPr>
          <p:cNvPr id="3225" name="Google Shape;3225;p42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24"/>
          <p:cNvSpPr txBox="1"/>
          <p:nvPr>
            <p:ph type="title"/>
          </p:nvPr>
        </p:nvSpPr>
        <p:spPr>
          <a:xfrm>
            <a:off x="1952375" y="3189813"/>
            <a:ext cx="4629600" cy="491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227" name="Google Shape;3227;p424"/>
          <p:cNvSpPr txBox="1"/>
          <p:nvPr>
            <p:ph idx="1" type="subTitle"/>
          </p:nvPr>
        </p:nvSpPr>
        <p:spPr>
          <a:xfrm>
            <a:off x="1952375" y="1995238"/>
            <a:ext cx="4629600" cy="111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4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
    <p:bg>
      <p:bgPr>
        <a:solidFill>
          <a:schemeClr val="dk1"/>
        </a:solidFill>
      </p:bgPr>
    </p:bg>
    <p:spTree>
      <p:nvGrpSpPr>
        <p:cNvPr id="3228" name="Shape 3228"/>
        <p:cNvGrpSpPr/>
        <p:nvPr/>
      </p:nvGrpSpPr>
      <p:grpSpPr>
        <a:xfrm>
          <a:off x="0" y="0"/>
          <a:ext cx="0" cy="0"/>
          <a:chOff x="0" y="0"/>
          <a:chExt cx="0" cy="0"/>
        </a:xfrm>
      </p:grpSpPr>
      <p:sp>
        <p:nvSpPr>
          <p:cNvPr id="3229" name="Google Shape;3229;p425"/>
          <p:cNvSpPr txBox="1"/>
          <p:nvPr>
            <p:ph type="title"/>
          </p:nvPr>
        </p:nvSpPr>
        <p:spPr>
          <a:xfrm>
            <a:off x="713250" y="5395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atin typeface="Roboto"/>
                <a:ea typeface="Roboto"/>
                <a:cs typeface="Roboto"/>
                <a:sym typeface="Roboto"/>
              </a:defRPr>
            </a:lvl1pPr>
            <a:lvl2pPr lvl="1">
              <a:spcBef>
                <a:spcPts val="0"/>
              </a:spcBef>
              <a:spcAft>
                <a:spcPts val="0"/>
              </a:spcAft>
              <a:buSzPts val="2800"/>
              <a:buNone/>
              <a:defRPr>
                <a:latin typeface="Roboto"/>
                <a:ea typeface="Roboto"/>
                <a:cs typeface="Roboto"/>
                <a:sym typeface="Roboto"/>
              </a:defRPr>
            </a:lvl2pPr>
            <a:lvl3pPr lvl="2">
              <a:spcBef>
                <a:spcPts val="0"/>
              </a:spcBef>
              <a:spcAft>
                <a:spcPts val="0"/>
              </a:spcAft>
              <a:buSzPts val="2800"/>
              <a:buNone/>
              <a:defRPr>
                <a:latin typeface="Roboto"/>
                <a:ea typeface="Roboto"/>
                <a:cs typeface="Roboto"/>
                <a:sym typeface="Roboto"/>
              </a:defRPr>
            </a:lvl3pPr>
            <a:lvl4pPr lvl="3">
              <a:spcBef>
                <a:spcPts val="0"/>
              </a:spcBef>
              <a:spcAft>
                <a:spcPts val="0"/>
              </a:spcAft>
              <a:buSzPts val="2800"/>
              <a:buNone/>
              <a:defRPr>
                <a:latin typeface="Roboto"/>
                <a:ea typeface="Roboto"/>
                <a:cs typeface="Roboto"/>
                <a:sym typeface="Roboto"/>
              </a:defRPr>
            </a:lvl4pPr>
            <a:lvl5pPr lvl="4">
              <a:spcBef>
                <a:spcPts val="0"/>
              </a:spcBef>
              <a:spcAft>
                <a:spcPts val="0"/>
              </a:spcAft>
              <a:buSzPts val="2800"/>
              <a:buNone/>
              <a:defRPr>
                <a:latin typeface="Roboto"/>
                <a:ea typeface="Roboto"/>
                <a:cs typeface="Roboto"/>
                <a:sym typeface="Roboto"/>
              </a:defRPr>
            </a:lvl5pPr>
            <a:lvl6pPr lvl="5">
              <a:spcBef>
                <a:spcPts val="0"/>
              </a:spcBef>
              <a:spcAft>
                <a:spcPts val="0"/>
              </a:spcAft>
              <a:buSzPts val="2800"/>
              <a:buNone/>
              <a:defRPr>
                <a:latin typeface="Roboto"/>
                <a:ea typeface="Roboto"/>
                <a:cs typeface="Roboto"/>
                <a:sym typeface="Roboto"/>
              </a:defRPr>
            </a:lvl6pPr>
            <a:lvl7pPr lvl="6">
              <a:spcBef>
                <a:spcPts val="0"/>
              </a:spcBef>
              <a:spcAft>
                <a:spcPts val="0"/>
              </a:spcAft>
              <a:buSzPts val="2800"/>
              <a:buNone/>
              <a:defRPr>
                <a:latin typeface="Roboto"/>
                <a:ea typeface="Roboto"/>
                <a:cs typeface="Roboto"/>
                <a:sym typeface="Roboto"/>
              </a:defRPr>
            </a:lvl7pPr>
            <a:lvl8pPr lvl="7">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3230" name="Google Shape;3230;p42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25"/>
          <p:cNvSpPr txBox="1"/>
          <p:nvPr>
            <p:ph idx="2" type="title"/>
          </p:nvPr>
        </p:nvSpPr>
        <p:spPr>
          <a:xfrm>
            <a:off x="3364525" y="3430088"/>
            <a:ext cx="4629600" cy="491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232" name="Google Shape;3232;p425"/>
          <p:cNvSpPr txBox="1"/>
          <p:nvPr>
            <p:ph idx="1" type="subTitle"/>
          </p:nvPr>
        </p:nvSpPr>
        <p:spPr>
          <a:xfrm>
            <a:off x="3364525" y="2235513"/>
            <a:ext cx="4629600" cy="111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4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0">
    <p:bg>
      <p:bgPr>
        <a:solidFill>
          <a:schemeClr val="dk1"/>
        </a:solidFill>
      </p:bgPr>
    </p:bg>
    <p:spTree>
      <p:nvGrpSpPr>
        <p:cNvPr id="3233" name="Shape 3233"/>
        <p:cNvGrpSpPr/>
        <p:nvPr/>
      </p:nvGrpSpPr>
      <p:grpSpPr>
        <a:xfrm>
          <a:off x="0" y="0"/>
          <a:ext cx="0" cy="0"/>
          <a:chOff x="0" y="0"/>
          <a:chExt cx="0" cy="0"/>
        </a:xfrm>
      </p:grpSpPr>
      <p:sp>
        <p:nvSpPr>
          <p:cNvPr id="3234" name="Google Shape;3234;p42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26"/>
          <p:cNvSpPr txBox="1"/>
          <p:nvPr>
            <p:ph hasCustomPrompt="1" type="title"/>
          </p:nvPr>
        </p:nvSpPr>
        <p:spPr>
          <a:xfrm>
            <a:off x="2070613" y="1505850"/>
            <a:ext cx="4774200" cy="1332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3236" name="Google Shape;3236;p426"/>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22">
    <p:bg>
      <p:bgPr>
        <a:solidFill>
          <a:schemeClr val="dk1"/>
        </a:solidFill>
      </p:bgPr>
    </p:bg>
    <p:spTree>
      <p:nvGrpSpPr>
        <p:cNvPr id="3237" name="Shape 3237"/>
        <p:cNvGrpSpPr/>
        <p:nvPr/>
      </p:nvGrpSpPr>
      <p:grpSpPr>
        <a:xfrm>
          <a:off x="0" y="0"/>
          <a:ext cx="0" cy="0"/>
          <a:chOff x="0" y="0"/>
          <a:chExt cx="0" cy="0"/>
        </a:xfrm>
      </p:grpSpPr>
      <p:sp>
        <p:nvSpPr>
          <p:cNvPr id="3238" name="Google Shape;3238;p427"/>
          <p:cNvSpPr txBox="1"/>
          <p:nvPr>
            <p:ph hasCustomPrompt="1" type="title"/>
          </p:nvPr>
        </p:nvSpPr>
        <p:spPr>
          <a:xfrm>
            <a:off x="2337663" y="1768700"/>
            <a:ext cx="2299800" cy="1209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3239" name="Google Shape;3239;p427"/>
          <p:cNvSpPr txBox="1"/>
          <p:nvPr>
            <p:ph idx="1" type="subTitle"/>
          </p:nvPr>
        </p:nvSpPr>
        <p:spPr>
          <a:xfrm>
            <a:off x="4989538" y="1768700"/>
            <a:ext cx="3188400" cy="1209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240" name="Google Shape;3240;p427"/>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241" name="Google Shape;3241;p427"/>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3242" name="Google Shape;3242;p427"/>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4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bg>
      <p:bgPr>
        <a:solidFill>
          <a:schemeClr val="dk1"/>
        </a:solidFill>
      </p:bgPr>
    </p:bg>
    <p:spTree>
      <p:nvGrpSpPr>
        <p:cNvPr id="3243" name="Shape 3243"/>
        <p:cNvGrpSpPr/>
        <p:nvPr/>
      </p:nvGrpSpPr>
      <p:grpSpPr>
        <a:xfrm>
          <a:off x="0" y="0"/>
          <a:ext cx="0" cy="0"/>
          <a:chOff x="0" y="0"/>
          <a:chExt cx="0" cy="0"/>
        </a:xfrm>
      </p:grpSpPr>
      <p:sp>
        <p:nvSpPr>
          <p:cNvPr id="3244" name="Google Shape;3244;p428"/>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245" name="Google Shape;3245;p428"/>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3246" name="Google Shape;3246;p42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247" name="Google Shape;3247;p428"/>
          <p:cNvSpPr txBox="1"/>
          <p:nvPr>
            <p:ph hasCustomPrompt="1" idx="2" type="title"/>
          </p:nvPr>
        </p:nvSpPr>
        <p:spPr>
          <a:xfrm>
            <a:off x="1153250" y="1714350"/>
            <a:ext cx="2299800" cy="103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3248" name="Google Shape;3248;p428"/>
          <p:cNvSpPr txBox="1"/>
          <p:nvPr>
            <p:ph idx="1" type="subTitle"/>
          </p:nvPr>
        </p:nvSpPr>
        <p:spPr>
          <a:xfrm>
            <a:off x="1153250" y="2750550"/>
            <a:ext cx="2299800" cy="1058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249" name="Google Shape;3249;p428"/>
          <p:cNvSpPr txBox="1"/>
          <p:nvPr>
            <p:ph hasCustomPrompt="1" idx="3" type="title"/>
          </p:nvPr>
        </p:nvSpPr>
        <p:spPr>
          <a:xfrm>
            <a:off x="5006988" y="1378188"/>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3250" name="Google Shape;3250;p428"/>
          <p:cNvSpPr txBox="1"/>
          <p:nvPr>
            <p:ph idx="4" type="subTitle"/>
          </p:nvPr>
        </p:nvSpPr>
        <p:spPr>
          <a:xfrm>
            <a:off x="5006988" y="202385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251" name="Google Shape;3251;p428"/>
          <p:cNvSpPr txBox="1"/>
          <p:nvPr>
            <p:ph hasCustomPrompt="1" idx="5" type="title"/>
          </p:nvPr>
        </p:nvSpPr>
        <p:spPr>
          <a:xfrm>
            <a:off x="5006988" y="3133450"/>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3252" name="Google Shape;3252;p428"/>
          <p:cNvSpPr txBox="1"/>
          <p:nvPr>
            <p:ph idx="6" type="subTitle"/>
          </p:nvPr>
        </p:nvSpPr>
        <p:spPr>
          <a:xfrm>
            <a:off x="5006988" y="377900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3">
    <p:bg>
      <p:bgPr>
        <a:solidFill>
          <a:schemeClr val="dk1"/>
        </a:solidFill>
      </p:bgPr>
    </p:bg>
    <p:spTree>
      <p:nvGrpSpPr>
        <p:cNvPr id="3253" name="Shape 3253"/>
        <p:cNvGrpSpPr/>
        <p:nvPr/>
      </p:nvGrpSpPr>
      <p:grpSpPr>
        <a:xfrm>
          <a:off x="0" y="0"/>
          <a:ext cx="0" cy="0"/>
          <a:chOff x="0" y="0"/>
          <a:chExt cx="0" cy="0"/>
        </a:xfrm>
      </p:grpSpPr>
      <p:sp>
        <p:nvSpPr>
          <p:cNvPr id="3254" name="Google Shape;3254;p429"/>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255" name="Google Shape;3255;p429"/>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3256" name="Google Shape;3256;p42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257" name="Google Shape;3257;p429"/>
          <p:cNvSpPr txBox="1"/>
          <p:nvPr>
            <p:ph hasCustomPrompt="1" idx="2" type="title"/>
          </p:nvPr>
        </p:nvSpPr>
        <p:spPr>
          <a:xfrm>
            <a:off x="1153250"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3258" name="Google Shape;3258;p429"/>
          <p:cNvSpPr txBox="1"/>
          <p:nvPr>
            <p:ph idx="1" type="subTitle"/>
          </p:nvPr>
        </p:nvSpPr>
        <p:spPr>
          <a:xfrm>
            <a:off x="1153250" y="3575299"/>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259" name="Google Shape;3259;p429"/>
          <p:cNvSpPr txBox="1"/>
          <p:nvPr>
            <p:ph hasCustomPrompt="1" idx="3" type="title"/>
          </p:nvPr>
        </p:nvSpPr>
        <p:spPr>
          <a:xfrm>
            <a:off x="3476088"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3260" name="Google Shape;3260;p429"/>
          <p:cNvSpPr txBox="1"/>
          <p:nvPr>
            <p:ph idx="4" type="subTitle"/>
          </p:nvPr>
        </p:nvSpPr>
        <p:spPr>
          <a:xfrm>
            <a:off x="3476100" y="3575295"/>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261" name="Google Shape;3261;p429"/>
          <p:cNvSpPr txBox="1"/>
          <p:nvPr>
            <p:ph hasCustomPrompt="1" idx="5" type="title"/>
          </p:nvPr>
        </p:nvSpPr>
        <p:spPr>
          <a:xfrm>
            <a:off x="5798944" y="2777254"/>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3262" name="Google Shape;3262;p429"/>
          <p:cNvSpPr txBox="1"/>
          <p:nvPr>
            <p:ph idx="6" type="subTitle"/>
          </p:nvPr>
        </p:nvSpPr>
        <p:spPr>
          <a:xfrm>
            <a:off x="5798944" y="3575198"/>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_1_1">
    <p:bg>
      <p:bgPr>
        <a:solidFill>
          <a:schemeClr val="dk1"/>
        </a:solidFill>
      </p:bgPr>
    </p:bg>
    <p:spTree>
      <p:nvGrpSpPr>
        <p:cNvPr id="3263" name="Shape 3263"/>
        <p:cNvGrpSpPr/>
        <p:nvPr/>
      </p:nvGrpSpPr>
      <p:grpSpPr>
        <a:xfrm>
          <a:off x="0" y="0"/>
          <a:ext cx="0" cy="0"/>
          <a:chOff x="0" y="0"/>
          <a:chExt cx="0" cy="0"/>
        </a:xfrm>
      </p:grpSpPr>
      <p:grpSp>
        <p:nvGrpSpPr>
          <p:cNvPr id="3264" name="Google Shape;3264;p430"/>
          <p:cNvGrpSpPr/>
          <p:nvPr/>
        </p:nvGrpSpPr>
        <p:grpSpPr>
          <a:xfrm>
            <a:off x="713225" y="539500"/>
            <a:ext cx="7717500" cy="4064400"/>
            <a:chOff x="713225" y="539500"/>
            <a:chExt cx="7717500" cy="4064400"/>
          </a:xfrm>
        </p:grpSpPr>
        <p:sp>
          <p:nvSpPr>
            <p:cNvPr id="3265" name="Google Shape;3265;p43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266" name="Google Shape;3266;p43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267" name="Google Shape;3267;p43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4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_1">
    <p:bg>
      <p:bgPr>
        <a:solidFill>
          <a:schemeClr val="dk1"/>
        </a:solidFill>
      </p:bgPr>
    </p:bg>
    <p:spTree>
      <p:nvGrpSpPr>
        <p:cNvPr id="3268" name="Shape 3268"/>
        <p:cNvGrpSpPr/>
        <p:nvPr/>
      </p:nvGrpSpPr>
      <p:grpSpPr>
        <a:xfrm>
          <a:off x="0" y="0"/>
          <a:ext cx="0" cy="0"/>
          <a:chOff x="0" y="0"/>
          <a:chExt cx="0" cy="0"/>
        </a:xfrm>
      </p:grpSpPr>
      <p:grpSp>
        <p:nvGrpSpPr>
          <p:cNvPr id="3269" name="Google Shape;3269;p431"/>
          <p:cNvGrpSpPr/>
          <p:nvPr/>
        </p:nvGrpSpPr>
        <p:grpSpPr>
          <a:xfrm>
            <a:off x="713225" y="539500"/>
            <a:ext cx="7717500" cy="4064400"/>
            <a:chOff x="713225" y="539500"/>
            <a:chExt cx="7717500" cy="4064400"/>
          </a:xfrm>
        </p:grpSpPr>
        <p:sp>
          <p:nvSpPr>
            <p:cNvPr id="3270" name="Google Shape;3270;p43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271" name="Google Shape;3271;p43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272" name="Google Shape;3272;p431"/>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4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1_1_1">
    <p:bg>
      <p:bgPr>
        <a:solidFill>
          <a:schemeClr val="dk1"/>
        </a:solidFill>
      </p:bgPr>
    </p:bg>
    <p:spTree>
      <p:nvGrpSpPr>
        <p:cNvPr id="3273" name="Shape 3273"/>
        <p:cNvGrpSpPr/>
        <p:nvPr/>
      </p:nvGrpSpPr>
      <p:grpSpPr>
        <a:xfrm>
          <a:off x="0" y="0"/>
          <a:ext cx="0" cy="0"/>
          <a:chOff x="0" y="0"/>
          <a:chExt cx="0" cy="0"/>
        </a:xfrm>
      </p:grpSpPr>
      <p:grpSp>
        <p:nvGrpSpPr>
          <p:cNvPr id="3274" name="Google Shape;3274;p432"/>
          <p:cNvGrpSpPr/>
          <p:nvPr/>
        </p:nvGrpSpPr>
        <p:grpSpPr>
          <a:xfrm>
            <a:off x="713225" y="539500"/>
            <a:ext cx="7717500" cy="4064400"/>
            <a:chOff x="713225" y="539500"/>
            <a:chExt cx="7717500" cy="4064400"/>
          </a:xfrm>
        </p:grpSpPr>
        <p:sp>
          <p:nvSpPr>
            <p:cNvPr id="3275" name="Google Shape;3275;p43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276" name="Google Shape;3276;p43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277" name="Google Shape;3277;p432"/>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4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BLANK_1_1_1_1_1_1_3">
    <p:bg>
      <p:bgPr>
        <a:solidFill>
          <a:schemeClr val="dk1"/>
        </a:solidFill>
      </p:bgPr>
    </p:bg>
    <p:spTree>
      <p:nvGrpSpPr>
        <p:cNvPr id="3278" name="Shape 3278"/>
        <p:cNvGrpSpPr/>
        <p:nvPr/>
      </p:nvGrpSpPr>
      <p:grpSpPr>
        <a:xfrm>
          <a:off x="0" y="0"/>
          <a:ext cx="0" cy="0"/>
          <a:chOff x="0" y="0"/>
          <a:chExt cx="0" cy="0"/>
        </a:xfrm>
      </p:grpSpPr>
      <p:grpSp>
        <p:nvGrpSpPr>
          <p:cNvPr id="3279" name="Google Shape;3279;p433"/>
          <p:cNvGrpSpPr/>
          <p:nvPr/>
        </p:nvGrpSpPr>
        <p:grpSpPr>
          <a:xfrm>
            <a:off x="713225" y="539500"/>
            <a:ext cx="7717500" cy="4064400"/>
            <a:chOff x="713225" y="539500"/>
            <a:chExt cx="7717500" cy="4064400"/>
          </a:xfrm>
        </p:grpSpPr>
        <p:sp>
          <p:nvSpPr>
            <p:cNvPr id="3280" name="Google Shape;3280;p43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281" name="Google Shape;3281;p43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282" name="Google Shape;3282;p433"/>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4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_1_3_1">
    <p:bg>
      <p:bgPr>
        <a:solidFill>
          <a:schemeClr val="dk1"/>
        </a:solidFill>
      </p:bgPr>
    </p:bg>
    <p:spTree>
      <p:nvGrpSpPr>
        <p:cNvPr id="3283" name="Shape 3283"/>
        <p:cNvGrpSpPr/>
        <p:nvPr/>
      </p:nvGrpSpPr>
      <p:grpSpPr>
        <a:xfrm>
          <a:off x="0" y="0"/>
          <a:ext cx="0" cy="0"/>
          <a:chOff x="0" y="0"/>
          <a:chExt cx="0" cy="0"/>
        </a:xfrm>
      </p:grpSpPr>
      <p:grpSp>
        <p:nvGrpSpPr>
          <p:cNvPr id="3284" name="Google Shape;3284;p434"/>
          <p:cNvGrpSpPr/>
          <p:nvPr/>
        </p:nvGrpSpPr>
        <p:grpSpPr>
          <a:xfrm>
            <a:off x="713225" y="539500"/>
            <a:ext cx="7717500" cy="4064400"/>
            <a:chOff x="713225" y="539500"/>
            <a:chExt cx="7717500" cy="4064400"/>
          </a:xfrm>
        </p:grpSpPr>
        <p:sp>
          <p:nvSpPr>
            <p:cNvPr id="3285" name="Google Shape;3285;p43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286" name="Google Shape;3286;p43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287" name="Google Shape;3287;p434"/>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4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0">
    <p:bg>
      <p:bgPr>
        <a:solidFill>
          <a:schemeClr val="dk1"/>
        </a:solidFill>
      </p:bgPr>
    </p:bg>
    <p:spTree>
      <p:nvGrpSpPr>
        <p:cNvPr id="3288" name="Shape 3288"/>
        <p:cNvGrpSpPr/>
        <p:nvPr/>
      </p:nvGrpSpPr>
      <p:grpSpPr>
        <a:xfrm>
          <a:off x="0" y="0"/>
          <a:ext cx="0" cy="0"/>
          <a:chOff x="0" y="0"/>
          <a:chExt cx="0" cy="0"/>
        </a:xfrm>
      </p:grpSpPr>
      <p:sp>
        <p:nvSpPr>
          <p:cNvPr id="3289" name="Google Shape;3289;p43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35"/>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4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_1_1_1_2">
    <p:bg>
      <p:bgPr>
        <a:solidFill>
          <a:schemeClr val="dk1"/>
        </a:solidFill>
      </p:bgPr>
    </p:bg>
    <p:spTree>
      <p:nvGrpSpPr>
        <p:cNvPr id="3291" name="Shape 3291"/>
        <p:cNvGrpSpPr/>
        <p:nvPr/>
      </p:nvGrpSpPr>
      <p:grpSpPr>
        <a:xfrm>
          <a:off x="0" y="0"/>
          <a:ext cx="0" cy="0"/>
          <a:chOff x="0" y="0"/>
          <a:chExt cx="0" cy="0"/>
        </a:xfrm>
      </p:grpSpPr>
      <p:sp>
        <p:nvSpPr>
          <p:cNvPr id="3292" name="Google Shape;3292;p436"/>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36"/>
          <p:cNvSpPr txBox="1"/>
          <p:nvPr>
            <p:ph type="title"/>
          </p:nvPr>
        </p:nvSpPr>
        <p:spPr>
          <a:xfrm>
            <a:off x="1263200" y="1298488"/>
            <a:ext cx="2732700" cy="109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3294" name="Google Shape;3294;p436"/>
          <p:cNvSpPr txBox="1"/>
          <p:nvPr>
            <p:ph idx="1" type="subTitle"/>
          </p:nvPr>
        </p:nvSpPr>
        <p:spPr>
          <a:xfrm>
            <a:off x="1263200" y="2394813"/>
            <a:ext cx="2732700" cy="1541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4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3295" name="Shape 3295"/>
        <p:cNvGrpSpPr/>
        <p:nvPr/>
      </p:nvGrpSpPr>
      <p:grpSpPr>
        <a:xfrm>
          <a:off x="0" y="0"/>
          <a:ext cx="0" cy="0"/>
          <a:chOff x="0" y="0"/>
          <a:chExt cx="0" cy="0"/>
        </a:xfrm>
      </p:grpSpPr>
      <p:sp>
        <p:nvSpPr>
          <p:cNvPr id="3296" name="Google Shape;3296;p437"/>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37"/>
          <p:cNvSpPr txBox="1"/>
          <p:nvPr>
            <p:ph type="title"/>
          </p:nvPr>
        </p:nvSpPr>
        <p:spPr>
          <a:xfrm>
            <a:off x="948875" y="1767400"/>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3298" name="Google Shape;3298;p437"/>
          <p:cNvSpPr txBox="1"/>
          <p:nvPr>
            <p:ph idx="1" type="subTitle"/>
          </p:nvPr>
        </p:nvSpPr>
        <p:spPr>
          <a:xfrm>
            <a:off x="948875" y="2274200"/>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4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1_1_1_2_1_1_1">
    <p:bg>
      <p:bgPr>
        <a:solidFill>
          <a:schemeClr val="dk1"/>
        </a:solidFill>
      </p:bgPr>
    </p:bg>
    <p:spTree>
      <p:nvGrpSpPr>
        <p:cNvPr id="3299" name="Shape 3299"/>
        <p:cNvGrpSpPr/>
        <p:nvPr/>
      </p:nvGrpSpPr>
      <p:grpSpPr>
        <a:xfrm>
          <a:off x="0" y="0"/>
          <a:ext cx="0" cy="0"/>
          <a:chOff x="0" y="0"/>
          <a:chExt cx="0" cy="0"/>
        </a:xfrm>
      </p:grpSpPr>
      <p:grpSp>
        <p:nvGrpSpPr>
          <p:cNvPr id="3300" name="Google Shape;3300;p438"/>
          <p:cNvGrpSpPr/>
          <p:nvPr/>
        </p:nvGrpSpPr>
        <p:grpSpPr>
          <a:xfrm>
            <a:off x="713225" y="539500"/>
            <a:ext cx="7717500" cy="4064400"/>
            <a:chOff x="713225" y="539500"/>
            <a:chExt cx="7717500" cy="4064400"/>
          </a:xfrm>
        </p:grpSpPr>
        <p:sp>
          <p:nvSpPr>
            <p:cNvPr id="3301" name="Google Shape;3301;p43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02" name="Google Shape;3302;p43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303" name="Google Shape;3303;p43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304" name="Google Shape;3304;p438"/>
          <p:cNvSpPr txBox="1"/>
          <p:nvPr>
            <p:ph idx="1" type="subTitle"/>
          </p:nvPr>
        </p:nvSpPr>
        <p:spPr>
          <a:xfrm>
            <a:off x="862402" y="2181950"/>
            <a:ext cx="74778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3305" name="Google Shape;3305;p438"/>
          <p:cNvSpPr txBox="1"/>
          <p:nvPr>
            <p:ph idx="2" type="subTitle"/>
          </p:nvPr>
        </p:nvSpPr>
        <p:spPr>
          <a:xfrm>
            <a:off x="853775" y="2571350"/>
            <a:ext cx="7477800" cy="1937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3306" name="Google Shape;3306;p438"/>
          <p:cNvSpPr txBox="1"/>
          <p:nvPr>
            <p:ph idx="3" type="subTitle"/>
          </p:nvPr>
        </p:nvSpPr>
        <p:spPr>
          <a:xfrm>
            <a:off x="821225" y="1404325"/>
            <a:ext cx="76095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Tree>
  </p:cSld>
  <p:clrMapOvr>
    <a:masterClrMapping/>
  </p:clrMapOvr>
</p:sldLayout>
</file>

<file path=ppt/slideLayouts/slideLayout4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bg>
      <p:bgPr>
        <a:solidFill>
          <a:schemeClr val="dk1"/>
        </a:solidFill>
      </p:bgPr>
    </p:bg>
    <p:spTree>
      <p:nvGrpSpPr>
        <p:cNvPr id="3307" name="Shape 3307"/>
        <p:cNvGrpSpPr/>
        <p:nvPr/>
      </p:nvGrpSpPr>
      <p:grpSpPr>
        <a:xfrm>
          <a:off x="0" y="0"/>
          <a:ext cx="0" cy="0"/>
          <a:chOff x="0" y="0"/>
          <a:chExt cx="0" cy="0"/>
        </a:xfrm>
      </p:grpSpPr>
      <p:sp>
        <p:nvSpPr>
          <p:cNvPr id="3308" name="Google Shape;3308;p439"/>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39"/>
          <p:cNvSpPr txBox="1"/>
          <p:nvPr>
            <p:ph type="title"/>
          </p:nvPr>
        </p:nvSpPr>
        <p:spPr>
          <a:xfrm>
            <a:off x="4762538" y="1024043"/>
            <a:ext cx="3159900" cy="2028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3310" name="Google Shape;3310;p439"/>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4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bg>
      <p:bgPr>
        <a:solidFill>
          <a:schemeClr val="dk1"/>
        </a:solidFill>
      </p:bgPr>
    </p:bg>
    <p:spTree>
      <p:nvGrpSpPr>
        <p:cNvPr id="3311" name="Shape 3311"/>
        <p:cNvGrpSpPr/>
        <p:nvPr/>
      </p:nvGrpSpPr>
      <p:grpSpPr>
        <a:xfrm>
          <a:off x="0" y="0"/>
          <a:ext cx="0" cy="0"/>
          <a:chOff x="0" y="0"/>
          <a:chExt cx="0" cy="0"/>
        </a:xfrm>
      </p:grpSpPr>
      <p:sp>
        <p:nvSpPr>
          <p:cNvPr id="3312" name="Google Shape;3312;p440"/>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40"/>
          <p:cNvSpPr txBox="1"/>
          <p:nvPr>
            <p:ph type="title"/>
          </p:nvPr>
        </p:nvSpPr>
        <p:spPr>
          <a:xfrm>
            <a:off x="954338" y="1773175"/>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3314" name="Google Shape;3314;p440"/>
          <p:cNvSpPr txBox="1"/>
          <p:nvPr>
            <p:ph idx="1" type="subTitle"/>
          </p:nvPr>
        </p:nvSpPr>
        <p:spPr>
          <a:xfrm>
            <a:off x="954338" y="2279975"/>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4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
    <p:bg>
      <p:bgPr>
        <a:solidFill>
          <a:schemeClr val="dk1"/>
        </a:solidFill>
      </p:bgPr>
    </p:bg>
    <p:spTree>
      <p:nvGrpSpPr>
        <p:cNvPr id="3315" name="Shape 3315"/>
        <p:cNvGrpSpPr/>
        <p:nvPr/>
      </p:nvGrpSpPr>
      <p:grpSpPr>
        <a:xfrm>
          <a:off x="0" y="0"/>
          <a:ext cx="0" cy="0"/>
          <a:chOff x="0" y="0"/>
          <a:chExt cx="0" cy="0"/>
        </a:xfrm>
      </p:grpSpPr>
      <p:grpSp>
        <p:nvGrpSpPr>
          <p:cNvPr id="3316" name="Google Shape;3316;p441"/>
          <p:cNvGrpSpPr/>
          <p:nvPr/>
        </p:nvGrpSpPr>
        <p:grpSpPr>
          <a:xfrm>
            <a:off x="713225" y="539500"/>
            <a:ext cx="7717500" cy="4064400"/>
            <a:chOff x="713225" y="539500"/>
            <a:chExt cx="7717500" cy="4064400"/>
          </a:xfrm>
        </p:grpSpPr>
        <p:sp>
          <p:nvSpPr>
            <p:cNvPr id="3317" name="Google Shape;3317;p44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18" name="Google Shape;3318;p44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319" name="Google Shape;3319;p44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320" name="Google Shape;3320;p441"/>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3321" name="Google Shape;3321;p441"/>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3322" name="Google Shape;3322;p441"/>
          <p:cNvSpPr txBox="1"/>
          <p:nvPr>
            <p:ph idx="3" type="subTitle"/>
          </p:nvPr>
        </p:nvSpPr>
        <p:spPr>
          <a:xfrm>
            <a:off x="853775" y="2571192"/>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3323" name="Google Shape;3323;p441"/>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3324" name="Google Shape;3324;p441"/>
          <p:cNvSpPr txBox="1"/>
          <p:nvPr>
            <p:ph idx="5" type="subTitle"/>
          </p:nvPr>
        </p:nvSpPr>
        <p:spPr>
          <a:xfrm>
            <a:off x="4615325" y="2570500"/>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4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1_1_1_1">
    <p:bg>
      <p:bgPr>
        <a:solidFill>
          <a:schemeClr val="dk1"/>
        </a:solidFill>
      </p:bgPr>
    </p:bg>
    <p:spTree>
      <p:nvGrpSpPr>
        <p:cNvPr id="3325" name="Shape 3325"/>
        <p:cNvGrpSpPr/>
        <p:nvPr/>
      </p:nvGrpSpPr>
      <p:grpSpPr>
        <a:xfrm>
          <a:off x="0" y="0"/>
          <a:ext cx="0" cy="0"/>
          <a:chOff x="0" y="0"/>
          <a:chExt cx="0" cy="0"/>
        </a:xfrm>
      </p:grpSpPr>
      <p:grpSp>
        <p:nvGrpSpPr>
          <p:cNvPr id="3326" name="Google Shape;3326;p442"/>
          <p:cNvGrpSpPr/>
          <p:nvPr/>
        </p:nvGrpSpPr>
        <p:grpSpPr>
          <a:xfrm>
            <a:off x="713225" y="539500"/>
            <a:ext cx="7717500" cy="4064400"/>
            <a:chOff x="713225" y="539500"/>
            <a:chExt cx="7717500" cy="4064400"/>
          </a:xfrm>
        </p:grpSpPr>
        <p:sp>
          <p:nvSpPr>
            <p:cNvPr id="3327" name="Google Shape;3327;p44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28" name="Google Shape;3328;p44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329" name="Google Shape;3329;p44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330" name="Google Shape;3330;p442"/>
          <p:cNvSpPr txBox="1"/>
          <p:nvPr>
            <p:ph idx="1" type="subTitle"/>
          </p:nvPr>
        </p:nvSpPr>
        <p:spPr>
          <a:xfrm>
            <a:off x="1422663" y="3527586"/>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331" name="Google Shape;3331;p442"/>
          <p:cNvSpPr txBox="1"/>
          <p:nvPr>
            <p:ph idx="2" type="subTitle"/>
          </p:nvPr>
        </p:nvSpPr>
        <p:spPr>
          <a:xfrm>
            <a:off x="1422663" y="3098062"/>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332" name="Google Shape;3332;p442"/>
          <p:cNvSpPr txBox="1"/>
          <p:nvPr>
            <p:ph idx="3" type="subTitle"/>
          </p:nvPr>
        </p:nvSpPr>
        <p:spPr>
          <a:xfrm>
            <a:off x="5336638" y="3527925"/>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333" name="Google Shape;3333;p442"/>
          <p:cNvSpPr txBox="1"/>
          <p:nvPr>
            <p:ph idx="4" type="subTitle"/>
          </p:nvPr>
        </p:nvSpPr>
        <p:spPr>
          <a:xfrm>
            <a:off x="5336638" y="30980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8">
    <p:bg>
      <p:bgPr>
        <a:solidFill>
          <a:schemeClr val="dk1"/>
        </a:solidFill>
      </p:bgPr>
    </p:bg>
    <p:spTree>
      <p:nvGrpSpPr>
        <p:cNvPr id="3334" name="Shape 3334"/>
        <p:cNvGrpSpPr/>
        <p:nvPr/>
      </p:nvGrpSpPr>
      <p:grpSpPr>
        <a:xfrm>
          <a:off x="0" y="0"/>
          <a:ext cx="0" cy="0"/>
          <a:chOff x="0" y="0"/>
          <a:chExt cx="0" cy="0"/>
        </a:xfrm>
      </p:grpSpPr>
      <p:grpSp>
        <p:nvGrpSpPr>
          <p:cNvPr id="3335" name="Google Shape;3335;p443"/>
          <p:cNvGrpSpPr/>
          <p:nvPr/>
        </p:nvGrpSpPr>
        <p:grpSpPr>
          <a:xfrm>
            <a:off x="713225" y="539500"/>
            <a:ext cx="7717500" cy="4064400"/>
            <a:chOff x="713225" y="539500"/>
            <a:chExt cx="7717500" cy="4064400"/>
          </a:xfrm>
        </p:grpSpPr>
        <p:sp>
          <p:nvSpPr>
            <p:cNvPr id="3336" name="Google Shape;3336;p44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37" name="Google Shape;3337;p44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338" name="Google Shape;3338;p44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339" name="Google Shape;3339;p443"/>
          <p:cNvSpPr txBox="1"/>
          <p:nvPr>
            <p:ph idx="1" type="subTitle"/>
          </p:nvPr>
        </p:nvSpPr>
        <p:spPr>
          <a:xfrm>
            <a:off x="2965993" y="1780597"/>
            <a:ext cx="3506400" cy="80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340" name="Google Shape;3340;p443"/>
          <p:cNvSpPr txBox="1"/>
          <p:nvPr>
            <p:ph idx="2" type="subTitle"/>
          </p:nvPr>
        </p:nvSpPr>
        <p:spPr>
          <a:xfrm>
            <a:off x="2965993" y="1351073"/>
            <a:ext cx="3506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341" name="Google Shape;3341;p443"/>
          <p:cNvSpPr txBox="1"/>
          <p:nvPr>
            <p:ph idx="3" type="subTitle"/>
          </p:nvPr>
        </p:nvSpPr>
        <p:spPr>
          <a:xfrm>
            <a:off x="2280193" y="3541819"/>
            <a:ext cx="3506400" cy="809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342" name="Google Shape;3342;p443"/>
          <p:cNvSpPr txBox="1"/>
          <p:nvPr>
            <p:ph idx="4" type="subTitle"/>
          </p:nvPr>
        </p:nvSpPr>
        <p:spPr>
          <a:xfrm>
            <a:off x="2280193" y="3111944"/>
            <a:ext cx="3506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bg>
      <p:bgPr>
        <a:solidFill>
          <a:schemeClr val="dk1"/>
        </a:solidFill>
      </p:bgPr>
    </p:bg>
    <p:spTree>
      <p:nvGrpSpPr>
        <p:cNvPr id="3343" name="Shape 3343"/>
        <p:cNvGrpSpPr/>
        <p:nvPr/>
      </p:nvGrpSpPr>
      <p:grpSpPr>
        <a:xfrm>
          <a:off x="0" y="0"/>
          <a:ext cx="0" cy="0"/>
          <a:chOff x="0" y="0"/>
          <a:chExt cx="0" cy="0"/>
        </a:xfrm>
      </p:grpSpPr>
      <p:grpSp>
        <p:nvGrpSpPr>
          <p:cNvPr id="3344" name="Google Shape;3344;p444"/>
          <p:cNvGrpSpPr/>
          <p:nvPr/>
        </p:nvGrpSpPr>
        <p:grpSpPr>
          <a:xfrm>
            <a:off x="713225" y="539500"/>
            <a:ext cx="7717500" cy="4064400"/>
            <a:chOff x="713225" y="539500"/>
            <a:chExt cx="7717500" cy="4064400"/>
          </a:xfrm>
        </p:grpSpPr>
        <p:sp>
          <p:nvSpPr>
            <p:cNvPr id="3345" name="Google Shape;3345;p44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46" name="Google Shape;3346;p44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347" name="Google Shape;3347;p44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348" name="Google Shape;3348;p444"/>
          <p:cNvSpPr txBox="1"/>
          <p:nvPr>
            <p:ph idx="1" type="subTitle"/>
          </p:nvPr>
        </p:nvSpPr>
        <p:spPr>
          <a:xfrm>
            <a:off x="1041662" y="2850162"/>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349" name="Google Shape;3349;p444"/>
          <p:cNvSpPr txBox="1"/>
          <p:nvPr>
            <p:ph idx="2" type="subTitle"/>
          </p:nvPr>
        </p:nvSpPr>
        <p:spPr>
          <a:xfrm>
            <a:off x="1041662"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350" name="Google Shape;3350;p444"/>
          <p:cNvSpPr txBox="1"/>
          <p:nvPr>
            <p:ph idx="3" type="subTitle"/>
          </p:nvPr>
        </p:nvSpPr>
        <p:spPr>
          <a:xfrm>
            <a:off x="6437934" y="2850513"/>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351" name="Google Shape;3351;p444"/>
          <p:cNvSpPr txBox="1"/>
          <p:nvPr>
            <p:ph idx="4" type="subTitle"/>
          </p:nvPr>
        </p:nvSpPr>
        <p:spPr>
          <a:xfrm>
            <a:off x="6437934"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6">
    <p:bg>
      <p:bgPr>
        <a:solidFill>
          <a:schemeClr val="dk1"/>
        </a:solidFill>
      </p:bgPr>
    </p:bg>
    <p:spTree>
      <p:nvGrpSpPr>
        <p:cNvPr id="3352" name="Shape 3352"/>
        <p:cNvGrpSpPr/>
        <p:nvPr/>
      </p:nvGrpSpPr>
      <p:grpSpPr>
        <a:xfrm>
          <a:off x="0" y="0"/>
          <a:ext cx="0" cy="0"/>
          <a:chOff x="0" y="0"/>
          <a:chExt cx="0" cy="0"/>
        </a:xfrm>
      </p:grpSpPr>
      <p:grpSp>
        <p:nvGrpSpPr>
          <p:cNvPr id="3353" name="Google Shape;3353;p445"/>
          <p:cNvGrpSpPr/>
          <p:nvPr/>
        </p:nvGrpSpPr>
        <p:grpSpPr>
          <a:xfrm>
            <a:off x="713225" y="539500"/>
            <a:ext cx="7717500" cy="4064400"/>
            <a:chOff x="713225" y="539500"/>
            <a:chExt cx="7717500" cy="4064400"/>
          </a:xfrm>
        </p:grpSpPr>
        <p:sp>
          <p:nvSpPr>
            <p:cNvPr id="3354" name="Google Shape;3354;p44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55" name="Google Shape;3355;p44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356" name="Google Shape;3356;p44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357" name="Google Shape;3357;p445"/>
          <p:cNvSpPr txBox="1"/>
          <p:nvPr>
            <p:ph idx="1" type="subTitle"/>
          </p:nvPr>
        </p:nvSpPr>
        <p:spPr>
          <a:xfrm>
            <a:off x="1425525" y="1808851"/>
            <a:ext cx="2384700" cy="2377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
        <p:nvSpPr>
          <p:cNvPr id="3358" name="Google Shape;3358;p445"/>
          <p:cNvSpPr txBox="1"/>
          <p:nvPr>
            <p:ph idx="2" type="subTitle"/>
          </p:nvPr>
        </p:nvSpPr>
        <p:spPr>
          <a:xfrm>
            <a:off x="5333725" y="1808850"/>
            <a:ext cx="2384700" cy="2356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4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_1_1_1">
    <p:bg>
      <p:bgPr>
        <a:solidFill>
          <a:schemeClr val="dk1"/>
        </a:solidFill>
      </p:bgPr>
    </p:bg>
    <p:spTree>
      <p:nvGrpSpPr>
        <p:cNvPr id="3359" name="Shape 3359"/>
        <p:cNvGrpSpPr/>
        <p:nvPr/>
      </p:nvGrpSpPr>
      <p:grpSpPr>
        <a:xfrm>
          <a:off x="0" y="0"/>
          <a:ext cx="0" cy="0"/>
          <a:chOff x="0" y="0"/>
          <a:chExt cx="0" cy="0"/>
        </a:xfrm>
      </p:grpSpPr>
      <p:grpSp>
        <p:nvGrpSpPr>
          <p:cNvPr id="3360" name="Google Shape;3360;p446"/>
          <p:cNvGrpSpPr/>
          <p:nvPr/>
        </p:nvGrpSpPr>
        <p:grpSpPr>
          <a:xfrm>
            <a:off x="713225" y="539500"/>
            <a:ext cx="7717500" cy="4064400"/>
            <a:chOff x="713225" y="539500"/>
            <a:chExt cx="7717500" cy="4064400"/>
          </a:xfrm>
        </p:grpSpPr>
        <p:sp>
          <p:nvSpPr>
            <p:cNvPr id="3361" name="Google Shape;3361;p44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62" name="Google Shape;3362;p44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363" name="Google Shape;3363;p44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364" name="Google Shape;3364;p446"/>
          <p:cNvSpPr txBox="1"/>
          <p:nvPr>
            <p:ph idx="1" type="subTitle"/>
          </p:nvPr>
        </p:nvSpPr>
        <p:spPr>
          <a:xfrm>
            <a:off x="852300" y="16473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365" name="Google Shape;3365;p446"/>
          <p:cNvSpPr txBox="1"/>
          <p:nvPr>
            <p:ph idx="2" type="subTitle"/>
          </p:nvPr>
        </p:nvSpPr>
        <p:spPr>
          <a:xfrm>
            <a:off x="852300" y="12178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3366" name="Google Shape;3366;p446"/>
          <p:cNvSpPr txBox="1"/>
          <p:nvPr>
            <p:ph idx="3" type="subTitle"/>
          </p:nvPr>
        </p:nvSpPr>
        <p:spPr>
          <a:xfrm>
            <a:off x="852300" y="27819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367" name="Google Shape;3367;p446"/>
          <p:cNvSpPr txBox="1"/>
          <p:nvPr>
            <p:ph idx="4" type="subTitle"/>
          </p:nvPr>
        </p:nvSpPr>
        <p:spPr>
          <a:xfrm>
            <a:off x="852300" y="23524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3368" name="Google Shape;3368;p446"/>
          <p:cNvSpPr txBox="1"/>
          <p:nvPr>
            <p:ph idx="5" type="subTitle"/>
          </p:nvPr>
        </p:nvSpPr>
        <p:spPr>
          <a:xfrm>
            <a:off x="852300" y="3916538"/>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369" name="Google Shape;3369;p446"/>
          <p:cNvSpPr txBox="1"/>
          <p:nvPr>
            <p:ph idx="6" type="subTitle"/>
          </p:nvPr>
        </p:nvSpPr>
        <p:spPr>
          <a:xfrm>
            <a:off x="852300" y="34870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4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bg>
      <p:bgPr>
        <a:solidFill>
          <a:schemeClr val="dk1"/>
        </a:solidFill>
      </p:bgPr>
    </p:bg>
    <p:spTree>
      <p:nvGrpSpPr>
        <p:cNvPr id="3370" name="Shape 3370"/>
        <p:cNvGrpSpPr/>
        <p:nvPr/>
      </p:nvGrpSpPr>
      <p:grpSpPr>
        <a:xfrm>
          <a:off x="0" y="0"/>
          <a:ext cx="0" cy="0"/>
          <a:chOff x="0" y="0"/>
          <a:chExt cx="0" cy="0"/>
        </a:xfrm>
      </p:grpSpPr>
      <p:grpSp>
        <p:nvGrpSpPr>
          <p:cNvPr id="3371" name="Google Shape;3371;p447"/>
          <p:cNvGrpSpPr/>
          <p:nvPr/>
        </p:nvGrpSpPr>
        <p:grpSpPr>
          <a:xfrm>
            <a:off x="713225" y="539500"/>
            <a:ext cx="7717500" cy="4064400"/>
            <a:chOff x="713225" y="539500"/>
            <a:chExt cx="7717500" cy="4064400"/>
          </a:xfrm>
        </p:grpSpPr>
        <p:sp>
          <p:nvSpPr>
            <p:cNvPr id="3372" name="Google Shape;3372;p44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73" name="Google Shape;3373;p44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374" name="Google Shape;3374;p44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375" name="Google Shape;3375;p447"/>
          <p:cNvSpPr txBox="1"/>
          <p:nvPr>
            <p:ph idx="1" type="subTitle"/>
          </p:nvPr>
        </p:nvSpPr>
        <p:spPr>
          <a:xfrm>
            <a:off x="919850"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376" name="Google Shape;3376;p447"/>
          <p:cNvSpPr txBox="1"/>
          <p:nvPr>
            <p:ph idx="2" type="subTitle"/>
          </p:nvPr>
        </p:nvSpPr>
        <p:spPr>
          <a:xfrm>
            <a:off x="919850"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377" name="Google Shape;3377;p447"/>
          <p:cNvSpPr txBox="1"/>
          <p:nvPr>
            <p:ph idx="3" type="subTitle"/>
          </p:nvPr>
        </p:nvSpPr>
        <p:spPr>
          <a:xfrm>
            <a:off x="3500699"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378" name="Google Shape;3378;p447"/>
          <p:cNvSpPr txBox="1"/>
          <p:nvPr>
            <p:ph idx="4" type="subTitle"/>
          </p:nvPr>
        </p:nvSpPr>
        <p:spPr>
          <a:xfrm>
            <a:off x="3500697"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379" name="Google Shape;3379;p447"/>
          <p:cNvSpPr txBox="1"/>
          <p:nvPr>
            <p:ph idx="5" type="subTitle"/>
          </p:nvPr>
        </p:nvSpPr>
        <p:spPr>
          <a:xfrm>
            <a:off x="6069048"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380" name="Google Shape;3380;p447"/>
          <p:cNvSpPr txBox="1"/>
          <p:nvPr>
            <p:ph idx="6" type="subTitle"/>
          </p:nvPr>
        </p:nvSpPr>
        <p:spPr>
          <a:xfrm>
            <a:off x="6069043"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1_1_1_1_1_1">
    <p:bg>
      <p:bgPr>
        <a:solidFill>
          <a:schemeClr val="dk1"/>
        </a:solidFill>
      </p:bgPr>
    </p:bg>
    <p:spTree>
      <p:nvGrpSpPr>
        <p:cNvPr id="3381" name="Shape 3381"/>
        <p:cNvGrpSpPr/>
        <p:nvPr/>
      </p:nvGrpSpPr>
      <p:grpSpPr>
        <a:xfrm>
          <a:off x="0" y="0"/>
          <a:ext cx="0" cy="0"/>
          <a:chOff x="0" y="0"/>
          <a:chExt cx="0" cy="0"/>
        </a:xfrm>
      </p:grpSpPr>
      <p:grpSp>
        <p:nvGrpSpPr>
          <p:cNvPr id="3382" name="Google Shape;3382;p448"/>
          <p:cNvGrpSpPr/>
          <p:nvPr/>
        </p:nvGrpSpPr>
        <p:grpSpPr>
          <a:xfrm>
            <a:off x="713225" y="539500"/>
            <a:ext cx="7717500" cy="4064400"/>
            <a:chOff x="713225" y="539500"/>
            <a:chExt cx="7717500" cy="4064400"/>
          </a:xfrm>
        </p:grpSpPr>
        <p:sp>
          <p:nvSpPr>
            <p:cNvPr id="3383" name="Google Shape;3383;p44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84" name="Google Shape;3384;p44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385" name="Google Shape;3385;p44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386" name="Google Shape;3386;p448"/>
          <p:cNvSpPr txBox="1"/>
          <p:nvPr>
            <p:ph idx="1" type="subTitle"/>
          </p:nvPr>
        </p:nvSpPr>
        <p:spPr>
          <a:xfrm>
            <a:off x="919850" y="28955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387" name="Google Shape;3387;p448"/>
          <p:cNvSpPr txBox="1"/>
          <p:nvPr>
            <p:ph idx="2" type="subTitle"/>
          </p:nvPr>
        </p:nvSpPr>
        <p:spPr>
          <a:xfrm>
            <a:off x="919850" y="23982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388" name="Google Shape;3388;p448"/>
          <p:cNvSpPr txBox="1"/>
          <p:nvPr>
            <p:ph idx="3" type="subTitle"/>
          </p:nvPr>
        </p:nvSpPr>
        <p:spPr>
          <a:xfrm>
            <a:off x="3500700" y="32003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389" name="Google Shape;3389;p448"/>
          <p:cNvSpPr txBox="1"/>
          <p:nvPr>
            <p:ph idx="4" type="subTitle"/>
          </p:nvPr>
        </p:nvSpPr>
        <p:spPr>
          <a:xfrm>
            <a:off x="3500697" y="27030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390" name="Google Shape;3390;p448"/>
          <p:cNvSpPr txBox="1"/>
          <p:nvPr>
            <p:ph idx="5" type="subTitle"/>
          </p:nvPr>
        </p:nvSpPr>
        <p:spPr>
          <a:xfrm>
            <a:off x="6069049" y="35051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391" name="Google Shape;3391;p448"/>
          <p:cNvSpPr txBox="1"/>
          <p:nvPr>
            <p:ph idx="6" type="subTitle"/>
          </p:nvPr>
        </p:nvSpPr>
        <p:spPr>
          <a:xfrm>
            <a:off x="6069043" y="30078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BLANK_1_1_1_1_1_1_1_1_1_1">
    <p:bg>
      <p:bgPr>
        <a:solidFill>
          <a:schemeClr val="dk1"/>
        </a:solidFill>
      </p:bgPr>
    </p:bg>
    <p:spTree>
      <p:nvGrpSpPr>
        <p:cNvPr id="3392" name="Shape 3392"/>
        <p:cNvGrpSpPr/>
        <p:nvPr/>
      </p:nvGrpSpPr>
      <p:grpSpPr>
        <a:xfrm>
          <a:off x="0" y="0"/>
          <a:ext cx="0" cy="0"/>
          <a:chOff x="0" y="0"/>
          <a:chExt cx="0" cy="0"/>
        </a:xfrm>
      </p:grpSpPr>
      <p:grpSp>
        <p:nvGrpSpPr>
          <p:cNvPr id="3393" name="Google Shape;3393;p449"/>
          <p:cNvGrpSpPr/>
          <p:nvPr/>
        </p:nvGrpSpPr>
        <p:grpSpPr>
          <a:xfrm>
            <a:off x="713225" y="539500"/>
            <a:ext cx="7717500" cy="4064400"/>
            <a:chOff x="713225" y="539500"/>
            <a:chExt cx="7717500" cy="4064400"/>
          </a:xfrm>
        </p:grpSpPr>
        <p:sp>
          <p:nvSpPr>
            <p:cNvPr id="3394" name="Google Shape;3394;p44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95" name="Google Shape;3395;p44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396" name="Google Shape;3396;p44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397" name="Google Shape;3397;p449"/>
          <p:cNvSpPr txBox="1"/>
          <p:nvPr>
            <p:ph idx="1" type="subTitle"/>
          </p:nvPr>
        </p:nvSpPr>
        <p:spPr>
          <a:xfrm>
            <a:off x="111297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398" name="Google Shape;3398;p449"/>
          <p:cNvSpPr txBox="1"/>
          <p:nvPr>
            <p:ph idx="2" type="subTitle"/>
          </p:nvPr>
        </p:nvSpPr>
        <p:spPr>
          <a:xfrm>
            <a:off x="111297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399" name="Google Shape;3399;p449"/>
          <p:cNvSpPr txBox="1"/>
          <p:nvPr>
            <p:ph idx="3" type="subTitle"/>
          </p:nvPr>
        </p:nvSpPr>
        <p:spPr>
          <a:xfrm>
            <a:off x="3497250" y="18612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400" name="Google Shape;3400;p449"/>
          <p:cNvSpPr txBox="1"/>
          <p:nvPr>
            <p:ph idx="4" type="subTitle"/>
          </p:nvPr>
        </p:nvSpPr>
        <p:spPr>
          <a:xfrm>
            <a:off x="3497250" y="13639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401" name="Google Shape;3401;p449"/>
          <p:cNvSpPr txBox="1"/>
          <p:nvPr>
            <p:ph idx="5" type="subTitle"/>
          </p:nvPr>
        </p:nvSpPr>
        <p:spPr>
          <a:xfrm>
            <a:off x="588152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402" name="Google Shape;3402;p449"/>
          <p:cNvSpPr txBox="1"/>
          <p:nvPr>
            <p:ph idx="6" type="subTitle"/>
          </p:nvPr>
        </p:nvSpPr>
        <p:spPr>
          <a:xfrm>
            <a:off x="588152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2">
    <p:bg>
      <p:bgPr>
        <a:solidFill>
          <a:schemeClr val="dk1"/>
        </a:solidFill>
      </p:bgPr>
    </p:bg>
    <p:spTree>
      <p:nvGrpSpPr>
        <p:cNvPr id="3403" name="Shape 3403"/>
        <p:cNvGrpSpPr/>
        <p:nvPr/>
      </p:nvGrpSpPr>
      <p:grpSpPr>
        <a:xfrm>
          <a:off x="0" y="0"/>
          <a:ext cx="0" cy="0"/>
          <a:chOff x="0" y="0"/>
          <a:chExt cx="0" cy="0"/>
        </a:xfrm>
      </p:grpSpPr>
      <p:grpSp>
        <p:nvGrpSpPr>
          <p:cNvPr id="3404" name="Google Shape;3404;p450"/>
          <p:cNvGrpSpPr/>
          <p:nvPr/>
        </p:nvGrpSpPr>
        <p:grpSpPr>
          <a:xfrm>
            <a:off x="713225" y="539500"/>
            <a:ext cx="7717500" cy="4064400"/>
            <a:chOff x="713225" y="539500"/>
            <a:chExt cx="7717500" cy="4064400"/>
          </a:xfrm>
        </p:grpSpPr>
        <p:sp>
          <p:nvSpPr>
            <p:cNvPr id="3405" name="Google Shape;3405;p45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06" name="Google Shape;3406;p45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407" name="Google Shape;3407;p45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408" name="Google Shape;3408;p450"/>
          <p:cNvSpPr txBox="1"/>
          <p:nvPr>
            <p:ph idx="1" type="subTitle"/>
          </p:nvPr>
        </p:nvSpPr>
        <p:spPr>
          <a:xfrm>
            <a:off x="945800" y="1875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409" name="Google Shape;3409;p450"/>
          <p:cNvSpPr txBox="1"/>
          <p:nvPr>
            <p:ph idx="2" type="subTitle"/>
          </p:nvPr>
        </p:nvSpPr>
        <p:spPr>
          <a:xfrm>
            <a:off x="945800" y="1446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3410" name="Google Shape;3410;p450"/>
          <p:cNvSpPr txBox="1"/>
          <p:nvPr>
            <p:ph idx="3" type="subTitle"/>
          </p:nvPr>
        </p:nvSpPr>
        <p:spPr>
          <a:xfrm>
            <a:off x="5153800" y="2781950"/>
            <a:ext cx="30444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411" name="Google Shape;3411;p450"/>
          <p:cNvSpPr txBox="1"/>
          <p:nvPr>
            <p:ph idx="4" type="subTitle"/>
          </p:nvPr>
        </p:nvSpPr>
        <p:spPr>
          <a:xfrm>
            <a:off x="5153800" y="2352425"/>
            <a:ext cx="3044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3412" name="Google Shape;3412;p450"/>
          <p:cNvSpPr txBox="1"/>
          <p:nvPr>
            <p:ph idx="5" type="subTitle"/>
          </p:nvPr>
        </p:nvSpPr>
        <p:spPr>
          <a:xfrm>
            <a:off x="945800" y="3687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413" name="Google Shape;3413;p450"/>
          <p:cNvSpPr txBox="1"/>
          <p:nvPr>
            <p:ph idx="6" type="subTitle"/>
          </p:nvPr>
        </p:nvSpPr>
        <p:spPr>
          <a:xfrm>
            <a:off x="945800" y="3258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4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5">
    <p:bg>
      <p:bgPr>
        <a:solidFill>
          <a:schemeClr val="dk1"/>
        </a:solidFill>
      </p:bgPr>
    </p:bg>
    <p:spTree>
      <p:nvGrpSpPr>
        <p:cNvPr id="3414" name="Shape 3414"/>
        <p:cNvGrpSpPr/>
        <p:nvPr/>
      </p:nvGrpSpPr>
      <p:grpSpPr>
        <a:xfrm>
          <a:off x="0" y="0"/>
          <a:ext cx="0" cy="0"/>
          <a:chOff x="0" y="0"/>
          <a:chExt cx="0" cy="0"/>
        </a:xfrm>
      </p:grpSpPr>
      <p:grpSp>
        <p:nvGrpSpPr>
          <p:cNvPr id="3415" name="Google Shape;3415;p451"/>
          <p:cNvGrpSpPr/>
          <p:nvPr/>
        </p:nvGrpSpPr>
        <p:grpSpPr>
          <a:xfrm>
            <a:off x="713225" y="539500"/>
            <a:ext cx="7717500" cy="4064400"/>
            <a:chOff x="713225" y="539500"/>
            <a:chExt cx="7717500" cy="4064400"/>
          </a:xfrm>
        </p:grpSpPr>
        <p:sp>
          <p:nvSpPr>
            <p:cNvPr id="3416" name="Google Shape;3416;p45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17" name="Google Shape;3417;p45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418" name="Google Shape;3418;p45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419" name="Google Shape;3419;p451"/>
          <p:cNvSpPr txBox="1"/>
          <p:nvPr>
            <p:ph idx="1" type="subTitle"/>
          </p:nvPr>
        </p:nvSpPr>
        <p:spPr>
          <a:xfrm>
            <a:off x="1658100" y="1978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420" name="Google Shape;3420;p451"/>
          <p:cNvSpPr txBox="1"/>
          <p:nvPr>
            <p:ph idx="2" type="subTitle"/>
          </p:nvPr>
        </p:nvSpPr>
        <p:spPr>
          <a:xfrm>
            <a:off x="1658100" y="1549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3421" name="Google Shape;3421;p451"/>
          <p:cNvSpPr txBox="1"/>
          <p:nvPr>
            <p:ph idx="3" type="subTitle"/>
          </p:nvPr>
        </p:nvSpPr>
        <p:spPr>
          <a:xfrm>
            <a:off x="1658100" y="2884846"/>
            <a:ext cx="62850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422" name="Google Shape;3422;p451"/>
          <p:cNvSpPr txBox="1"/>
          <p:nvPr>
            <p:ph idx="4" type="subTitle"/>
          </p:nvPr>
        </p:nvSpPr>
        <p:spPr>
          <a:xfrm>
            <a:off x="1658100" y="2455321"/>
            <a:ext cx="62850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3423" name="Google Shape;3423;p451"/>
          <p:cNvSpPr txBox="1"/>
          <p:nvPr>
            <p:ph idx="5" type="subTitle"/>
          </p:nvPr>
        </p:nvSpPr>
        <p:spPr>
          <a:xfrm>
            <a:off x="1658100" y="3790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424" name="Google Shape;3424;p451"/>
          <p:cNvSpPr txBox="1"/>
          <p:nvPr>
            <p:ph idx="6" type="subTitle"/>
          </p:nvPr>
        </p:nvSpPr>
        <p:spPr>
          <a:xfrm>
            <a:off x="1658100" y="3361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4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24">
    <p:bg>
      <p:bgPr>
        <a:solidFill>
          <a:schemeClr val="dk1"/>
        </a:solidFill>
      </p:bgPr>
    </p:bg>
    <p:spTree>
      <p:nvGrpSpPr>
        <p:cNvPr id="3425" name="Shape 3425"/>
        <p:cNvGrpSpPr/>
        <p:nvPr/>
      </p:nvGrpSpPr>
      <p:grpSpPr>
        <a:xfrm>
          <a:off x="0" y="0"/>
          <a:ext cx="0" cy="0"/>
          <a:chOff x="0" y="0"/>
          <a:chExt cx="0" cy="0"/>
        </a:xfrm>
      </p:grpSpPr>
      <p:grpSp>
        <p:nvGrpSpPr>
          <p:cNvPr id="3426" name="Google Shape;3426;p452"/>
          <p:cNvGrpSpPr/>
          <p:nvPr/>
        </p:nvGrpSpPr>
        <p:grpSpPr>
          <a:xfrm>
            <a:off x="713225" y="539500"/>
            <a:ext cx="7717500" cy="4064400"/>
            <a:chOff x="713225" y="539500"/>
            <a:chExt cx="7717500" cy="4064400"/>
          </a:xfrm>
        </p:grpSpPr>
        <p:sp>
          <p:nvSpPr>
            <p:cNvPr id="3427" name="Google Shape;3427;p45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28" name="Google Shape;3428;p45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429" name="Google Shape;3429;p45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430" name="Google Shape;3430;p452"/>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3431" name="Google Shape;3431;p452"/>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3432" name="Google Shape;3432;p452"/>
          <p:cNvSpPr txBox="1"/>
          <p:nvPr>
            <p:ph idx="3" type="subTitle"/>
          </p:nvPr>
        </p:nvSpPr>
        <p:spPr>
          <a:xfrm>
            <a:off x="853775" y="257119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3433" name="Google Shape;3433;p452"/>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3434" name="Google Shape;3434;p452"/>
          <p:cNvSpPr txBox="1"/>
          <p:nvPr>
            <p:ph idx="5" type="subTitle"/>
          </p:nvPr>
        </p:nvSpPr>
        <p:spPr>
          <a:xfrm>
            <a:off x="4452875" y="2570500"/>
            <a:ext cx="3761700" cy="172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3435" name="Google Shape;3435;p452"/>
          <p:cNvSpPr txBox="1"/>
          <p:nvPr>
            <p:ph idx="6" type="subTitle"/>
          </p:nvPr>
        </p:nvSpPr>
        <p:spPr>
          <a:xfrm>
            <a:off x="853775" y="323750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3436" name="Google Shape;3436;p452"/>
          <p:cNvSpPr txBox="1"/>
          <p:nvPr>
            <p:ph idx="7" type="subTitle"/>
          </p:nvPr>
        </p:nvSpPr>
        <p:spPr>
          <a:xfrm>
            <a:off x="853775" y="362674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4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_1_1_1_1">
    <p:bg>
      <p:bgPr>
        <a:solidFill>
          <a:schemeClr val="dk1"/>
        </a:solidFill>
      </p:bgPr>
    </p:bg>
    <p:spTree>
      <p:nvGrpSpPr>
        <p:cNvPr id="3437" name="Shape 3437"/>
        <p:cNvGrpSpPr/>
        <p:nvPr/>
      </p:nvGrpSpPr>
      <p:grpSpPr>
        <a:xfrm>
          <a:off x="0" y="0"/>
          <a:ext cx="0" cy="0"/>
          <a:chOff x="0" y="0"/>
          <a:chExt cx="0" cy="0"/>
        </a:xfrm>
      </p:grpSpPr>
      <p:grpSp>
        <p:nvGrpSpPr>
          <p:cNvPr id="3438" name="Google Shape;3438;p453"/>
          <p:cNvGrpSpPr/>
          <p:nvPr/>
        </p:nvGrpSpPr>
        <p:grpSpPr>
          <a:xfrm>
            <a:off x="713225" y="539500"/>
            <a:ext cx="7717500" cy="4064400"/>
            <a:chOff x="713225" y="539500"/>
            <a:chExt cx="7717500" cy="4064400"/>
          </a:xfrm>
        </p:grpSpPr>
        <p:sp>
          <p:nvSpPr>
            <p:cNvPr id="3439" name="Google Shape;3439;p45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40" name="Google Shape;3440;p45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441" name="Google Shape;3441;p45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442" name="Google Shape;3442;p453"/>
          <p:cNvSpPr txBox="1"/>
          <p:nvPr>
            <p:ph idx="1" type="subTitle"/>
          </p:nvPr>
        </p:nvSpPr>
        <p:spPr>
          <a:xfrm>
            <a:off x="1112425"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443" name="Google Shape;3443;p453"/>
          <p:cNvSpPr txBox="1"/>
          <p:nvPr>
            <p:ph idx="2" type="subTitle"/>
          </p:nvPr>
        </p:nvSpPr>
        <p:spPr>
          <a:xfrm>
            <a:off x="1112425"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444" name="Google Shape;3444;p453"/>
          <p:cNvSpPr txBox="1"/>
          <p:nvPr>
            <p:ph idx="3" type="subTitle"/>
          </p:nvPr>
        </p:nvSpPr>
        <p:spPr>
          <a:xfrm>
            <a:off x="5584150"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445" name="Google Shape;3445;p453"/>
          <p:cNvSpPr txBox="1"/>
          <p:nvPr>
            <p:ph idx="4" type="subTitle"/>
          </p:nvPr>
        </p:nvSpPr>
        <p:spPr>
          <a:xfrm>
            <a:off x="5584150"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446" name="Google Shape;3446;p453"/>
          <p:cNvSpPr txBox="1"/>
          <p:nvPr>
            <p:ph idx="5" type="subTitle"/>
          </p:nvPr>
        </p:nvSpPr>
        <p:spPr>
          <a:xfrm>
            <a:off x="1112425"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447" name="Google Shape;3447;p453"/>
          <p:cNvSpPr txBox="1"/>
          <p:nvPr>
            <p:ph idx="6" type="subTitle"/>
          </p:nvPr>
        </p:nvSpPr>
        <p:spPr>
          <a:xfrm>
            <a:off x="1112425"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448" name="Google Shape;3448;p453"/>
          <p:cNvSpPr txBox="1"/>
          <p:nvPr>
            <p:ph idx="7" type="subTitle"/>
          </p:nvPr>
        </p:nvSpPr>
        <p:spPr>
          <a:xfrm>
            <a:off x="5584150"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449" name="Google Shape;3449;p453"/>
          <p:cNvSpPr txBox="1"/>
          <p:nvPr>
            <p:ph idx="8" type="subTitle"/>
          </p:nvPr>
        </p:nvSpPr>
        <p:spPr>
          <a:xfrm>
            <a:off x="5584150"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1_1_1_1_1">
    <p:bg>
      <p:bgPr>
        <a:solidFill>
          <a:schemeClr val="dk1"/>
        </a:solidFill>
      </p:bgPr>
    </p:bg>
    <p:spTree>
      <p:nvGrpSpPr>
        <p:cNvPr id="3450" name="Shape 3450"/>
        <p:cNvGrpSpPr/>
        <p:nvPr/>
      </p:nvGrpSpPr>
      <p:grpSpPr>
        <a:xfrm>
          <a:off x="0" y="0"/>
          <a:ext cx="0" cy="0"/>
          <a:chOff x="0" y="0"/>
          <a:chExt cx="0" cy="0"/>
        </a:xfrm>
      </p:grpSpPr>
      <p:grpSp>
        <p:nvGrpSpPr>
          <p:cNvPr id="3451" name="Google Shape;3451;p454"/>
          <p:cNvGrpSpPr/>
          <p:nvPr/>
        </p:nvGrpSpPr>
        <p:grpSpPr>
          <a:xfrm>
            <a:off x="713300" y="539550"/>
            <a:ext cx="7717500" cy="4064400"/>
            <a:chOff x="713300" y="539550"/>
            <a:chExt cx="7717500" cy="4064400"/>
          </a:xfrm>
        </p:grpSpPr>
        <p:cxnSp>
          <p:nvCxnSpPr>
            <p:cNvPr id="3452" name="Google Shape;3452;p454"/>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3453" name="Google Shape;3453;p454"/>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4" name="Google Shape;3454;p45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455" name="Google Shape;3455;p454"/>
          <p:cNvSpPr txBox="1"/>
          <p:nvPr>
            <p:ph idx="1" type="subTitle"/>
          </p:nvPr>
        </p:nvSpPr>
        <p:spPr>
          <a:xfrm>
            <a:off x="10166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456" name="Google Shape;3456;p454"/>
          <p:cNvSpPr txBox="1"/>
          <p:nvPr>
            <p:ph idx="2" type="subTitle"/>
          </p:nvPr>
        </p:nvSpPr>
        <p:spPr>
          <a:xfrm>
            <a:off x="10166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457" name="Google Shape;3457;p454"/>
          <p:cNvSpPr txBox="1"/>
          <p:nvPr>
            <p:ph idx="3" type="subTitle"/>
          </p:nvPr>
        </p:nvSpPr>
        <p:spPr>
          <a:xfrm>
            <a:off x="10166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458" name="Google Shape;3458;p454"/>
          <p:cNvSpPr txBox="1"/>
          <p:nvPr>
            <p:ph idx="4" type="subTitle"/>
          </p:nvPr>
        </p:nvSpPr>
        <p:spPr>
          <a:xfrm>
            <a:off x="10166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459" name="Google Shape;3459;p454"/>
          <p:cNvSpPr txBox="1"/>
          <p:nvPr>
            <p:ph idx="5" type="subTitle"/>
          </p:nvPr>
        </p:nvSpPr>
        <p:spPr>
          <a:xfrm>
            <a:off x="48094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460" name="Google Shape;3460;p454"/>
          <p:cNvSpPr txBox="1"/>
          <p:nvPr>
            <p:ph idx="6" type="subTitle"/>
          </p:nvPr>
        </p:nvSpPr>
        <p:spPr>
          <a:xfrm>
            <a:off x="48094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461" name="Google Shape;3461;p454"/>
          <p:cNvSpPr txBox="1"/>
          <p:nvPr>
            <p:ph idx="7" type="subTitle"/>
          </p:nvPr>
        </p:nvSpPr>
        <p:spPr>
          <a:xfrm>
            <a:off x="48094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462" name="Google Shape;3462;p454"/>
          <p:cNvSpPr txBox="1"/>
          <p:nvPr>
            <p:ph idx="8" type="subTitle"/>
          </p:nvPr>
        </p:nvSpPr>
        <p:spPr>
          <a:xfrm>
            <a:off x="48094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1_1_1_1_1_1_1_1_1">
    <p:bg>
      <p:bgPr>
        <a:solidFill>
          <a:schemeClr val="dk1"/>
        </a:solidFill>
      </p:bgPr>
    </p:bg>
    <p:spTree>
      <p:nvGrpSpPr>
        <p:cNvPr id="3463" name="Shape 3463"/>
        <p:cNvGrpSpPr/>
        <p:nvPr/>
      </p:nvGrpSpPr>
      <p:grpSpPr>
        <a:xfrm>
          <a:off x="0" y="0"/>
          <a:ext cx="0" cy="0"/>
          <a:chOff x="0" y="0"/>
          <a:chExt cx="0" cy="0"/>
        </a:xfrm>
      </p:grpSpPr>
      <p:grpSp>
        <p:nvGrpSpPr>
          <p:cNvPr id="3464" name="Google Shape;3464;p455"/>
          <p:cNvGrpSpPr/>
          <p:nvPr/>
        </p:nvGrpSpPr>
        <p:grpSpPr>
          <a:xfrm>
            <a:off x="713225" y="539500"/>
            <a:ext cx="7717500" cy="4064400"/>
            <a:chOff x="713225" y="539500"/>
            <a:chExt cx="7717500" cy="4064400"/>
          </a:xfrm>
        </p:grpSpPr>
        <p:sp>
          <p:nvSpPr>
            <p:cNvPr id="3465" name="Google Shape;3465;p45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66" name="Google Shape;3466;p45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467" name="Google Shape;3467;p45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468" name="Google Shape;3468;p455"/>
          <p:cNvSpPr txBox="1"/>
          <p:nvPr>
            <p:ph idx="1" type="subTitle"/>
          </p:nvPr>
        </p:nvSpPr>
        <p:spPr>
          <a:xfrm>
            <a:off x="8844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469" name="Google Shape;3469;p455"/>
          <p:cNvSpPr txBox="1"/>
          <p:nvPr>
            <p:ph idx="2" type="subTitle"/>
          </p:nvPr>
        </p:nvSpPr>
        <p:spPr>
          <a:xfrm>
            <a:off x="884474"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470" name="Google Shape;3470;p455"/>
          <p:cNvSpPr txBox="1"/>
          <p:nvPr>
            <p:ph idx="3" type="subTitle"/>
          </p:nvPr>
        </p:nvSpPr>
        <p:spPr>
          <a:xfrm>
            <a:off x="2767708"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471" name="Google Shape;3471;p455"/>
          <p:cNvSpPr txBox="1"/>
          <p:nvPr>
            <p:ph idx="4" type="subTitle"/>
          </p:nvPr>
        </p:nvSpPr>
        <p:spPr>
          <a:xfrm>
            <a:off x="2767709"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472" name="Google Shape;3472;p455"/>
          <p:cNvSpPr txBox="1"/>
          <p:nvPr>
            <p:ph idx="5" type="subTitle"/>
          </p:nvPr>
        </p:nvSpPr>
        <p:spPr>
          <a:xfrm>
            <a:off x="4650942"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473" name="Google Shape;3473;p455"/>
          <p:cNvSpPr txBox="1"/>
          <p:nvPr>
            <p:ph idx="6" type="subTitle"/>
          </p:nvPr>
        </p:nvSpPr>
        <p:spPr>
          <a:xfrm>
            <a:off x="4650945"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474" name="Google Shape;3474;p455"/>
          <p:cNvSpPr txBox="1"/>
          <p:nvPr>
            <p:ph idx="7" type="subTitle"/>
          </p:nvPr>
        </p:nvSpPr>
        <p:spPr>
          <a:xfrm>
            <a:off x="65341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475" name="Google Shape;3475;p455"/>
          <p:cNvSpPr txBox="1"/>
          <p:nvPr>
            <p:ph idx="8" type="subTitle"/>
          </p:nvPr>
        </p:nvSpPr>
        <p:spPr>
          <a:xfrm>
            <a:off x="6534180"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7">
    <p:bg>
      <p:bgPr>
        <a:solidFill>
          <a:schemeClr val="dk1"/>
        </a:solidFill>
      </p:bgPr>
    </p:bg>
    <p:spTree>
      <p:nvGrpSpPr>
        <p:cNvPr id="3476" name="Shape 3476"/>
        <p:cNvGrpSpPr/>
        <p:nvPr/>
      </p:nvGrpSpPr>
      <p:grpSpPr>
        <a:xfrm>
          <a:off x="0" y="0"/>
          <a:ext cx="0" cy="0"/>
          <a:chOff x="0" y="0"/>
          <a:chExt cx="0" cy="0"/>
        </a:xfrm>
      </p:grpSpPr>
      <p:grpSp>
        <p:nvGrpSpPr>
          <p:cNvPr id="3477" name="Google Shape;3477;p456"/>
          <p:cNvGrpSpPr/>
          <p:nvPr/>
        </p:nvGrpSpPr>
        <p:grpSpPr>
          <a:xfrm>
            <a:off x="713225" y="539500"/>
            <a:ext cx="7717500" cy="4064400"/>
            <a:chOff x="713225" y="539500"/>
            <a:chExt cx="7717500" cy="4064400"/>
          </a:xfrm>
        </p:grpSpPr>
        <p:sp>
          <p:nvSpPr>
            <p:cNvPr id="3478" name="Google Shape;3478;p45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79" name="Google Shape;3479;p45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480" name="Google Shape;3480;p45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481" name="Google Shape;3481;p456"/>
          <p:cNvSpPr txBox="1"/>
          <p:nvPr>
            <p:ph idx="1" type="subTitle"/>
          </p:nvPr>
        </p:nvSpPr>
        <p:spPr>
          <a:xfrm>
            <a:off x="1909431" y="1906051"/>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482" name="Google Shape;3482;p456"/>
          <p:cNvSpPr txBox="1"/>
          <p:nvPr>
            <p:ph idx="2" type="subTitle"/>
          </p:nvPr>
        </p:nvSpPr>
        <p:spPr>
          <a:xfrm>
            <a:off x="1909431" y="1387350"/>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483" name="Google Shape;3483;p456"/>
          <p:cNvSpPr txBox="1"/>
          <p:nvPr>
            <p:ph idx="3" type="subTitle"/>
          </p:nvPr>
        </p:nvSpPr>
        <p:spPr>
          <a:xfrm>
            <a:off x="4971369" y="1906050"/>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484" name="Google Shape;3484;p456"/>
          <p:cNvSpPr txBox="1"/>
          <p:nvPr>
            <p:ph idx="4" type="subTitle"/>
          </p:nvPr>
        </p:nvSpPr>
        <p:spPr>
          <a:xfrm>
            <a:off x="4971369" y="1387350"/>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485" name="Google Shape;3485;p456"/>
          <p:cNvSpPr txBox="1"/>
          <p:nvPr>
            <p:ph idx="5" type="subTitle"/>
          </p:nvPr>
        </p:nvSpPr>
        <p:spPr>
          <a:xfrm>
            <a:off x="1909431" y="3654425"/>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486" name="Google Shape;3486;p456"/>
          <p:cNvSpPr txBox="1"/>
          <p:nvPr>
            <p:ph idx="6" type="subTitle"/>
          </p:nvPr>
        </p:nvSpPr>
        <p:spPr>
          <a:xfrm>
            <a:off x="1909431" y="3135724"/>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487" name="Google Shape;3487;p456"/>
          <p:cNvSpPr txBox="1"/>
          <p:nvPr>
            <p:ph idx="7" type="subTitle"/>
          </p:nvPr>
        </p:nvSpPr>
        <p:spPr>
          <a:xfrm>
            <a:off x="4971369" y="3654424"/>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488" name="Google Shape;3488;p456"/>
          <p:cNvSpPr txBox="1"/>
          <p:nvPr>
            <p:ph idx="8" type="subTitle"/>
          </p:nvPr>
        </p:nvSpPr>
        <p:spPr>
          <a:xfrm>
            <a:off x="4971369" y="3135724"/>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1_1_1_1_1_2">
    <p:bg>
      <p:bgPr>
        <a:solidFill>
          <a:schemeClr val="dk1"/>
        </a:solidFill>
      </p:bgPr>
    </p:bg>
    <p:spTree>
      <p:nvGrpSpPr>
        <p:cNvPr id="3489" name="Shape 3489"/>
        <p:cNvGrpSpPr/>
        <p:nvPr/>
      </p:nvGrpSpPr>
      <p:grpSpPr>
        <a:xfrm>
          <a:off x="0" y="0"/>
          <a:ext cx="0" cy="0"/>
          <a:chOff x="0" y="0"/>
          <a:chExt cx="0" cy="0"/>
        </a:xfrm>
      </p:grpSpPr>
      <p:grpSp>
        <p:nvGrpSpPr>
          <p:cNvPr id="3490" name="Google Shape;3490;p457"/>
          <p:cNvGrpSpPr/>
          <p:nvPr/>
        </p:nvGrpSpPr>
        <p:grpSpPr>
          <a:xfrm>
            <a:off x="713225" y="539500"/>
            <a:ext cx="7717500" cy="4064400"/>
            <a:chOff x="713225" y="539500"/>
            <a:chExt cx="7717500" cy="4064400"/>
          </a:xfrm>
        </p:grpSpPr>
        <p:sp>
          <p:nvSpPr>
            <p:cNvPr id="3491" name="Google Shape;3491;p45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92" name="Google Shape;3492;p45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493" name="Google Shape;3493;p45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494" name="Google Shape;3494;p457"/>
          <p:cNvSpPr txBox="1"/>
          <p:nvPr>
            <p:ph idx="1" type="subTitle"/>
          </p:nvPr>
        </p:nvSpPr>
        <p:spPr>
          <a:xfrm>
            <a:off x="95812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495" name="Google Shape;3495;p457"/>
          <p:cNvSpPr txBox="1"/>
          <p:nvPr>
            <p:ph idx="2" type="subTitle"/>
          </p:nvPr>
        </p:nvSpPr>
        <p:spPr>
          <a:xfrm>
            <a:off x="95812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496" name="Google Shape;3496;p457"/>
          <p:cNvSpPr txBox="1"/>
          <p:nvPr>
            <p:ph idx="3" type="subTitle"/>
          </p:nvPr>
        </p:nvSpPr>
        <p:spPr>
          <a:xfrm>
            <a:off x="3420000"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497" name="Google Shape;3497;p457"/>
          <p:cNvSpPr txBox="1"/>
          <p:nvPr>
            <p:ph idx="4" type="subTitle"/>
          </p:nvPr>
        </p:nvSpPr>
        <p:spPr>
          <a:xfrm>
            <a:off x="3420000"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498" name="Google Shape;3498;p457"/>
          <p:cNvSpPr txBox="1"/>
          <p:nvPr>
            <p:ph idx="5" type="subTitle"/>
          </p:nvPr>
        </p:nvSpPr>
        <p:spPr>
          <a:xfrm>
            <a:off x="588187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499" name="Google Shape;3499;p457"/>
          <p:cNvSpPr txBox="1"/>
          <p:nvPr>
            <p:ph idx="6" type="subTitle"/>
          </p:nvPr>
        </p:nvSpPr>
        <p:spPr>
          <a:xfrm>
            <a:off x="588187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500" name="Google Shape;3500;p457"/>
          <p:cNvSpPr txBox="1"/>
          <p:nvPr>
            <p:ph idx="7" type="subTitle"/>
          </p:nvPr>
        </p:nvSpPr>
        <p:spPr>
          <a:xfrm>
            <a:off x="2189050"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501" name="Google Shape;3501;p457"/>
          <p:cNvSpPr txBox="1"/>
          <p:nvPr>
            <p:ph idx="8" type="subTitle"/>
          </p:nvPr>
        </p:nvSpPr>
        <p:spPr>
          <a:xfrm>
            <a:off x="2189050"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502" name="Google Shape;3502;p457"/>
          <p:cNvSpPr txBox="1"/>
          <p:nvPr>
            <p:ph idx="9" type="subTitle"/>
          </p:nvPr>
        </p:nvSpPr>
        <p:spPr>
          <a:xfrm>
            <a:off x="4650925"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503" name="Google Shape;3503;p457"/>
          <p:cNvSpPr txBox="1"/>
          <p:nvPr>
            <p:ph idx="13" type="subTitle"/>
          </p:nvPr>
        </p:nvSpPr>
        <p:spPr>
          <a:xfrm>
            <a:off x="4650925"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_1_1_1_1_1_1">
    <p:bg>
      <p:bgPr>
        <a:solidFill>
          <a:schemeClr val="dk1"/>
        </a:solidFill>
      </p:bgPr>
    </p:bg>
    <p:spTree>
      <p:nvGrpSpPr>
        <p:cNvPr id="3504" name="Shape 3504"/>
        <p:cNvGrpSpPr/>
        <p:nvPr/>
      </p:nvGrpSpPr>
      <p:grpSpPr>
        <a:xfrm>
          <a:off x="0" y="0"/>
          <a:ext cx="0" cy="0"/>
          <a:chOff x="0" y="0"/>
          <a:chExt cx="0" cy="0"/>
        </a:xfrm>
      </p:grpSpPr>
      <p:grpSp>
        <p:nvGrpSpPr>
          <p:cNvPr id="3505" name="Google Shape;3505;p458"/>
          <p:cNvGrpSpPr/>
          <p:nvPr/>
        </p:nvGrpSpPr>
        <p:grpSpPr>
          <a:xfrm>
            <a:off x="713225" y="539500"/>
            <a:ext cx="7717500" cy="4064400"/>
            <a:chOff x="713225" y="539500"/>
            <a:chExt cx="7717500" cy="4064400"/>
          </a:xfrm>
        </p:grpSpPr>
        <p:sp>
          <p:nvSpPr>
            <p:cNvPr id="3506" name="Google Shape;3506;p45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07" name="Google Shape;3507;p45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508" name="Google Shape;3508;p45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509" name="Google Shape;3509;p458"/>
          <p:cNvSpPr txBox="1"/>
          <p:nvPr>
            <p:ph idx="1" type="subTitle"/>
          </p:nvPr>
        </p:nvSpPr>
        <p:spPr>
          <a:xfrm>
            <a:off x="1134425"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510" name="Google Shape;3510;p458"/>
          <p:cNvSpPr txBox="1"/>
          <p:nvPr>
            <p:ph idx="2" type="subTitle"/>
          </p:nvPr>
        </p:nvSpPr>
        <p:spPr>
          <a:xfrm>
            <a:off x="113442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511" name="Google Shape;3511;p458"/>
          <p:cNvSpPr txBox="1"/>
          <p:nvPr>
            <p:ph idx="3" type="subTitle"/>
          </p:nvPr>
        </p:nvSpPr>
        <p:spPr>
          <a:xfrm>
            <a:off x="3495738"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512" name="Google Shape;3512;p458"/>
          <p:cNvSpPr txBox="1"/>
          <p:nvPr>
            <p:ph idx="4" type="subTitle"/>
          </p:nvPr>
        </p:nvSpPr>
        <p:spPr>
          <a:xfrm>
            <a:off x="3495750"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513" name="Google Shape;3513;p458"/>
          <p:cNvSpPr txBox="1"/>
          <p:nvPr>
            <p:ph idx="5" type="subTitle"/>
          </p:nvPr>
        </p:nvSpPr>
        <p:spPr>
          <a:xfrm>
            <a:off x="5857051"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514" name="Google Shape;3514;p458"/>
          <p:cNvSpPr txBox="1"/>
          <p:nvPr>
            <p:ph idx="6" type="subTitle"/>
          </p:nvPr>
        </p:nvSpPr>
        <p:spPr>
          <a:xfrm>
            <a:off x="585707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515" name="Google Shape;3515;p458"/>
          <p:cNvSpPr txBox="1"/>
          <p:nvPr>
            <p:ph idx="7" type="subTitle"/>
          </p:nvPr>
        </p:nvSpPr>
        <p:spPr>
          <a:xfrm>
            <a:off x="1134425"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516" name="Google Shape;3516;p458"/>
          <p:cNvSpPr txBox="1"/>
          <p:nvPr>
            <p:ph idx="8" type="subTitle"/>
          </p:nvPr>
        </p:nvSpPr>
        <p:spPr>
          <a:xfrm>
            <a:off x="113442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517" name="Google Shape;3517;p458"/>
          <p:cNvSpPr txBox="1"/>
          <p:nvPr>
            <p:ph idx="9" type="subTitle"/>
          </p:nvPr>
        </p:nvSpPr>
        <p:spPr>
          <a:xfrm>
            <a:off x="3495738"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518" name="Google Shape;3518;p458"/>
          <p:cNvSpPr txBox="1"/>
          <p:nvPr>
            <p:ph idx="13" type="subTitle"/>
          </p:nvPr>
        </p:nvSpPr>
        <p:spPr>
          <a:xfrm>
            <a:off x="3495750"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519" name="Google Shape;3519;p458"/>
          <p:cNvSpPr txBox="1"/>
          <p:nvPr>
            <p:ph idx="14" type="subTitle"/>
          </p:nvPr>
        </p:nvSpPr>
        <p:spPr>
          <a:xfrm>
            <a:off x="5857051"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520" name="Google Shape;3520;p458"/>
          <p:cNvSpPr txBox="1"/>
          <p:nvPr>
            <p:ph idx="15" type="subTitle"/>
          </p:nvPr>
        </p:nvSpPr>
        <p:spPr>
          <a:xfrm>
            <a:off x="585707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21">
    <p:bg>
      <p:bgPr>
        <a:solidFill>
          <a:schemeClr val="dk1"/>
        </a:solidFill>
      </p:bgPr>
    </p:bg>
    <p:spTree>
      <p:nvGrpSpPr>
        <p:cNvPr id="3521" name="Shape 3521"/>
        <p:cNvGrpSpPr/>
        <p:nvPr/>
      </p:nvGrpSpPr>
      <p:grpSpPr>
        <a:xfrm>
          <a:off x="0" y="0"/>
          <a:ext cx="0" cy="0"/>
          <a:chOff x="0" y="0"/>
          <a:chExt cx="0" cy="0"/>
        </a:xfrm>
      </p:grpSpPr>
      <p:grpSp>
        <p:nvGrpSpPr>
          <p:cNvPr id="3522" name="Google Shape;3522;p459"/>
          <p:cNvGrpSpPr/>
          <p:nvPr/>
        </p:nvGrpSpPr>
        <p:grpSpPr>
          <a:xfrm>
            <a:off x="713225" y="539500"/>
            <a:ext cx="7717500" cy="4064400"/>
            <a:chOff x="713225" y="539500"/>
            <a:chExt cx="7717500" cy="4064400"/>
          </a:xfrm>
        </p:grpSpPr>
        <p:sp>
          <p:nvSpPr>
            <p:cNvPr id="3523" name="Google Shape;3523;p45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24" name="Google Shape;3524;p45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525" name="Google Shape;3525;p45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526" name="Google Shape;3526;p459"/>
          <p:cNvSpPr txBox="1"/>
          <p:nvPr>
            <p:ph idx="1" type="subTitle"/>
          </p:nvPr>
        </p:nvSpPr>
        <p:spPr>
          <a:xfrm>
            <a:off x="1059065"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527" name="Google Shape;3527;p459"/>
          <p:cNvSpPr txBox="1"/>
          <p:nvPr>
            <p:ph idx="2" type="subTitle"/>
          </p:nvPr>
        </p:nvSpPr>
        <p:spPr>
          <a:xfrm>
            <a:off x="1059065"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528" name="Google Shape;3528;p459"/>
          <p:cNvSpPr txBox="1"/>
          <p:nvPr>
            <p:ph idx="3" type="subTitle"/>
          </p:nvPr>
        </p:nvSpPr>
        <p:spPr>
          <a:xfrm>
            <a:off x="1059052" y="2806879"/>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529" name="Google Shape;3529;p459"/>
          <p:cNvSpPr txBox="1"/>
          <p:nvPr>
            <p:ph idx="4" type="subTitle"/>
          </p:nvPr>
        </p:nvSpPr>
        <p:spPr>
          <a:xfrm>
            <a:off x="1059070" y="2454554"/>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530" name="Google Shape;3530;p459"/>
          <p:cNvSpPr txBox="1"/>
          <p:nvPr>
            <p:ph idx="5" type="subTitle"/>
          </p:nvPr>
        </p:nvSpPr>
        <p:spPr>
          <a:xfrm>
            <a:off x="5042599"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531" name="Google Shape;3531;p459"/>
          <p:cNvSpPr txBox="1"/>
          <p:nvPr>
            <p:ph idx="6" type="subTitle"/>
          </p:nvPr>
        </p:nvSpPr>
        <p:spPr>
          <a:xfrm>
            <a:off x="5042634"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532" name="Google Shape;3532;p459"/>
          <p:cNvSpPr txBox="1"/>
          <p:nvPr>
            <p:ph idx="7" type="subTitle"/>
          </p:nvPr>
        </p:nvSpPr>
        <p:spPr>
          <a:xfrm>
            <a:off x="1059065"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533" name="Google Shape;3533;p459"/>
          <p:cNvSpPr txBox="1"/>
          <p:nvPr>
            <p:ph idx="8" type="subTitle"/>
          </p:nvPr>
        </p:nvSpPr>
        <p:spPr>
          <a:xfrm>
            <a:off x="1059065"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534" name="Google Shape;3534;p459"/>
          <p:cNvSpPr txBox="1"/>
          <p:nvPr>
            <p:ph idx="9" type="subTitle"/>
          </p:nvPr>
        </p:nvSpPr>
        <p:spPr>
          <a:xfrm>
            <a:off x="5042630" y="2806867"/>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535" name="Google Shape;3535;p459"/>
          <p:cNvSpPr txBox="1"/>
          <p:nvPr>
            <p:ph idx="13" type="subTitle"/>
          </p:nvPr>
        </p:nvSpPr>
        <p:spPr>
          <a:xfrm>
            <a:off x="5042648" y="24545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536" name="Google Shape;3536;p459"/>
          <p:cNvSpPr txBox="1"/>
          <p:nvPr>
            <p:ph idx="14" type="subTitle"/>
          </p:nvPr>
        </p:nvSpPr>
        <p:spPr>
          <a:xfrm>
            <a:off x="5042599"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537" name="Google Shape;3537;p459"/>
          <p:cNvSpPr txBox="1"/>
          <p:nvPr>
            <p:ph idx="15" type="subTitle"/>
          </p:nvPr>
        </p:nvSpPr>
        <p:spPr>
          <a:xfrm>
            <a:off x="5042634"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_1_1_1_1_1">
    <p:bg>
      <p:bgPr>
        <a:solidFill>
          <a:schemeClr val="dk1"/>
        </a:solidFill>
      </p:bgPr>
    </p:bg>
    <p:spTree>
      <p:nvGrpSpPr>
        <p:cNvPr id="3538" name="Shape 3538"/>
        <p:cNvGrpSpPr/>
        <p:nvPr/>
      </p:nvGrpSpPr>
      <p:grpSpPr>
        <a:xfrm>
          <a:off x="0" y="0"/>
          <a:ext cx="0" cy="0"/>
          <a:chOff x="0" y="0"/>
          <a:chExt cx="0" cy="0"/>
        </a:xfrm>
      </p:grpSpPr>
      <p:grpSp>
        <p:nvGrpSpPr>
          <p:cNvPr id="3539" name="Google Shape;3539;p460"/>
          <p:cNvGrpSpPr/>
          <p:nvPr/>
        </p:nvGrpSpPr>
        <p:grpSpPr>
          <a:xfrm>
            <a:off x="713225" y="539500"/>
            <a:ext cx="7717500" cy="4064400"/>
            <a:chOff x="713225" y="539500"/>
            <a:chExt cx="7717500" cy="4064400"/>
          </a:xfrm>
        </p:grpSpPr>
        <p:sp>
          <p:nvSpPr>
            <p:cNvPr id="3540" name="Google Shape;3540;p46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41" name="Google Shape;3541;p460"/>
            <p:cNvCxnSpPr/>
            <p:nvPr/>
          </p:nvCxnSpPr>
          <p:spPr>
            <a:xfrm>
              <a:off x="734825" y="1483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542" name="Google Shape;3542;p460"/>
          <p:cNvSpPr txBox="1"/>
          <p:nvPr>
            <p:ph type="title"/>
          </p:nvPr>
        </p:nvSpPr>
        <p:spPr>
          <a:xfrm>
            <a:off x="3607800" y="539500"/>
            <a:ext cx="4519200" cy="939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r">
              <a:spcBef>
                <a:spcPts val="0"/>
              </a:spcBef>
              <a:spcAft>
                <a:spcPts val="0"/>
              </a:spcAft>
              <a:buClr>
                <a:schemeClr val="lt1"/>
              </a:buClr>
              <a:buSzPts val="4800"/>
              <a:buNone/>
              <a:defRPr sz="4800">
                <a:solidFill>
                  <a:schemeClr val="lt1"/>
                </a:solidFill>
              </a:defRPr>
            </a:lvl2pPr>
            <a:lvl3pPr lvl="2" algn="r">
              <a:spcBef>
                <a:spcPts val="0"/>
              </a:spcBef>
              <a:spcAft>
                <a:spcPts val="0"/>
              </a:spcAft>
              <a:buClr>
                <a:schemeClr val="lt1"/>
              </a:buClr>
              <a:buSzPts val="4800"/>
              <a:buNone/>
              <a:defRPr sz="4800">
                <a:solidFill>
                  <a:schemeClr val="lt1"/>
                </a:solidFill>
              </a:defRPr>
            </a:lvl3pPr>
            <a:lvl4pPr lvl="3" algn="r">
              <a:spcBef>
                <a:spcPts val="0"/>
              </a:spcBef>
              <a:spcAft>
                <a:spcPts val="0"/>
              </a:spcAft>
              <a:buClr>
                <a:schemeClr val="lt1"/>
              </a:buClr>
              <a:buSzPts val="4800"/>
              <a:buNone/>
              <a:defRPr sz="4800">
                <a:solidFill>
                  <a:schemeClr val="lt1"/>
                </a:solidFill>
              </a:defRPr>
            </a:lvl4pPr>
            <a:lvl5pPr lvl="4" algn="r">
              <a:spcBef>
                <a:spcPts val="0"/>
              </a:spcBef>
              <a:spcAft>
                <a:spcPts val="0"/>
              </a:spcAft>
              <a:buClr>
                <a:schemeClr val="lt1"/>
              </a:buClr>
              <a:buSzPts val="4800"/>
              <a:buNone/>
              <a:defRPr sz="4800">
                <a:solidFill>
                  <a:schemeClr val="lt1"/>
                </a:solidFill>
              </a:defRPr>
            </a:lvl5pPr>
            <a:lvl6pPr lvl="5" algn="r">
              <a:spcBef>
                <a:spcPts val="0"/>
              </a:spcBef>
              <a:spcAft>
                <a:spcPts val="0"/>
              </a:spcAft>
              <a:buClr>
                <a:schemeClr val="lt1"/>
              </a:buClr>
              <a:buSzPts val="4800"/>
              <a:buNone/>
              <a:defRPr sz="4800">
                <a:solidFill>
                  <a:schemeClr val="lt1"/>
                </a:solidFill>
              </a:defRPr>
            </a:lvl6pPr>
            <a:lvl7pPr lvl="6" algn="r">
              <a:spcBef>
                <a:spcPts val="0"/>
              </a:spcBef>
              <a:spcAft>
                <a:spcPts val="0"/>
              </a:spcAft>
              <a:buClr>
                <a:schemeClr val="lt1"/>
              </a:buClr>
              <a:buSzPts val="4800"/>
              <a:buNone/>
              <a:defRPr sz="4800">
                <a:solidFill>
                  <a:schemeClr val="lt1"/>
                </a:solidFill>
              </a:defRPr>
            </a:lvl7pPr>
            <a:lvl8pPr lvl="7" algn="r">
              <a:spcBef>
                <a:spcPts val="0"/>
              </a:spcBef>
              <a:spcAft>
                <a:spcPts val="0"/>
              </a:spcAft>
              <a:buClr>
                <a:schemeClr val="lt1"/>
              </a:buClr>
              <a:buSzPts val="4800"/>
              <a:buNone/>
              <a:defRPr sz="4800">
                <a:solidFill>
                  <a:schemeClr val="lt1"/>
                </a:solidFill>
              </a:defRPr>
            </a:lvl8pPr>
            <a:lvl9pPr lvl="8" algn="r">
              <a:spcBef>
                <a:spcPts val="0"/>
              </a:spcBef>
              <a:spcAft>
                <a:spcPts val="0"/>
              </a:spcAft>
              <a:buClr>
                <a:schemeClr val="lt1"/>
              </a:buClr>
              <a:buSzPts val="4800"/>
              <a:buNone/>
              <a:defRPr sz="4800">
                <a:solidFill>
                  <a:schemeClr val="lt1"/>
                </a:solidFill>
              </a:defRPr>
            </a:lvl9pPr>
          </a:lstStyle>
          <a:p/>
        </p:txBody>
      </p:sp>
      <p:sp>
        <p:nvSpPr>
          <p:cNvPr id="3543" name="Google Shape;3543;p460"/>
          <p:cNvSpPr txBox="1"/>
          <p:nvPr>
            <p:ph idx="1" type="subTitle"/>
          </p:nvPr>
        </p:nvSpPr>
        <p:spPr>
          <a:xfrm>
            <a:off x="3607800" y="2278000"/>
            <a:ext cx="4519200" cy="744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r">
              <a:lnSpc>
                <a:spcPct val="100000"/>
              </a:lnSpc>
              <a:spcBef>
                <a:spcPts val="0"/>
              </a:spcBef>
              <a:spcAft>
                <a:spcPts val="0"/>
              </a:spcAft>
              <a:buClr>
                <a:schemeClr val="lt1"/>
              </a:buClr>
              <a:buSzPts val="2800"/>
              <a:buNone/>
              <a:defRPr sz="2800">
                <a:solidFill>
                  <a:schemeClr val="lt1"/>
                </a:solidFill>
              </a:defRPr>
            </a:lvl2pPr>
            <a:lvl3pPr lvl="2" algn="r">
              <a:lnSpc>
                <a:spcPct val="100000"/>
              </a:lnSpc>
              <a:spcBef>
                <a:spcPts val="0"/>
              </a:spcBef>
              <a:spcAft>
                <a:spcPts val="0"/>
              </a:spcAft>
              <a:buClr>
                <a:schemeClr val="lt1"/>
              </a:buClr>
              <a:buSzPts val="2800"/>
              <a:buNone/>
              <a:defRPr sz="2800">
                <a:solidFill>
                  <a:schemeClr val="lt1"/>
                </a:solidFill>
              </a:defRPr>
            </a:lvl3pPr>
            <a:lvl4pPr lvl="3" algn="r">
              <a:lnSpc>
                <a:spcPct val="100000"/>
              </a:lnSpc>
              <a:spcBef>
                <a:spcPts val="0"/>
              </a:spcBef>
              <a:spcAft>
                <a:spcPts val="0"/>
              </a:spcAft>
              <a:buClr>
                <a:schemeClr val="lt1"/>
              </a:buClr>
              <a:buSzPts val="2800"/>
              <a:buNone/>
              <a:defRPr sz="2800">
                <a:solidFill>
                  <a:schemeClr val="lt1"/>
                </a:solidFill>
              </a:defRPr>
            </a:lvl4pPr>
            <a:lvl5pPr lvl="4" algn="r">
              <a:lnSpc>
                <a:spcPct val="100000"/>
              </a:lnSpc>
              <a:spcBef>
                <a:spcPts val="0"/>
              </a:spcBef>
              <a:spcAft>
                <a:spcPts val="0"/>
              </a:spcAft>
              <a:buClr>
                <a:schemeClr val="lt1"/>
              </a:buClr>
              <a:buSzPts val="2800"/>
              <a:buNone/>
              <a:defRPr sz="2800">
                <a:solidFill>
                  <a:schemeClr val="lt1"/>
                </a:solidFill>
              </a:defRPr>
            </a:lvl5pPr>
            <a:lvl6pPr lvl="5" algn="r">
              <a:lnSpc>
                <a:spcPct val="100000"/>
              </a:lnSpc>
              <a:spcBef>
                <a:spcPts val="0"/>
              </a:spcBef>
              <a:spcAft>
                <a:spcPts val="0"/>
              </a:spcAft>
              <a:buClr>
                <a:schemeClr val="lt1"/>
              </a:buClr>
              <a:buSzPts val="2800"/>
              <a:buNone/>
              <a:defRPr sz="2800">
                <a:solidFill>
                  <a:schemeClr val="lt1"/>
                </a:solidFill>
              </a:defRPr>
            </a:lvl6pPr>
            <a:lvl7pPr lvl="6" algn="r">
              <a:lnSpc>
                <a:spcPct val="100000"/>
              </a:lnSpc>
              <a:spcBef>
                <a:spcPts val="0"/>
              </a:spcBef>
              <a:spcAft>
                <a:spcPts val="0"/>
              </a:spcAft>
              <a:buClr>
                <a:schemeClr val="lt1"/>
              </a:buClr>
              <a:buSzPts val="2800"/>
              <a:buNone/>
              <a:defRPr sz="2800">
                <a:solidFill>
                  <a:schemeClr val="lt1"/>
                </a:solidFill>
              </a:defRPr>
            </a:lvl7pPr>
            <a:lvl8pPr lvl="7"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sp>
        <p:nvSpPr>
          <p:cNvPr id="3544" name="Google Shape;3544;p460"/>
          <p:cNvSpPr txBox="1"/>
          <p:nvPr>
            <p:ph idx="2" type="subTitle"/>
          </p:nvPr>
        </p:nvSpPr>
        <p:spPr>
          <a:xfrm>
            <a:off x="3607800" y="1769750"/>
            <a:ext cx="4519200" cy="510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3545" name="Google Shape;3545;p460"/>
          <p:cNvSpPr txBox="1"/>
          <p:nvPr/>
        </p:nvSpPr>
        <p:spPr>
          <a:xfrm>
            <a:off x="3508050" y="3477600"/>
            <a:ext cx="4718700" cy="554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Roboto"/>
                <a:ea typeface="Roboto"/>
                <a:cs typeface="Roboto"/>
                <a:sym typeface="Roboto"/>
              </a:rPr>
              <a:t>CREDITS:</a:t>
            </a:r>
            <a:r>
              <a:rPr lang="en" sz="1200">
                <a:solidFill>
                  <a:schemeClr val="lt1"/>
                </a:solidFill>
                <a:latin typeface="Roboto"/>
                <a:ea typeface="Roboto"/>
                <a:cs typeface="Roboto"/>
                <a:sym typeface="Roboto"/>
              </a:rPr>
              <a:t> This presentation template was created by </a:t>
            </a:r>
            <a:r>
              <a:rPr b="1" lang="en" sz="1200">
                <a:solidFill>
                  <a:schemeClr val="accent1"/>
                </a:solidFill>
                <a:uFill>
                  <a:noFill/>
                </a:uFill>
                <a:latin typeface="Roboto"/>
                <a:ea typeface="Roboto"/>
                <a:cs typeface="Roboto"/>
                <a:sym typeface="Roboto"/>
                <a:hlinkClick r:id="rId2">
                  <a:extLst>
                    <a:ext uri="{A12FA001-AC4F-418D-AE19-62706E023703}">
                      <ahyp:hlinkClr val="tx"/>
                    </a:ext>
                  </a:extLst>
                </a:hlinkClick>
              </a:rPr>
              <a:t>Slidesgo</a:t>
            </a:r>
            <a:r>
              <a:rPr b="1" lang="en" sz="1200">
                <a:solidFill>
                  <a:schemeClr val="accent6"/>
                </a:solidFill>
                <a:latin typeface="Roboto"/>
                <a:ea typeface="Roboto"/>
                <a:cs typeface="Roboto"/>
                <a:sym typeface="Roboto"/>
              </a:rPr>
              <a:t>,</a:t>
            </a:r>
            <a:r>
              <a:rPr lang="en" sz="1200">
                <a:solidFill>
                  <a:schemeClr val="lt1"/>
                </a:solidFill>
                <a:latin typeface="Roboto"/>
                <a:ea typeface="Roboto"/>
                <a:cs typeface="Roboto"/>
                <a:sym typeface="Roboto"/>
              </a:rPr>
              <a:t> including icons by </a:t>
            </a:r>
            <a:r>
              <a:rPr b="1" lang="en" sz="1200">
                <a:solidFill>
                  <a:schemeClr val="accent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1"/>
                </a:solidFill>
                <a:latin typeface="Roboto"/>
                <a:ea typeface="Roboto"/>
                <a:cs typeface="Roboto"/>
                <a:sym typeface="Roboto"/>
              </a:rPr>
              <a:t>, and infographics &amp; images by </a:t>
            </a:r>
            <a:r>
              <a:rPr b="1" lang="en" sz="1200">
                <a:solidFill>
                  <a:schemeClr val="accent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accent1"/>
              </a:solidFill>
              <a:latin typeface="Roboto"/>
              <a:ea typeface="Roboto"/>
              <a:cs typeface="Roboto"/>
              <a:sym typeface="Roboto"/>
            </a:endParaRPr>
          </a:p>
        </p:txBody>
      </p:sp>
    </p:spTree>
  </p:cSld>
  <p:clrMapOvr>
    <a:masterClrMapping/>
  </p:clrMapOvr>
</p:sldLayout>
</file>

<file path=ppt/slideLayouts/slideLayout4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_1_1_1_1_1">
    <p:bg>
      <p:bgPr>
        <a:solidFill>
          <a:schemeClr val="dk1"/>
        </a:solidFill>
      </p:bgPr>
    </p:bg>
    <p:spTree>
      <p:nvGrpSpPr>
        <p:cNvPr id="3546" name="Shape 3546"/>
        <p:cNvGrpSpPr/>
        <p:nvPr/>
      </p:nvGrpSpPr>
      <p:grpSpPr>
        <a:xfrm>
          <a:off x="0" y="0"/>
          <a:ext cx="0" cy="0"/>
          <a:chOff x="0" y="0"/>
          <a:chExt cx="0" cy="0"/>
        </a:xfrm>
      </p:grpSpPr>
      <p:sp>
        <p:nvSpPr>
          <p:cNvPr id="3547" name="Google Shape;3547;p46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_1_1_1_1_1">
    <p:bg>
      <p:bgPr>
        <a:solidFill>
          <a:schemeClr val="dk1"/>
        </a:solidFill>
      </p:bgPr>
    </p:bg>
    <p:spTree>
      <p:nvGrpSpPr>
        <p:cNvPr id="3548" name="Shape 3548"/>
        <p:cNvGrpSpPr/>
        <p:nvPr/>
      </p:nvGrpSpPr>
      <p:grpSpPr>
        <a:xfrm>
          <a:off x="0" y="0"/>
          <a:ext cx="0" cy="0"/>
          <a:chOff x="0" y="0"/>
          <a:chExt cx="0" cy="0"/>
        </a:xfrm>
      </p:grpSpPr>
      <p:grpSp>
        <p:nvGrpSpPr>
          <p:cNvPr id="3549" name="Google Shape;3549;p462"/>
          <p:cNvGrpSpPr/>
          <p:nvPr/>
        </p:nvGrpSpPr>
        <p:grpSpPr>
          <a:xfrm>
            <a:off x="713225" y="539500"/>
            <a:ext cx="7717500" cy="4064400"/>
            <a:chOff x="713225" y="539500"/>
            <a:chExt cx="7717500" cy="4064400"/>
          </a:xfrm>
        </p:grpSpPr>
        <p:sp>
          <p:nvSpPr>
            <p:cNvPr id="3550" name="Google Shape;3550;p46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51" name="Google Shape;3551;p46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Layouts/slideLayout4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3556" name="Shape 3556"/>
        <p:cNvGrpSpPr/>
        <p:nvPr/>
      </p:nvGrpSpPr>
      <p:grpSpPr>
        <a:xfrm>
          <a:off x="0" y="0"/>
          <a:ext cx="0" cy="0"/>
          <a:chOff x="0" y="0"/>
          <a:chExt cx="0" cy="0"/>
        </a:xfrm>
      </p:grpSpPr>
      <p:sp>
        <p:nvSpPr>
          <p:cNvPr id="3557" name="Google Shape;3557;p46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64"/>
          <p:cNvSpPr txBox="1"/>
          <p:nvPr>
            <p:ph type="ctrTitle"/>
          </p:nvPr>
        </p:nvSpPr>
        <p:spPr>
          <a:xfrm>
            <a:off x="2048825" y="848600"/>
            <a:ext cx="5046300" cy="10305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3559" name="Google Shape;3559;p464"/>
          <p:cNvSpPr txBox="1"/>
          <p:nvPr>
            <p:ph idx="1" type="subTitle"/>
          </p:nvPr>
        </p:nvSpPr>
        <p:spPr>
          <a:xfrm>
            <a:off x="2048825" y="3798375"/>
            <a:ext cx="50463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560" name="Google Shape;3560;p464"/>
          <p:cNvSpPr txBox="1"/>
          <p:nvPr>
            <p:ph idx="2" type="subTitle"/>
          </p:nvPr>
        </p:nvSpPr>
        <p:spPr>
          <a:xfrm>
            <a:off x="2902475" y="1879100"/>
            <a:ext cx="3339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4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3561" name="Shape 3561"/>
        <p:cNvGrpSpPr/>
        <p:nvPr/>
      </p:nvGrpSpPr>
      <p:grpSpPr>
        <a:xfrm>
          <a:off x="0" y="0"/>
          <a:ext cx="0" cy="0"/>
          <a:chOff x="0" y="0"/>
          <a:chExt cx="0" cy="0"/>
        </a:xfrm>
      </p:grpSpPr>
      <p:sp>
        <p:nvSpPr>
          <p:cNvPr id="3562" name="Google Shape;3562;p46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65"/>
          <p:cNvSpPr/>
          <p:nvPr/>
        </p:nvSpPr>
        <p:spPr>
          <a:xfrm flipH="1" rot="-5400000">
            <a:off x="-1114550" y="743900"/>
            <a:ext cx="3655500" cy="3655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65"/>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3565" name="Google Shape;3565;p465"/>
          <p:cNvSpPr txBox="1"/>
          <p:nvPr>
            <p:ph hasCustomPrompt="1" idx="2" type="title"/>
          </p:nvPr>
        </p:nvSpPr>
        <p:spPr>
          <a:xfrm>
            <a:off x="821288" y="157487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3566" name="Google Shape;3566;p465"/>
          <p:cNvSpPr txBox="1"/>
          <p:nvPr>
            <p:ph idx="1" type="subTitle"/>
          </p:nvPr>
        </p:nvSpPr>
        <p:spPr>
          <a:xfrm>
            <a:off x="2971613" y="32407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4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3567" name="Shape 3567"/>
        <p:cNvGrpSpPr/>
        <p:nvPr/>
      </p:nvGrpSpPr>
      <p:grpSpPr>
        <a:xfrm>
          <a:off x="0" y="0"/>
          <a:ext cx="0" cy="0"/>
          <a:chOff x="0" y="0"/>
          <a:chExt cx="0" cy="0"/>
        </a:xfrm>
      </p:grpSpPr>
      <p:grpSp>
        <p:nvGrpSpPr>
          <p:cNvPr id="3568" name="Google Shape;3568;p466"/>
          <p:cNvGrpSpPr/>
          <p:nvPr/>
        </p:nvGrpSpPr>
        <p:grpSpPr>
          <a:xfrm>
            <a:off x="713225" y="539500"/>
            <a:ext cx="7717500" cy="4064400"/>
            <a:chOff x="713225" y="539500"/>
            <a:chExt cx="7717500" cy="4064400"/>
          </a:xfrm>
        </p:grpSpPr>
        <p:cxnSp>
          <p:nvCxnSpPr>
            <p:cNvPr id="3569" name="Google Shape;3569;p46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3570" name="Google Shape;3570;p46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1" name="Google Shape;3571;p46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572" name="Google Shape;3572;p466"/>
          <p:cNvSpPr txBox="1"/>
          <p:nvPr>
            <p:ph idx="1" type="subTitle"/>
          </p:nvPr>
        </p:nvSpPr>
        <p:spPr>
          <a:xfrm>
            <a:off x="2817300" y="2114400"/>
            <a:ext cx="3509400" cy="1529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6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4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3573" name="Shape 3573"/>
        <p:cNvGrpSpPr/>
        <p:nvPr/>
      </p:nvGrpSpPr>
      <p:grpSpPr>
        <a:xfrm>
          <a:off x="0" y="0"/>
          <a:ext cx="0" cy="0"/>
          <a:chOff x="0" y="0"/>
          <a:chExt cx="0" cy="0"/>
        </a:xfrm>
      </p:grpSpPr>
      <p:grpSp>
        <p:nvGrpSpPr>
          <p:cNvPr id="3574" name="Google Shape;3574;p467"/>
          <p:cNvGrpSpPr/>
          <p:nvPr/>
        </p:nvGrpSpPr>
        <p:grpSpPr>
          <a:xfrm>
            <a:off x="713225" y="539500"/>
            <a:ext cx="7717500" cy="4064400"/>
            <a:chOff x="713225" y="539500"/>
            <a:chExt cx="7717500" cy="4064400"/>
          </a:xfrm>
        </p:grpSpPr>
        <p:sp>
          <p:nvSpPr>
            <p:cNvPr id="3575" name="Google Shape;3575;p46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76" name="Google Shape;3576;p46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577" name="Google Shape;3577;p46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578" name="Google Shape;3578;p467"/>
          <p:cNvSpPr txBox="1"/>
          <p:nvPr>
            <p:ph idx="1" type="subTitle"/>
          </p:nvPr>
        </p:nvSpPr>
        <p:spPr>
          <a:xfrm>
            <a:off x="1425525" y="32987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579" name="Google Shape;3579;p467"/>
          <p:cNvSpPr txBox="1"/>
          <p:nvPr>
            <p:ph idx="2" type="subTitle"/>
          </p:nvPr>
        </p:nvSpPr>
        <p:spPr>
          <a:xfrm>
            <a:off x="1425525" y="2867137"/>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580" name="Google Shape;3580;p467"/>
          <p:cNvSpPr txBox="1"/>
          <p:nvPr>
            <p:ph idx="3" type="subTitle"/>
          </p:nvPr>
        </p:nvSpPr>
        <p:spPr>
          <a:xfrm>
            <a:off x="5333725" y="32885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581" name="Google Shape;3581;p467"/>
          <p:cNvSpPr txBox="1"/>
          <p:nvPr>
            <p:ph idx="4" type="subTitle"/>
          </p:nvPr>
        </p:nvSpPr>
        <p:spPr>
          <a:xfrm>
            <a:off x="5333725" y="28586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3582" name="Shape 3582"/>
        <p:cNvGrpSpPr/>
        <p:nvPr/>
      </p:nvGrpSpPr>
      <p:grpSpPr>
        <a:xfrm>
          <a:off x="0" y="0"/>
          <a:ext cx="0" cy="0"/>
          <a:chOff x="0" y="0"/>
          <a:chExt cx="0" cy="0"/>
        </a:xfrm>
      </p:grpSpPr>
      <p:grpSp>
        <p:nvGrpSpPr>
          <p:cNvPr id="3583" name="Google Shape;3583;p468"/>
          <p:cNvGrpSpPr/>
          <p:nvPr/>
        </p:nvGrpSpPr>
        <p:grpSpPr>
          <a:xfrm>
            <a:off x="713225" y="539500"/>
            <a:ext cx="7717500" cy="4064400"/>
            <a:chOff x="713225" y="539500"/>
            <a:chExt cx="7717500" cy="4064400"/>
          </a:xfrm>
        </p:grpSpPr>
        <p:sp>
          <p:nvSpPr>
            <p:cNvPr id="3584" name="Google Shape;3584;p46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85" name="Google Shape;3585;p46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586" name="Google Shape;3586;p46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4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3587" name="Shape 3587"/>
        <p:cNvGrpSpPr/>
        <p:nvPr/>
      </p:nvGrpSpPr>
      <p:grpSpPr>
        <a:xfrm>
          <a:off x="0" y="0"/>
          <a:ext cx="0" cy="0"/>
          <a:chOff x="0" y="0"/>
          <a:chExt cx="0" cy="0"/>
        </a:xfrm>
      </p:grpSpPr>
      <p:grpSp>
        <p:nvGrpSpPr>
          <p:cNvPr id="3588" name="Google Shape;3588;p469"/>
          <p:cNvGrpSpPr/>
          <p:nvPr/>
        </p:nvGrpSpPr>
        <p:grpSpPr>
          <a:xfrm>
            <a:off x="713225" y="539500"/>
            <a:ext cx="7717500" cy="4064400"/>
            <a:chOff x="713225" y="539500"/>
            <a:chExt cx="7717500" cy="4064400"/>
          </a:xfrm>
        </p:grpSpPr>
        <p:cxnSp>
          <p:nvCxnSpPr>
            <p:cNvPr id="3589" name="Google Shape;3589;p46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3590" name="Google Shape;3590;p46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1" name="Google Shape;3591;p46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592" name="Google Shape;3592;p469"/>
          <p:cNvSpPr txBox="1"/>
          <p:nvPr>
            <p:ph idx="1" type="subTitle"/>
          </p:nvPr>
        </p:nvSpPr>
        <p:spPr>
          <a:xfrm>
            <a:off x="2105700" y="1543900"/>
            <a:ext cx="4932600" cy="2550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800"/>
              <a:buChar char="●"/>
              <a:defRPr sz="1600">
                <a:solidFill>
                  <a:schemeClr val="lt1"/>
                </a:solidFill>
              </a:defRPr>
            </a:lvl1pPr>
            <a:lvl2pPr lvl="1">
              <a:lnSpc>
                <a:spcPct val="100000"/>
              </a:lnSpc>
              <a:spcBef>
                <a:spcPts val="0"/>
              </a:spcBef>
              <a:spcAft>
                <a:spcPts val="0"/>
              </a:spcAft>
              <a:buClr>
                <a:schemeClr val="lt1"/>
              </a:buClr>
              <a:buSzPts val="2800"/>
              <a:buChar char="○"/>
              <a:defRPr sz="2800">
                <a:solidFill>
                  <a:schemeClr val="lt1"/>
                </a:solidFill>
              </a:defRPr>
            </a:lvl2pPr>
            <a:lvl3pPr lvl="2">
              <a:lnSpc>
                <a:spcPct val="100000"/>
              </a:lnSpc>
              <a:spcBef>
                <a:spcPts val="0"/>
              </a:spcBef>
              <a:spcAft>
                <a:spcPts val="0"/>
              </a:spcAft>
              <a:buClr>
                <a:schemeClr val="lt1"/>
              </a:buClr>
              <a:buSzPts val="2800"/>
              <a:buChar char="■"/>
              <a:defRPr sz="2800">
                <a:solidFill>
                  <a:schemeClr val="lt1"/>
                </a:solidFill>
              </a:defRPr>
            </a:lvl3pPr>
            <a:lvl4pPr lvl="3">
              <a:lnSpc>
                <a:spcPct val="100000"/>
              </a:lnSpc>
              <a:spcBef>
                <a:spcPts val="0"/>
              </a:spcBef>
              <a:spcAft>
                <a:spcPts val="0"/>
              </a:spcAft>
              <a:buClr>
                <a:schemeClr val="lt1"/>
              </a:buClr>
              <a:buSzPts val="2800"/>
              <a:buChar char="●"/>
              <a:defRPr sz="2800">
                <a:solidFill>
                  <a:schemeClr val="lt1"/>
                </a:solidFill>
              </a:defRPr>
            </a:lvl4pPr>
            <a:lvl5pPr lvl="4">
              <a:lnSpc>
                <a:spcPct val="100000"/>
              </a:lnSpc>
              <a:spcBef>
                <a:spcPts val="0"/>
              </a:spcBef>
              <a:spcAft>
                <a:spcPts val="0"/>
              </a:spcAft>
              <a:buClr>
                <a:schemeClr val="lt1"/>
              </a:buClr>
              <a:buSzPts val="2800"/>
              <a:buChar char="○"/>
              <a:defRPr sz="2800">
                <a:solidFill>
                  <a:schemeClr val="lt1"/>
                </a:solidFill>
              </a:defRPr>
            </a:lvl5pPr>
            <a:lvl6pPr lvl="5">
              <a:lnSpc>
                <a:spcPct val="100000"/>
              </a:lnSpc>
              <a:spcBef>
                <a:spcPts val="0"/>
              </a:spcBef>
              <a:spcAft>
                <a:spcPts val="0"/>
              </a:spcAft>
              <a:buClr>
                <a:schemeClr val="lt1"/>
              </a:buClr>
              <a:buSzPts val="2800"/>
              <a:buChar char="■"/>
              <a:defRPr sz="2800">
                <a:solidFill>
                  <a:schemeClr val="lt1"/>
                </a:solidFill>
              </a:defRPr>
            </a:lvl6pPr>
            <a:lvl7pPr lvl="6">
              <a:lnSpc>
                <a:spcPct val="100000"/>
              </a:lnSpc>
              <a:spcBef>
                <a:spcPts val="0"/>
              </a:spcBef>
              <a:spcAft>
                <a:spcPts val="0"/>
              </a:spcAft>
              <a:buClr>
                <a:schemeClr val="lt1"/>
              </a:buClr>
              <a:buSzPts val="2800"/>
              <a:buChar char="●"/>
              <a:defRPr sz="2800">
                <a:solidFill>
                  <a:schemeClr val="lt1"/>
                </a:solidFill>
              </a:defRPr>
            </a:lvl7pPr>
            <a:lvl8pPr lvl="7">
              <a:lnSpc>
                <a:spcPct val="100000"/>
              </a:lnSpc>
              <a:spcBef>
                <a:spcPts val="0"/>
              </a:spcBef>
              <a:spcAft>
                <a:spcPts val="0"/>
              </a:spcAft>
              <a:buClr>
                <a:schemeClr val="lt1"/>
              </a:buClr>
              <a:buSzPts val="2800"/>
              <a:buChar char="○"/>
              <a:defRPr sz="2800">
                <a:solidFill>
                  <a:schemeClr val="lt1"/>
                </a:solidFill>
              </a:defRPr>
            </a:lvl8pPr>
            <a:lvl9pPr lvl="8">
              <a:lnSpc>
                <a:spcPct val="100000"/>
              </a:lnSpc>
              <a:spcBef>
                <a:spcPts val="0"/>
              </a:spcBef>
              <a:spcAft>
                <a:spcPts val="0"/>
              </a:spcAft>
              <a:buClr>
                <a:schemeClr val="lt1"/>
              </a:buClr>
              <a:buSzPts val="2800"/>
              <a:buChar char="■"/>
              <a:defRPr sz="2800">
                <a:solidFill>
                  <a:schemeClr val="lt1"/>
                </a:solidFill>
              </a:defRPr>
            </a:lvl9pPr>
          </a:lstStyle>
          <a:p/>
        </p:txBody>
      </p:sp>
    </p:spTree>
  </p:cSld>
  <p:clrMapOvr>
    <a:masterClrMapping/>
  </p:clrMapOvr>
</p:sldLayout>
</file>

<file path=ppt/slideLayouts/slideLayout4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3593" name="Shape 3593"/>
        <p:cNvGrpSpPr/>
        <p:nvPr/>
      </p:nvGrpSpPr>
      <p:grpSpPr>
        <a:xfrm>
          <a:off x="0" y="0"/>
          <a:ext cx="0" cy="0"/>
          <a:chOff x="0" y="0"/>
          <a:chExt cx="0" cy="0"/>
        </a:xfrm>
      </p:grpSpPr>
      <p:sp>
        <p:nvSpPr>
          <p:cNvPr id="3594" name="Google Shape;3594;p47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70"/>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4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3596" name="Shape 3596"/>
        <p:cNvGrpSpPr/>
        <p:nvPr/>
      </p:nvGrpSpPr>
      <p:grpSpPr>
        <a:xfrm>
          <a:off x="0" y="0"/>
          <a:ext cx="0" cy="0"/>
          <a:chOff x="0" y="0"/>
          <a:chExt cx="0" cy="0"/>
        </a:xfrm>
      </p:grpSpPr>
      <p:grpSp>
        <p:nvGrpSpPr>
          <p:cNvPr id="3597" name="Google Shape;3597;p471"/>
          <p:cNvGrpSpPr/>
          <p:nvPr/>
        </p:nvGrpSpPr>
        <p:grpSpPr>
          <a:xfrm>
            <a:off x="713225" y="539500"/>
            <a:ext cx="7717500" cy="4064400"/>
            <a:chOff x="713225" y="539500"/>
            <a:chExt cx="7717500" cy="4064400"/>
          </a:xfrm>
        </p:grpSpPr>
        <p:cxnSp>
          <p:nvCxnSpPr>
            <p:cNvPr id="3598" name="Google Shape;3598;p47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3599" name="Google Shape;3599;p47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00" name="Google Shape;3600;p471"/>
            <p:cNvCxnSpPr/>
            <p:nvPr/>
          </p:nvCxnSpPr>
          <p:spPr>
            <a:xfrm rot="10800000">
              <a:off x="4876775" y="1096300"/>
              <a:ext cx="0" cy="3507600"/>
            </a:xfrm>
            <a:prstGeom prst="straightConnector1">
              <a:avLst/>
            </a:prstGeom>
            <a:noFill/>
            <a:ln cap="flat" cmpd="sng" w="38100">
              <a:solidFill>
                <a:schemeClr val="accent1"/>
              </a:solidFill>
              <a:prstDash val="solid"/>
              <a:round/>
              <a:headEnd len="med" w="med" type="none"/>
              <a:tailEnd len="med" w="med" type="none"/>
            </a:ln>
          </p:spPr>
        </p:cxnSp>
      </p:grpSp>
      <p:sp>
        <p:nvSpPr>
          <p:cNvPr id="3601" name="Google Shape;3601;p47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602" name="Google Shape;3602;p471"/>
          <p:cNvSpPr txBox="1"/>
          <p:nvPr>
            <p:ph idx="1" type="subTitle"/>
          </p:nvPr>
        </p:nvSpPr>
        <p:spPr>
          <a:xfrm>
            <a:off x="1312950" y="2327975"/>
            <a:ext cx="2973000" cy="13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603" name="Google Shape;3603;p471"/>
          <p:cNvSpPr txBox="1"/>
          <p:nvPr>
            <p:ph idx="2" type="subTitle"/>
          </p:nvPr>
        </p:nvSpPr>
        <p:spPr>
          <a:xfrm>
            <a:off x="1312950" y="1809275"/>
            <a:ext cx="29730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4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3604" name="Shape 3604"/>
        <p:cNvGrpSpPr/>
        <p:nvPr/>
      </p:nvGrpSpPr>
      <p:grpSpPr>
        <a:xfrm>
          <a:off x="0" y="0"/>
          <a:ext cx="0" cy="0"/>
          <a:chOff x="0" y="0"/>
          <a:chExt cx="0" cy="0"/>
        </a:xfrm>
      </p:grpSpPr>
      <p:sp>
        <p:nvSpPr>
          <p:cNvPr id="3605" name="Google Shape;3605;p472"/>
          <p:cNvSpPr txBox="1"/>
          <p:nvPr>
            <p:ph type="title"/>
          </p:nvPr>
        </p:nvSpPr>
        <p:spPr>
          <a:xfrm>
            <a:off x="865625" y="3328700"/>
            <a:ext cx="6367800" cy="1427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3600"/>
              <a:buNone/>
              <a:defRPr sz="3600">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4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3606" name="Shape 3606"/>
        <p:cNvGrpSpPr/>
        <p:nvPr/>
      </p:nvGrpSpPr>
      <p:grpSpPr>
        <a:xfrm>
          <a:off x="0" y="0"/>
          <a:ext cx="0" cy="0"/>
          <a:chOff x="0" y="0"/>
          <a:chExt cx="0" cy="0"/>
        </a:xfrm>
      </p:grpSpPr>
      <p:sp>
        <p:nvSpPr>
          <p:cNvPr id="3607" name="Google Shape;3607;p47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73"/>
          <p:cNvSpPr txBox="1"/>
          <p:nvPr>
            <p:ph hasCustomPrompt="1" type="title"/>
          </p:nvPr>
        </p:nvSpPr>
        <p:spPr>
          <a:xfrm>
            <a:off x="994200" y="1505850"/>
            <a:ext cx="7155600" cy="13323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3609" name="Google Shape;3609;p473"/>
          <p:cNvSpPr txBox="1"/>
          <p:nvPr>
            <p:ph idx="1" type="subTitle"/>
          </p:nvPr>
        </p:nvSpPr>
        <p:spPr>
          <a:xfrm>
            <a:off x="994200" y="2838150"/>
            <a:ext cx="4774200" cy="79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3610" name="Shape 3610"/>
        <p:cNvGrpSpPr/>
        <p:nvPr/>
      </p:nvGrpSpPr>
      <p:grpSpPr>
        <a:xfrm>
          <a:off x="0" y="0"/>
          <a:ext cx="0" cy="0"/>
          <a:chOff x="0" y="0"/>
          <a:chExt cx="0" cy="0"/>
        </a:xfrm>
      </p:grpSpPr>
    </p:spTree>
  </p:cSld>
  <p:clrMapOvr>
    <a:masterClrMapping/>
  </p:clrMapOvr>
</p:sldLayout>
</file>

<file path=ppt/slideLayouts/slideLayout4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3611" name="Shape 3611"/>
        <p:cNvGrpSpPr/>
        <p:nvPr/>
      </p:nvGrpSpPr>
      <p:grpSpPr>
        <a:xfrm>
          <a:off x="0" y="0"/>
          <a:ext cx="0" cy="0"/>
          <a:chOff x="0" y="0"/>
          <a:chExt cx="0" cy="0"/>
        </a:xfrm>
      </p:grpSpPr>
      <p:sp>
        <p:nvSpPr>
          <p:cNvPr id="3612" name="Google Shape;3612;p475"/>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4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3613" name="Shape 3613"/>
        <p:cNvGrpSpPr/>
        <p:nvPr/>
      </p:nvGrpSpPr>
      <p:grpSpPr>
        <a:xfrm>
          <a:off x="0" y="0"/>
          <a:ext cx="0" cy="0"/>
          <a:chOff x="0" y="0"/>
          <a:chExt cx="0" cy="0"/>
        </a:xfrm>
      </p:grpSpPr>
      <p:grpSp>
        <p:nvGrpSpPr>
          <p:cNvPr id="3614" name="Google Shape;3614;p476"/>
          <p:cNvGrpSpPr/>
          <p:nvPr/>
        </p:nvGrpSpPr>
        <p:grpSpPr>
          <a:xfrm>
            <a:off x="713200" y="539513"/>
            <a:ext cx="7717600" cy="4064400"/>
            <a:chOff x="713125" y="539500"/>
            <a:chExt cx="7717600" cy="4064400"/>
          </a:xfrm>
        </p:grpSpPr>
        <p:cxnSp>
          <p:nvCxnSpPr>
            <p:cNvPr id="3615" name="Google Shape;3615;p476"/>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3616" name="Google Shape;3616;p47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17" name="Google Shape;3617;p476"/>
            <p:cNvCxnSpPr>
              <a:stCxn id="3616" idx="2"/>
            </p:cNvCxnSpPr>
            <p:nvPr/>
          </p:nvCxnSpPr>
          <p:spPr>
            <a:xfrm rot="10800000">
              <a:off x="45719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3618" name="Google Shape;3618;p476"/>
            <p:cNvCxnSpPr/>
            <p:nvPr/>
          </p:nvCxnSpPr>
          <p:spPr>
            <a:xfrm rot="10800000">
              <a:off x="713125" y="2912025"/>
              <a:ext cx="7709100" cy="0"/>
            </a:xfrm>
            <a:prstGeom prst="straightConnector1">
              <a:avLst/>
            </a:prstGeom>
            <a:noFill/>
            <a:ln cap="flat" cmpd="sng" w="38100">
              <a:solidFill>
                <a:schemeClr val="accent1"/>
              </a:solidFill>
              <a:prstDash val="solid"/>
              <a:round/>
              <a:headEnd len="med" w="med" type="none"/>
              <a:tailEnd len="med" w="med" type="none"/>
            </a:ln>
          </p:spPr>
        </p:cxnSp>
        <p:cxnSp>
          <p:nvCxnSpPr>
            <p:cNvPr id="3619" name="Google Shape;3619;p476"/>
            <p:cNvCxnSpPr/>
            <p:nvPr/>
          </p:nvCxnSpPr>
          <p:spPr>
            <a:xfrm rot="10800000">
              <a:off x="17602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3620" name="Google Shape;3620;p476"/>
            <p:cNvCxnSpPr/>
            <p:nvPr/>
          </p:nvCxnSpPr>
          <p:spPr>
            <a:xfrm rot="10800000">
              <a:off x="7378100" y="1254400"/>
              <a:ext cx="0" cy="3349500"/>
            </a:xfrm>
            <a:prstGeom prst="straightConnector1">
              <a:avLst/>
            </a:prstGeom>
            <a:noFill/>
            <a:ln cap="flat" cmpd="sng" w="38100">
              <a:solidFill>
                <a:schemeClr val="accent1"/>
              </a:solidFill>
              <a:prstDash val="solid"/>
              <a:round/>
              <a:headEnd len="med" w="med" type="none"/>
              <a:tailEnd len="med" w="med" type="none"/>
            </a:ln>
          </p:spPr>
        </p:cxnSp>
      </p:grpSp>
      <p:sp>
        <p:nvSpPr>
          <p:cNvPr id="3621" name="Google Shape;3621;p476"/>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622" name="Google Shape;3622;p476"/>
          <p:cNvSpPr txBox="1"/>
          <p:nvPr>
            <p:ph idx="1" type="subTitle"/>
          </p:nvPr>
        </p:nvSpPr>
        <p:spPr>
          <a:xfrm>
            <a:off x="1924988" y="2036825"/>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623" name="Google Shape;3623;p476"/>
          <p:cNvSpPr txBox="1"/>
          <p:nvPr>
            <p:ph idx="2" type="subTitle"/>
          </p:nvPr>
        </p:nvSpPr>
        <p:spPr>
          <a:xfrm>
            <a:off x="1924988" y="1518125"/>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624" name="Google Shape;3624;p476"/>
          <p:cNvSpPr txBox="1"/>
          <p:nvPr>
            <p:ph hasCustomPrompt="1" idx="3" type="title"/>
          </p:nvPr>
        </p:nvSpPr>
        <p:spPr>
          <a:xfrm>
            <a:off x="8197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3625" name="Google Shape;3625;p476"/>
          <p:cNvSpPr txBox="1"/>
          <p:nvPr>
            <p:ph idx="4" type="subTitle"/>
          </p:nvPr>
        </p:nvSpPr>
        <p:spPr>
          <a:xfrm>
            <a:off x="4760188" y="2036825"/>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3626" name="Google Shape;3626;p476"/>
          <p:cNvSpPr txBox="1"/>
          <p:nvPr>
            <p:ph idx="5" type="subTitle"/>
          </p:nvPr>
        </p:nvSpPr>
        <p:spPr>
          <a:xfrm>
            <a:off x="4760188" y="1518125"/>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3627" name="Google Shape;3627;p476"/>
          <p:cNvSpPr txBox="1"/>
          <p:nvPr>
            <p:ph hasCustomPrompt="1" idx="6" type="title"/>
          </p:nvPr>
        </p:nvSpPr>
        <p:spPr>
          <a:xfrm>
            <a:off x="74842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3628" name="Google Shape;3628;p476"/>
          <p:cNvSpPr txBox="1"/>
          <p:nvPr>
            <p:ph idx="7" type="subTitle"/>
          </p:nvPr>
        </p:nvSpPr>
        <p:spPr>
          <a:xfrm>
            <a:off x="1924988" y="3691200"/>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629" name="Google Shape;3629;p476"/>
          <p:cNvSpPr txBox="1"/>
          <p:nvPr>
            <p:ph idx="8" type="subTitle"/>
          </p:nvPr>
        </p:nvSpPr>
        <p:spPr>
          <a:xfrm>
            <a:off x="1924988" y="3172500"/>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630" name="Google Shape;3630;p476"/>
          <p:cNvSpPr txBox="1"/>
          <p:nvPr>
            <p:ph hasCustomPrompt="1" idx="9" type="title"/>
          </p:nvPr>
        </p:nvSpPr>
        <p:spPr>
          <a:xfrm>
            <a:off x="819800" y="346450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3631" name="Google Shape;3631;p476"/>
          <p:cNvSpPr txBox="1"/>
          <p:nvPr>
            <p:ph idx="13" type="subTitle"/>
          </p:nvPr>
        </p:nvSpPr>
        <p:spPr>
          <a:xfrm>
            <a:off x="4760200" y="3673200"/>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3632" name="Google Shape;3632;p476"/>
          <p:cNvSpPr txBox="1"/>
          <p:nvPr>
            <p:ph idx="14" type="subTitle"/>
          </p:nvPr>
        </p:nvSpPr>
        <p:spPr>
          <a:xfrm>
            <a:off x="4760200" y="3154500"/>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3633" name="Google Shape;3633;p476"/>
          <p:cNvSpPr txBox="1"/>
          <p:nvPr>
            <p:ph hasCustomPrompt="1" idx="15" type="title"/>
          </p:nvPr>
        </p:nvSpPr>
        <p:spPr>
          <a:xfrm>
            <a:off x="7488624" y="3475788"/>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4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
    <p:bg>
      <p:bgPr>
        <a:solidFill>
          <a:schemeClr val="dk1"/>
        </a:solidFill>
      </p:bgPr>
    </p:bg>
    <p:spTree>
      <p:nvGrpSpPr>
        <p:cNvPr id="3634" name="Shape 3634"/>
        <p:cNvGrpSpPr/>
        <p:nvPr/>
      </p:nvGrpSpPr>
      <p:grpSpPr>
        <a:xfrm>
          <a:off x="0" y="0"/>
          <a:ext cx="0" cy="0"/>
          <a:chOff x="0" y="0"/>
          <a:chExt cx="0" cy="0"/>
        </a:xfrm>
      </p:grpSpPr>
      <p:grpSp>
        <p:nvGrpSpPr>
          <p:cNvPr id="3635" name="Google Shape;3635;p477"/>
          <p:cNvGrpSpPr/>
          <p:nvPr/>
        </p:nvGrpSpPr>
        <p:grpSpPr>
          <a:xfrm>
            <a:off x="713300" y="539513"/>
            <a:ext cx="7717500" cy="4064400"/>
            <a:chOff x="713225" y="539500"/>
            <a:chExt cx="7717500" cy="4064400"/>
          </a:xfrm>
        </p:grpSpPr>
        <p:cxnSp>
          <p:nvCxnSpPr>
            <p:cNvPr id="3636" name="Google Shape;3636;p477"/>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3637" name="Google Shape;3637;p47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8" name="Google Shape;3638;p477"/>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639" name="Google Shape;3639;p477"/>
          <p:cNvSpPr txBox="1"/>
          <p:nvPr>
            <p:ph idx="1" type="subTitle"/>
          </p:nvPr>
        </p:nvSpPr>
        <p:spPr>
          <a:xfrm>
            <a:off x="897170"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640" name="Google Shape;3640;p477"/>
          <p:cNvSpPr txBox="1"/>
          <p:nvPr>
            <p:ph idx="2" type="subTitle"/>
          </p:nvPr>
        </p:nvSpPr>
        <p:spPr>
          <a:xfrm>
            <a:off x="897170"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641" name="Google Shape;3641;p477"/>
          <p:cNvSpPr txBox="1"/>
          <p:nvPr>
            <p:ph hasCustomPrompt="1" idx="3" type="title"/>
          </p:nvPr>
        </p:nvSpPr>
        <p:spPr>
          <a:xfrm>
            <a:off x="1261666"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3642" name="Google Shape;3642;p477"/>
          <p:cNvSpPr txBox="1"/>
          <p:nvPr>
            <p:ph idx="4" type="subTitle"/>
          </p:nvPr>
        </p:nvSpPr>
        <p:spPr>
          <a:xfrm>
            <a:off x="47527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3643" name="Google Shape;3643;p477"/>
          <p:cNvSpPr txBox="1"/>
          <p:nvPr>
            <p:ph idx="5" type="subTitle"/>
          </p:nvPr>
        </p:nvSpPr>
        <p:spPr>
          <a:xfrm>
            <a:off x="47527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3644" name="Google Shape;3644;p477"/>
          <p:cNvSpPr txBox="1"/>
          <p:nvPr>
            <p:ph hasCustomPrompt="1" idx="6" type="title"/>
          </p:nvPr>
        </p:nvSpPr>
        <p:spPr>
          <a:xfrm>
            <a:off x="5117252"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3645" name="Google Shape;3645;p477"/>
          <p:cNvSpPr txBox="1"/>
          <p:nvPr>
            <p:ph idx="7" type="subTitle"/>
          </p:nvPr>
        </p:nvSpPr>
        <p:spPr>
          <a:xfrm>
            <a:off x="28249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646" name="Google Shape;3646;p477"/>
          <p:cNvSpPr txBox="1"/>
          <p:nvPr>
            <p:ph idx="8" type="subTitle"/>
          </p:nvPr>
        </p:nvSpPr>
        <p:spPr>
          <a:xfrm>
            <a:off x="28249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647" name="Google Shape;3647;p477"/>
          <p:cNvSpPr txBox="1"/>
          <p:nvPr>
            <p:ph hasCustomPrompt="1" idx="9" type="title"/>
          </p:nvPr>
        </p:nvSpPr>
        <p:spPr>
          <a:xfrm>
            <a:off x="3189459"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3648" name="Google Shape;3648;p477"/>
          <p:cNvSpPr txBox="1"/>
          <p:nvPr>
            <p:ph idx="13" type="subTitle"/>
          </p:nvPr>
        </p:nvSpPr>
        <p:spPr>
          <a:xfrm>
            <a:off x="6680545"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3649" name="Google Shape;3649;p477"/>
          <p:cNvSpPr txBox="1"/>
          <p:nvPr>
            <p:ph idx="14" type="subTitle"/>
          </p:nvPr>
        </p:nvSpPr>
        <p:spPr>
          <a:xfrm>
            <a:off x="6680545"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3650" name="Google Shape;3650;p477"/>
          <p:cNvSpPr txBox="1"/>
          <p:nvPr>
            <p:ph hasCustomPrompt="1" idx="15" type="title"/>
          </p:nvPr>
        </p:nvSpPr>
        <p:spPr>
          <a:xfrm>
            <a:off x="7045045" y="1975647"/>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4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dk1"/>
        </a:solidFill>
      </p:bgPr>
    </p:bg>
    <p:spTree>
      <p:nvGrpSpPr>
        <p:cNvPr id="3651" name="Shape 3651"/>
        <p:cNvGrpSpPr/>
        <p:nvPr/>
      </p:nvGrpSpPr>
      <p:grpSpPr>
        <a:xfrm>
          <a:off x="0" y="0"/>
          <a:ext cx="0" cy="0"/>
          <a:chOff x="0" y="0"/>
          <a:chExt cx="0" cy="0"/>
        </a:xfrm>
      </p:grpSpPr>
      <p:sp>
        <p:nvSpPr>
          <p:cNvPr id="3652" name="Google Shape;3652;p47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78"/>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3654" name="Google Shape;3654;p478"/>
          <p:cNvSpPr txBox="1"/>
          <p:nvPr>
            <p:ph hasCustomPrompt="1" idx="2" type="title"/>
          </p:nvPr>
        </p:nvSpPr>
        <p:spPr>
          <a:xfrm>
            <a:off x="1131163" y="96802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3655" name="Google Shape;3655;p478"/>
          <p:cNvSpPr txBox="1"/>
          <p:nvPr>
            <p:ph idx="1" type="subTitle"/>
          </p:nvPr>
        </p:nvSpPr>
        <p:spPr>
          <a:xfrm>
            <a:off x="1131163" y="37284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4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
    <p:bg>
      <p:bgPr>
        <a:solidFill>
          <a:schemeClr val="dk1"/>
        </a:solidFill>
      </p:bgPr>
    </p:bg>
    <p:spTree>
      <p:nvGrpSpPr>
        <p:cNvPr id="3656" name="Shape 3656"/>
        <p:cNvGrpSpPr/>
        <p:nvPr/>
      </p:nvGrpSpPr>
      <p:grpSpPr>
        <a:xfrm>
          <a:off x="0" y="0"/>
          <a:ext cx="0" cy="0"/>
          <a:chOff x="0" y="0"/>
          <a:chExt cx="0" cy="0"/>
        </a:xfrm>
      </p:grpSpPr>
      <p:sp>
        <p:nvSpPr>
          <p:cNvPr id="3657" name="Google Shape;3657;p47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79"/>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3659" name="Google Shape;3659;p479"/>
          <p:cNvSpPr txBox="1"/>
          <p:nvPr>
            <p:ph hasCustomPrompt="1" idx="2" type="title"/>
          </p:nvPr>
        </p:nvSpPr>
        <p:spPr>
          <a:xfrm>
            <a:off x="3496800" y="894025"/>
            <a:ext cx="2150400" cy="1665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3660" name="Google Shape;3660;p479"/>
          <p:cNvSpPr txBox="1"/>
          <p:nvPr>
            <p:ph idx="1" type="subTitle"/>
          </p:nvPr>
        </p:nvSpPr>
        <p:spPr>
          <a:xfrm>
            <a:off x="1896450" y="3802475"/>
            <a:ext cx="53511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4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3661" name="Shape 3661"/>
        <p:cNvGrpSpPr/>
        <p:nvPr/>
      </p:nvGrpSpPr>
      <p:grpSpPr>
        <a:xfrm>
          <a:off x="0" y="0"/>
          <a:ext cx="0" cy="0"/>
          <a:chOff x="0" y="0"/>
          <a:chExt cx="0" cy="0"/>
        </a:xfrm>
      </p:grpSpPr>
      <p:sp>
        <p:nvSpPr>
          <p:cNvPr id="3662" name="Google Shape;3662;p48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80"/>
          <p:cNvSpPr txBox="1"/>
          <p:nvPr>
            <p:ph type="title"/>
          </p:nvPr>
        </p:nvSpPr>
        <p:spPr>
          <a:xfrm>
            <a:off x="1952375" y="3189813"/>
            <a:ext cx="4629600" cy="491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664" name="Google Shape;3664;p480"/>
          <p:cNvSpPr txBox="1"/>
          <p:nvPr>
            <p:ph idx="1" type="subTitle"/>
          </p:nvPr>
        </p:nvSpPr>
        <p:spPr>
          <a:xfrm>
            <a:off x="1952375" y="1995238"/>
            <a:ext cx="4629600" cy="111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4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
    <p:bg>
      <p:bgPr>
        <a:solidFill>
          <a:schemeClr val="dk1"/>
        </a:solidFill>
      </p:bgPr>
    </p:bg>
    <p:spTree>
      <p:nvGrpSpPr>
        <p:cNvPr id="3665" name="Shape 3665"/>
        <p:cNvGrpSpPr/>
        <p:nvPr/>
      </p:nvGrpSpPr>
      <p:grpSpPr>
        <a:xfrm>
          <a:off x="0" y="0"/>
          <a:ext cx="0" cy="0"/>
          <a:chOff x="0" y="0"/>
          <a:chExt cx="0" cy="0"/>
        </a:xfrm>
      </p:grpSpPr>
      <p:sp>
        <p:nvSpPr>
          <p:cNvPr id="3666" name="Google Shape;3666;p481"/>
          <p:cNvSpPr txBox="1"/>
          <p:nvPr>
            <p:ph type="title"/>
          </p:nvPr>
        </p:nvSpPr>
        <p:spPr>
          <a:xfrm>
            <a:off x="713250" y="5395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atin typeface="Roboto"/>
                <a:ea typeface="Roboto"/>
                <a:cs typeface="Roboto"/>
                <a:sym typeface="Roboto"/>
              </a:defRPr>
            </a:lvl1pPr>
            <a:lvl2pPr lvl="1">
              <a:spcBef>
                <a:spcPts val="0"/>
              </a:spcBef>
              <a:spcAft>
                <a:spcPts val="0"/>
              </a:spcAft>
              <a:buSzPts val="2800"/>
              <a:buNone/>
              <a:defRPr>
                <a:latin typeface="Roboto"/>
                <a:ea typeface="Roboto"/>
                <a:cs typeface="Roboto"/>
                <a:sym typeface="Roboto"/>
              </a:defRPr>
            </a:lvl2pPr>
            <a:lvl3pPr lvl="2">
              <a:spcBef>
                <a:spcPts val="0"/>
              </a:spcBef>
              <a:spcAft>
                <a:spcPts val="0"/>
              </a:spcAft>
              <a:buSzPts val="2800"/>
              <a:buNone/>
              <a:defRPr>
                <a:latin typeface="Roboto"/>
                <a:ea typeface="Roboto"/>
                <a:cs typeface="Roboto"/>
                <a:sym typeface="Roboto"/>
              </a:defRPr>
            </a:lvl3pPr>
            <a:lvl4pPr lvl="3">
              <a:spcBef>
                <a:spcPts val="0"/>
              </a:spcBef>
              <a:spcAft>
                <a:spcPts val="0"/>
              </a:spcAft>
              <a:buSzPts val="2800"/>
              <a:buNone/>
              <a:defRPr>
                <a:latin typeface="Roboto"/>
                <a:ea typeface="Roboto"/>
                <a:cs typeface="Roboto"/>
                <a:sym typeface="Roboto"/>
              </a:defRPr>
            </a:lvl4pPr>
            <a:lvl5pPr lvl="4">
              <a:spcBef>
                <a:spcPts val="0"/>
              </a:spcBef>
              <a:spcAft>
                <a:spcPts val="0"/>
              </a:spcAft>
              <a:buSzPts val="2800"/>
              <a:buNone/>
              <a:defRPr>
                <a:latin typeface="Roboto"/>
                <a:ea typeface="Roboto"/>
                <a:cs typeface="Roboto"/>
                <a:sym typeface="Roboto"/>
              </a:defRPr>
            </a:lvl5pPr>
            <a:lvl6pPr lvl="5">
              <a:spcBef>
                <a:spcPts val="0"/>
              </a:spcBef>
              <a:spcAft>
                <a:spcPts val="0"/>
              </a:spcAft>
              <a:buSzPts val="2800"/>
              <a:buNone/>
              <a:defRPr>
                <a:latin typeface="Roboto"/>
                <a:ea typeface="Roboto"/>
                <a:cs typeface="Roboto"/>
                <a:sym typeface="Roboto"/>
              </a:defRPr>
            </a:lvl6pPr>
            <a:lvl7pPr lvl="6">
              <a:spcBef>
                <a:spcPts val="0"/>
              </a:spcBef>
              <a:spcAft>
                <a:spcPts val="0"/>
              </a:spcAft>
              <a:buSzPts val="2800"/>
              <a:buNone/>
              <a:defRPr>
                <a:latin typeface="Roboto"/>
                <a:ea typeface="Roboto"/>
                <a:cs typeface="Roboto"/>
                <a:sym typeface="Roboto"/>
              </a:defRPr>
            </a:lvl7pPr>
            <a:lvl8pPr lvl="7">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3667" name="Google Shape;3667;p48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81"/>
          <p:cNvSpPr txBox="1"/>
          <p:nvPr>
            <p:ph idx="2" type="title"/>
          </p:nvPr>
        </p:nvSpPr>
        <p:spPr>
          <a:xfrm>
            <a:off x="3364525" y="3430088"/>
            <a:ext cx="4629600" cy="491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669" name="Google Shape;3669;p481"/>
          <p:cNvSpPr txBox="1"/>
          <p:nvPr>
            <p:ph idx="1" type="subTitle"/>
          </p:nvPr>
        </p:nvSpPr>
        <p:spPr>
          <a:xfrm>
            <a:off x="3364525" y="2235513"/>
            <a:ext cx="4629600" cy="111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4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0">
    <p:bg>
      <p:bgPr>
        <a:solidFill>
          <a:schemeClr val="dk1"/>
        </a:solidFill>
      </p:bgPr>
    </p:bg>
    <p:spTree>
      <p:nvGrpSpPr>
        <p:cNvPr id="3670" name="Shape 3670"/>
        <p:cNvGrpSpPr/>
        <p:nvPr/>
      </p:nvGrpSpPr>
      <p:grpSpPr>
        <a:xfrm>
          <a:off x="0" y="0"/>
          <a:ext cx="0" cy="0"/>
          <a:chOff x="0" y="0"/>
          <a:chExt cx="0" cy="0"/>
        </a:xfrm>
      </p:grpSpPr>
      <p:sp>
        <p:nvSpPr>
          <p:cNvPr id="3671" name="Google Shape;3671;p48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82"/>
          <p:cNvSpPr txBox="1"/>
          <p:nvPr>
            <p:ph hasCustomPrompt="1" type="title"/>
          </p:nvPr>
        </p:nvSpPr>
        <p:spPr>
          <a:xfrm>
            <a:off x="2070613" y="1505850"/>
            <a:ext cx="4774200" cy="1332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3673" name="Google Shape;3673;p482"/>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22">
    <p:bg>
      <p:bgPr>
        <a:solidFill>
          <a:schemeClr val="dk1"/>
        </a:solidFill>
      </p:bgPr>
    </p:bg>
    <p:spTree>
      <p:nvGrpSpPr>
        <p:cNvPr id="3674" name="Shape 3674"/>
        <p:cNvGrpSpPr/>
        <p:nvPr/>
      </p:nvGrpSpPr>
      <p:grpSpPr>
        <a:xfrm>
          <a:off x="0" y="0"/>
          <a:ext cx="0" cy="0"/>
          <a:chOff x="0" y="0"/>
          <a:chExt cx="0" cy="0"/>
        </a:xfrm>
      </p:grpSpPr>
      <p:sp>
        <p:nvSpPr>
          <p:cNvPr id="3675" name="Google Shape;3675;p483"/>
          <p:cNvSpPr txBox="1"/>
          <p:nvPr>
            <p:ph hasCustomPrompt="1" type="title"/>
          </p:nvPr>
        </p:nvSpPr>
        <p:spPr>
          <a:xfrm>
            <a:off x="2337663" y="1768700"/>
            <a:ext cx="2299800" cy="1209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3676" name="Google Shape;3676;p483"/>
          <p:cNvSpPr txBox="1"/>
          <p:nvPr>
            <p:ph idx="1" type="subTitle"/>
          </p:nvPr>
        </p:nvSpPr>
        <p:spPr>
          <a:xfrm>
            <a:off x="4989538" y="1768700"/>
            <a:ext cx="3188400" cy="1209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677" name="Google Shape;3677;p483"/>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78" name="Google Shape;3678;p483"/>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3679" name="Google Shape;3679;p483"/>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4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bg>
      <p:bgPr>
        <a:solidFill>
          <a:schemeClr val="dk1"/>
        </a:solidFill>
      </p:bgPr>
    </p:bg>
    <p:spTree>
      <p:nvGrpSpPr>
        <p:cNvPr id="3680" name="Shape 3680"/>
        <p:cNvGrpSpPr/>
        <p:nvPr/>
      </p:nvGrpSpPr>
      <p:grpSpPr>
        <a:xfrm>
          <a:off x="0" y="0"/>
          <a:ext cx="0" cy="0"/>
          <a:chOff x="0" y="0"/>
          <a:chExt cx="0" cy="0"/>
        </a:xfrm>
      </p:grpSpPr>
      <p:sp>
        <p:nvSpPr>
          <p:cNvPr id="3681" name="Google Shape;3681;p484"/>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82" name="Google Shape;3682;p484"/>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3683" name="Google Shape;3683;p48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684" name="Google Shape;3684;p484"/>
          <p:cNvSpPr txBox="1"/>
          <p:nvPr>
            <p:ph hasCustomPrompt="1" idx="2" type="title"/>
          </p:nvPr>
        </p:nvSpPr>
        <p:spPr>
          <a:xfrm>
            <a:off x="1153250" y="1714350"/>
            <a:ext cx="2299800" cy="103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3685" name="Google Shape;3685;p484"/>
          <p:cNvSpPr txBox="1"/>
          <p:nvPr>
            <p:ph idx="1" type="subTitle"/>
          </p:nvPr>
        </p:nvSpPr>
        <p:spPr>
          <a:xfrm>
            <a:off x="1153250" y="2750550"/>
            <a:ext cx="2299800" cy="1058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686" name="Google Shape;3686;p484"/>
          <p:cNvSpPr txBox="1"/>
          <p:nvPr>
            <p:ph hasCustomPrompt="1" idx="3" type="title"/>
          </p:nvPr>
        </p:nvSpPr>
        <p:spPr>
          <a:xfrm>
            <a:off x="5006988" y="1378188"/>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3687" name="Google Shape;3687;p484"/>
          <p:cNvSpPr txBox="1"/>
          <p:nvPr>
            <p:ph idx="4" type="subTitle"/>
          </p:nvPr>
        </p:nvSpPr>
        <p:spPr>
          <a:xfrm>
            <a:off x="5006988" y="202385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688" name="Google Shape;3688;p484"/>
          <p:cNvSpPr txBox="1"/>
          <p:nvPr>
            <p:ph hasCustomPrompt="1" idx="5" type="title"/>
          </p:nvPr>
        </p:nvSpPr>
        <p:spPr>
          <a:xfrm>
            <a:off x="5006988" y="3133450"/>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3689" name="Google Shape;3689;p484"/>
          <p:cNvSpPr txBox="1"/>
          <p:nvPr>
            <p:ph idx="6" type="subTitle"/>
          </p:nvPr>
        </p:nvSpPr>
        <p:spPr>
          <a:xfrm>
            <a:off x="5006988" y="377900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3">
    <p:bg>
      <p:bgPr>
        <a:solidFill>
          <a:schemeClr val="dk1"/>
        </a:solidFill>
      </p:bgPr>
    </p:bg>
    <p:spTree>
      <p:nvGrpSpPr>
        <p:cNvPr id="3690" name="Shape 3690"/>
        <p:cNvGrpSpPr/>
        <p:nvPr/>
      </p:nvGrpSpPr>
      <p:grpSpPr>
        <a:xfrm>
          <a:off x="0" y="0"/>
          <a:ext cx="0" cy="0"/>
          <a:chOff x="0" y="0"/>
          <a:chExt cx="0" cy="0"/>
        </a:xfrm>
      </p:grpSpPr>
      <p:sp>
        <p:nvSpPr>
          <p:cNvPr id="3691" name="Google Shape;3691;p485"/>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92" name="Google Shape;3692;p485"/>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3693" name="Google Shape;3693;p48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694" name="Google Shape;3694;p485"/>
          <p:cNvSpPr txBox="1"/>
          <p:nvPr>
            <p:ph hasCustomPrompt="1" idx="2" type="title"/>
          </p:nvPr>
        </p:nvSpPr>
        <p:spPr>
          <a:xfrm>
            <a:off x="1153250"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3695" name="Google Shape;3695;p485"/>
          <p:cNvSpPr txBox="1"/>
          <p:nvPr>
            <p:ph idx="1" type="subTitle"/>
          </p:nvPr>
        </p:nvSpPr>
        <p:spPr>
          <a:xfrm>
            <a:off x="1153250" y="3575299"/>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696" name="Google Shape;3696;p485"/>
          <p:cNvSpPr txBox="1"/>
          <p:nvPr>
            <p:ph hasCustomPrompt="1" idx="3" type="title"/>
          </p:nvPr>
        </p:nvSpPr>
        <p:spPr>
          <a:xfrm>
            <a:off x="3476088"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3697" name="Google Shape;3697;p485"/>
          <p:cNvSpPr txBox="1"/>
          <p:nvPr>
            <p:ph idx="4" type="subTitle"/>
          </p:nvPr>
        </p:nvSpPr>
        <p:spPr>
          <a:xfrm>
            <a:off x="3476100" y="3575295"/>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698" name="Google Shape;3698;p485"/>
          <p:cNvSpPr txBox="1"/>
          <p:nvPr>
            <p:ph hasCustomPrompt="1" idx="5" type="title"/>
          </p:nvPr>
        </p:nvSpPr>
        <p:spPr>
          <a:xfrm>
            <a:off x="5798944" y="2777254"/>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3699" name="Google Shape;3699;p485"/>
          <p:cNvSpPr txBox="1"/>
          <p:nvPr>
            <p:ph idx="6" type="subTitle"/>
          </p:nvPr>
        </p:nvSpPr>
        <p:spPr>
          <a:xfrm>
            <a:off x="5798944" y="3575198"/>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_1_1">
    <p:bg>
      <p:bgPr>
        <a:solidFill>
          <a:schemeClr val="dk1"/>
        </a:solidFill>
      </p:bgPr>
    </p:bg>
    <p:spTree>
      <p:nvGrpSpPr>
        <p:cNvPr id="3700" name="Shape 3700"/>
        <p:cNvGrpSpPr/>
        <p:nvPr/>
      </p:nvGrpSpPr>
      <p:grpSpPr>
        <a:xfrm>
          <a:off x="0" y="0"/>
          <a:ext cx="0" cy="0"/>
          <a:chOff x="0" y="0"/>
          <a:chExt cx="0" cy="0"/>
        </a:xfrm>
      </p:grpSpPr>
      <p:grpSp>
        <p:nvGrpSpPr>
          <p:cNvPr id="3701" name="Google Shape;3701;p486"/>
          <p:cNvGrpSpPr/>
          <p:nvPr/>
        </p:nvGrpSpPr>
        <p:grpSpPr>
          <a:xfrm>
            <a:off x="713225" y="539500"/>
            <a:ext cx="7717500" cy="4064400"/>
            <a:chOff x="713225" y="539500"/>
            <a:chExt cx="7717500" cy="4064400"/>
          </a:xfrm>
        </p:grpSpPr>
        <p:sp>
          <p:nvSpPr>
            <p:cNvPr id="3702" name="Google Shape;3702;p48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03" name="Google Shape;3703;p48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704" name="Google Shape;3704;p48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4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_1">
    <p:bg>
      <p:bgPr>
        <a:solidFill>
          <a:schemeClr val="dk1"/>
        </a:solidFill>
      </p:bgPr>
    </p:bg>
    <p:spTree>
      <p:nvGrpSpPr>
        <p:cNvPr id="3705" name="Shape 3705"/>
        <p:cNvGrpSpPr/>
        <p:nvPr/>
      </p:nvGrpSpPr>
      <p:grpSpPr>
        <a:xfrm>
          <a:off x="0" y="0"/>
          <a:ext cx="0" cy="0"/>
          <a:chOff x="0" y="0"/>
          <a:chExt cx="0" cy="0"/>
        </a:xfrm>
      </p:grpSpPr>
      <p:grpSp>
        <p:nvGrpSpPr>
          <p:cNvPr id="3706" name="Google Shape;3706;p487"/>
          <p:cNvGrpSpPr/>
          <p:nvPr/>
        </p:nvGrpSpPr>
        <p:grpSpPr>
          <a:xfrm>
            <a:off x="713225" y="539500"/>
            <a:ext cx="7717500" cy="4064400"/>
            <a:chOff x="713225" y="539500"/>
            <a:chExt cx="7717500" cy="4064400"/>
          </a:xfrm>
        </p:grpSpPr>
        <p:sp>
          <p:nvSpPr>
            <p:cNvPr id="3707" name="Google Shape;3707;p48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08" name="Google Shape;3708;p48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709" name="Google Shape;3709;p487"/>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4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1_1_1">
    <p:bg>
      <p:bgPr>
        <a:solidFill>
          <a:schemeClr val="dk1"/>
        </a:solidFill>
      </p:bgPr>
    </p:bg>
    <p:spTree>
      <p:nvGrpSpPr>
        <p:cNvPr id="3710" name="Shape 3710"/>
        <p:cNvGrpSpPr/>
        <p:nvPr/>
      </p:nvGrpSpPr>
      <p:grpSpPr>
        <a:xfrm>
          <a:off x="0" y="0"/>
          <a:ext cx="0" cy="0"/>
          <a:chOff x="0" y="0"/>
          <a:chExt cx="0" cy="0"/>
        </a:xfrm>
      </p:grpSpPr>
      <p:grpSp>
        <p:nvGrpSpPr>
          <p:cNvPr id="3711" name="Google Shape;3711;p488"/>
          <p:cNvGrpSpPr/>
          <p:nvPr/>
        </p:nvGrpSpPr>
        <p:grpSpPr>
          <a:xfrm>
            <a:off x="713225" y="539500"/>
            <a:ext cx="7717500" cy="4064400"/>
            <a:chOff x="713225" y="539500"/>
            <a:chExt cx="7717500" cy="4064400"/>
          </a:xfrm>
        </p:grpSpPr>
        <p:sp>
          <p:nvSpPr>
            <p:cNvPr id="3712" name="Google Shape;3712;p48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13" name="Google Shape;3713;p48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714" name="Google Shape;3714;p488"/>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4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BLANK_1_1_1_1_1_1_3">
    <p:bg>
      <p:bgPr>
        <a:solidFill>
          <a:schemeClr val="dk1"/>
        </a:solidFill>
      </p:bgPr>
    </p:bg>
    <p:spTree>
      <p:nvGrpSpPr>
        <p:cNvPr id="3715" name="Shape 3715"/>
        <p:cNvGrpSpPr/>
        <p:nvPr/>
      </p:nvGrpSpPr>
      <p:grpSpPr>
        <a:xfrm>
          <a:off x="0" y="0"/>
          <a:ext cx="0" cy="0"/>
          <a:chOff x="0" y="0"/>
          <a:chExt cx="0" cy="0"/>
        </a:xfrm>
      </p:grpSpPr>
      <p:grpSp>
        <p:nvGrpSpPr>
          <p:cNvPr id="3716" name="Google Shape;3716;p489"/>
          <p:cNvGrpSpPr/>
          <p:nvPr/>
        </p:nvGrpSpPr>
        <p:grpSpPr>
          <a:xfrm>
            <a:off x="713225" y="539500"/>
            <a:ext cx="7717500" cy="4064400"/>
            <a:chOff x="713225" y="539500"/>
            <a:chExt cx="7717500" cy="4064400"/>
          </a:xfrm>
        </p:grpSpPr>
        <p:sp>
          <p:nvSpPr>
            <p:cNvPr id="3717" name="Google Shape;3717;p48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18" name="Google Shape;3718;p48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719" name="Google Shape;3719;p489"/>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4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_1_3_1">
    <p:bg>
      <p:bgPr>
        <a:solidFill>
          <a:schemeClr val="dk1"/>
        </a:solidFill>
      </p:bgPr>
    </p:bg>
    <p:spTree>
      <p:nvGrpSpPr>
        <p:cNvPr id="3720" name="Shape 3720"/>
        <p:cNvGrpSpPr/>
        <p:nvPr/>
      </p:nvGrpSpPr>
      <p:grpSpPr>
        <a:xfrm>
          <a:off x="0" y="0"/>
          <a:ext cx="0" cy="0"/>
          <a:chOff x="0" y="0"/>
          <a:chExt cx="0" cy="0"/>
        </a:xfrm>
      </p:grpSpPr>
      <p:grpSp>
        <p:nvGrpSpPr>
          <p:cNvPr id="3721" name="Google Shape;3721;p490"/>
          <p:cNvGrpSpPr/>
          <p:nvPr/>
        </p:nvGrpSpPr>
        <p:grpSpPr>
          <a:xfrm>
            <a:off x="713225" y="539500"/>
            <a:ext cx="7717500" cy="4064400"/>
            <a:chOff x="713225" y="539500"/>
            <a:chExt cx="7717500" cy="4064400"/>
          </a:xfrm>
        </p:grpSpPr>
        <p:sp>
          <p:nvSpPr>
            <p:cNvPr id="3722" name="Google Shape;3722;p49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23" name="Google Shape;3723;p49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724" name="Google Shape;3724;p490"/>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4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0">
    <p:bg>
      <p:bgPr>
        <a:solidFill>
          <a:schemeClr val="dk1"/>
        </a:solidFill>
      </p:bgPr>
    </p:bg>
    <p:spTree>
      <p:nvGrpSpPr>
        <p:cNvPr id="3725" name="Shape 3725"/>
        <p:cNvGrpSpPr/>
        <p:nvPr/>
      </p:nvGrpSpPr>
      <p:grpSpPr>
        <a:xfrm>
          <a:off x="0" y="0"/>
          <a:ext cx="0" cy="0"/>
          <a:chOff x="0" y="0"/>
          <a:chExt cx="0" cy="0"/>
        </a:xfrm>
      </p:grpSpPr>
      <p:sp>
        <p:nvSpPr>
          <p:cNvPr id="3726" name="Google Shape;3726;p49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91"/>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4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_1_1_1_2">
    <p:bg>
      <p:bgPr>
        <a:solidFill>
          <a:schemeClr val="dk1"/>
        </a:solidFill>
      </p:bgPr>
    </p:bg>
    <p:spTree>
      <p:nvGrpSpPr>
        <p:cNvPr id="3728" name="Shape 3728"/>
        <p:cNvGrpSpPr/>
        <p:nvPr/>
      </p:nvGrpSpPr>
      <p:grpSpPr>
        <a:xfrm>
          <a:off x="0" y="0"/>
          <a:ext cx="0" cy="0"/>
          <a:chOff x="0" y="0"/>
          <a:chExt cx="0" cy="0"/>
        </a:xfrm>
      </p:grpSpPr>
      <p:sp>
        <p:nvSpPr>
          <p:cNvPr id="3729" name="Google Shape;3729;p492"/>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92"/>
          <p:cNvSpPr txBox="1"/>
          <p:nvPr>
            <p:ph type="title"/>
          </p:nvPr>
        </p:nvSpPr>
        <p:spPr>
          <a:xfrm>
            <a:off x="1263200" y="1298488"/>
            <a:ext cx="2732700" cy="109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3731" name="Google Shape;3731;p492"/>
          <p:cNvSpPr txBox="1"/>
          <p:nvPr>
            <p:ph idx="1" type="subTitle"/>
          </p:nvPr>
        </p:nvSpPr>
        <p:spPr>
          <a:xfrm>
            <a:off x="1263200" y="2394813"/>
            <a:ext cx="2732700" cy="1541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4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3732" name="Shape 3732"/>
        <p:cNvGrpSpPr/>
        <p:nvPr/>
      </p:nvGrpSpPr>
      <p:grpSpPr>
        <a:xfrm>
          <a:off x="0" y="0"/>
          <a:ext cx="0" cy="0"/>
          <a:chOff x="0" y="0"/>
          <a:chExt cx="0" cy="0"/>
        </a:xfrm>
      </p:grpSpPr>
      <p:sp>
        <p:nvSpPr>
          <p:cNvPr id="3733" name="Google Shape;3733;p493"/>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93"/>
          <p:cNvSpPr txBox="1"/>
          <p:nvPr>
            <p:ph type="title"/>
          </p:nvPr>
        </p:nvSpPr>
        <p:spPr>
          <a:xfrm>
            <a:off x="948875" y="1767400"/>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3735" name="Google Shape;3735;p493"/>
          <p:cNvSpPr txBox="1"/>
          <p:nvPr>
            <p:ph idx="1" type="subTitle"/>
          </p:nvPr>
        </p:nvSpPr>
        <p:spPr>
          <a:xfrm>
            <a:off x="948875" y="2274200"/>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4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1_1_1_2_1_1_1">
    <p:bg>
      <p:bgPr>
        <a:solidFill>
          <a:schemeClr val="dk1"/>
        </a:solidFill>
      </p:bgPr>
    </p:bg>
    <p:spTree>
      <p:nvGrpSpPr>
        <p:cNvPr id="3736" name="Shape 3736"/>
        <p:cNvGrpSpPr/>
        <p:nvPr/>
      </p:nvGrpSpPr>
      <p:grpSpPr>
        <a:xfrm>
          <a:off x="0" y="0"/>
          <a:ext cx="0" cy="0"/>
          <a:chOff x="0" y="0"/>
          <a:chExt cx="0" cy="0"/>
        </a:xfrm>
      </p:grpSpPr>
      <p:grpSp>
        <p:nvGrpSpPr>
          <p:cNvPr id="3737" name="Google Shape;3737;p494"/>
          <p:cNvGrpSpPr/>
          <p:nvPr/>
        </p:nvGrpSpPr>
        <p:grpSpPr>
          <a:xfrm>
            <a:off x="713225" y="539500"/>
            <a:ext cx="7717500" cy="4064400"/>
            <a:chOff x="713225" y="539500"/>
            <a:chExt cx="7717500" cy="4064400"/>
          </a:xfrm>
        </p:grpSpPr>
        <p:sp>
          <p:nvSpPr>
            <p:cNvPr id="3738" name="Google Shape;3738;p49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39" name="Google Shape;3739;p49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740" name="Google Shape;3740;p49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741" name="Google Shape;3741;p494"/>
          <p:cNvSpPr txBox="1"/>
          <p:nvPr>
            <p:ph idx="1" type="subTitle"/>
          </p:nvPr>
        </p:nvSpPr>
        <p:spPr>
          <a:xfrm>
            <a:off x="862402" y="2181950"/>
            <a:ext cx="74778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3742" name="Google Shape;3742;p494"/>
          <p:cNvSpPr txBox="1"/>
          <p:nvPr>
            <p:ph idx="2" type="subTitle"/>
          </p:nvPr>
        </p:nvSpPr>
        <p:spPr>
          <a:xfrm>
            <a:off x="853775" y="2571350"/>
            <a:ext cx="7477800" cy="1937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3743" name="Google Shape;3743;p494"/>
          <p:cNvSpPr txBox="1"/>
          <p:nvPr>
            <p:ph idx="3" type="subTitle"/>
          </p:nvPr>
        </p:nvSpPr>
        <p:spPr>
          <a:xfrm>
            <a:off x="821225" y="1404325"/>
            <a:ext cx="76095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Tree>
  </p:cSld>
  <p:clrMapOvr>
    <a:masterClrMapping/>
  </p:clrMapOvr>
</p:sldLayout>
</file>

<file path=ppt/slideLayouts/slideLayout4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bg>
      <p:bgPr>
        <a:solidFill>
          <a:schemeClr val="dk1"/>
        </a:solidFill>
      </p:bgPr>
    </p:bg>
    <p:spTree>
      <p:nvGrpSpPr>
        <p:cNvPr id="3744" name="Shape 3744"/>
        <p:cNvGrpSpPr/>
        <p:nvPr/>
      </p:nvGrpSpPr>
      <p:grpSpPr>
        <a:xfrm>
          <a:off x="0" y="0"/>
          <a:ext cx="0" cy="0"/>
          <a:chOff x="0" y="0"/>
          <a:chExt cx="0" cy="0"/>
        </a:xfrm>
      </p:grpSpPr>
      <p:sp>
        <p:nvSpPr>
          <p:cNvPr id="3745" name="Google Shape;3745;p495"/>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95"/>
          <p:cNvSpPr txBox="1"/>
          <p:nvPr>
            <p:ph type="title"/>
          </p:nvPr>
        </p:nvSpPr>
        <p:spPr>
          <a:xfrm>
            <a:off x="4762538" y="1024043"/>
            <a:ext cx="3159900" cy="2028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3747" name="Google Shape;3747;p495"/>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4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bg>
      <p:bgPr>
        <a:solidFill>
          <a:schemeClr val="dk1"/>
        </a:solidFill>
      </p:bgPr>
    </p:bg>
    <p:spTree>
      <p:nvGrpSpPr>
        <p:cNvPr id="3748" name="Shape 3748"/>
        <p:cNvGrpSpPr/>
        <p:nvPr/>
      </p:nvGrpSpPr>
      <p:grpSpPr>
        <a:xfrm>
          <a:off x="0" y="0"/>
          <a:ext cx="0" cy="0"/>
          <a:chOff x="0" y="0"/>
          <a:chExt cx="0" cy="0"/>
        </a:xfrm>
      </p:grpSpPr>
      <p:sp>
        <p:nvSpPr>
          <p:cNvPr id="3749" name="Google Shape;3749;p496"/>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96"/>
          <p:cNvSpPr txBox="1"/>
          <p:nvPr>
            <p:ph type="title"/>
          </p:nvPr>
        </p:nvSpPr>
        <p:spPr>
          <a:xfrm>
            <a:off x="954338" y="1773175"/>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3751" name="Google Shape;3751;p496"/>
          <p:cNvSpPr txBox="1"/>
          <p:nvPr>
            <p:ph idx="1" type="subTitle"/>
          </p:nvPr>
        </p:nvSpPr>
        <p:spPr>
          <a:xfrm>
            <a:off x="954338" y="2279975"/>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4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
    <p:bg>
      <p:bgPr>
        <a:solidFill>
          <a:schemeClr val="dk1"/>
        </a:solidFill>
      </p:bgPr>
    </p:bg>
    <p:spTree>
      <p:nvGrpSpPr>
        <p:cNvPr id="3752" name="Shape 3752"/>
        <p:cNvGrpSpPr/>
        <p:nvPr/>
      </p:nvGrpSpPr>
      <p:grpSpPr>
        <a:xfrm>
          <a:off x="0" y="0"/>
          <a:ext cx="0" cy="0"/>
          <a:chOff x="0" y="0"/>
          <a:chExt cx="0" cy="0"/>
        </a:xfrm>
      </p:grpSpPr>
      <p:grpSp>
        <p:nvGrpSpPr>
          <p:cNvPr id="3753" name="Google Shape;3753;p497"/>
          <p:cNvGrpSpPr/>
          <p:nvPr/>
        </p:nvGrpSpPr>
        <p:grpSpPr>
          <a:xfrm>
            <a:off x="713225" y="539500"/>
            <a:ext cx="7717500" cy="4064400"/>
            <a:chOff x="713225" y="539500"/>
            <a:chExt cx="7717500" cy="4064400"/>
          </a:xfrm>
        </p:grpSpPr>
        <p:sp>
          <p:nvSpPr>
            <p:cNvPr id="3754" name="Google Shape;3754;p49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55" name="Google Shape;3755;p49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756" name="Google Shape;3756;p49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757" name="Google Shape;3757;p497"/>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3758" name="Google Shape;3758;p497"/>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3759" name="Google Shape;3759;p497"/>
          <p:cNvSpPr txBox="1"/>
          <p:nvPr>
            <p:ph idx="3" type="subTitle"/>
          </p:nvPr>
        </p:nvSpPr>
        <p:spPr>
          <a:xfrm>
            <a:off x="853775" y="2571192"/>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3760" name="Google Shape;3760;p497"/>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3761" name="Google Shape;3761;p497"/>
          <p:cNvSpPr txBox="1"/>
          <p:nvPr>
            <p:ph idx="5" type="subTitle"/>
          </p:nvPr>
        </p:nvSpPr>
        <p:spPr>
          <a:xfrm>
            <a:off x="4615325" y="2570500"/>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4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1_1_1_1">
    <p:bg>
      <p:bgPr>
        <a:solidFill>
          <a:schemeClr val="dk1"/>
        </a:solidFill>
      </p:bgPr>
    </p:bg>
    <p:spTree>
      <p:nvGrpSpPr>
        <p:cNvPr id="3762" name="Shape 3762"/>
        <p:cNvGrpSpPr/>
        <p:nvPr/>
      </p:nvGrpSpPr>
      <p:grpSpPr>
        <a:xfrm>
          <a:off x="0" y="0"/>
          <a:ext cx="0" cy="0"/>
          <a:chOff x="0" y="0"/>
          <a:chExt cx="0" cy="0"/>
        </a:xfrm>
      </p:grpSpPr>
      <p:grpSp>
        <p:nvGrpSpPr>
          <p:cNvPr id="3763" name="Google Shape;3763;p498"/>
          <p:cNvGrpSpPr/>
          <p:nvPr/>
        </p:nvGrpSpPr>
        <p:grpSpPr>
          <a:xfrm>
            <a:off x="713225" y="539500"/>
            <a:ext cx="7717500" cy="4064400"/>
            <a:chOff x="713225" y="539500"/>
            <a:chExt cx="7717500" cy="4064400"/>
          </a:xfrm>
        </p:grpSpPr>
        <p:sp>
          <p:nvSpPr>
            <p:cNvPr id="3764" name="Google Shape;3764;p49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65" name="Google Shape;3765;p49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766" name="Google Shape;3766;p49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767" name="Google Shape;3767;p498"/>
          <p:cNvSpPr txBox="1"/>
          <p:nvPr>
            <p:ph idx="1" type="subTitle"/>
          </p:nvPr>
        </p:nvSpPr>
        <p:spPr>
          <a:xfrm>
            <a:off x="1422663" y="3527586"/>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768" name="Google Shape;3768;p498"/>
          <p:cNvSpPr txBox="1"/>
          <p:nvPr>
            <p:ph idx="2" type="subTitle"/>
          </p:nvPr>
        </p:nvSpPr>
        <p:spPr>
          <a:xfrm>
            <a:off x="1422663" y="3098062"/>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769" name="Google Shape;3769;p498"/>
          <p:cNvSpPr txBox="1"/>
          <p:nvPr>
            <p:ph idx="3" type="subTitle"/>
          </p:nvPr>
        </p:nvSpPr>
        <p:spPr>
          <a:xfrm>
            <a:off x="5336638" y="3527925"/>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770" name="Google Shape;3770;p498"/>
          <p:cNvSpPr txBox="1"/>
          <p:nvPr>
            <p:ph idx="4" type="subTitle"/>
          </p:nvPr>
        </p:nvSpPr>
        <p:spPr>
          <a:xfrm>
            <a:off x="5336638" y="30980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8">
    <p:bg>
      <p:bgPr>
        <a:solidFill>
          <a:schemeClr val="dk1"/>
        </a:solidFill>
      </p:bgPr>
    </p:bg>
    <p:spTree>
      <p:nvGrpSpPr>
        <p:cNvPr id="3771" name="Shape 3771"/>
        <p:cNvGrpSpPr/>
        <p:nvPr/>
      </p:nvGrpSpPr>
      <p:grpSpPr>
        <a:xfrm>
          <a:off x="0" y="0"/>
          <a:ext cx="0" cy="0"/>
          <a:chOff x="0" y="0"/>
          <a:chExt cx="0" cy="0"/>
        </a:xfrm>
      </p:grpSpPr>
      <p:grpSp>
        <p:nvGrpSpPr>
          <p:cNvPr id="3772" name="Google Shape;3772;p499"/>
          <p:cNvGrpSpPr/>
          <p:nvPr/>
        </p:nvGrpSpPr>
        <p:grpSpPr>
          <a:xfrm>
            <a:off x="713225" y="539500"/>
            <a:ext cx="7717500" cy="4064400"/>
            <a:chOff x="713225" y="539500"/>
            <a:chExt cx="7717500" cy="4064400"/>
          </a:xfrm>
        </p:grpSpPr>
        <p:sp>
          <p:nvSpPr>
            <p:cNvPr id="3773" name="Google Shape;3773;p49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74" name="Google Shape;3774;p49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775" name="Google Shape;3775;p49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776" name="Google Shape;3776;p499"/>
          <p:cNvSpPr txBox="1"/>
          <p:nvPr>
            <p:ph idx="1" type="subTitle"/>
          </p:nvPr>
        </p:nvSpPr>
        <p:spPr>
          <a:xfrm>
            <a:off x="2965993" y="1780597"/>
            <a:ext cx="3506400" cy="80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777" name="Google Shape;3777;p499"/>
          <p:cNvSpPr txBox="1"/>
          <p:nvPr>
            <p:ph idx="2" type="subTitle"/>
          </p:nvPr>
        </p:nvSpPr>
        <p:spPr>
          <a:xfrm>
            <a:off x="2965993" y="1351073"/>
            <a:ext cx="3506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778" name="Google Shape;3778;p499"/>
          <p:cNvSpPr txBox="1"/>
          <p:nvPr>
            <p:ph idx="3" type="subTitle"/>
          </p:nvPr>
        </p:nvSpPr>
        <p:spPr>
          <a:xfrm>
            <a:off x="2280193" y="3541819"/>
            <a:ext cx="3506400" cy="809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779" name="Google Shape;3779;p499"/>
          <p:cNvSpPr txBox="1"/>
          <p:nvPr>
            <p:ph idx="4" type="subTitle"/>
          </p:nvPr>
        </p:nvSpPr>
        <p:spPr>
          <a:xfrm>
            <a:off x="2280193" y="3111944"/>
            <a:ext cx="3506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bg>
      <p:bgPr>
        <a:solidFill>
          <a:schemeClr val="dk1"/>
        </a:solidFill>
      </p:bgPr>
    </p:bg>
    <p:spTree>
      <p:nvGrpSpPr>
        <p:cNvPr id="3780" name="Shape 3780"/>
        <p:cNvGrpSpPr/>
        <p:nvPr/>
      </p:nvGrpSpPr>
      <p:grpSpPr>
        <a:xfrm>
          <a:off x="0" y="0"/>
          <a:ext cx="0" cy="0"/>
          <a:chOff x="0" y="0"/>
          <a:chExt cx="0" cy="0"/>
        </a:xfrm>
      </p:grpSpPr>
      <p:grpSp>
        <p:nvGrpSpPr>
          <p:cNvPr id="3781" name="Google Shape;3781;p500"/>
          <p:cNvGrpSpPr/>
          <p:nvPr/>
        </p:nvGrpSpPr>
        <p:grpSpPr>
          <a:xfrm>
            <a:off x="713225" y="539500"/>
            <a:ext cx="7717500" cy="4064400"/>
            <a:chOff x="713225" y="539500"/>
            <a:chExt cx="7717500" cy="4064400"/>
          </a:xfrm>
        </p:grpSpPr>
        <p:sp>
          <p:nvSpPr>
            <p:cNvPr id="3782" name="Google Shape;3782;p50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83" name="Google Shape;3783;p50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784" name="Google Shape;3784;p50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785" name="Google Shape;3785;p500"/>
          <p:cNvSpPr txBox="1"/>
          <p:nvPr>
            <p:ph idx="1" type="subTitle"/>
          </p:nvPr>
        </p:nvSpPr>
        <p:spPr>
          <a:xfrm>
            <a:off x="1041662" y="2850162"/>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786" name="Google Shape;3786;p500"/>
          <p:cNvSpPr txBox="1"/>
          <p:nvPr>
            <p:ph idx="2" type="subTitle"/>
          </p:nvPr>
        </p:nvSpPr>
        <p:spPr>
          <a:xfrm>
            <a:off x="1041662"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787" name="Google Shape;3787;p500"/>
          <p:cNvSpPr txBox="1"/>
          <p:nvPr>
            <p:ph idx="3" type="subTitle"/>
          </p:nvPr>
        </p:nvSpPr>
        <p:spPr>
          <a:xfrm>
            <a:off x="6437934" y="2850513"/>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788" name="Google Shape;3788;p500"/>
          <p:cNvSpPr txBox="1"/>
          <p:nvPr>
            <p:ph idx="4" type="subTitle"/>
          </p:nvPr>
        </p:nvSpPr>
        <p:spPr>
          <a:xfrm>
            <a:off x="6437934"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6">
    <p:bg>
      <p:bgPr>
        <a:solidFill>
          <a:schemeClr val="dk1"/>
        </a:solidFill>
      </p:bgPr>
    </p:bg>
    <p:spTree>
      <p:nvGrpSpPr>
        <p:cNvPr id="3789" name="Shape 3789"/>
        <p:cNvGrpSpPr/>
        <p:nvPr/>
      </p:nvGrpSpPr>
      <p:grpSpPr>
        <a:xfrm>
          <a:off x="0" y="0"/>
          <a:ext cx="0" cy="0"/>
          <a:chOff x="0" y="0"/>
          <a:chExt cx="0" cy="0"/>
        </a:xfrm>
      </p:grpSpPr>
      <p:grpSp>
        <p:nvGrpSpPr>
          <p:cNvPr id="3790" name="Google Shape;3790;p501"/>
          <p:cNvGrpSpPr/>
          <p:nvPr/>
        </p:nvGrpSpPr>
        <p:grpSpPr>
          <a:xfrm>
            <a:off x="713225" y="539500"/>
            <a:ext cx="7717500" cy="4064400"/>
            <a:chOff x="713225" y="539500"/>
            <a:chExt cx="7717500" cy="4064400"/>
          </a:xfrm>
        </p:grpSpPr>
        <p:sp>
          <p:nvSpPr>
            <p:cNvPr id="3791" name="Google Shape;3791;p50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92" name="Google Shape;3792;p50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793" name="Google Shape;3793;p50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794" name="Google Shape;3794;p501"/>
          <p:cNvSpPr txBox="1"/>
          <p:nvPr>
            <p:ph idx="1" type="subTitle"/>
          </p:nvPr>
        </p:nvSpPr>
        <p:spPr>
          <a:xfrm>
            <a:off x="1425525" y="1808851"/>
            <a:ext cx="2384700" cy="2377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
        <p:nvSpPr>
          <p:cNvPr id="3795" name="Google Shape;3795;p501"/>
          <p:cNvSpPr txBox="1"/>
          <p:nvPr>
            <p:ph idx="2" type="subTitle"/>
          </p:nvPr>
        </p:nvSpPr>
        <p:spPr>
          <a:xfrm>
            <a:off x="5333725" y="1808850"/>
            <a:ext cx="2384700" cy="2356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4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_1_1_1">
    <p:bg>
      <p:bgPr>
        <a:solidFill>
          <a:schemeClr val="dk1"/>
        </a:solidFill>
      </p:bgPr>
    </p:bg>
    <p:spTree>
      <p:nvGrpSpPr>
        <p:cNvPr id="3796" name="Shape 3796"/>
        <p:cNvGrpSpPr/>
        <p:nvPr/>
      </p:nvGrpSpPr>
      <p:grpSpPr>
        <a:xfrm>
          <a:off x="0" y="0"/>
          <a:ext cx="0" cy="0"/>
          <a:chOff x="0" y="0"/>
          <a:chExt cx="0" cy="0"/>
        </a:xfrm>
      </p:grpSpPr>
      <p:grpSp>
        <p:nvGrpSpPr>
          <p:cNvPr id="3797" name="Google Shape;3797;p502"/>
          <p:cNvGrpSpPr/>
          <p:nvPr/>
        </p:nvGrpSpPr>
        <p:grpSpPr>
          <a:xfrm>
            <a:off x="713225" y="539500"/>
            <a:ext cx="7717500" cy="4064400"/>
            <a:chOff x="713225" y="539500"/>
            <a:chExt cx="7717500" cy="4064400"/>
          </a:xfrm>
        </p:grpSpPr>
        <p:sp>
          <p:nvSpPr>
            <p:cNvPr id="3798" name="Google Shape;3798;p50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99" name="Google Shape;3799;p50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800" name="Google Shape;3800;p50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801" name="Google Shape;3801;p502"/>
          <p:cNvSpPr txBox="1"/>
          <p:nvPr>
            <p:ph idx="1" type="subTitle"/>
          </p:nvPr>
        </p:nvSpPr>
        <p:spPr>
          <a:xfrm>
            <a:off x="852300" y="16473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802" name="Google Shape;3802;p502"/>
          <p:cNvSpPr txBox="1"/>
          <p:nvPr>
            <p:ph idx="2" type="subTitle"/>
          </p:nvPr>
        </p:nvSpPr>
        <p:spPr>
          <a:xfrm>
            <a:off x="852300" y="12178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3803" name="Google Shape;3803;p502"/>
          <p:cNvSpPr txBox="1"/>
          <p:nvPr>
            <p:ph idx="3" type="subTitle"/>
          </p:nvPr>
        </p:nvSpPr>
        <p:spPr>
          <a:xfrm>
            <a:off x="852300" y="27819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804" name="Google Shape;3804;p502"/>
          <p:cNvSpPr txBox="1"/>
          <p:nvPr>
            <p:ph idx="4" type="subTitle"/>
          </p:nvPr>
        </p:nvSpPr>
        <p:spPr>
          <a:xfrm>
            <a:off x="852300" y="23524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3805" name="Google Shape;3805;p502"/>
          <p:cNvSpPr txBox="1"/>
          <p:nvPr>
            <p:ph idx="5" type="subTitle"/>
          </p:nvPr>
        </p:nvSpPr>
        <p:spPr>
          <a:xfrm>
            <a:off x="852300" y="3916538"/>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806" name="Google Shape;3806;p502"/>
          <p:cNvSpPr txBox="1"/>
          <p:nvPr>
            <p:ph idx="6" type="subTitle"/>
          </p:nvPr>
        </p:nvSpPr>
        <p:spPr>
          <a:xfrm>
            <a:off x="852300" y="34870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4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bg>
      <p:bgPr>
        <a:solidFill>
          <a:schemeClr val="dk1"/>
        </a:solidFill>
      </p:bgPr>
    </p:bg>
    <p:spTree>
      <p:nvGrpSpPr>
        <p:cNvPr id="3807" name="Shape 3807"/>
        <p:cNvGrpSpPr/>
        <p:nvPr/>
      </p:nvGrpSpPr>
      <p:grpSpPr>
        <a:xfrm>
          <a:off x="0" y="0"/>
          <a:ext cx="0" cy="0"/>
          <a:chOff x="0" y="0"/>
          <a:chExt cx="0" cy="0"/>
        </a:xfrm>
      </p:grpSpPr>
      <p:grpSp>
        <p:nvGrpSpPr>
          <p:cNvPr id="3808" name="Google Shape;3808;p503"/>
          <p:cNvGrpSpPr/>
          <p:nvPr/>
        </p:nvGrpSpPr>
        <p:grpSpPr>
          <a:xfrm>
            <a:off x="713225" y="539500"/>
            <a:ext cx="7717500" cy="4064400"/>
            <a:chOff x="713225" y="539500"/>
            <a:chExt cx="7717500" cy="4064400"/>
          </a:xfrm>
        </p:grpSpPr>
        <p:sp>
          <p:nvSpPr>
            <p:cNvPr id="3809" name="Google Shape;3809;p50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10" name="Google Shape;3810;p50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811" name="Google Shape;3811;p50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812" name="Google Shape;3812;p503"/>
          <p:cNvSpPr txBox="1"/>
          <p:nvPr>
            <p:ph idx="1" type="subTitle"/>
          </p:nvPr>
        </p:nvSpPr>
        <p:spPr>
          <a:xfrm>
            <a:off x="919850"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813" name="Google Shape;3813;p503"/>
          <p:cNvSpPr txBox="1"/>
          <p:nvPr>
            <p:ph idx="2" type="subTitle"/>
          </p:nvPr>
        </p:nvSpPr>
        <p:spPr>
          <a:xfrm>
            <a:off x="919850"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814" name="Google Shape;3814;p503"/>
          <p:cNvSpPr txBox="1"/>
          <p:nvPr>
            <p:ph idx="3" type="subTitle"/>
          </p:nvPr>
        </p:nvSpPr>
        <p:spPr>
          <a:xfrm>
            <a:off x="3500699"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815" name="Google Shape;3815;p503"/>
          <p:cNvSpPr txBox="1"/>
          <p:nvPr>
            <p:ph idx="4" type="subTitle"/>
          </p:nvPr>
        </p:nvSpPr>
        <p:spPr>
          <a:xfrm>
            <a:off x="3500697"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816" name="Google Shape;3816;p503"/>
          <p:cNvSpPr txBox="1"/>
          <p:nvPr>
            <p:ph idx="5" type="subTitle"/>
          </p:nvPr>
        </p:nvSpPr>
        <p:spPr>
          <a:xfrm>
            <a:off x="6069048"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817" name="Google Shape;3817;p503"/>
          <p:cNvSpPr txBox="1"/>
          <p:nvPr>
            <p:ph idx="6" type="subTitle"/>
          </p:nvPr>
        </p:nvSpPr>
        <p:spPr>
          <a:xfrm>
            <a:off x="6069043"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1_1_1_1_1_1">
    <p:bg>
      <p:bgPr>
        <a:solidFill>
          <a:schemeClr val="dk1"/>
        </a:solidFill>
      </p:bgPr>
    </p:bg>
    <p:spTree>
      <p:nvGrpSpPr>
        <p:cNvPr id="3818" name="Shape 3818"/>
        <p:cNvGrpSpPr/>
        <p:nvPr/>
      </p:nvGrpSpPr>
      <p:grpSpPr>
        <a:xfrm>
          <a:off x="0" y="0"/>
          <a:ext cx="0" cy="0"/>
          <a:chOff x="0" y="0"/>
          <a:chExt cx="0" cy="0"/>
        </a:xfrm>
      </p:grpSpPr>
      <p:grpSp>
        <p:nvGrpSpPr>
          <p:cNvPr id="3819" name="Google Shape;3819;p504"/>
          <p:cNvGrpSpPr/>
          <p:nvPr/>
        </p:nvGrpSpPr>
        <p:grpSpPr>
          <a:xfrm>
            <a:off x="713225" y="539500"/>
            <a:ext cx="7717500" cy="4064400"/>
            <a:chOff x="713225" y="539500"/>
            <a:chExt cx="7717500" cy="4064400"/>
          </a:xfrm>
        </p:grpSpPr>
        <p:sp>
          <p:nvSpPr>
            <p:cNvPr id="3820" name="Google Shape;3820;p50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21" name="Google Shape;3821;p50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822" name="Google Shape;3822;p50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823" name="Google Shape;3823;p504"/>
          <p:cNvSpPr txBox="1"/>
          <p:nvPr>
            <p:ph idx="1" type="subTitle"/>
          </p:nvPr>
        </p:nvSpPr>
        <p:spPr>
          <a:xfrm>
            <a:off x="919850" y="28955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824" name="Google Shape;3824;p504"/>
          <p:cNvSpPr txBox="1"/>
          <p:nvPr>
            <p:ph idx="2" type="subTitle"/>
          </p:nvPr>
        </p:nvSpPr>
        <p:spPr>
          <a:xfrm>
            <a:off x="919850" y="23982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825" name="Google Shape;3825;p504"/>
          <p:cNvSpPr txBox="1"/>
          <p:nvPr>
            <p:ph idx="3" type="subTitle"/>
          </p:nvPr>
        </p:nvSpPr>
        <p:spPr>
          <a:xfrm>
            <a:off x="3500700" y="32003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826" name="Google Shape;3826;p504"/>
          <p:cNvSpPr txBox="1"/>
          <p:nvPr>
            <p:ph idx="4" type="subTitle"/>
          </p:nvPr>
        </p:nvSpPr>
        <p:spPr>
          <a:xfrm>
            <a:off x="3500697" y="27030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827" name="Google Shape;3827;p504"/>
          <p:cNvSpPr txBox="1"/>
          <p:nvPr>
            <p:ph idx="5" type="subTitle"/>
          </p:nvPr>
        </p:nvSpPr>
        <p:spPr>
          <a:xfrm>
            <a:off x="6069049" y="35051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828" name="Google Shape;3828;p504"/>
          <p:cNvSpPr txBox="1"/>
          <p:nvPr>
            <p:ph idx="6" type="subTitle"/>
          </p:nvPr>
        </p:nvSpPr>
        <p:spPr>
          <a:xfrm>
            <a:off x="6069043" y="30078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BLANK_1_1_1_1_1_1_1_1_1_1">
    <p:bg>
      <p:bgPr>
        <a:solidFill>
          <a:schemeClr val="dk1"/>
        </a:solidFill>
      </p:bgPr>
    </p:bg>
    <p:spTree>
      <p:nvGrpSpPr>
        <p:cNvPr id="3829" name="Shape 3829"/>
        <p:cNvGrpSpPr/>
        <p:nvPr/>
      </p:nvGrpSpPr>
      <p:grpSpPr>
        <a:xfrm>
          <a:off x="0" y="0"/>
          <a:ext cx="0" cy="0"/>
          <a:chOff x="0" y="0"/>
          <a:chExt cx="0" cy="0"/>
        </a:xfrm>
      </p:grpSpPr>
      <p:grpSp>
        <p:nvGrpSpPr>
          <p:cNvPr id="3830" name="Google Shape;3830;p505"/>
          <p:cNvGrpSpPr/>
          <p:nvPr/>
        </p:nvGrpSpPr>
        <p:grpSpPr>
          <a:xfrm>
            <a:off x="713225" y="539500"/>
            <a:ext cx="7717500" cy="4064400"/>
            <a:chOff x="713225" y="539500"/>
            <a:chExt cx="7717500" cy="4064400"/>
          </a:xfrm>
        </p:grpSpPr>
        <p:sp>
          <p:nvSpPr>
            <p:cNvPr id="3831" name="Google Shape;3831;p50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32" name="Google Shape;3832;p50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833" name="Google Shape;3833;p50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834" name="Google Shape;3834;p505"/>
          <p:cNvSpPr txBox="1"/>
          <p:nvPr>
            <p:ph idx="1" type="subTitle"/>
          </p:nvPr>
        </p:nvSpPr>
        <p:spPr>
          <a:xfrm>
            <a:off x="111297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835" name="Google Shape;3835;p505"/>
          <p:cNvSpPr txBox="1"/>
          <p:nvPr>
            <p:ph idx="2" type="subTitle"/>
          </p:nvPr>
        </p:nvSpPr>
        <p:spPr>
          <a:xfrm>
            <a:off x="111297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836" name="Google Shape;3836;p505"/>
          <p:cNvSpPr txBox="1"/>
          <p:nvPr>
            <p:ph idx="3" type="subTitle"/>
          </p:nvPr>
        </p:nvSpPr>
        <p:spPr>
          <a:xfrm>
            <a:off x="3497250" y="18612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837" name="Google Shape;3837;p505"/>
          <p:cNvSpPr txBox="1"/>
          <p:nvPr>
            <p:ph idx="4" type="subTitle"/>
          </p:nvPr>
        </p:nvSpPr>
        <p:spPr>
          <a:xfrm>
            <a:off x="3497250" y="13639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838" name="Google Shape;3838;p505"/>
          <p:cNvSpPr txBox="1"/>
          <p:nvPr>
            <p:ph idx="5" type="subTitle"/>
          </p:nvPr>
        </p:nvSpPr>
        <p:spPr>
          <a:xfrm>
            <a:off x="588152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839" name="Google Shape;3839;p505"/>
          <p:cNvSpPr txBox="1"/>
          <p:nvPr>
            <p:ph idx="6" type="subTitle"/>
          </p:nvPr>
        </p:nvSpPr>
        <p:spPr>
          <a:xfrm>
            <a:off x="588152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2">
    <p:bg>
      <p:bgPr>
        <a:solidFill>
          <a:schemeClr val="dk1"/>
        </a:solidFill>
      </p:bgPr>
    </p:bg>
    <p:spTree>
      <p:nvGrpSpPr>
        <p:cNvPr id="3840" name="Shape 3840"/>
        <p:cNvGrpSpPr/>
        <p:nvPr/>
      </p:nvGrpSpPr>
      <p:grpSpPr>
        <a:xfrm>
          <a:off x="0" y="0"/>
          <a:ext cx="0" cy="0"/>
          <a:chOff x="0" y="0"/>
          <a:chExt cx="0" cy="0"/>
        </a:xfrm>
      </p:grpSpPr>
      <p:grpSp>
        <p:nvGrpSpPr>
          <p:cNvPr id="3841" name="Google Shape;3841;p506"/>
          <p:cNvGrpSpPr/>
          <p:nvPr/>
        </p:nvGrpSpPr>
        <p:grpSpPr>
          <a:xfrm>
            <a:off x="713225" y="539500"/>
            <a:ext cx="7717500" cy="4064400"/>
            <a:chOff x="713225" y="539500"/>
            <a:chExt cx="7717500" cy="4064400"/>
          </a:xfrm>
        </p:grpSpPr>
        <p:sp>
          <p:nvSpPr>
            <p:cNvPr id="3842" name="Google Shape;3842;p50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43" name="Google Shape;3843;p50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844" name="Google Shape;3844;p50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845" name="Google Shape;3845;p506"/>
          <p:cNvSpPr txBox="1"/>
          <p:nvPr>
            <p:ph idx="1" type="subTitle"/>
          </p:nvPr>
        </p:nvSpPr>
        <p:spPr>
          <a:xfrm>
            <a:off x="945800" y="1875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846" name="Google Shape;3846;p506"/>
          <p:cNvSpPr txBox="1"/>
          <p:nvPr>
            <p:ph idx="2" type="subTitle"/>
          </p:nvPr>
        </p:nvSpPr>
        <p:spPr>
          <a:xfrm>
            <a:off x="945800" y="1446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3847" name="Google Shape;3847;p506"/>
          <p:cNvSpPr txBox="1"/>
          <p:nvPr>
            <p:ph idx="3" type="subTitle"/>
          </p:nvPr>
        </p:nvSpPr>
        <p:spPr>
          <a:xfrm>
            <a:off x="5153800" y="2781950"/>
            <a:ext cx="30444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848" name="Google Shape;3848;p506"/>
          <p:cNvSpPr txBox="1"/>
          <p:nvPr>
            <p:ph idx="4" type="subTitle"/>
          </p:nvPr>
        </p:nvSpPr>
        <p:spPr>
          <a:xfrm>
            <a:off x="5153800" y="2352425"/>
            <a:ext cx="3044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3849" name="Google Shape;3849;p506"/>
          <p:cNvSpPr txBox="1"/>
          <p:nvPr>
            <p:ph idx="5" type="subTitle"/>
          </p:nvPr>
        </p:nvSpPr>
        <p:spPr>
          <a:xfrm>
            <a:off x="945800" y="3687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850" name="Google Shape;3850;p506"/>
          <p:cNvSpPr txBox="1"/>
          <p:nvPr>
            <p:ph idx="6" type="subTitle"/>
          </p:nvPr>
        </p:nvSpPr>
        <p:spPr>
          <a:xfrm>
            <a:off x="945800" y="3258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4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5">
    <p:bg>
      <p:bgPr>
        <a:solidFill>
          <a:schemeClr val="dk1"/>
        </a:solidFill>
      </p:bgPr>
    </p:bg>
    <p:spTree>
      <p:nvGrpSpPr>
        <p:cNvPr id="3851" name="Shape 3851"/>
        <p:cNvGrpSpPr/>
        <p:nvPr/>
      </p:nvGrpSpPr>
      <p:grpSpPr>
        <a:xfrm>
          <a:off x="0" y="0"/>
          <a:ext cx="0" cy="0"/>
          <a:chOff x="0" y="0"/>
          <a:chExt cx="0" cy="0"/>
        </a:xfrm>
      </p:grpSpPr>
      <p:grpSp>
        <p:nvGrpSpPr>
          <p:cNvPr id="3852" name="Google Shape;3852;p507"/>
          <p:cNvGrpSpPr/>
          <p:nvPr/>
        </p:nvGrpSpPr>
        <p:grpSpPr>
          <a:xfrm>
            <a:off x="713225" y="539500"/>
            <a:ext cx="7717500" cy="4064400"/>
            <a:chOff x="713225" y="539500"/>
            <a:chExt cx="7717500" cy="4064400"/>
          </a:xfrm>
        </p:grpSpPr>
        <p:sp>
          <p:nvSpPr>
            <p:cNvPr id="3853" name="Google Shape;3853;p50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54" name="Google Shape;3854;p50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855" name="Google Shape;3855;p50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856" name="Google Shape;3856;p507"/>
          <p:cNvSpPr txBox="1"/>
          <p:nvPr>
            <p:ph idx="1" type="subTitle"/>
          </p:nvPr>
        </p:nvSpPr>
        <p:spPr>
          <a:xfrm>
            <a:off x="1658100" y="1978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857" name="Google Shape;3857;p507"/>
          <p:cNvSpPr txBox="1"/>
          <p:nvPr>
            <p:ph idx="2" type="subTitle"/>
          </p:nvPr>
        </p:nvSpPr>
        <p:spPr>
          <a:xfrm>
            <a:off x="1658100" y="1549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3858" name="Google Shape;3858;p507"/>
          <p:cNvSpPr txBox="1"/>
          <p:nvPr>
            <p:ph idx="3" type="subTitle"/>
          </p:nvPr>
        </p:nvSpPr>
        <p:spPr>
          <a:xfrm>
            <a:off x="1658100" y="2884846"/>
            <a:ext cx="62850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859" name="Google Shape;3859;p507"/>
          <p:cNvSpPr txBox="1"/>
          <p:nvPr>
            <p:ph idx="4" type="subTitle"/>
          </p:nvPr>
        </p:nvSpPr>
        <p:spPr>
          <a:xfrm>
            <a:off x="1658100" y="2455321"/>
            <a:ext cx="62850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3860" name="Google Shape;3860;p507"/>
          <p:cNvSpPr txBox="1"/>
          <p:nvPr>
            <p:ph idx="5" type="subTitle"/>
          </p:nvPr>
        </p:nvSpPr>
        <p:spPr>
          <a:xfrm>
            <a:off x="1658100" y="3790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3861" name="Google Shape;3861;p507"/>
          <p:cNvSpPr txBox="1"/>
          <p:nvPr>
            <p:ph idx="6" type="subTitle"/>
          </p:nvPr>
        </p:nvSpPr>
        <p:spPr>
          <a:xfrm>
            <a:off x="1658100" y="3361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4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24">
    <p:bg>
      <p:bgPr>
        <a:solidFill>
          <a:schemeClr val="dk1"/>
        </a:solidFill>
      </p:bgPr>
    </p:bg>
    <p:spTree>
      <p:nvGrpSpPr>
        <p:cNvPr id="3862" name="Shape 3862"/>
        <p:cNvGrpSpPr/>
        <p:nvPr/>
      </p:nvGrpSpPr>
      <p:grpSpPr>
        <a:xfrm>
          <a:off x="0" y="0"/>
          <a:ext cx="0" cy="0"/>
          <a:chOff x="0" y="0"/>
          <a:chExt cx="0" cy="0"/>
        </a:xfrm>
      </p:grpSpPr>
      <p:grpSp>
        <p:nvGrpSpPr>
          <p:cNvPr id="3863" name="Google Shape;3863;p508"/>
          <p:cNvGrpSpPr/>
          <p:nvPr/>
        </p:nvGrpSpPr>
        <p:grpSpPr>
          <a:xfrm>
            <a:off x="713225" y="539500"/>
            <a:ext cx="7717500" cy="4064400"/>
            <a:chOff x="713225" y="539500"/>
            <a:chExt cx="7717500" cy="4064400"/>
          </a:xfrm>
        </p:grpSpPr>
        <p:sp>
          <p:nvSpPr>
            <p:cNvPr id="3864" name="Google Shape;3864;p50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65" name="Google Shape;3865;p50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866" name="Google Shape;3866;p50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867" name="Google Shape;3867;p508"/>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3868" name="Google Shape;3868;p508"/>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3869" name="Google Shape;3869;p508"/>
          <p:cNvSpPr txBox="1"/>
          <p:nvPr>
            <p:ph idx="3" type="subTitle"/>
          </p:nvPr>
        </p:nvSpPr>
        <p:spPr>
          <a:xfrm>
            <a:off x="853775" y="257119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3870" name="Google Shape;3870;p508"/>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3871" name="Google Shape;3871;p508"/>
          <p:cNvSpPr txBox="1"/>
          <p:nvPr>
            <p:ph idx="5" type="subTitle"/>
          </p:nvPr>
        </p:nvSpPr>
        <p:spPr>
          <a:xfrm>
            <a:off x="4452875" y="2570500"/>
            <a:ext cx="3761700" cy="172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3872" name="Google Shape;3872;p508"/>
          <p:cNvSpPr txBox="1"/>
          <p:nvPr>
            <p:ph idx="6" type="subTitle"/>
          </p:nvPr>
        </p:nvSpPr>
        <p:spPr>
          <a:xfrm>
            <a:off x="853775" y="323750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3873" name="Google Shape;3873;p508"/>
          <p:cNvSpPr txBox="1"/>
          <p:nvPr>
            <p:ph idx="7" type="subTitle"/>
          </p:nvPr>
        </p:nvSpPr>
        <p:spPr>
          <a:xfrm>
            <a:off x="853775" y="362674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4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_1_1_1_1">
    <p:bg>
      <p:bgPr>
        <a:solidFill>
          <a:schemeClr val="dk1"/>
        </a:solidFill>
      </p:bgPr>
    </p:bg>
    <p:spTree>
      <p:nvGrpSpPr>
        <p:cNvPr id="3874" name="Shape 3874"/>
        <p:cNvGrpSpPr/>
        <p:nvPr/>
      </p:nvGrpSpPr>
      <p:grpSpPr>
        <a:xfrm>
          <a:off x="0" y="0"/>
          <a:ext cx="0" cy="0"/>
          <a:chOff x="0" y="0"/>
          <a:chExt cx="0" cy="0"/>
        </a:xfrm>
      </p:grpSpPr>
      <p:grpSp>
        <p:nvGrpSpPr>
          <p:cNvPr id="3875" name="Google Shape;3875;p509"/>
          <p:cNvGrpSpPr/>
          <p:nvPr/>
        </p:nvGrpSpPr>
        <p:grpSpPr>
          <a:xfrm>
            <a:off x="713225" y="539500"/>
            <a:ext cx="7717500" cy="4064400"/>
            <a:chOff x="713225" y="539500"/>
            <a:chExt cx="7717500" cy="4064400"/>
          </a:xfrm>
        </p:grpSpPr>
        <p:sp>
          <p:nvSpPr>
            <p:cNvPr id="3876" name="Google Shape;3876;p50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77" name="Google Shape;3877;p50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878" name="Google Shape;3878;p50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879" name="Google Shape;3879;p509"/>
          <p:cNvSpPr txBox="1"/>
          <p:nvPr>
            <p:ph idx="1" type="subTitle"/>
          </p:nvPr>
        </p:nvSpPr>
        <p:spPr>
          <a:xfrm>
            <a:off x="1112425"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880" name="Google Shape;3880;p509"/>
          <p:cNvSpPr txBox="1"/>
          <p:nvPr>
            <p:ph idx="2" type="subTitle"/>
          </p:nvPr>
        </p:nvSpPr>
        <p:spPr>
          <a:xfrm>
            <a:off x="1112425"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881" name="Google Shape;3881;p509"/>
          <p:cNvSpPr txBox="1"/>
          <p:nvPr>
            <p:ph idx="3" type="subTitle"/>
          </p:nvPr>
        </p:nvSpPr>
        <p:spPr>
          <a:xfrm>
            <a:off x="5584150"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882" name="Google Shape;3882;p509"/>
          <p:cNvSpPr txBox="1"/>
          <p:nvPr>
            <p:ph idx="4" type="subTitle"/>
          </p:nvPr>
        </p:nvSpPr>
        <p:spPr>
          <a:xfrm>
            <a:off x="5584150"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883" name="Google Shape;3883;p509"/>
          <p:cNvSpPr txBox="1"/>
          <p:nvPr>
            <p:ph idx="5" type="subTitle"/>
          </p:nvPr>
        </p:nvSpPr>
        <p:spPr>
          <a:xfrm>
            <a:off x="1112425"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884" name="Google Shape;3884;p509"/>
          <p:cNvSpPr txBox="1"/>
          <p:nvPr>
            <p:ph idx="6" type="subTitle"/>
          </p:nvPr>
        </p:nvSpPr>
        <p:spPr>
          <a:xfrm>
            <a:off x="1112425"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885" name="Google Shape;3885;p509"/>
          <p:cNvSpPr txBox="1"/>
          <p:nvPr>
            <p:ph idx="7" type="subTitle"/>
          </p:nvPr>
        </p:nvSpPr>
        <p:spPr>
          <a:xfrm>
            <a:off x="5584150"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886" name="Google Shape;3886;p509"/>
          <p:cNvSpPr txBox="1"/>
          <p:nvPr>
            <p:ph idx="8" type="subTitle"/>
          </p:nvPr>
        </p:nvSpPr>
        <p:spPr>
          <a:xfrm>
            <a:off x="5584150"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1_1_1_1_1">
    <p:bg>
      <p:bgPr>
        <a:solidFill>
          <a:schemeClr val="dk1"/>
        </a:solidFill>
      </p:bgPr>
    </p:bg>
    <p:spTree>
      <p:nvGrpSpPr>
        <p:cNvPr id="3887" name="Shape 3887"/>
        <p:cNvGrpSpPr/>
        <p:nvPr/>
      </p:nvGrpSpPr>
      <p:grpSpPr>
        <a:xfrm>
          <a:off x="0" y="0"/>
          <a:ext cx="0" cy="0"/>
          <a:chOff x="0" y="0"/>
          <a:chExt cx="0" cy="0"/>
        </a:xfrm>
      </p:grpSpPr>
      <p:grpSp>
        <p:nvGrpSpPr>
          <p:cNvPr id="3888" name="Google Shape;3888;p510"/>
          <p:cNvGrpSpPr/>
          <p:nvPr/>
        </p:nvGrpSpPr>
        <p:grpSpPr>
          <a:xfrm>
            <a:off x="713300" y="539550"/>
            <a:ext cx="7717500" cy="4064400"/>
            <a:chOff x="713300" y="539550"/>
            <a:chExt cx="7717500" cy="4064400"/>
          </a:xfrm>
        </p:grpSpPr>
        <p:cxnSp>
          <p:nvCxnSpPr>
            <p:cNvPr id="3889" name="Google Shape;3889;p510"/>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3890" name="Google Shape;3890;p510"/>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91" name="Google Shape;3891;p51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892" name="Google Shape;3892;p510"/>
          <p:cNvSpPr txBox="1"/>
          <p:nvPr>
            <p:ph idx="1" type="subTitle"/>
          </p:nvPr>
        </p:nvSpPr>
        <p:spPr>
          <a:xfrm>
            <a:off x="10166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893" name="Google Shape;3893;p510"/>
          <p:cNvSpPr txBox="1"/>
          <p:nvPr>
            <p:ph idx="2" type="subTitle"/>
          </p:nvPr>
        </p:nvSpPr>
        <p:spPr>
          <a:xfrm>
            <a:off x="10166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894" name="Google Shape;3894;p510"/>
          <p:cNvSpPr txBox="1"/>
          <p:nvPr>
            <p:ph idx="3" type="subTitle"/>
          </p:nvPr>
        </p:nvSpPr>
        <p:spPr>
          <a:xfrm>
            <a:off x="10166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895" name="Google Shape;3895;p510"/>
          <p:cNvSpPr txBox="1"/>
          <p:nvPr>
            <p:ph idx="4" type="subTitle"/>
          </p:nvPr>
        </p:nvSpPr>
        <p:spPr>
          <a:xfrm>
            <a:off x="10166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896" name="Google Shape;3896;p510"/>
          <p:cNvSpPr txBox="1"/>
          <p:nvPr>
            <p:ph idx="5" type="subTitle"/>
          </p:nvPr>
        </p:nvSpPr>
        <p:spPr>
          <a:xfrm>
            <a:off x="48094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897" name="Google Shape;3897;p510"/>
          <p:cNvSpPr txBox="1"/>
          <p:nvPr>
            <p:ph idx="6" type="subTitle"/>
          </p:nvPr>
        </p:nvSpPr>
        <p:spPr>
          <a:xfrm>
            <a:off x="48094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898" name="Google Shape;3898;p510"/>
          <p:cNvSpPr txBox="1"/>
          <p:nvPr>
            <p:ph idx="7" type="subTitle"/>
          </p:nvPr>
        </p:nvSpPr>
        <p:spPr>
          <a:xfrm>
            <a:off x="48094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899" name="Google Shape;3899;p510"/>
          <p:cNvSpPr txBox="1"/>
          <p:nvPr>
            <p:ph idx="8" type="subTitle"/>
          </p:nvPr>
        </p:nvSpPr>
        <p:spPr>
          <a:xfrm>
            <a:off x="48094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1_1_1_1_1_1_1_1_1">
    <p:bg>
      <p:bgPr>
        <a:solidFill>
          <a:schemeClr val="dk1"/>
        </a:solidFill>
      </p:bgPr>
    </p:bg>
    <p:spTree>
      <p:nvGrpSpPr>
        <p:cNvPr id="3900" name="Shape 3900"/>
        <p:cNvGrpSpPr/>
        <p:nvPr/>
      </p:nvGrpSpPr>
      <p:grpSpPr>
        <a:xfrm>
          <a:off x="0" y="0"/>
          <a:ext cx="0" cy="0"/>
          <a:chOff x="0" y="0"/>
          <a:chExt cx="0" cy="0"/>
        </a:xfrm>
      </p:grpSpPr>
      <p:grpSp>
        <p:nvGrpSpPr>
          <p:cNvPr id="3901" name="Google Shape;3901;p511"/>
          <p:cNvGrpSpPr/>
          <p:nvPr/>
        </p:nvGrpSpPr>
        <p:grpSpPr>
          <a:xfrm>
            <a:off x="713225" y="539500"/>
            <a:ext cx="7717500" cy="4064400"/>
            <a:chOff x="713225" y="539500"/>
            <a:chExt cx="7717500" cy="4064400"/>
          </a:xfrm>
        </p:grpSpPr>
        <p:sp>
          <p:nvSpPr>
            <p:cNvPr id="3902" name="Google Shape;3902;p51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03" name="Google Shape;3903;p51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904" name="Google Shape;3904;p51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905" name="Google Shape;3905;p511"/>
          <p:cNvSpPr txBox="1"/>
          <p:nvPr>
            <p:ph idx="1" type="subTitle"/>
          </p:nvPr>
        </p:nvSpPr>
        <p:spPr>
          <a:xfrm>
            <a:off x="8844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906" name="Google Shape;3906;p511"/>
          <p:cNvSpPr txBox="1"/>
          <p:nvPr>
            <p:ph idx="2" type="subTitle"/>
          </p:nvPr>
        </p:nvSpPr>
        <p:spPr>
          <a:xfrm>
            <a:off x="884474"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907" name="Google Shape;3907;p511"/>
          <p:cNvSpPr txBox="1"/>
          <p:nvPr>
            <p:ph idx="3" type="subTitle"/>
          </p:nvPr>
        </p:nvSpPr>
        <p:spPr>
          <a:xfrm>
            <a:off x="2767708"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908" name="Google Shape;3908;p511"/>
          <p:cNvSpPr txBox="1"/>
          <p:nvPr>
            <p:ph idx="4" type="subTitle"/>
          </p:nvPr>
        </p:nvSpPr>
        <p:spPr>
          <a:xfrm>
            <a:off x="2767709"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909" name="Google Shape;3909;p511"/>
          <p:cNvSpPr txBox="1"/>
          <p:nvPr>
            <p:ph idx="5" type="subTitle"/>
          </p:nvPr>
        </p:nvSpPr>
        <p:spPr>
          <a:xfrm>
            <a:off x="4650942"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910" name="Google Shape;3910;p511"/>
          <p:cNvSpPr txBox="1"/>
          <p:nvPr>
            <p:ph idx="6" type="subTitle"/>
          </p:nvPr>
        </p:nvSpPr>
        <p:spPr>
          <a:xfrm>
            <a:off x="4650945"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911" name="Google Shape;3911;p511"/>
          <p:cNvSpPr txBox="1"/>
          <p:nvPr>
            <p:ph idx="7" type="subTitle"/>
          </p:nvPr>
        </p:nvSpPr>
        <p:spPr>
          <a:xfrm>
            <a:off x="65341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912" name="Google Shape;3912;p511"/>
          <p:cNvSpPr txBox="1"/>
          <p:nvPr>
            <p:ph idx="8" type="subTitle"/>
          </p:nvPr>
        </p:nvSpPr>
        <p:spPr>
          <a:xfrm>
            <a:off x="6534180"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7">
    <p:bg>
      <p:bgPr>
        <a:solidFill>
          <a:schemeClr val="dk1"/>
        </a:solidFill>
      </p:bgPr>
    </p:bg>
    <p:spTree>
      <p:nvGrpSpPr>
        <p:cNvPr id="3913" name="Shape 3913"/>
        <p:cNvGrpSpPr/>
        <p:nvPr/>
      </p:nvGrpSpPr>
      <p:grpSpPr>
        <a:xfrm>
          <a:off x="0" y="0"/>
          <a:ext cx="0" cy="0"/>
          <a:chOff x="0" y="0"/>
          <a:chExt cx="0" cy="0"/>
        </a:xfrm>
      </p:grpSpPr>
      <p:grpSp>
        <p:nvGrpSpPr>
          <p:cNvPr id="3914" name="Google Shape;3914;p512"/>
          <p:cNvGrpSpPr/>
          <p:nvPr/>
        </p:nvGrpSpPr>
        <p:grpSpPr>
          <a:xfrm>
            <a:off x="713225" y="539500"/>
            <a:ext cx="7717500" cy="4064400"/>
            <a:chOff x="713225" y="539500"/>
            <a:chExt cx="7717500" cy="4064400"/>
          </a:xfrm>
        </p:grpSpPr>
        <p:sp>
          <p:nvSpPr>
            <p:cNvPr id="3915" name="Google Shape;3915;p51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16" name="Google Shape;3916;p51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917" name="Google Shape;3917;p51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918" name="Google Shape;3918;p512"/>
          <p:cNvSpPr txBox="1"/>
          <p:nvPr>
            <p:ph idx="1" type="subTitle"/>
          </p:nvPr>
        </p:nvSpPr>
        <p:spPr>
          <a:xfrm>
            <a:off x="1909431" y="1906051"/>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919" name="Google Shape;3919;p512"/>
          <p:cNvSpPr txBox="1"/>
          <p:nvPr>
            <p:ph idx="2" type="subTitle"/>
          </p:nvPr>
        </p:nvSpPr>
        <p:spPr>
          <a:xfrm>
            <a:off x="1909431" y="1387350"/>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920" name="Google Shape;3920;p512"/>
          <p:cNvSpPr txBox="1"/>
          <p:nvPr>
            <p:ph idx="3" type="subTitle"/>
          </p:nvPr>
        </p:nvSpPr>
        <p:spPr>
          <a:xfrm>
            <a:off x="4971369" y="1906050"/>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921" name="Google Shape;3921;p512"/>
          <p:cNvSpPr txBox="1"/>
          <p:nvPr>
            <p:ph idx="4" type="subTitle"/>
          </p:nvPr>
        </p:nvSpPr>
        <p:spPr>
          <a:xfrm>
            <a:off x="4971369" y="1387350"/>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922" name="Google Shape;3922;p512"/>
          <p:cNvSpPr txBox="1"/>
          <p:nvPr>
            <p:ph idx="5" type="subTitle"/>
          </p:nvPr>
        </p:nvSpPr>
        <p:spPr>
          <a:xfrm>
            <a:off x="1909431" y="3654425"/>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923" name="Google Shape;3923;p512"/>
          <p:cNvSpPr txBox="1"/>
          <p:nvPr>
            <p:ph idx="6" type="subTitle"/>
          </p:nvPr>
        </p:nvSpPr>
        <p:spPr>
          <a:xfrm>
            <a:off x="1909431" y="3135724"/>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924" name="Google Shape;3924;p512"/>
          <p:cNvSpPr txBox="1"/>
          <p:nvPr>
            <p:ph idx="7" type="subTitle"/>
          </p:nvPr>
        </p:nvSpPr>
        <p:spPr>
          <a:xfrm>
            <a:off x="4971369" y="3654424"/>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925" name="Google Shape;3925;p512"/>
          <p:cNvSpPr txBox="1"/>
          <p:nvPr>
            <p:ph idx="8" type="subTitle"/>
          </p:nvPr>
        </p:nvSpPr>
        <p:spPr>
          <a:xfrm>
            <a:off x="4971369" y="3135724"/>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1_1_1_1_1_2">
    <p:bg>
      <p:bgPr>
        <a:solidFill>
          <a:schemeClr val="dk1"/>
        </a:solidFill>
      </p:bgPr>
    </p:bg>
    <p:spTree>
      <p:nvGrpSpPr>
        <p:cNvPr id="3926" name="Shape 3926"/>
        <p:cNvGrpSpPr/>
        <p:nvPr/>
      </p:nvGrpSpPr>
      <p:grpSpPr>
        <a:xfrm>
          <a:off x="0" y="0"/>
          <a:ext cx="0" cy="0"/>
          <a:chOff x="0" y="0"/>
          <a:chExt cx="0" cy="0"/>
        </a:xfrm>
      </p:grpSpPr>
      <p:grpSp>
        <p:nvGrpSpPr>
          <p:cNvPr id="3927" name="Google Shape;3927;p513"/>
          <p:cNvGrpSpPr/>
          <p:nvPr/>
        </p:nvGrpSpPr>
        <p:grpSpPr>
          <a:xfrm>
            <a:off x="713225" y="539500"/>
            <a:ext cx="7717500" cy="4064400"/>
            <a:chOff x="713225" y="539500"/>
            <a:chExt cx="7717500" cy="4064400"/>
          </a:xfrm>
        </p:grpSpPr>
        <p:sp>
          <p:nvSpPr>
            <p:cNvPr id="3928" name="Google Shape;3928;p51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29" name="Google Shape;3929;p51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930" name="Google Shape;3930;p51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931" name="Google Shape;3931;p513"/>
          <p:cNvSpPr txBox="1"/>
          <p:nvPr>
            <p:ph idx="1" type="subTitle"/>
          </p:nvPr>
        </p:nvSpPr>
        <p:spPr>
          <a:xfrm>
            <a:off x="95812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932" name="Google Shape;3932;p513"/>
          <p:cNvSpPr txBox="1"/>
          <p:nvPr>
            <p:ph idx="2" type="subTitle"/>
          </p:nvPr>
        </p:nvSpPr>
        <p:spPr>
          <a:xfrm>
            <a:off x="95812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933" name="Google Shape;3933;p513"/>
          <p:cNvSpPr txBox="1"/>
          <p:nvPr>
            <p:ph idx="3" type="subTitle"/>
          </p:nvPr>
        </p:nvSpPr>
        <p:spPr>
          <a:xfrm>
            <a:off x="3420000"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934" name="Google Shape;3934;p513"/>
          <p:cNvSpPr txBox="1"/>
          <p:nvPr>
            <p:ph idx="4" type="subTitle"/>
          </p:nvPr>
        </p:nvSpPr>
        <p:spPr>
          <a:xfrm>
            <a:off x="3420000"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935" name="Google Shape;3935;p513"/>
          <p:cNvSpPr txBox="1"/>
          <p:nvPr>
            <p:ph idx="5" type="subTitle"/>
          </p:nvPr>
        </p:nvSpPr>
        <p:spPr>
          <a:xfrm>
            <a:off x="588187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936" name="Google Shape;3936;p513"/>
          <p:cNvSpPr txBox="1"/>
          <p:nvPr>
            <p:ph idx="6" type="subTitle"/>
          </p:nvPr>
        </p:nvSpPr>
        <p:spPr>
          <a:xfrm>
            <a:off x="588187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937" name="Google Shape;3937;p513"/>
          <p:cNvSpPr txBox="1"/>
          <p:nvPr>
            <p:ph idx="7" type="subTitle"/>
          </p:nvPr>
        </p:nvSpPr>
        <p:spPr>
          <a:xfrm>
            <a:off x="2189050"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938" name="Google Shape;3938;p513"/>
          <p:cNvSpPr txBox="1"/>
          <p:nvPr>
            <p:ph idx="8" type="subTitle"/>
          </p:nvPr>
        </p:nvSpPr>
        <p:spPr>
          <a:xfrm>
            <a:off x="2189050"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939" name="Google Shape;3939;p513"/>
          <p:cNvSpPr txBox="1"/>
          <p:nvPr>
            <p:ph idx="9" type="subTitle"/>
          </p:nvPr>
        </p:nvSpPr>
        <p:spPr>
          <a:xfrm>
            <a:off x="4650925"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940" name="Google Shape;3940;p513"/>
          <p:cNvSpPr txBox="1"/>
          <p:nvPr>
            <p:ph idx="13" type="subTitle"/>
          </p:nvPr>
        </p:nvSpPr>
        <p:spPr>
          <a:xfrm>
            <a:off x="4650925"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_1_1_1_1_1_1">
    <p:bg>
      <p:bgPr>
        <a:solidFill>
          <a:schemeClr val="dk1"/>
        </a:solidFill>
      </p:bgPr>
    </p:bg>
    <p:spTree>
      <p:nvGrpSpPr>
        <p:cNvPr id="3941" name="Shape 3941"/>
        <p:cNvGrpSpPr/>
        <p:nvPr/>
      </p:nvGrpSpPr>
      <p:grpSpPr>
        <a:xfrm>
          <a:off x="0" y="0"/>
          <a:ext cx="0" cy="0"/>
          <a:chOff x="0" y="0"/>
          <a:chExt cx="0" cy="0"/>
        </a:xfrm>
      </p:grpSpPr>
      <p:grpSp>
        <p:nvGrpSpPr>
          <p:cNvPr id="3942" name="Google Shape;3942;p514"/>
          <p:cNvGrpSpPr/>
          <p:nvPr/>
        </p:nvGrpSpPr>
        <p:grpSpPr>
          <a:xfrm>
            <a:off x="713225" y="539500"/>
            <a:ext cx="7717500" cy="4064400"/>
            <a:chOff x="713225" y="539500"/>
            <a:chExt cx="7717500" cy="4064400"/>
          </a:xfrm>
        </p:grpSpPr>
        <p:sp>
          <p:nvSpPr>
            <p:cNvPr id="3943" name="Google Shape;3943;p51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44" name="Google Shape;3944;p51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945" name="Google Shape;3945;p51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946" name="Google Shape;3946;p514"/>
          <p:cNvSpPr txBox="1"/>
          <p:nvPr>
            <p:ph idx="1" type="subTitle"/>
          </p:nvPr>
        </p:nvSpPr>
        <p:spPr>
          <a:xfrm>
            <a:off x="1134425"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947" name="Google Shape;3947;p514"/>
          <p:cNvSpPr txBox="1"/>
          <p:nvPr>
            <p:ph idx="2" type="subTitle"/>
          </p:nvPr>
        </p:nvSpPr>
        <p:spPr>
          <a:xfrm>
            <a:off x="113442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948" name="Google Shape;3948;p514"/>
          <p:cNvSpPr txBox="1"/>
          <p:nvPr>
            <p:ph idx="3" type="subTitle"/>
          </p:nvPr>
        </p:nvSpPr>
        <p:spPr>
          <a:xfrm>
            <a:off x="3495738"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949" name="Google Shape;3949;p514"/>
          <p:cNvSpPr txBox="1"/>
          <p:nvPr>
            <p:ph idx="4" type="subTitle"/>
          </p:nvPr>
        </p:nvSpPr>
        <p:spPr>
          <a:xfrm>
            <a:off x="3495750"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950" name="Google Shape;3950;p514"/>
          <p:cNvSpPr txBox="1"/>
          <p:nvPr>
            <p:ph idx="5" type="subTitle"/>
          </p:nvPr>
        </p:nvSpPr>
        <p:spPr>
          <a:xfrm>
            <a:off x="5857051"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951" name="Google Shape;3951;p514"/>
          <p:cNvSpPr txBox="1"/>
          <p:nvPr>
            <p:ph idx="6" type="subTitle"/>
          </p:nvPr>
        </p:nvSpPr>
        <p:spPr>
          <a:xfrm>
            <a:off x="585707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952" name="Google Shape;3952;p514"/>
          <p:cNvSpPr txBox="1"/>
          <p:nvPr>
            <p:ph idx="7" type="subTitle"/>
          </p:nvPr>
        </p:nvSpPr>
        <p:spPr>
          <a:xfrm>
            <a:off x="1134425"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953" name="Google Shape;3953;p514"/>
          <p:cNvSpPr txBox="1"/>
          <p:nvPr>
            <p:ph idx="8" type="subTitle"/>
          </p:nvPr>
        </p:nvSpPr>
        <p:spPr>
          <a:xfrm>
            <a:off x="113442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954" name="Google Shape;3954;p514"/>
          <p:cNvSpPr txBox="1"/>
          <p:nvPr>
            <p:ph idx="9" type="subTitle"/>
          </p:nvPr>
        </p:nvSpPr>
        <p:spPr>
          <a:xfrm>
            <a:off x="3495738"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955" name="Google Shape;3955;p514"/>
          <p:cNvSpPr txBox="1"/>
          <p:nvPr>
            <p:ph idx="13" type="subTitle"/>
          </p:nvPr>
        </p:nvSpPr>
        <p:spPr>
          <a:xfrm>
            <a:off x="3495750"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956" name="Google Shape;3956;p514"/>
          <p:cNvSpPr txBox="1"/>
          <p:nvPr>
            <p:ph idx="14" type="subTitle"/>
          </p:nvPr>
        </p:nvSpPr>
        <p:spPr>
          <a:xfrm>
            <a:off x="5857051"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957" name="Google Shape;3957;p514"/>
          <p:cNvSpPr txBox="1"/>
          <p:nvPr>
            <p:ph idx="15" type="subTitle"/>
          </p:nvPr>
        </p:nvSpPr>
        <p:spPr>
          <a:xfrm>
            <a:off x="585707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21">
    <p:bg>
      <p:bgPr>
        <a:solidFill>
          <a:schemeClr val="dk1"/>
        </a:solidFill>
      </p:bgPr>
    </p:bg>
    <p:spTree>
      <p:nvGrpSpPr>
        <p:cNvPr id="3958" name="Shape 3958"/>
        <p:cNvGrpSpPr/>
        <p:nvPr/>
      </p:nvGrpSpPr>
      <p:grpSpPr>
        <a:xfrm>
          <a:off x="0" y="0"/>
          <a:ext cx="0" cy="0"/>
          <a:chOff x="0" y="0"/>
          <a:chExt cx="0" cy="0"/>
        </a:xfrm>
      </p:grpSpPr>
      <p:grpSp>
        <p:nvGrpSpPr>
          <p:cNvPr id="3959" name="Google Shape;3959;p515"/>
          <p:cNvGrpSpPr/>
          <p:nvPr/>
        </p:nvGrpSpPr>
        <p:grpSpPr>
          <a:xfrm>
            <a:off x="713225" y="539500"/>
            <a:ext cx="7717500" cy="4064400"/>
            <a:chOff x="713225" y="539500"/>
            <a:chExt cx="7717500" cy="4064400"/>
          </a:xfrm>
        </p:grpSpPr>
        <p:sp>
          <p:nvSpPr>
            <p:cNvPr id="3960" name="Google Shape;3960;p51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61" name="Google Shape;3961;p51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962" name="Google Shape;3962;p51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3963" name="Google Shape;3963;p515"/>
          <p:cNvSpPr txBox="1"/>
          <p:nvPr>
            <p:ph idx="1" type="subTitle"/>
          </p:nvPr>
        </p:nvSpPr>
        <p:spPr>
          <a:xfrm>
            <a:off x="1059065"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964" name="Google Shape;3964;p515"/>
          <p:cNvSpPr txBox="1"/>
          <p:nvPr>
            <p:ph idx="2" type="subTitle"/>
          </p:nvPr>
        </p:nvSpPr>
        <p:spPr>
          <a:xfrm>
            <a:off x="1059065"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965" name="Google Shape;3965;p515"/>
          <p:cNvSpPr txBox="1"/>
          <p:nvPr>
            <p:ph idx="3" type="subTitle"/>
          </p:nvPr>
        </p:nvSpPr>
        <p:spPr>
          <a:xfrm>
            <a:off x="1059052" y="2806879"/>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966" name="Google Shape;3966;p515"/>
          <p:cNvSpPr txBox="1"/>
          <p:nvPr>
            <p:ph idx="4" type="subTitle"/>
          </p:nvPr>
        </p:nvSpPr>
        <p:spPr>
          <a:xfrm>
            <a:off x="1059070" y="2454554"/>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967" name="Google Shape;3967;p515"/>
          <p:cNvSpPr txBox="1"/>
          <p:nvPr>
            <p:ph idx="5" type="subTitle"/>
          </p:nvPr>
        </p:nvSpPr>
        <p:spPr>
          <a:xfrm>
            <a:off x="5042599"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968" name="Google Shape;3968;p515"/>
          <p:cNvSpPr txBox="1"/>
          <p:nvPr>
            <p:ph idx="6" type="subTitle"/>
          </p:nvPr>
        </p:nvSpPr>
        <p:spPr>
          <a:xfrm>
            <a:off x="5042634"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969" name="Google Shape;3969;p515"/>
          <p:cNvSpPr txBox="1"/>
          <p:nvPr>
            <p:ph idx="7" type="subTitle"/>
          </p:nvPr>
        </p:nvSpPr>
        <p:spPr>
          <a:xfrm>
            <a:off x="1059065"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970" name="Google Shape;3970;p515"/>
          <p:cNvSpPr txBox="1"/>
          <p:nvPr>
            <p:ph idx="8" type="subTitle"/>
          </p:nvPr>
        </p:nvSpPr>
        <p:spPr>
          <a:xfrm>
            <a:off x="1059065"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971" name="Google Shape;3971;p515"/>
          <p:cNvSpPr txBox="1"/>
          <p:nvPr>
            <p:ph idx="9" type="subTitle"/>
          </p:nvPr>
        </p:nvSpPr>
        <p:spPr>
          <a:xfrm>
            <a:off x="5042630" y="2806867"/>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972" name="Google Shape;3972;p515"/>
          <p:cNvSpPr txBox="1"/>
          <p:nvPr>
            <p:ph idx="13" type="subTitle"/>
          </p:nvPr>
        </p:nvSpPr>
        <p:spPr>
          <a:xfrm>
            <a:off x="5042648" y="24545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973" name="Google Shape;3973;p515"/>
          <p:cNvSpPr txBox="1"/>
          <p:nvPr>
            <p:ph idx="14" type="subTitle"/>
          </p:nvPr>
        </p:nvSpPr>
        <p:spPr>
          <a:xfrm>
            <a:off x="5042599"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3974" name="Google Shape;3974;p515"/>
          <p:cNvSpPr txBox="1"/>
          <p:nvPr>
            <p:ph idx="15" type="subTitle"/>
          </p:nvPr>
        </p:nvSpPr>
        <p:spPr>
          <a:xfrm>
            <a:off x="5042634"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_1_1_1_1_1">
    <p:bg>
      <p:bgPr>
        <a:solidFill>
          <a:schemeClr val="dk1"/>
        </a:solidFill>
      </p:bgPr>
    </p:bg>
    <p:spTree>
      <p:nvGrpSpPr>
        <p:cNvPr id="3975" name="Shape 3975"/>
        <p:cNvGrpSpPr/>
        <p:nvPr/>
      </p:nvGrpSpPr>
      <p:grpSpPr>
        <a:xfrm>
          <a:off x="0" y="0"/>
          <a:ext cx="0" cy="0"/>
          <a:chOff x="0" y="0"/>
          <a:chExt cx="0" cy="0"/>
        </a:xfrm>
      </p:grpSpPr>
      <p:grpSp>
        <p:nvGrpSpPr>
          <p:cNvPr id="3976" name="Google Shape;3976;p516"/>
          <p:cNvGrpSpPr/>
          <p:nvPr/>
        </p:nvGrpSpPr>
        <p:grpSpPr>
          <a:xfrm>
            <a:off x="713225" y="539500"/>
            <a:ext cx="7717500" cy="4064400"/>
            <a:chOff x="713225" y="539500"/>
            <a:chExt cx="7717500" cy="4064400"/>
          </a:xfrm>
        </p:grpSpPr>
        <p:sp>
          <p:nvSpPr>
            <p:cNvPr id="3977" name="Google Shape;3977;p51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78" name="Google Shape;3978;p516"/>
            <p:cNvCxnSpPr/>
            <p:nvPr/>
          </p:nvCxnSpPr>
          <p:spPr>
            <a:xfrm>
              <a:off x="734825" y="1483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3979" name="Google Shape;3979;p516"/>
          <p:cNvSpPr txBox="1"/>
          <p:nvPr>
            <p:ph type="title"/>
          </p:nvPr>
        </p:nvSpPr>
        <p:spPr>
          <a:xfrm>
            <a:off x="3607800" y="539500"/>
            <a:ext cx="4519200" cy="939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r">
              <a:spcBef>
                <a:spcPts val="0"/>
              </a:spcBef>
              <a:spcAft>
                <a:spcPts val="0"/>
              </a:spcAft>
              <a:buClr>
                <a:schemeClr val="lt1"/>
              </a:buClr>
              <a:buSzPts val="4800"/>
              <a:buNone/>
              <a:defRPr sz="4800">
                <a:solidFill>
                  <a:schemeClr val="lt1"/>
                </a:solidFill>
              </a:defRPr>
            </a:lvl2pPr>
            <a:lvl3pPr lvl="2" algn="r">
              <a:spcBef>
                <a:spcPts val="0"/>
              </a:spcBef>
              <a:spcAft>
                <a:spcPts val="0"/>
              </a:spcAft>
              <a:buClr>
                <a:schemeClr val="lt1"/>
              </a:buClr>
              <a:buSzPts val="4800"/>
              <a:buNone/>
              <a:defRPr sz="4800">
                <a:solidFill>
                  <a:schemeClr val="lt1"/>
                </a:solidFill>
              </a:defRPr>
            </a:lvl3pPr>
            <a:lvl4pPr lvl="3" algn="r">
              <a:spcBef>
                <a:spcPts val="0"/>
              </a:spcBef>
              <a:spcAft>
                <a:spcPts val="0"/>
              </a:spcAft>
              <a:buClr>
                <a:schemeClr val="lt1"/>
              </a:buClr>
              <a:buSzPts val="4800"/>
              <a:buNone/>
              <a:defRPr sz="4800">
                <a:solidFill>
                  <a:schemeClr val="lt1"/>
                </a:solidFill>
              </a:defRPr>
            </a:lvl4pPr>
            <a:lvl5pPr lvl="4" algn="r">
              <a:spcBef>
                <a:spcPts val="0"/>
              </a:spcBef>
              <a:spcAft>
                <a:spcPts val="0"/>
              </a:spcAft>
              <a:buClr>
                <a:schemeClr val="lt1"/>
              </a:buClr>
              <a:buSzPts val="4800"/>
              <a:buNone/>
              <a:defRPr sz="4800">
                <a:solidFill>
                  <a:schemeClr val="lt1"/>
                </a:solidFill>
              </a:defRPr>
            </a:lvl5pPr>
            <a:lvl6pPr lvl="5" algn="r">
              <a:spcBef>
                <a:spcPts val="0"/>
              </a:spcBef>
              <a:spcAft>
                <a:spcPts val="0"/>
              </a:spcAft>
              <a:buClr>
                <a:schemeClr val="lt1"/>
              </a:buClr>
              <a:buSzPts val="4800"/>
              <a:buNone/>
              <a:defRPr sz="4800">
                <a:solidFill>
                  <a:schemeClr val="lt1"/>
                </a:solidFill>
              </a:defRPr>
            </a:lvl6pPr>
            <a:lvl7pPr lvl="6" algn="r">
              <a:spcBef>
                <a:spcPts val="0"/>
              </a:spcBef>
              <a:spcAft>
                <a:spcPts val="0"/>
              </a:spcAft>
              <a:buClr>
                <a:schemeClr val="lt1"/>
              </a:buClr>
              <a:buSzPts val="4800"/>
              <a:buNone/>
              <a:defRPr sz="4800">
                <a:solidFill>
                  <a:schemeClr val="lt1"/>
                </a:solidFill>
              </a:defRPr>
            </a:lvl7pPr>
            <a:lvl8pPr lvl="7" algn="r">
              <a:spcBef>
                <a:spcPts val="0"/>
              </a:spcBef>
              <a:spcAft>
                <a:spcPts val="0"/>
              </a:spcAft>
              <a:buClr>
                <a:schemeClr val="lt1"/>
              </a:buClr>
              <a:buSzPts val="4800"/>
              <a:buNone/>
              <a:defRPr sz="4800">
                <a:solidFill>
                  <a:schemeClr val="lt1"/>
                </a:solidFill>
              </a:defRPr>
            </a:lvl8pPr>
            <a:lvl9pPr lvl="8" algn="r">
              <a:spcBef>
                <a:spcPts val="0"/>
              </a:spcBef>
              <a:spcAft>
                <a:spcPts val="0"/>
              </a:spcAft>
              <a:buClr>
                <a:schemeClr val="lt1"/>
              </a:buClr>
              <a:buSzPts val="4800"/>
              <a:buNone/>
              <a:defRPr sz="4800">
                <a:solidFill>
                  <a:schemeClr val="lt1"/>
                </a:solidFill>
              </a:defRPr>
            </a:lvl9pPr>
          </a:lstStyle>
          <a:p/>
        </p:txBody>
      </p:sp>
      <p:sp>
        <p:nvSpPr>
          <p:cNvPr id="3980" name="Google Shape;3980;p516"/>
          <p:cNvSpPr txBox="1"/>
          <p:nvPr>
            <p:ph idx="1" type="subTitle"/>
          </p:nvPr>
        </p:nvSpPr>
        <p:spPr>
          <a:xfrm>
            <a:off x="3607800" y="2278000"/>
            <a:ext cx="4519200" cy="744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r">
              <a:lnSpc>
                <a:spcPct val="100000"/>
              </a:lnSpc>
              <a:spcBef>
                <a:spcPts val="0"/>
              </a:spcBef>
              <a:spcAft>
                <a:spcPts val="0"/>
              </a:spcAft>
              <a:buClr>
                <a:schemeClr val="lt1"/>
              </a:buClr>
              <a:buSzPts val="2800"/>
              <a:buNone/>
              <a:defRPr sz="2800">
                <a:solidFill>
                  <a:schemeClr val="lt1"/>
                </a:solidFill>
              </a:defRPr>
            </a:lvl2pPr>
            <a:lvl3pPr lvl="2" algn="r">
              <a:lnSpc>
                <a:spcPct val="100000"/>
              </a:lnSpc>
              <a:spcBef>
                <a:spcPts val="0"/>
              </a:spcBef>
              <a:spcAft>
                <a:spcPts val="0"/>
              </a:spcAft>
              <a:buClr>
                <a:schemeClr val="lt1"/>
              </a:buClr>
              <a:buSzPts val="2800"/>
              <a:buNone/>
              <a:defRPr sz="2800">
                <a:solidFill>
                  <a:schemeClr val="lt1"/>
                </a:solidFill>
              </a:defRPr>
            </a:lvl3pPr>
            <a:lvl4pPr lvl="3" algn="r">
              <a:lnSpc>
                <a:spcPct val="100000"/>
              </a:lnSpc>
              <a:spcBef>
                <a:spcPts val="0"/>
              </a:spcBef>
              <a:spcAft>
                <a:spcPts val="0"/>
              </a:spcAft>
              <a:buClr>
                <a:schemeClr val="lt1"/>
              </a:buClr>
              <a:buSzPts val="2800"/>
              <a:buNone/>
              <a:defRPr sz="2800">
                <a:solidFill>
                  <a:schemeClr val="lt1"/>
                </a:solidFill>
              </a:defRPr>
            </a:lvl4pPr>
            <a:lvl5pPr lvl="4" algn="r">
              <a:lnSpc>
                <a:spcPct val="100000"/>
              </a:lnSpc>
              <a:spcBef>
                <a:spcPts val="0"/>
              </a:spcBef>
              <a:spcAft>
                <a:spcPts val="0"/>
              </a:spcAft>
              <a:buClr>
                <a:schemeClr val="lt1"/>
              </a:buClr>
              <a:buSzPts val="2800"/>
              <a:buNone/>
              <a:defRPr sz="2800">
                <a:solidFill>
                  <a:schemeClr val="lt1"/>
                </a:solidFill>
              </a:defRPr>
            </a:lvl5pPr>
            <a:lvl6pPr lvl="5" algn="r">
              <a:lnSpc>
                <a:spcPct val="100000"/>
              </a:lnSpc>
              <a:spcBef>
                <a:spcPts val="0"/>
              </a:spcBef>
              <a:spcAft>
                <a:spcPts val="0"/>
              </a:spcAft>
              <a:buClr>
                <a:schemeClr val="lt1"/>
              </a:buClr>
              <a:buSzPts val="2800"/>
              <a:buNone/>
              <a:defRPr sz="2800">
                <a:solidFill>
                  <a:schemeClr val="lt1"/>
                </a:solidFill>
              </a:defRPr>
            </a:lvl6pPr>
            <a:lvl7pPr lvl="6" algn="r">
              <a:lnSpc>
                <a:spcPct val="100000"/>
              </a:lnSpc>
              <a:spcBef>
                <a:spcPts val="0"/>
              </a:spcBef>
              <a:spcAft>
                <a:spcPts val="0"/>
              </a:spcAft>
              <a:buClr>
                <a:schemeClr val="lt1"/>
              </a:buClr>
              <a:buSzPts val="2800"/>
              <a:buNone/>
              <a:defRPr sz="2800">
                <a:solidFill>
                  <a:schemeClr val="lt1"/>
                </a:solidFill>
              </a:defRPr>
            </a:lvl7pPr>
            <a:lvl8pPr lvl="7"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sp>
        <p:nvSpPr>
          <p:cNvPr id="3981" name="Google Shape;3981;p516"/>
          <p:cNvSpPr txBox="1"/>
          <p:nvPr>
            <p:ph idx="2" type="subTitle"/>
          </p:nvPr>
        </p:nvSpPr>
        <p:spPr>
          <a:xfrm>
            <a:off x="3607800" y="1769750"/>
            <a:ext cx="4519200" cy="510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3982" name="Google Shape;3982;p516"/>
          <p:cNvSpPr txBox="1"/>
          <p:nvPr/>
        </p:nvSpPr>
        <p:spPr>
          <a:xfrm>
            <a:off x="3508050" y="3477600"/>
            <a:ext cx="4718700" cy="554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Roboto"/>
                <a:ea typeface="Roboto"/>
                <a:cs typeface="Roboto"/>
                <a:sym typeface="Roboto"/>
              </a:rPr>
              <a:t>CREDITS:</a:t>
            </a:r>
            <a:r>
              <a:rPr lang="en" sz="1200">
                <a:solidFill>
                  <a:schemeClr val="lt1"/>
                </a:solidFill>
                <a:latin typeface="Roboto"/>
                <a:ea typeface="Roboto"/>
                <a:cs typeface="Roboto"/>
                <a:sym typeface="Roboto"/>
              </a:rPr>
              <a:t> This presentation template was created by </a:t>
            </a:r>
            <a:r>
              <a:rPr b="1" lang="en" sz="1200">
                <a:solidFill>
                  <a:schemeClr val="accent1"/>
                </a:solidFill>
                <a:uFill>
                  <a:noFill/>
                </a:uFill>
                <a:latin typeface="Roboto"/>
                <a:ea typeface="Roboto"/>
                <a:cs typeface="Roboto"/>
                <a:sym typeface="Roboto"/>
                <a:hlinkClick r:id="rId2">
                  <a:extLst>
                    <a:ext uri="{A12FA001-AC4F-418D-AE19-62706E023703}">
                      <ahyp:hlinkClr val="tx"/>
                    </a:ext>
                  </a:extLst>
                </a:hlinkClick>
              </a:rPr>
              <a:t>Slidesgo</a:t>
            </a:r>
            <a:r>
              <a:rPr b="1" lang="en" sz="1200">
                <a:solidFill>
                  <a:schemeClr val="accent6"/>
                </a:solidFill>
                <a:latin typeface="Roboto"/>
                <a:ea typeface="Roboto"/>
                <a:cs typeface="Roboto"/>
                <a:sym typeface="Roboto"/>
              </a:rPr>
              <a:t>,</a:t>
            </a:r>
            <a:r>
              <a:rPr lang="en" sz="1200">
                <a:solidFill>
                  <a:schemeClr val="lt1"/>
                </a:solidFill>
                <a:latin typeface="Roboto"/>
                <a:ea typeface="Roboto"/>
                <a:cs typeface="Roboto"/>
                <a:sym typeface="Roboto"/>
              </a:rPr>
              <a:t> including icons by </a:t>
            </a:r>
            <a:r>
              <a:rPr b="1" lang="en" sz="1200">
                <a:solidFill>
                  <a:schemeClr val="accent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1"/>
                </a:solidFill>
                <a:latin typeface="Roboto"/>
                <a:ea typeface="Roboto"/>
                <a:cs typeface="Roboto"/>
                <a:sym typeface="Roboto"/>
              </a:rPr>
              <a:t>, and infographics &amp; images by </a:t>
            </a:r>
            <a:r>
              <a:rPr b="1" lang="en" sz="1200">
                <a:solidFill>
                  <a:schemeClr val="accent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accent1"/>
              </a:solidFill>
              <a:latin typeface="Roboto"/>
              <a:ea typeface="Roboto"/>
              <a:cs typeface="Roboto"/>
              <a:sym typeface="Roboto"/>
            </a:endParaRPr>
          </a:p>
        </p:txBody>
      </p:sp>
    </p:spTree>
  </p:cSld>
  <p:clrMapOvr>
    <a:masterClrMapping/>
  </p:clrMapOvr>
</p:sldLayout>
</file>

<file path=ppt/slideLayouts/slideLayout5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_1_1_1_1_1">
    <p:bg>
      <p:bgPr>
        <a:solidFill>
          <a:schemeClr val="dk1"/>
        </a:solidFill>
      </p:bgPr>
    </p:bg>
    <p:spTree>
      <p:nvGrpSpPr>
        <p:cNvPr id="3983" name="Shape 3983"/>
        <p:cNvGrpSpPr/>
        <p:nvPr/>
      </p:nvGrpSpPr>
      <p:grpSpPr>
        <a:xfrm>
          <a:off x="0" y="0"/>
          <a:ext cx="0" cy="0"/>
          <a:chOff x="0" y="0"/>
          <a:chExt cx="0" cy="0"/>
        </a:xfrm>
      </p:grpSpPr>
      <p:sp>
        <p:nvSpPr>
          <p:cNvPr id="3984" name="Google Shape;3984;p51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_1_1_1_1_1">
    <p:bg>
      <p:bgPr>
        <a:solidFill>
          <a:schemeClr val="dk1"/>
        </a:solidFill>
      </p:bgPr>
    </p:bg>
    <p:spTree>
      <p:nvGrpSpPr>
        <p:cNvPr id="3985" name="Shape 3985"/>
        <p:cNvGrpSpPr/>
        <p:nvPr/>
      </p:nvGrpSpPr>
      <p:grpSpPr>
        <a:xfrm>
          <a:off x="0" y="0"/>
          <a:ext cx="0" cy="0"/>
          <a:chOff x="0" y="0"/>
          <a:chExt cx="0" cy="0"/>
        </a:xfrm>
      </p:grpSpPr>
      <p:grpSp>
        <p:nvGrpSpPr>
          <p:cNvPr id="3986" name="Google Shape;3986;p518"/>
          <p:cNvGrpSpPr/>
          <p:nvPr/>
        </p:nvGrpSpPr>
        <p:grpSpPr>
          <a:xfrm>
            <a:off x="713225" y="539500"/>
            <a:ext cx="7717500" cy="4064400"/>
            <a:chOff x="713225" y="539500"/>
            <a:chExt cx="7717500" cy="4064400"/>
          </a:xfrm>
        </p:grpSpPr>
        <p:sp>
          <p:nvSpPr>
            <p:cNvPr id="3987" name="Google Shape;3987;p51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88" name="Google Shape;3988;p51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Layouts/slideLayout5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3993" name="Shape 3993"/>
        <p:cNvGrpSpPr/>
        <p:nvPr/>
      </p:nvGrpSpPr>
      <p:grpSpPr>
        <a:xfrm>
          <a:off x="0" y="0"/>
          <a:ext cx="0" cy="0"/>
          <a:chOff x="0" y="0"/>
          <a:chExt cx="0" cy="0"/>
        </a:xfrm>
      </p:grpSpPr>
      <p:sp>
        <p:nvSpPr>
          <p:cNvPr id="3994" name="Google Shape;3994;p52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20"/>
          <p:cNvSpPr txBox="1"/>
          <p:nvPr>
            <p:ph type="ctrTitle"/>
          </p:nvPr>
        </p:nvSpPr>
        <p:spPr>
          <a:xfrm>
            <a:off x="2048825" y="848600"/>
            <a:ext cx="5046300" cy="10305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3996" name="Google Shape;3996;p520"/>
          <p:cNvSpPr txBox="1"/>
          <p:nvPr>
            <p:ph idx="1" type="subTitle"/>
          </p:nvPr>
        </p:nvSpPr>
        <p:spPr>
          <a:xfrm>
            <a:off x="2048825" y="3798375"/>
            <a:ext cx="50463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3997" name="Google Shape;3997;p520"/>
          <p:cNvSpPr txBox="1"/>
          <p:nvPr>
            <p:ph idx="2" type="subTitle"/>
          </p:nvPr>
        </p:nvSpPr>
        <p:spPr>
          <a:xfrm>
            <a:off x="2902475" y="1879100"/>
            <a:ext cx="3339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5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3998" name="Shape 3998"/>
        <p:cNvGrpSpPr/>
        <p:nvPr/>
      </p:nvGrpSpPr>
      <p:grpSpPr>
        <a:xfrm>
          <a:off x="0" y="0"/>
          <a:ext cx="0" cy="0"/>
          <a:chOff x="0" y="0"/>
          <a:chExt cx="0" cy="0"/>
        </a:xfrm>
      </p:grpSpPr>
      <p:sp>
        <p:nvSpPr>
          <p:cNvPr id="3999" name="Google Shape;3999;p52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21"/>
          <p:cNvSpPr/>
          <p:nvPr/>
        </p:nvSpPr>
        <p:spPr>
          <a:xfrm flipH="1" rot="-5400000">
            <a:off x="-1114550" y="743900"/>
            <a:ext cx="3655500" cy="3655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21"/>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4002" name="Google Shape;4002;p521"/>
          <p:cNvSpPr txBox="1"/>
          <p:nvPr>
            <p:ph hasCustomPrompt="1" idx="2" type="title"/>
          </p:nvPr>
        </p:nvSpPr>
        <p:spPr>
          <a:xfrm>
            <a:off x="821288" y="157487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4003" name="Google Shape;4003;p521"/>
          <p:cNvSpPr txBox="1"/>
          <p:nvPr>
            <p:ph idx="1" type="subTitle"/>
          </p:nvPr>
        </p:nvSpPr>
        <p:spPr>
          <a:xfrm>
            <a:off x="2971613" y="32407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5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4004" name="Shape 4004"/>
        <p:cNvGrpSpPr/>
        <p:nvPr/>
      </p:nvGrpSpPr>
      <p:grpSpPr>
        <a:xfrm>
          <a:off x="0" y="0"/>
          <a:ext cx="0" cy="0"/>
          <a:chOff x="0" y="0"/>
          <a:chExt cx="0" cy="0"/>
        </a:xfrm>
      </p:grpSpPr>
      <p:grpSp>
        <p:nvGrpSpPr>
          <p:cNvPr id="4005" name="Google Shape;4005;p522"/>
          <p:cNvGrpSpPr/>
          <p:nvPr/>
        </p:nvGrpSpPr>
        <p:grpSpPr>
          <a:xfrm>
            <a:off x="713225" y="539500"/>
            <a:ext cx="7717500" cy="4064400"/>
            <a:chOff x="713225" y="539500"/>
            <a:chExt cx="7717500" cy="4064400"/>
          </a:xfrm>
        </p:grpSpPr>
        <p:cxnSp>
          <p:nvCxnSpPr>
            <p:cNvPr id="4006" name="Google Shape;4006;p52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4007" name="Google Shape;4007;p52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8" name="Google Shape;4008;p52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009" name="Google Shape;4009;p522"/>
          <p:cNvSpPr txBox="1"/>
          <p:nvPr>
            <p:ph idx="1" type="subTitle"/>
          </p:nvPr>
        </p:nvSpPr>
        <p:spPr>
          <a:xfrm>
            <a:off x="2817300" y="2114400"/>
            <a:ext cx="3509400" cy="1529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6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5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4010" name="Shape 4010"/>
        <p:cNvGrpSpPr/>
        <p:nvPr/>
      </p:nvGrpSpPr>
      <p:grpSpPr>
        <a:xfrm>
          <a:off x="0" y="0"/>
          <a:ext cx="0" cy="0"/>
          <a:chOff x="0" y="0"/>
          <a:chExt cx="0" cy="0"/>
        </a:xfrm>
      </p:grpSpPr>
      <p:grpSp>
        <p:nvGrpSpPr>
          <p:cNvPr id="4011" name="Google Shape;4011;p523"/>
          <p:cNvGrpSpPr/>
          <p:nvPr/>
        </p:nvGrpSpPr>
        <p:grpSpPr>
          <a:xfrm>
            <a:off x="713225" y="539500"/>
            <a:ext cx="7717500" cy="4064400"/>
            <a:chOff x="713225" y="539500"/>
            <a:chExt cx="7717500" cy="4064400"/>
          </a:xfrm>
        </p:grpSpPr>
        <p:sp>
          <p:nvSpPr>
            <p:cNvPr id="4012" name="Google Shape;4012;p52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013" name="Google Shape;4013;p52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014" name="Google Shape;4014;p52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015" name="Google Shape;4015;p523"/>
          <p:cNvSpPr txBox="1"/>
          <p:nvPr>
            <p:ph idx="1" type="subTitle"/>
          </p:nvPr>
        </p:nvSpPr>
        <p:spPr>
          <a:xfrm>
            <a:off x="1425525" y="32987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016" name="Google Shape;4016;p523"/>
          <p:cNvSpPr txBox="1"/>
          <p:nvPr>
            <p:ph idx="2" type="subTitle"/>
          </p:nvPr>
        </p:nvSpPr>
        <p:spPr>
          <a:xfrm>
            <a:off x="1425525" y="2867137"/>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017" name="Google Shape;4017;p523"/>
          <p:cNvSpPr txBox="1"/>
          <p:nvPr>
            <p:ph idx="3" type="subTitle"/>
          </p:nvPr>
        </p:nvSpPr>
        <p:spPr>
          <a:xfrm>
            <a:off x="5333725" y="32885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018" name="Google Shape;4018;p523"/>
          <p:cNvSpPr txBox="1"/>
          <p:nvPr>
            <p:ph idx="4" type="subTitle"/>
          </p:nvPr>
        </p:nvSpPr>
        <p:spPr>
          <a:xfrm>
            <a:off x="5333725" y="28586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4019" name="Shape 4019"/>
        <p:cNvGrpSpPr/>
        <p:nvPr/>
      </p:nvGrpSpPr>
      <p:grpSpPr>
        <a:xfrm>
          <a:off x="0" y="0"/>
          <a:ext cx="0" cy="0"/>
          <a:chOff x="0" y="0"/>
          <a:chExt cx="0" cy="0"/>
        </a:xfrm>
      </p:grpSpPr>
      <p:grpSp>
        <p:nvGrpSpPr>
          <p:cNvPr id="4020" name="Google Shape;4020;p524"/>
          <p:cNvGrpSpPr/>
          <p:nvPr/>
        </p:nvGrpSpPr>
        <p:grpSpPr>
          <a:xfrm>
            <a:off x="713225" y="539500"/>
            <a:ext cx="7717500" cy="4064400"/>
            <a:chOff x="713225" y="539500"/>
            <a:chExt cx="7717500" cy="4064400"/>
          </a:xfrm>
        </p:grpSpPr>
        <p:sp>
          <p:nvSpPr>
            <p:cNvPr id="4021" name="Google Shape;4021;p52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022" name="Google Shape;4022;p52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023" name="Google Shape;4023;p52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5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4024" name="Shape 4024"/>
        <p:cNvGrpSpPr/>
        <p:nvPr/>
      </p:nvGrpSpPr>
      <p:grpSpPr>
        <a:xfrm>
          <a:off x="0" y="0"/>
          <a:ext cx="0" cy="0"/>
          <a:chOff x="0" y="0"/>
          <a:chExt cx="0" cy="0"/>
        </a:xfrm>
      </p:grpSpPr>
      <p:grpSp>
        <p:nvGrpSpPr>
          <p:cNvPr id="4025" name="Google Shape;4025;p525"/>
          <p:cNvGrpSpPr/>
          <p:nvPr/>
        </p:nvGrpSpPr>
        <p:grpSpPr>
          <a:xfrm>
            <a:off x="713225" y="539500"/>
            <a:ext cx="7717500" cy="4064400"/>
            <a:chOff x="713225" y="539500"/>
            <a:chExt cx="7717500" cy="4064400"/>
          </a:xfrm>
        </p:grpSpPr>
        <p:cxnSp>
          <p:nvCxnSpPr>
            <p:cNvPr id="4026" name="Google Shape;4026;p52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4027" name="Google Shape;4027;p52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28" name="Google Shape;4028;p52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029" name="Google Shape;4029;p525"/>
          <p:cNvSpPr txBox="1"/>
          <p:nvPr>
            <p:ph idx="1" type="subTitle"/>
          </p:nvPr>
        </p:nvSpPr>
        <p:spPr>
          <a:xfrm>
            <a:off x="2105700" y="1543900"/>
            <a:ext cx="4932600" cy="2550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800"/>
              <a:buChar char="●"/>
              <a:defRPr sz="1600">
                <a:solidFill>
                  <a:schemeClr val="lt1"/>
                </a:solidFill>
              </a:defRPr>
            </a:lvl1pPr>
            <a:lvl2pPr lvl="1">
              <a:lnSpc>
                <a:spcPct val="100000"/>
              </a:lnSpc>
              <a:spcBef>
                <a:spcPts val="0"/>
              </a:spcBef>
              <a:spcAft>
                <a:spcPts val="0"/>
              </a:spcAft>
              <a:buClr>
                <a:schemeClr val="lt1"/>
              </a:buClr>
              <a:buSzPts val="2800"/>
              <a:buChar char="○"/>
              <a:defRPr sz="2800">
                <a:solidFill>
                  <a:schemeClr val="lt1"/>
                </a:solidFill>
              </a:defRPr>
            </a:lvl2pPr>
            <a:lvl3pPr lvl="2">
              <a:lnSpc>
                <a:spcPct val="100000"/>
              </a:lnSpc>
              <a:spcBef>
                <a:spcPts val="0"/>
              </a:spcBef>
              <a:spcAft>
                <a:spcPts val="0"/>
              </a:spcAft>
              <a:buClr>
                <a:schemeClr val="lt1"/>
              </a:buClr>
              <a:buSzPts val="2800"/>
              <a:buChar char="■"/>
              <a:defRPr sz="2800">
                <a:solidFill>
                  <a:schemeClr val="lt1"/>
                </a:solidFill>
              </a:defRPr>
            </a:lvl3pPr>
            <a:lvl4pPr lvl="3">
              <a:lnSpc>
                <a:spcPct val="100000"/>
              </a:lnSpc>
              <a:spcBef>
                <a:spcPts val="0"/>
              </a:spcBef>
              <a:spcAft>
                <a:spcPts val="0"/>
              </a:spcAft>
              <a:buClr>
                <a:schemeClr val="lt1"/>
              </a:buClr>
              <a:buSzPts val="2800"/>
              <a:buChar char="●"/>
              <a:defRPr sz="2800">
                <a:solidFill>
                  <a:schemeClr val="lt1"/>
                </a:solidFill>
              </a:defRPr>
            </a:lvl4pPr>
            <a:lvl5pPr lvl="4">
              <a:lnSpc>
                <a:spcPct val="100000"/>
              </a:lnSpc>
              <a:spcBef>
                <a:spcPts val="0"/>
              </a:spcBef>
              <a:spcAft>
                <a:spcPts val="0"/>
              </a:spcAft>
              <a:buClr>
                <a:schemeClr val="lt1"/>
              </a:buClr>
              <a:buSzPts val="2800"/>
              <a:buChar char="○"/>
              <a:defRPr sz="2800">
                <a:solidFill>
                  <a:schemeClr val="lt1"/>
                </a:solidFill>
              </a:defRPr>
            </a:lvl5pPr>
            <a:lvl6pPr lvl="5">
              <a:lnSpc>
                <a:spcPct val="100000"/>
              </a:lnSpc>
              <a:spcBef>
                <a:spcPts val="0"/>
              </a:spcBef>
              <a:spcAft>
                <a:spcPts val="0"/>
              </a:spcAft>
              <a:buClr>
                <a:schemeClr val="lt1"/>
              </a:buClr>
              <a:buSzPts val="2800"/>
              <a:buChar char="■"/>
              <a:defRPr sz="2800">
                <a:solidFill>
                  <a:schemeClr val="lt1"/>
                </a:solidFill>
              </a:defRPr>
            </a:lvl6pPr>
            <a:lvl7pPr lvl="6">
              <a:lnSpc>
                <a:spcPct val="100000"/>
              </a:lnSpc>
              <a:spcBef>
                <a:spcPts val="0"/>
              </a:spcBef>
              <a:spcAft>
                <a:spcPts val="0"/>
              </a:spcAft>
              <a:buClr>
                <a:schemeClr val="lt1"/>
              </a:buClr>
              <a:buSzPts val="2800"/>
              <a:buChar char="●"/>
              <a:defRPr sz="2800">
                <a:solidFill>
                  <a:schemeClr val="lt1"/>
                </a:solidFill>
              </a:defRPr>
            </a:lvl7pPr>
            <a:lvl8pPr lvl="7">
              <a:lnSpc>
                <a:spcPct val="100000"/>
              </a:lnSpc>
              <a:spcBef>
                <a:spcPts val="0"/>
              </a:spcBef>
              <a:spcAft>
                <a:spcPts val="0"/>
              </a:spcAft>
              <a:buClr>
                <a:schemeClr val="lt1"/>
              </a:buClr>
              <a:buSzPts val="2800"/>
              <a:buChar char="○"/>
              <a:defRPr sz="2800">
                <a:solidFill>
                  <a:schemeClr val="lt1"/>
                </a:solidFill>
              </a:defRPr>
            </a:lvl8pPr>
            <a:lvl9pPr lvl="8">
              <a:lnSpc>
                <a:spcPct val="100000"/>
              </a:lnSpc>
              <a:spcBef>
                <a:spcPts val="0"/>
              </a:spcBef>
              <a:spcAft>
                <a:spcPts val="0"/>
              </a:spcAft>
              <a:buClr>
                <a:schemeClr val="lt1"/>
              </a:buClr>
              <a:buSzPts val="2800"/>
              <a:buChar char="■"/>
              <a:defRPr sz="2800">
                <a:solidFill>
                  <a:schemeClr val="lt1"/>
                </a:solidFill>
              </a:defRPr>
            </a:lvl9pPr>
          </a:lstStyle>
          <a:p/>
        </p:txBody>
      </p:sp>
    </p:spTree>
  </p:cSld>
  <p:clrMapOvr>
    <a:masterClrMapping/>
  </p:clrMapOvr>
</p:sldLayout>
</file>

<file path=ppt/slideLayouts/slideLayout5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4030" name="Shape 4030"/>
        <p:cNvGrpSpPr/>
        <p:nvPr/>
      </p:nvGrpSpPr>
      <p:grpSpPr>
        <a:xfrm>
          <a:off x="0" y="0"/>
          <a:ext cx="0" cy="0"/>
          <a:chOff x="0" y="0"/>
          <a:chExt cx="0" cy="0"/>
        </a:xfrm>
      </p:grpSpPr>
      <p:sp>
        <p:nvSpPr>
          <p:cNvPr id="4031" name="Google Shape;4031;p52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26"/>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5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4033" name="Shape 4033"/>
        <p:cNvGrpSpPr/>
        <p:nvPr/>
      </p:nvGrpSpPr>
      <p:grpSpPr>
        <a:xfrm>
          <a:off x="0" y="0"/>
          <a:ext cx="0" cy="0"/>
          <a:chOff x="0" y="0"/>
          <a:chExt cx="0" cy="0"/>
        </a:xfrm>
      </p:grpSpPr>
      <p:grpSp>
        <p:nvGrpSpPr>
          <p:cNvPr id="4034" name="Google Shape;4034;p527"/>
          <p:cNvGrpSpPr/>
          <p:nvPr/>
        </p:nvGrpSpPr>
        <p:grpSpPr>
          <a:xfrm>
            <a:off x="713225" y="539500"/>
            <a:ext cx="7717500" cy="4064400"/>
            <a:chOff x="713225" y="539500"/>
            <a:chExt cx="7717500" cy="4064400"/>
          </a:xfrm>
        </p:grpSpPr>
        <p:cxnSp>
          <p:nvCxnSpPr>
            <p:cNvPr id="4035" name="Google Shape;4035;p52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4036" name="Google Shape;4036;p52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037" name="Google Shape;4037;p527"/>
            <p:cNvCxnSpPr/>
            <p:nvPr/>
          </p:nvCxnSpPr>
          <p:spPr>
            <a:xfrm rot="10800000">
              <a:off x="4876775" y="1096300"/>
              <a:ext cx="0" cy="3507600"/>
            </a:xfrm>
            <a:prstGeom prst="straightConnector1">
              <a:avLst/>
            </a:prstGeom>
            <a:noFill/>
            <a:ln cap="flat" cmpd="sng" w="38100">
              <a:solidFill>
                <a:schemeClr val="accent1"/>
              </a:solidFill>
              <a:prstDash val="solid"/>
              <a:round/>
              <a:headEnd len="med" w="med" type="none"/>
              <a:tailEnd len="med" w="med" type="none"/>
            </a:ln>
          </p:spPr>
        </p:cxnSp>
      </p:grpSp>
      <p:sp>
        <p:nvSpPr>
          <p:cNvPr id="4038" name="Google Shape;4038;p52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039" name="Google Shape;4039;p527"/>
          <p:cNvSpPr txBox="1"/>
          <p:nvPr>
            <p:ph idx="1" type="subTitle"/>
          </p:nvPr>
        </p:nvSpPr>
        <p:spPr>
          <a:xfrm>
            <a:off x="1312950" y="2327975"/>
            <a:ext cx="2973000" cy="13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4040" name="Google Shape;4040;p527"/>
          <p:cNvSpPr txBox="1"/>
          <p:nvPr>
            <p:ph idx="2" type="subTitle"/>
          </p:nvPr>
        </p:nvSpPr>
        <p:spPr>
          <a:xfrm>
            <a:off x="1312950" y="1809275"/>
            <a:ext cx="29730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5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4041" name="Shape 4041"/>
        <p:cNvGrpSpPr/>
        <p:nvPr/>
      </p:nvGrpSpPr>
      <p:grpSpPr>
        <a:xfrm>
          <a:off x="0" y="0"/>
          <a:ext cx="0" cy="0"/>
          <a:chOff x="0" y="0"/>
          <a:chExt cx="0" cy="0"/>
        </a:xfrm>
      </p:grpSpPr>
      <p:sp>
        <p:nvSpPr>
          <p:cNvPr id="4042" name="Google Shape;4042;p528"/>
          <p:cNvSpPr txBox="1"/>
          <p:nvPr>
            <p:ph type="title"/>
          </p:nvPr>
        </p:nvSpPr>
        <p:spPr>
          <a:xfrm>
            <a:off x="865625" y="3328700"/>
            <a:ext cx="6367800" cy="1427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3600"/>
              <a:buNone/>
              <a:defRPr sz="3600">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5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4043" name="Shape 4043"/>
        <p:cNvGrpSpPr/>
        <p:nvPr/>
      </p:nvGrpSpPr>
      <p:grpSpPr>
        <a:xfrm>
          <a:off x="0" y="0"/>
          <a:ext cx="0" cy="0"/>
          <a:chOff x="0" y="0"/>
          <a:chExt cx="0" cy="0"/>
        </a:xfrm>
      </p:grpSpPr>
      <p:sp>
        <p:nvSpPr>
          <p:cNvPr id="4044" name="Google Shape;4044;p52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29"/>
          <p:cNvSpPr txBox="1"/>
          <p:nvPr>
            <p:ph hasCustomPrompt="1" type="title"/>
          </p:nvPr>
        </p:nvSpPr>
        <p:spPr>
          <a:xfrm>
            <a:off x="994200" y="1505850"/>
            <a:ext cx="7155600" cy="13323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4046" name="Google Shape;4046;p529"/>
          <p:cNvSpPr txBox="1"/>
          <p:nvPr>
            <p:ph idx="1" type="subTitle"/>
          </p:nvPr>
        </p:nvSpPr>
        <p:spPr>
          <a:xfrm>
            <a:off x="994200" y="2838150"/>
            <a:ext cx="4774200" cy="79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4047" name="Shape 4047"/>
        <p:cNvGrpSpPr/>
        <p:nvPr/>
      </p:nvGrpSpPr>
      <p:grpSpPr>
        <a:xfrm>
          <a:off x="0" y="0"/>
          <a:ext cx="0" cy="0"/>
          <a:chOff x="0" y="0"/>
          <a:chExt cx="0" cy="0"/>
        </a:xfrm>
      </p:grpSpPr>
    </p:spTree>
  </p:cSld>
  <p:clrMapOvr>
    <a:masterClrMapping/>
  </p:clrMapOvr>
</p:sldLayout>
</file>

<file path=ppt/slideLayouts/slideLayout5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4048" name="Shape 4048"/>
        <p:cNvGrpSpPr/>
        <p:nvPr/>
      </p:nvGrpSpPr>
      <p:grpSpPr>
        <a:xfrm>
          <a:off x="0" y="0"/>
          <a:ext cx="0" cy="0"/>
          <a:chOff x="0" y="0"/>
          <a:chExt cx="0" cy="0"/>
        </a:xfrm>
      </p:grpSpPr>
      <p:sp>
        <p:nvSpPr>
          <p:cNvPr id="4049" name="Google Shape;4049;p531"/>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5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4050" name="Shape 4050"/>
        <p:cNvGrpSpPr/>
        <p:nvPr/>
      </p:nvGrpSpPr>
      <p:grpSpPr>
        <a:xfrm>
          <a:off x="0" y="0"/>
          <a:ext cx="0" cy="0"/>
          <a:chOff x="0" y="0"/>
          <a:chExt cx="0" cy="0"/>
        </a:xfrm>
      </p:grpSpPr>
      <p:grpSp>
        <p:nvGrpSpPr>
          <p:cNvPr id="4051" name="Google Shape;4051;p532"/>
          <p:cNvGrpSpPr/>
          <p:nvPr/>
        </p:nvGrpSpPr>
        <p:grpSpPr>
          <a:xfrm>
            <a:off x="713200" y="539513"/>
            <a:ext cx="7717600" cy="4064400"/>
            <a:chOff x="713125" y="539500"/>
            <a:chExt cx="7717600" cy="4064400"/>
          </a:xfrm>
        </p:grpSpPr>
        <p:cxnSp>
          <p:nvCxnSpPr>
            <p:cNvPr id="4052" name="Google Shape;4052;p532"/>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4053" name="Google Shape;4053;p53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054" name="Google Shape;4054;p532"/>
            <p:cNvCxnSpPr>
              <a:stCxn id="4053" idx="2"/>
            </p:cNvCxnSpPr>
            <p:nvPr/>
          </p:nvCxnSpPr>
          <p:spPr>
            <a:xfrm rot="10800000">
              <a:off x="45719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4055" name="Google Shape;4055;p532"/>
            <p:cNvCxnSpPr/>
            <p:nvPr/>
          </p:nvCxnSpPr>
          <p:spPr>
            <a:xfrm rot="10800000">
              <a:off x="713125" y="2912025"/>
              <a:ext cx="7709100" cy="0"/>
            </a:xfrm>
            <a:prstGeom prst="straightConnector1">
              <a:avLst/>
            </a:prstGeom>
            <a:noFill/>
            <a:ln cap="flat" cmpd="sng" w="38100">
              <a:solidFill>
                <a:schemeClr val="accent1"/>
              </a:solidFill>
              <a:prstDash val="solid"/>
              <a:round/>
              <a:headEnd len="med" w="med" type="none"/>
              <a:tailEnd len="med" w="med" type="none"/>
            </a:ln>
          </p:spPr>
        </p:cxnSp>
        <p:cxnSp>
          <p:nvCxnSpPr>
            <p:cNvPr id="4056" name="Google Shape;4056;p532"/>
            <p:cNvCxnSpPr/>
            <p:nvPr/>
          </p:nvCxnSpPr>
          <p:spPr>
            <a:xfrm rot="10800000">
              <a:off x="17602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4057" name="Google Shape;4057;p532"/>
            <p:cNvCxnSpPr/>
            <p:nvPr/>
          </p:nvCxnSpPr>
          <p:spPr>
            <a:xfrm rot="10800000">
              <a:off x="7378100" y="1254400"/>
              <a:ext cx="0" cy="3349500"/>
            </a:xfrm>
            <a:prstGeom prst="straightConnector1">
              <a:avLst/>
            </a:prstGeom>
            <a:noFill/>
            <a:ln cap="flat" cmpd="sng" w="38100">
              <a:solidFill>
                <a:schemeClr val="accent1"/>
              </a:solidFill>
              <a:prstDash val="solid"/>
              <a:round/>
              <a:headEnd len="med" w="med" type="none"/>
              <a:tailEnd len="med" w="med" type="none"/>
            </a:ln>
          </p:spPr>
        </p:cxnSp>
      </p:grpSp>
      <p:sp>
        <p:nvSpPr>
          <p:cNvPr id="4058" name="Google Shape;4058;p532"/>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059" name="Google Shape;4059;p532"/>
          <p:cNvSpPr txBox="1"/>
          <p:nvPr>
            <p:ph idx="1" type="subTitle"/>
          </p:nvPr>
        </p:nvSpPr>
        <p:spPr>
          <a:xfrm>
            <a:off x="1924988" y="2036825"/>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060" name="Google Shape;4060;p532"/>
          <p:cNvSpPr txBox="1"/>
          <p:nvPr>
            <p:ph idx="2" type="subTitle"/>
          </p:nvPr>
        </p:nvSpPr>
        <p:spPr>
          <a:xfrm>
            <a:off x="1924988" y="1518125"/>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061" name="Google Shape;4061;p532"/>
          <p:cNvSpPr txBox="1"/>
          <p:nvPr>
            <p:ph hasCustomPrompt="1" idx="3" type="title"/>
          </p:nvPr>
        </p:nvSpPr>
        <p:spPr>
          <a:xfrm>
            <a:off x="8197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4062" name="Google Shape;4062;p532"/>
          <p:cNvSpPr txBox="1"/>
          <p:nvPr>
            <p:ph idx="4" type="subTitle"/>
          </p:nvPr>
        </p:nvSpPr>
        <p:spPr>
          <a:xfrm>
            <a:off x="4760188" y="2036825"/>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4063" name="Google Shape;4063;p532"/>
          <p:cNvSpPr txBox="1"/>
          <p:nvPr>
            <p:ph idx="5" type="subTitle"/>
          </p:nvPr>
        </p:nvSpPr>
        <p:spPr>
          <a:xfrm>
            <a:off x="4760188" y="1518125"/>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4064" name="Google Shape;4064;p532"/>
          <p:cNvSpPr txBox="1"/>
          <p:nvPr>
            <p:ph hasCustomPrompt="1" idx="6" type="title"/>
          </p:nvPr>
        </p:nvSpPr>
        <p:spPr>
          <a:xfrm>
            <a:off x="74842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4065" name="Google Shape;4065;p532"/>
          <p:cNvSpPr txBox="1"/>
          <p:nvPr>
            <p:ph idx="7" type="subTitle"/>
          </p:nvPr>
        </p:nvSpPr>
        <p:spPr>
          <a:xfrm>
            <a:off x="1924988" y="3691200"/>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066" name="Google Shape;4066;p532"/>
          <p:cNvSpPr txBox="1"/>
          <p:nvPr>
            <p:ph idx="8" type="subTitle"/>
          </p:nvPr>
        </p:nvSpPr>
        <p:spPr>
          <a:xfrm>
            <a:off x="1924988" y="3172500"/>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067" name="Google Shape;4067;p532"/>
          <p:cNvSpPr txBox="1"/>
          <p:nvPr>
            <p:ph hasCustomPrompt="1" idx="9" type="title"/>
          </p:nvPr>
        </p:nvSpPr>
        <p:spPr>
          <a:xfrm>
            <a:off x="819800" y="346450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4068" name="Google Shape;4068;p532"/>
          <p:cNvSpPr txBox="1"/>
          <p:nvPr>
            <p:ph idx="13" type="subTitle"/>
          </p:nvPr>
        </p:nvSpPr>
        <p:spPr>
          <a:xfrm>
            <a:off x="4760200" y="3673200"/>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4069" name="Google Shape;4069;p532"/>
          <p:cNvSpPr txBox="1"/>
          <p:nvPr>
            <p:ph idx="14" type="subTitle"/>
          </p:nvPr>
        </p:nvSpPr>
        <p:spPr>
          <a:xfrm>
            <a:off x="4760200" y="3154500"/>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4070" name="Google Shape;4070;p532"/>
          <p:cNvSpPr txBox="1"/>
          <p:nvPr>
            <p:ph hasCustomPrompt="1" idx="15" type="title"/>
          </p:nvPr>
        </p:nvSpPr>
        <p:spPr>
          <a:xfrm>
            <a:off x="7488624" y="3475788"/>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5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
    <p:bg>
      <p:bgPr>
        <a:solidFill>
          <a:schemeClr val="dk1"/>
        </a:solidFill>
      </p:bgPr>
    </p:bg>
    <p:spTree>
      <p:nvGrpSpPr>
        <p:cNvPr id="4071" name="Shape 4071"/>
        <p:cNvGrpSpPr/>
        <p:nvPr/>
      </p:nvGrpSpPr>
      <p:grpSpPr>
        <a:xfrm>
          <a:off x="0" y="0"/>
          <a:ext cx="0" cy="0"/>
          <a:chOff x="0" y="0"/>
          <a:chExt cx="0" cy="0"/>
        </a:xfrm>
      </p:grpSpPr>
      <p:grpSp>
        <p:nvGrpSpPr>
          <p:cNvPr id="4072" name="Google Shape;4072;p533"/>
          <p:cNvGrpSpPr/>
          <p:nvPr/>
        </p:nvGrpSpPr>
        <p:grpSpPr>
          <a:xfrm>
            <a:off x="713300" y="539513"/>
            <a:ext cx="7717500" cy="4064400"/>
            <a:chOff x="713225" y="539500"/>
            <a:chExt cx="7717500" cy="4064400"/>
          </a:xfrm>
        </p:grpSpPr>
        <p:cxnSp>
          <p:nvCxnSpPr>
            <p:cNvPr id="4073" name="Google Shape;4073;p533"/>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4074" name="Google Shape;4074;p53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75" name="Google Shape;4075;p533"/>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076" name="Google Shape;4076;p533"/>
          <p:cNvSpPr txBox="1"/>
          <p:nvPr>
            <p:ph idx="1" type="subTitle"/>
          </p:nvPr>
        </p:nvSpPr>
        <p:spPr>
          <a:xfrm>
            <a:off x="897170"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077" name="Google Shape;4077;p533"/>
          <p:cNvSpPr txBox="1"/>
          <p:nvPr>
            <p:ph idx="2" type="subTitle"/>
          </p:nvPr>
        </p:nvSpPr>
        <p:spPr>
          <a:xfrm>
            <a:off x="897170"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078" name="Google Shape;4078;p533"/>
          <p:cNvSpPr txBox="1"/>
          <p:nvPr>
            <p:ph hasCustomPrompt="1" idx="3" type="title"/>
          </p:nvPr>
        </p:nvSpPr>
        <p:spPr>
          <a:xfrm>
            <a:off x="1261666"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4079" name="Google Shape;4079;p533"/>
          <p:cNvSpPr txBox="1"/>
          <p:nvPr>
            <p:ph idx="4" type="subTitle"/>
          </p:nvPr>
        </p:nvSpPr>
        <p:spPr>
          <a:xfrm>
            <a:off x="47527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4080" name="Google Shape;4080;p533"/>
          <p:cNvSpPr txBox="1"/>
          <p:nvPr>
            <p:ph idx="5" type="subTitle"/>
          </p:nvPr>
        </p:nvSpPr>
        <p:spPr>
          <a:xfrm>
            <a:off x="47527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4081" name="Google Shape;4081;p533"/>
          <p:cNvSpPr txBox="1"/>
          <p:nvPr>
            <p:ph hasCustomPrompt="1" idx="6" type="title"/>
          </p:nvPr>
        </p:nvSpPr>
        <p:spPr>
          <a:xfrm>
            <a:off x="5117252"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4082" name="Google Shape;4082;p533"/>
          <p:cNvSpPr txBox="1"/>
          <p:nvPr>
            <p:ph idx="7" type="subTitle"/>
          </p:nvPr>
        </p:nvSpPr>
        <p:spPr>
          <a:xfrm>
            <a:off x="28249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083" name="Google Shape;4083;p533"/>
          <p:cNvSpPr txBox="1"/>
          <p:nvPr>
            <p:ph idx="8" type="subTitle"/>
          </p:nvPr>
        </p:nvSpPr>
        <p:spPr>
          <a:xfrm>
            <a:off x="28249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084" name="Google Shape;4084;p533"/>
          <p:cNvSpPr txBox="1"/>
          <p:nvPr>
            <p:ph hasCustomPrompt="1" idx="9" type="title"/>
          </p:nvPr>
        </p:nvSpPr>
        <p:spPr>
          <a:xfrm>
            <a:off x="3189459"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4085" name="Google Shape;4085;p533"/>
          <p:cNvSpPr txBox="1"/>
          <p:nvPr>
            <p:ph idx="13" type="subTitle"/>
          </p:nvPr>
        </p:nvSpPr>
        <p:spPr>
          <a:xfrm>
            <a:off x="6680545"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4086" name="Google Shape;4086;p533"/>
          <p:cNvSpPr txBox="1"/>
          <p:nvPr>
            <p:ph idx="14" type="subTitle"/>
          </p:nvPr>
        </p:nvSpPr>
        <p:spPr>
          <a:xfrm>
            <a:off x="6680545"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4087" name="Google Shape;4087;p533"/>
          <p:cNvSpPr txBox="1"/>
          <p:nvPr>
            <p:ph hasCustomPrompt="1" idx="15" type="title"/>
          </p:nvPr>
        </p:nvSpPr>
        <p:spPr>
          <a:xfrm>
            <a:off x="7045045" y="1975647"/>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5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dk1"/>
        </a:solidFill>
      </p:bgPr>
    </p:bg>
    <p:spTree>
      <p:nvGrpSpPr>
        <p:cNvPr id="4088" name="Shape 4088"/>
        <p:cNvGrpSpPr/>
        <p:nvPr/>
      </p:nvGrpSpPr>
      <p:grpSpPr>
        <a:xfrm>
          <a:off x="0" y="0"/>
          <a:ext cx="0" cy="0"/>
          <a:chOff x="0" y="0"/>
          <a:chExt cx="0" cy="0"/>
        </a:xfrm>
      </p:grpSpPr>
      <p:sp>
        <p:nvSpPr>
          <p:cNvPr id="4089" name="Google Shape;4089;p53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34"/>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4091" name="Google Shape;4091;p534"/>
          <p:cNvSpPr txBox="1"/>
          <p:nvPr>
            <p:ph hasCustomPrompt="1" idx="2" type="title"/>
          </p:nvPr>
        </p:nvSpPr>
        <p:spPr>
          <a:xfrm>
            <a:off x="1131163" y="96802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4092" name="Google Shape;4092;p534"/>
          <p:cNvSpPr txBox="1"/>
          <p:nvPr>
            <p:ph idx="1" type="subTitle"/>
          </p:nvPr>
        </p:nvSpPr>
        <p:spPr>
          <a:xfrm>
            <a:off x="1131163" y="37284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5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
    <p:bg>
      <p:bgPr>
        <a:solidFill>
          <a:schemeClr val="dk1"/>
        </a:solidFill>
      </p:bgPr>
    </p:bg>
    <p:spTree>
      <p:nvGrpSpPr>
        <p:cNvPr id="4093" name="Shape 4093"/>
        <p:cNvGrpSpPr/>
        <p:nvPr/>
      </p:nvGrpSpPr>
      <p:grpSpPr>
        <a:xfrm>
          <a:off x="0" y="0"/>
          <a:ext cx="0" cy="0"/>
          <a:chOff x="0" y="0"/>
          <a:chExt cx="0" cy="0"/>
        </a:xfrm>
      </p:grpSpPr>
      <p:sp>
        <p:nvSpPr>
          <p:cNvPr id="4094" name="Google Shape;4094;p53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35"/>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4096" name="Google Shape;4096;p535"/>
          <p:cNvSpPr txBox="1"/>
          <p:nvPr>
            <p:ph hasCustomPrompt="1" idx="2" type="title"/>
          </p:nvPr>
        </p:nvSpPr>
        <p:spPr>
          <a:xfrm>
            <a:off x="3496800" y="894025"/>
            <a:ext cx="2150400" cy="1665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4097" name="Google Shape;4097;p535"/>
          <p:cNvSpPr txBox="1"/>
          <p:nvPr>
            <p:ph idx="1" type="subTitle"/>
          </p:nvPr>
        </p:nvSpPr>
        <p:spPr>
          <a:xfrm>
            <a:off x="1896450" y="3802475"/>
            <a:ext cx="53511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5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4098" name="Shape 4098"/>
        <p:cNvGrpSpPr/>
        <p:nvPr/>
      </p:nvGrpSpPr>
      <p:grpSpPr>
        <a:xfrm>
          <a:off x="0" y="0"/>
          <a:ext cx="0" cy="0"/>
          <a:chOff x="0" y="0"/>
          <a:chExt cx="0" cy="0"/>
        </a:xfrm>
      </p:grpSpPr>
      <p:sp>
        <p:nvSpPr>
          <p:cNvPr id="4099" name="Google Shape;4099;p53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36"/>
          <p:cNvSpPr txBox="1"/>
          <p:nvPr>
            <p:ph type="title"/>
          </p:nvPr>
        </p:nvSpPr>
        <p:spPr>
          <a:xfrm>
            <a:off x="1952375" y="3189813"/>
            <a:ext cx="4629600" cy="491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101" name="Google Shape;4101;p536"/>
          <p:cNvSpPr txBox="1"/>
          <p:nvPr>
            <p:ph idx="1" type="subTitle"/>
          </p:nvPr>
        </p:nvSpPr>
        <p:spPr>
          <a:xfrm>
            <a:off x="1952375" y="1995238"/>
            <a:ext cx="4629600" cy="111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5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
    <p:bg>
      <p:bgPr>
        <a:solidFill>
          <a:schemeClr val="dk1"/>
        </a:solidFill>
      </p:bgPr>
    </p:bg>
    <p:spTree>
      <p:nvGrpSpPr>
        <p:cNvPr id="4102" name="Shape 4102"/>
        <p:cNvGrpSpPr/>
        <p:nvPr/>
      </p:nvGrpSpPr>
      <p:grpSpPr>
        <a:xfrm>
          <a:off x="0" y="0"/>
          <a:ext cx="0" cy="0"/>
          <a:chOff x="0" y="0"/>
          <a:chExt cx="0" cy="0"/>
        </a:xfrm>
      </p:grpSpPr>
      <p:sp>
        <p:nvSpPr>
          <p:cNvPr id="4103" name="Google Shape;4103;p537"/>
          <p:cNvSpPr txBox="1"/>
          <p:nvPr>
            <p:ph type="title"/>
          </p:nvPr>
        </p:nvSpPr>
        <p:spPr>
          <a:xfrm>
            <a:off x="713250" y="5395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atin typeface="Roboto"/>
                <a:ea typeface="Roboto"/>
                <a:cs typeface="Roboto"/>
                <a:sym typeface="Roboto"/>
              </a:defRPr>
            </a:lvl1pPr>
            <a:lvl2pPr lvl="1">
              <a:spcBef>
                <a:spcPts val="0"/>
              </a:spcBef>
              <a:spcAft>
                <a:spcPts val="0"/>
              </a:spcAft>
              <a:buSzPts val="2800"/>
              <a:buNone/>
              <a:defRPr>
                <a:latin typeface="Roboto"/>
                <a:ea typeface="Roboto"/>
                <a:cs typeface="Roboto"/>
                <a:sym typeface="Roboto"/>
              </a:defRPr>
            </a:lvl2pPr>
            <a:lvl3pPr lvl="2">
              <a:spcBef>
                <a:spcPts val="0"/>
              </a:spcBef>
              <a:spcAft>
                <a:spcPts val="0"/>
              </a:spcAft>
              <a:buSzPts val="2800"/>
              <a:buNone/>
              <a:defRPr>
                <a:latin typeface="Roboto"/>
                <a:ea typeface="Roboto"/>
                <a:cs typeface="Roboto"/>
                <a:sym typeface="Roboto"/>
              </a:defRPr>
            </a:lvl3pPr>
            <a:lvl4pPr lvl="3">
              <a:spcBef>
                <a:spcPts val="0"/>
              </a:spcBef>
              <a:spcAft>
                <a:spcPts val="0"/>
              </a:spcAft>
              <a:buSzPts val="2800"/>
              <a:buNone/>
              <a:defRPr>
                <a:latin typeface="Roboto"/>
                <a:ea typeface="Roboto"/>
                <a:cs typeface="Roboto"/>
                <a:sym typeface="Roboto"/>
              </a:defRPr>
            </a:lvl4pPr>
            <a:lvl5pPr lvl="4">
              <a:spcBef>
                <a:spcPts val="0"/>
              </a:spcBef>
              <a:spcAft>
                <a:spcPts val="0"/>
              </a:spcAft>
              <a:buSzPts val="2800"/>
              <a:buNone/>
              <a:defRPr>
                <a:latin typeface="Roboto"/>
                <a:ea typeface="Roboto"/>
                <a:cs typeface="Roboto"/>
                <a:sym typeface="Roboto"/>
              </a:defRPr>
            </a:lvl5pPr>
            <a:lvl6pPr lvl="5">
              <a:spcBef>
                <a:spcPts val="0"/>
              </a:spcBef>
              <a:spcAft>
                <a:spcPts val="0"/>
              </a:spcAft>
              <a:buSzPts val="2800"/>
              <a:buNone/>
              <a:defRPr>
                <a:latin typeface="Roboto"/>
                <a:ea typeface="Roboto"/>
                <a:cs typeface="Roboto"/>
                <a:sym typeface="Roboto"/>
              </a:defRPr>
            </a:lvl6pPr>
            <a:lvl7pPr lvl="6">
              <a:spcBef>
                <a:spcPts val="0"/>
              </a:spcBef>
              <a:spcAft>
                <a:spcPts val="0"/>
              </a:spcAft>
              <a:buSzPts val="2800"/>
              <a:buNone/>
              <a:defRPr>
                <a:latin typeface="Roboto"/>
                <a:ea typeface="Roboto"/>
                <a:cs typeface="Roboto"/>
                <a:sym typeface="Roboto"/>
              </a:defRPr>
            </a:lvl7pPr>
            <a:lvl8pPr lvl="7">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4104" name="Google Shape;4104;p53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37"/>
          <p:cNvSpPr txBox="1"/>
          <p:nvPr>
            <p:ph idx="2" type="title"/>
          </p:nvPr>
        </p:nvSpPr>
        <p:spPr>
          <a:xfrm>
            <a:off x="3364525" y="3430088"/>
            <a:ext cx="4629600" cy="491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106" name="Google Shape;4106;p537"/>
          <p:cNvSpPr txBox="1"/>
          <p:nvPr>
            <p:ph idx="1" type="subTitle"/>
          </p:nvPr>
        </p:nvSpPr>
        <p:spPr>
          <a:xfrm>
            <a:off x="3364525" y="2235513"/>
            <a:ext cx="4629600" cy="111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5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0">
    <p:bg>
      <p:bgPr>
        <a:solidFill>
          <a:schemeClr val="dk1"/>
        </a:solidFill>
      </p:bgPr>
    </p:bg>
    <p:spTree>
      <p:nvGrpSpPr>
        <p:cNvPr id="4107" name="Shape 4107"/>
        <p:cNvGrpSpPr/>
        <p:nvPr/>
      </p:nvGrpSpPr>
      <p:grpSpPr>
        <a:xfrm>
          <a:off x="0" y="0"/>
          <a:ext cx="0" cy="0"/>
          <a:chOff x="0" y="0"/>
          <a:chExt cx="0" cy="0"/>
        </a:xfrm>
      </p:grpSpPr>
      <p:sp>
        <p:nvSpPr>
          <p:cNvPr id="4108" name="Google Shape;4108;p53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38"/>
          <p:cNvSpPr txBox="1"/>
          <p:nvPr>
            <p:ph hasCustomPrompt="1" type="title"/>
          </p:nvPr>
        </p:nvSpPr>
        <p:spPr>
          <a:xfrm>
            <a:off x="2070613" y="1505850"/>
            <a:ext cx="4774200" cy="1332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4110" name="Google Shape;4110;p538"/>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22">
    <p:bg>
      <p:bgPr>
        <a:solidFill>
          <a:schemeClr val="dk1"/>
        </a:solidFill>
      </p:bgPr>
    </p:bg>
    <p:spTree>
      <p:nvGrpSpPr>
        <p:cNvPr id="4111" name="Shape 4111"/>
        <p:cNvGrpSpPr/>
        <p:nvPr/>
      </p:nvGrpSpPr>
      <p:grpSpPr>
        <a:xfrm>
          <a:off x="0" y="0"/>
          <a:ext cx="0" cy="0"/>
          <a:chOff x="0" y="0"/>
          <a:chExt cx="0" cy="0"/>
        </a:xfrm>
      </p:grpSpPr>
      <p:sp>
        <p:nvSpPr>
          <p:cNvPr id="4112" name="Google Shape;4112;p539"/>
          <p:cNvSpPr txBox="1"/>
          <p:nvPr>
            <p:ph hasCustomPrompt="1" type="title"/>
          </p:nvPr>
        </p:nvSpPr>
        <p:spPr>
          <a:xfrm>
            <a:off x="2337663" y="1768700"/>
            <a:ext cx="2299800" cy="1209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4113" name="Google Shape;4113;p539"/>
          <p:cNvSpPr txBox="1"/>
          <p:nvPr>
            <p:ph idx="1" type="subTitle"/>
          </p:nvPr>
        </p:nvSpPr>
        <p:spPr>
          <a:xfrm>
            <a:off x="4989538" y="1768700"/>
            <a:ext cx="3188400" cy="1209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114" name="Google Shape;4114;p539"/>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15" name="Google Shape;4115;p539"/>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4116" name="Google Shape;4116;p539"/>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5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bg>
      <p:bgPr>
        <a:solidFill>
          <a:schemeClr val="dk1"/>
        </a:solidFill>
      </p:bgPr>
    </p:bg>
    <p:spTree>
      <p:nvGrpSpPr>
        <p:cNvPr id="4117" name="Shape 4117"/>
        <p:cNvGrpSpPr/>
        <p:nvPr/>
      </p:nvGrpSpPr>
      <p:grpSpPr>
        <a:xfrm>
          <a:off x="0" y="0"/>
          <a:ext cx="0" cy="0"/>
          <a:chOff x="0" y="0"/>
          <a:chExt cx="0" cy="0"/>
        </a:xfrm>
      </p:grpSpPr>
      <p:sp>
        <p:nvSpPr>
          <p:cNvPr id="4118" name="Google Shape;4118;p540"/>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19" name="Google Shape;4119;p540"/>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4120" name="Google Shape;4120;p54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121" name="Google Shape;4121;p540"/>
          <p:cNvSpPr txBox="1"/>
          <p:nvPr>
            <p:ph hasCustomPrompt="1" idx="2" type="title"/>
          </p:nvPr>
        </p:nvSpPr>
        <p:spPr>
          <a:xfrm>
            <a:off x="1153250" y="1714350"/>
            <a:ext cx="2299800" cy="103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4122" name="Google Shape;4122;p540"/>
          <p:cNvSpPr txBox="1"/>
          <p:nvPr>
            <p:ph idx="1" type="subTitle"/>
          </p:nvPr>
        </p:nvSpPr>
        <p:spPr>
          <a:xfrm>
            <a:off x="1153250" y="2750550"/>
            <a:ext cx="2299800" cy="1058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123" name="Google Shape;4123;p540"/>
          <p:cNvSpPr txBox="1"/>
          <p:nvPr>
            <p:ph hasCustomPrompt="1" idx="3" type="title"/>
          </p:nvPr>
        </p:nvSpPr>
        <p:spPr>
          <a:xfrm>
            <a:off x="5006988" y="1378188"/>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4124" name="Google Shape;4124;p540"/>
          <p:cNvSpPr txBox="1"/>
          <p:nvPr>
            <p:ph idx="4" type="subTitle"/>
          </p:nvPr>
        </p:nvSpPr>
        <p:spPr>
          <a:xfrm>
            <a:off x="5006988" y="202385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125" name="Google Shape;4125;p540"/>
          <p:cNvSpPr txBox="1"/>
          <p:nvPr>
            <p:ph hasCustomPrompt="1" idx="5" type="title"/>
          </p:nvPr>
        </p:nvSpPr>
        <p:spPr>
          <a:xfrm>
            <a:off x="5006988" y="3133450"/>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4126" name="Google Shape;4126;p540"/>
          <p:cNvSpPr txBox="1"/>
          <p:nvPr>
            <p:ph idx="6" type="subTitle"/>
          </p:nvPr>
        </p:nvSpPr>
        <p:spPr>
          <a:xfrm>
            <a:off x="5006988" y="377900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3">
    <p:bg>
      <p:bgPr>
        <a:solidFill>
          <a:schemeClr val="dk1"/>
        </a:solidFill>
      </p:bgPr>
    </p:bg>
    <p:spTree>
      <p:nvGrpSpPr>
        <p:cNvPr id="4127" name="Shape 4127"/>
        <p:cNvGrpSpPr/>
        <p:nvPr/>
      </p:nvGrpSpPr>
      <p:grpSpPr>
        <a:xfrm>
          <a:off x="0" y="0"/>
          <a:ext cx="0" cy="0"/>
          <a:chOff x="0" y="0"/>
          <a:chExt cx="0" cy="0"/>
        </a:xfrm>
      </p:grpSpPr>
      <p:sp>
        <p:nvSpPr>
          <p:cNvPr id="4128" name="Google Shape;4128;p541"/>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29" name="Google Shape;4129;p541"/>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4130" name="Google Shape;4130;p54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131" name="Google Shape;4131;p541"/>
          <p:cNvSpPr txBox="1"/>
          <p:nvPr>
            <p:ph hasCustomPrompt="1" idx="2" type="title"/>
          </p:nvPr>
        </p:nvSpPr>
        <p:spPr>
          <a:xfrm>
            <a:off x="1153250"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4132" name="Google Shape;4132;p541"/>
          <p:cNvSpPr txBox="1"/>
          <p:nvPr>
            <p:ph idx="1" type="subTitle"/>
          </p:nvPr>
        </p:nvSpPr>
        <p:spPr>
          <a:xfrm>
            <a:off x="1153250" y="3575299"/>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133" name="Google Shape;4133;p541"/>
          <p:cNvSpPr txBox="1"/>
          <p:nvPr>
            <p:ph hasCustomPrompt="1" idx="3" type="title"/>
          </p:nvPr>
        </p:nvSpPr>
        <p:spPr>
          <a:xfrm>
            <a:off x="3476088"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4134" name="Google Shape;4134;p541"/>
          <p:cNvSpPr txBox="1"/>
          <p:nvPr>
            <p:ph idx="4" type="subTitle"/>
          </p:nvPr>
        </p:nvSpPr>
        <p:spPr>
          <a:xfrm>
            <a:off x="3476100" y="3575295"/>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135" name="Google Shape;4135;p541"/>
          <p:cNvSpPr txBox="1"/>
          <p:nvPr>
            <p:ph hasCustomPrompt="1" idx="5" type="title"/>
          </p:nvPr>
        </p:nvSpPr>
        <p:spPr>
          <a:xfrm>
            <a:off x="5798944" y="2777254"/>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4136" name="Google Shape;4136;p541"/>
          <p:cNvSpPr txBox="1"/>
          <p:nvPr>
            <p:ph idx="6" type="subTitle"/>
          </p:nvPr>
        </p:nvSpPr>
        <p:spPr>
          <a:xfrm>
            <a:off x="5798944" y="3575198"/>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_1_1">
    <p:bg>
      <p:bgPr>
        <a:solidFill>
          <a:schemeClr val="dk1"/>
        </a:solidFill>
      </p:bgPr>
    </p:bg>
    <p:spTree>
      <p:nvGrpSpPr>
        <p:cNvPr id="4137" name="Shape 4137"/>
        <p:cNvGrpSpPr/>
        <p:nvPr/>
      </p:nvGrpSpPr>
      <p:grpSpPr>
        <a:xfrm>
          <a:off x="0" y="0"/>
          <a:ext cx="0" cy="0"/>
          <a:chOff x="0" y="0"/>
          <a:chExt cx="0" cy="0"/>
        </a:xfrm>
      </p:grpSpPr>
      <p:grpSp>
        <p:nvGrpSpPr>
          <p:cNvPr id="4138" name="Google Shape;4138;p542"/>
          <p:cNvGrpSpPr/>
          <p:nvPr/>
        </p:nvGrpSpPr>
        <p:grpSpPr>
          <a:xfrm>
            <a:off x="713225" y="539500"/>
            <a:ext cx="7717500" cy="4064400"/>
            <a:chOff x="713225" y="539500"/>
            <a:chExt cx="7717500" cy="4064400"/>
          </a:xfrm>
        </p:grpSpPr>
        <p:sp>
          <p:nvSpPr>
            <p:cNvPr id="4139" name="Google Shape;4139;p54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40" name="Google Shape;4140;p54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141" name="Google Shape;4141;p54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5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_1">
    <p:bg>
      <p:bgPr>
        <a:solidFill>
          <a:schemeClr val="dk1"/>
        </a:solidFill>
      </p:bgPr>
    </p:bg>
    <p:spTree>
      <p:nvGrpSpPr>
        <p:cNvPr id="4142" name="Shape 4142"/>
        <p:cNvGrpSpPr/>
        <p:nvPr/>
      </p:nvGrpSpPr>
      <p:grpSpPr>
        <a:xfrm>
          <a:off x="0" y="0"/>
          <a:ext cx="0" cy="0"/>
          <a:chOff x="0" y="0"/>
          <a:chExt cx="0" cy="0"/>
        </a:xfrm>
      </p:grpSpPr>
      <p:grpSp>
        <p:nvGrpSpPr>
          <p:cNvPr id="4143" name="Google Shape;4143;p543"/>
          <p:cNvGrpSpPr/>
          <p:nvPr/>
        </p:nvGrpSpPr>
        <p:grpSpPr>
          <a:xfrm>
            <a:off x="713225" y="539500"/>
            <a:ext cx="7717500" cy="4064400"/>
            <a:chOff x="713225" y="539500"/>
            <a:chExt cx="7717500" cy="4064400"/>
          </a:xfrm>
        </p:grpSpPr>
        <p:sp>
          <p:nvSpPr>
            <p:cNvPr id="4144" name="Google Shape;4144;p54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45" name="Google Shape;4145;p54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146" name="Google Shape;4146;p543"/>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5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1_1_1">
    <p:bg>
      <p:bgPr>
        <a:solidFill>
          <a:schemeClr val="dk1"/>
        </a:solidFill>
      </p:bgPr>
    </p:bg>
    <p:spTree>
      <p:nvGrpSpPr>
        <p:cNvPr id="4147" name="Shape 4147"/>
        <p:cNvGrpSpPr/>
        <p:nvPr/>
      </p:nvGrpSpPr>
      <p:grpSpPr>
        <a:xfrm>
          <a:off x="0" y="0"/>
          <a:ext cx="0" cy="0"/>
          <a:chOff x="0" y="0"/>
          <a:chExt cx="0" cy="0"/>
        </a:xfrm>
      </p:grpSpPr>
      <p:grpSp>
        <p:nvGrpSpPr>
          <p:cNvPr id="4148" name="Google Shape;4148;p544"/>
          <p:cNvGrpSpPr/>
          <p:nvPr/>
        </p:nvGrpSpPr>
        <p:grpSpPr>
          <a:xfrm>
            <a:off x="713225" y="539500"/>
            <a:ext cx="7717500" cy="4064400"/>
            <a:chOff x="713225" y="539500"/>
            <a:chExt cx="7717500" cy="4064400"/>
          </a:xfrm>
        </p:grpSpPr>
        <p:sp>
          <p:nvSpPr>
            <p:cNvPr id="4149" name="Google Shape;4149;p54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50" name="Google Shape;4150;p54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151" name="Google Shape;4151;p544"/>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5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BLANK_1_1_1_1_1_1_3">
    <p:bg>
      <p:bgPr>
        <a:solidFill>
          <a:schemeClr val="dk1"/>
        </a:solidFill>
      </p:bgPr>
    </p:bg>
    <p:spTree>
      <p:nvGrpSpPr>
        <p:cNvPr id="4152" name="Shape 4152"/>
        <p:cNvGrpSpPr/>
        <p:nvPr/>
      </p:nvGrpSpPr>
      <p:grpSpPr>
        <a:xfrm>
          <a:off x="0" y="0"/>
          <a:ext cx="0" cy="0"/>
          <a:chOff x="0" y="0"/>
          <a:chExt cx="0" cy="0"/>
        </a:xfrm>
      </p:grpSpPr>
      <p:grpSp>
        <p:nvGrpSpPr>
          <p:cNvPr id="4153" name="Google Shape;4153;p545"/>
          <p:cNvGrpSpPr/>
          <p:nvPr/>
        </p:nvGrpSpPr>
        <p:grpSpPr>
          <a:xfrm>
            <a:off x="713225" y="539500"/>
            <a:ext cx="7717500" cy="4064400"/>
            <a:chOff x="713225" y="539500"/>
            <a:chExt cx="7717500" cy="4064400"/>
          </a:xfrm>
        </p:grpSpPr>
        <p:sp>
          <p:nvSpPr>
            <p:cNvPr id="4154" name="Google Shape;4154;p54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55" name="Google Shape;4155;p54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156" name="Google Shape;4156;p545"/>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5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_1_3_1">
    <p:bg>
      <p:bgPr>
        <a:solidFill>
          <a:schemeClr val="dk1"/>
        </a:solidFill>
      </p:bgPr>
    </p:bg>
    <p:spTree>
      <p:nvGrpSpPr>
        <p:cNvPr id="4157" name="Shape 4157"/>
        <p:cNvGrpSpPr/>
        <p:nvPr/>
      </p:nvGrpSpPr>
      <p:grpSpPr>
        <a:xfrm>
          <a:off x="0" y="0"/>
          <a:ext cx="0" cy="0"/>
          <a:chOff x="0" y="0"/>
          <a:chExt cx="0" cy="0"/>
        </a:xfrm>
      </p:grpSpPr>
      <p:grpSp>
        <p:nvGrpSpPr>
          <p:cNvPr id="4158" name="Google Shape;4158;p546"/>
          <p:cNvGrpSpPr/>
          <p:nvPr/>
        </p:nvGrpSpPr>
        <p:grpSpPr>
          <a:xfrm>
            <a:off x="713225" y="539500"/>
            <a:ext cx="7717500" cy="4064400"/>
            <a:chOff x="713225" y="539500"/>
            <a:chExt cx="7717500" cy="4064400"/>
          </a:xfrm>
        </p:grpSpPr>
        <p:sp>
          <p:nvSpPr>
            <p:cNvPr id="4159" name="Google Shape;4159;p54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60" name="Google Shape;4160;p54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161" name="Google Shape;4161;p546"/>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5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0">
    <p:bg>
      <p:bgPr>
        <a:solidFill>
          <a:schemeClr val="dk1"/>
        </a:solidFill>
      </p:bgPr>
    </p:bg>
    <p:spTree>
      <p:nvGrpSpPr>
        <p:cNvPr id="4162" name="Shape 4162"/>
        <p:cNvGrpSpPr/>
        <p:nvPr/>
      </p:nvGrpSpPr>
      <p:grpSpPr>
        <a:xfrm>
          <a:off x="0" y="0"/>
          <a:ext cx="0" cy="0"/>
          <a:chOff x="0" y="0"/>
          <a:chExt cx="0" cy="0"/>
        </a:xfrm>
      </p:grpSpPr>
      <p:sp>
        <p:nvSpPr>
          <p:cNvPr id="4163" name="Google Shape;4163;p54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47"/>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5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_1_1_1_2">
    <p:bg>
      <p:bgPr>
        <a:solidFill>
          <a:schemeClr val="dk1"/>
        </a:solidFill>
      </p:bgPr>
    </p:bg>
    <p:spTree>
      <p:nvGrpSpPr>
        <p:cNvPr id="4165" name="Shape 4165"/>
        <p:cNvGrpSpPr/>
        <p:nvPr/>
      </p:nvGrpSpPr>
      <p:grpSpPr>
        <a:xfrm>
          <a:off x="0" y="0"/>
          <a:ext cx="0" cy="0"/>
          <a:chOff x="0" y="0"/>
          <a:chExt cx="0" cy="0"/>
        </a:xfrm>
      </p:grpSpPr>
      <p:sp>
        <p:nvSpPr>
          <p:cNvPr id="4166" name="Google Shape;4166;p548"/>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48"/>
          <p:cNvSpPr txBox="1"/>
          <p:nvPr>
            <p:ph type="title"/>
          </p:nvPr>
        </p:nvSpPr>
        <p:spPr>
          <a:xfrm>
            <a:off x="1263200" y="1298488"/>
            <a:ext cx="2732700" cy="109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4168" name="Google Shape;4168;p548"/>
          <p:cNvSpPr txBox="1"/>
          <p:nvPr>
            <p:ph idx="1" type="subTitle"/>
          </p:nvPr>
        </p:nvSpPr>
        <p:spPr>
          <a:xfrm>
            <a:off x="1263200" y="2394813"/>
            <a:ext cx="2732700" cy="1541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5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4169" name="Shape 4169"/>
        <p:cNvGrpSpPr/>
        <p:nvPr/>
      </p:nvGrpSpPr>
      <p:grpSpPr>
        <a:xfrm>
          <a:off x="0" y="0"/>
          <a:ext cx="0" cy="0"/>
          <a:chOff x="0" y="0"/>
          <a:chExt cx="0" cy="0"/>
        </a:xfrm>
      </p:grpSpPr>
      <p:sp>
        <p:nvSpPr>
          <p:cNvPr id="4170" name="Google Shape;4170;p549"/>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49"/>
          <p:cNvSpPr txBox="1"/>
          <p:nvPr>
            <p:ph type="title"/>
          </p:nvPr>
        </p:nvSpPr>
        <p:spPr>
          <a:xfrm>
            <a:off x="948875" y="1767400"/>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4172" name="Google Shape;4172;p549"/>
          <p:cNvSpPr txBox="1"/>
          <p:nvPr>
            <p:ph idx="1" type="subTitle"/>
          </p:nvPr>
        </p:nvSpPr>
        <p:spPr>
          <a:xfrm>
            <a:off x="948875" y="2274200"/>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5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1_1_1_2_1_1_1">
    <p:bg>
      <p:bgPr>
        <a:solidFill>
          <a:schemeClr val="dk1"/>
        </a:solidFill>
      </p:bgPr>
    </p:bg>
    <p:spTree>
      <p:nvGrpSpPr>
        <p:cNvPr id="4173" name="Shape 4173"/>
        <p:cNvGrpSpPr/>
        <p:nvPr/>
      </p:nvGrpSpPr>
      <p:grpSpPr>
        <a:xfrm>
          <a:off x="0" y="0"/>
          <a:ext cx="0" cy="0"/>
          <a:chOff x="0" y="0"/>
          <a:chExt cx="0" cy="0"/>
        </a:xfrm>
      </p:grpSpPr>
      <p:grpSp>
        <p:nvGrpSpPr>
          <p:cNvPr id="4174" name="Google Shape;4174;p550"/>
          <p:cNvGrpSpPr/>
          <p:nvPr/>
        </p:nvGrpSpPr>
        <p:grpSpPr>
          <a:xfrm>
            <a:off x="713225" y="539500"/>
            <a:ext cx="7717500" cy="4064400"/>
            <a:chOff x="713225" y="539500"/>
            <a:chExt cx="7717500" cy="4064400"/>
          </a:xfrm>
        </p:grpSpPr>
        <p:sp>
          <p:nvSpPr>
            <p:cNvPr id="4175" name="Google Shape;4175;p55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76" name="Google Shape;4176;p55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177" name="Google Shape;4177;p55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178" name="Google Shape;4178;p550"/>
          <p:cNvSpPr txBox="1"/>
          <p:nvPr>
            <p:ph idx="1" type="subTitle"/>
          </p:nvPr>
        </p:nvSpPr>
        <p:spPr>
          <a:xfrm>
            <a:off x="862402" y="2181950"/>
            <a:ext cx="74778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4179" name="Google Shape;4179;p550"/>
          <p:cNvSpPr txBox="1"/>
          <p:nvPr>
            <p:ph idx="2" type="subTitle"/>
          </p:nvPr>
        </p:nvSpPr>
        <p:spPr>
          <a:xfrm>
            <a:off x="853775" y="2571350"/>
            <a:ext cx="7477800" cy="1937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4180" name="Google Shape;4180;p550"/>
          <p:cNvSpPr txBox="1"/>
          <p:nvPr>
            <p:ph idx="3" type="subTitle"/>
          </p:nvPr>
        </p:nvSpPr>
        <p:spPr>
          <a:xfrm>
            <a:off x="821225" y="1404325"/>
            <a:ext cx="76095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Tree>
  </p:cSld>
  <p:clrMapOvr>
    <a:masterClrMapping/>
  </p:clrMapOvr>
</p:sldLayout>
</file>

<file path=ppt/slideLayouts/slideLayout5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bg>
      <p:bgPr>
        <a:solidFill>
          <a:schemeClr val="dk1"/>
        </a:solidFill>
      </p:bgPr>
    </p:bg>
    <p:spTree>
      <p:nvGrpSpPr>
        <p:cNvPr id="4181" name="Shape 4181"/>
        <p:cNvGrpSpPr/>
        <p:nvPr/>
      </p:nvGrpSpPr>
      <p:grpSpPr>
        <a:xfrm>
          <a:off x="0" y="0"/>
          <a:ext cx="0" cy="0"/>
          <a:chOff x="0" y="0"/>
          <a:chExt cx="0" cy="0"/>
        </a:xfrm>
      </p:grpSpPr>
      <p:sp>
        <p:nvSpPr>
          <p:cNvPr id="4182" name="Google Shape;4182;p551"/>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51"/>
          <p:cNvSpPr txBox="1"/>
          <p:nvPr>
            <p:ph type="title"/>
          </p:nvPr>
        </p:nvSpPr>
        <p:spPr>
          <a:xfrm>
            <a:off x="4762538" y="1024043"/>
            <a:ext cx="3159900" cy="2028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4184" name="Google Shape;4184;p551"/>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5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bg>
      <p:bgPr>
        <a:solidFill>
          <a:schemeClr val="dk1"/>
        </a:solidFill>
      </p:bgPr>
    </p:bg>
    <p:spTree>
      <p:nvGrpSpPr>
        <p:cNvPr id="4185" name="Shape 4185"/>
        <p:cNvGrpSpPr/>
        <p:nvPr/>
      </p:nvGrpSpPr>
      <p:grpSpPr>
        <a:xfrm>
          <a:off x="0" y="0"/>
          <a:ext cx="0" cy="0"/>
          <a:chOff x="0" y="0"/>
          <a:chExt cx="0" cy="0"/>
        </a:xfrm>
      </p:grpSpPr>
      <p:sp>
        <p:nvSpPr>
          <p:cNvPr id="4186" name="Google Shape;4186;p552"/>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52"/>
          <p:cNvSpPr txBox="1"/>
          <p:nvPr>
            <p:ph type="title"/>
          </p:nvPr>
        </p:nvSpPr>
        <p:spPr>
          <a:xfrm>
            <a:off x="954338" y="1773175"/>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4188" name="Google Shape;4188;p552"/>
          <p:cNvSpPr txBox="1"/>
          <p:nvPr>
            <p:ph idx="1" type="subTitle"/>
          </p:nvPr>
        </p:nvSpPr>
        <p:spPr>
          <a:xfrm>
            <a:off x="954338" y="2279975"/>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5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
    <p:bg>
      <p:bgPr>
        <a:solidFill>
          <a:schemeClr val="dk1"/>
        </a:solidFill>
      </p:bgPr>
    </p:bg>
    <p:spTree>
      <p:nvGrpSpPr>
        <p:cNvPr id="4189" name="Shape 4189"/>
        <p:cNvGrpSpPr/>
        <p:nvPr/>
      </p:nvGrpSpPr>
      <p:grpSpPr>
        <a:xfrm>
          <a:off x="0" y="0"/>
          <a:ext cx="0" cy="0"/>
          <a:chOff x="0" y="0"/>
          <a:chExt cx="0" cy="0"/>
        </a:xfrm>
      </p:grpSpPr>
      <p:grpSp>
        <p:nvGrpSpPr>
          <p:cNvPr id="4190" name="Google Shape;4190;p553"/>
          <p:cNvGrpSpPr/>
          <p:nvPr/>
        </p:nvGrpSpPr>
        <p:grpSpPr>
          <a:xfrm>
            <a:off x="713225" y="539500"/>
            <a:ext cx="7717500" cy="4064400"/>
            <a:chOff x="713225" y="539500"/>
            <a:chExt cx="7717500" cy="4064400"/>
          </a:xfrm>
        </p:grpSpPr>
        <p:sp>
          <p:nvSpPr>
            <p:cNvPr id="4191" name="Google Shape;4191;p55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92" name="Google Shape;4192;p55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193" name="Google Shape;4193;p55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194" name="Google Shape;4194;p553"/>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4195" name="Google Shape;4195;p553"/>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4196" name="Google Shape;4196;p553"/>
          <p:cNvSpPr txBox="1"/>
          <p:nvPr>
            <p:ph idx="3" type="subTitle"/>
          </p:nvPr>
        </p:nvSpPr>
        <p:spPr>
          <a:xfrm>
            <a:off x="853775" y="2571192"/>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4197" name="Google Shape;4197;p553"/>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4198" name="Google Shape;4198;p553"/>
          <p:cNvSpPr txBox="1"/>
          <p:nvPr>
            <p:ph idx="5" type="subTitle"/>
          </p:nvPr>
        </p:nvSpPr>
        <p:spPr>
          <a:xfrm>
            <a:off x="4615325" y="2570500"/>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5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1_1_1_1">
    <p:bg>
      <p:bgPr>
        <a:solidFill>
          <a:schemeClr val="dk1"/>
        </a:solidFill>
      </p:bgPr>
    </p:bg>
    <p:spTree>
      <p:nvGrpSpPr>
        <p:cNvPr id="4199" name="Shape 4199"/>
        <p:cNvGrpSpPr/>
        <p:nvPr/>
      </p:nvGrpSpPr>
      <p:grpSpPr>
        <a:xfrm>
          <a:off x="0" y="0"/>
          <a:ext cx="0" cy="0"/>
          <a:chOff x="0" y="0"/>
          <a:chExt cx="0" cy="0"/>
        </a:xfrm>
      </p:grpSpPr>
      <p:grpSp>
        <p:nvGrpSpPr>
          <p:cNvPr id="4200" name="Google Shape;4200;p554"/>
          <p:cNvGrpSpPr/>
          <p:nvPr/>
        </p:nvGrpSpPr>
        <p:grpSpPr>
          <a:xfrm>
            <a:off x="713225" y="539500"/>
            <a:ext cx="7717500" cy="4064400"/>
            <a:chOff x="713225" y="539500"/>
            <a:chExt cx="7717500" cy="4064400"/>
          </a:xfrm>
        </p:grpSpPr>
        <p:sp>
          <p:nvSpPr>
            <p:cNvPr id="4201" name="Google Shape;4201;p55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02" name="Google Shape;4202;p55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203" name="Google Shape;4203;p55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204" name="Google Shape;4204;p554"/>
          <p:cNvSpPr txBox="1"/>
          <p:nvPr>
            <p:ph idx="1" type="subTitle"/>
          </p:nvPr>
        </p:nvSpPr>
        <p:spPr>
          <a:xfrm>
            <a:off x="1422663" y="3527586"/>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205" name="Google Shape;4205;p554"/>
          <p:cNvSpPr txBox="1"/>
          <p:nvPr>
            <p:ph idx="2" type="subTitle"/>
          </p:nvPr>
        </p:nvSpPr>
        <p:spPr>
          <a:xfrm>
            <a:off x="1422663" y="3098062"/>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206" name="Google Shape;4206;p554"/>
          <p:cNvSpPr txBox="1"/>
          <p:nvPr>
            <p:ph idx="3" type="subTitle"/>
          </p:nvPr>
        </p:nvSpPr>
        <p:spPr>
          <a:xfrm>
            <a:off x="5336638" y="3527925"/>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207" name="Google Shape;4207;p554"/>
          <p:cNvSpPr txBox="1"/>
          <p:nvPr>
            <p:ph idx="4" type="subTitle"/>
          </p:nvPr>
        </p:nvSpPr>
        <p:spPr>
          <a:xfrm>
            <a:off x="5336638" y="30980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8">
    <p:bg>
      <p:bgPr>
        <a:solidFill>
          <a:schemeClr val="dk1"/>
        </a:solidFill>
      </p:bgPr>
    </p:bg>
    <p:spTree>
      <p:nvGrpSpPr>
        <p:cNvPr id="4208" name="Shape 4208"/>
        <p:cNvGrpSpPr/>
        <p:nvPr/>
      </p:nvGrpSpPr>
      <p:grpSpPr>
        <a:xfrm>
          <a:off x="0" y="0"/>
          <a:ext cx="0" cy="0"/>
          <a:chOff x="0" y="0"/>
          <a:chExt cx="0" cy="0"/>
        </a:xfrm>
      </p:grpSpPr>
      <p:grpSp>
        <p:nvGrpSpPr>
          <p:cNvPr id="4209" name="Google Shape;4209;p555"/>
          <p:cNvGrpSpPr/>
          <p:nvPr/>
        </p:nvGrpSpPr>
        <p:grpSpPr>
          <a:xfrm>
            <a:off x="713225" y="539500"/>
            <a:ext cx="7717500" cy="4064400"/>
            <a:chOff x="713225" y="539500"/>
            <a:chExt cx="7717500" cy="4064400"/>
          </a:xfrm>
        </p:grpSpPr>
        <p:sp>
          <p:nvSpPr>
            <p:cNvPr id="4210" name="Google Shape;4210;p55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11" name="Google Shape;4211;p55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212" name="Google Shape;4212;p55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213" name="Google Shape;4213;p555"/>
          <p:cNvSpPr txBox="1"/>
          <p:nvPr>
            <p:ph idx="1" type="subTitle"/>
          </p:nvPr>
        </p:nvSpPr>
        <p:spPr>
          <a:xfrm>
            <a:off x="2965993" y="1780597"/>
            <a:ext cx="3506400" cy="80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214" name="Google Shape;4214;p555"/>
          <p:cNvSpPr txBox="1"/>
          <p:nvPr>
            <p:ph idx="2" type="subTitle"/>
          </p:nvPr>
        </p:nvSpPr>
        <p:spPr>
          <a:xfrm>
            <a:off x="2965993" y="1351073"/>
            <a:ext cx="3506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215" name="Google Shape;4215;p555"/>
          <p:cNvSpPr txBox="1"/>
          <p:nvPr>
            <p:ph idx="3" type="subTitle"/>
          </p:nvPr>
        </p:nvSpPr>
        <p:spPr>
          <a:xfrm>
            <a:off x="2280193" y="3541819"/>
            <a:ext cx="3506400" cy="809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216" name="Google Shape;4216;p555"/>
          <p:cNvSpPr txBox="1"/>
          <p:nvPr>
            <p:ph idx="4" type="subTitle"/>
          </p:nvPr>
        </p:nvSpPr>
        <p:spPr>
          <a:xfrm>
            <a:off x="2280193" y="3111944"/>
            <a:ext cx="3506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bg>
      <p:bgPr>
        <a:solidFill>
          <a:schemeClr val="dk1"/>
        </a:solidFill>
      </p:bgPr>
    </p:bg>
    <p:spTree>
      <p:nvGrpSpPr>
        <p:cNvPr id="4217" name="Shape 4217"/>
        <p:cNvGrpSpPr/>
        <p:nvPr/>
      </p:nvGrpSpPr>
      <p:grpSpPr>
        <a:xfrm>
          <a:off x="0" y="0"/>
          <a:ext cx="0" cy="0"/>
          <a:chOff x="0" y="0"/>
          <a:chExt cx="0" cy="0"/>
        </a:xfrm>
      </p:grpSpPr>
      <p:grpSp>
        <p:nvGrpSpPr>
          <p:cNvPr id="4218" name="Google Shape;4218;p556"/>
          <p:cNvGrpSpPr/>
          <p:nvPr/>
        </p:nvGrpSpPr>
        <p:grpSpPr>
          <a:xfrm>
            <a:off x="713225" y="539500"/>
            <a:ext cx="7717500" cy="4064400"/>
            <a:chOff x="713225" y="539500"/>
            <a:chExt cx="7717500" cy="4064400"/>
          </a:xfrm>
        </p:grpSpPr>
        <p:sp>
          <p:nvSpPr>
            <p:cNvPr id="4219" name="Google Shape;4219;p55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20" name="Google Shape;4220;p55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221" name="Google Shape;4221;p55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222" name="Google Shape;4222;p556"/>
          <p:cNvSpPr txBox="1"/>
          <p:nvPr>
            <p:ph idx="1" type="subTitle"/>
          </p:nvPr>
        </p:nvSpPr>
        <p:spPr>
          <a:xfrm>
            <a:off x="1041662" y="2850162"/>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223" name="Google Shape;4223;p556"/>
          <p:cNvSpPr txBox="1"/>
          <p:nvPr>
            <p:ph idx="2" type="subTitle"/>
          </p:nvPr>
        </p:nvSpPr>
        <p:spPr>
          <a:xfrm>
            <a:off x="1041662"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224" name="Google Shape;4224;p556"/>
          <p:cNvSpPr txBox="1"/>
          <p:nvPr>
            <p:ph idx="3" type="subTitle"/>
          </p:nvPr>
        </p:nvSpPr>
        <p:spPr>
          <a:xfrm>
            <a:off x="6437934" y="2850513"/>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225" name="Google Shape;4225;p556"/>
          <p:cNvSpPr txBox="1"/>
          <p:nvPr>
            <p:ph idx="4" type="subTitle"/>
          </p:nvPr>
        </p:nvSpPr>
        <p:spPr>
          <a:xfrm>
            <a:off x="6437934"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6">
    <p:bg>
      <p:bgPr>
        <a:solidFill>
          <a:schemeClr val="dk1"/>
        </a:solidFill>
      </p:bgPr>
    </p:bg>
    <p:spTree>
      <p:nvGrpSpPr>
        <p:cNvPr id="4226" name="Shape 4226"/>
        <p:cNvGrpSpPr/>
        <p:nvPr/>
      </p:nvGrpSpPr>
      <p:grpSpPr>
        <a:xfrm>
          <a:off x="0" y="0"/>
          <a:ext cx="0" cy="0"/>
          <a:chOff x="0" y="0"/>
          <a:chExt cx="0" cy="0"/>
        </a:xfrm>
      </p:grpSpPr>
      <p:grpSp>
        <p:nvGrpSpPr>
          <p:cNvPr id="4227" name="Google Shape;4227;p557"/>
          <p:cNvGrpSpPr/>
          <p:nvPr/>
        </p:nvGrpSpPr>
        <p:grpSpPr>
          <a:xfrm>
            <a:off x="713225" y="539500"/>
            <a:ext cx="7717500" cy="4064400"/>
            <a:chOff x="713225" y="539500"/>
            <a:chExt cx="7717500" cy="4064400"/>
          </a:xfrm>
        </p:grpSpPr>
        <p:sp>
          <p:nvSpPr>
            <p:cNvPr id="4228" name="Google Shape;4228;p55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29" name="Google Shape;4229;p55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230" name="Google Shape;4230;p55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231" name="Google Shape;4231;p557"/>
          <p:cNvSpPr txBox="1"/>
          <p:nvPr>
            <p:ph idx="1" type="subTitle"/>
          </p:nvPr>
        </p:nvSpPr>
        <p:spPr>
          <a:xfrm>
            <a:off x="1425525" y="1808851"/>
            <a:ext cx="2384700" cy="2377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
        <p:nvSpPr>
          <p:cNvPr id="4232" name="Google Shape;4232;p557"/>
          <p:cNvSpPr txBox="1"/>
          <p:nvPr>
            <p:ph idx="2" type="subTitle"/>
          </p:nvPr>
        </p:nvSpPr>
        <p:spPr>
          <a:xfrm>
            <a:off x="5333725" y="1808850"/>
            <a:ext cx="2384700" cy="2356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5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_1_1_1">
    <p:bg>
      <p:bgPr>
        <a:solidFill>
          <a:schemeClr val="dk1"/>
        </a:solidFill>
      </p:bgPr>
    </p:bg>
    <p:spTree>
      <p:nvGrpSpPr>
        <p:cNvPr id="4233" name="Shape 4233"/>
        <p:cNvGrpSpPr/>
        <p:nvPr/>
      </p:nvGrpSpPr>
      <p:grpSpPr>
        <a:xfrm>
          <a:off x="0" y="0"/>
          <a:ext cx="0" cy="0"/>
          <a:chOff x="0" y="0"/>
          <a:chExt cx="0" cy="0"/>
        </a:xfrm>
      </p:grpSpPr>
      <p:grpSp>
        <p:nvGrpSpPr>
          <p:cNvPr id="4234" name="Google Shape;4234;p558"/>
          <p:cNvGrpSpPr/>
          <p:nvPr/>
        </p:nvGrpSpPr>
        <p:grpSpPr>
          <a:xfrm>
            <a:off x="713225" y="539500"/>
            <a:ext cx="7717500" cy="4064400"/>
            <a:chOff x="713225" y="539500"/>
            <a:chExt cx="7717500" cy="4064400"/>
          </a:xfrm>
        </p:grpSpPr>
        <p:sp>
          <p:nvSpPr>
            <p:cNvPr id="4235" name="Google Shape;4235;p55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36" name="Google Shape;4236;p55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237" name="Google Shape;4237;p55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238" name="Google Shape;4238;p558"/>
          <p:cNvSpPr txBox="1"/>
          <p:nvPr>
            <p:ph idx="1" type="subTitle"/>
          </p:nvPr>
        </p:nvSpPr>
        <p:spPr>
          <a:xfrm>
            <a:off x="852300" y="16473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4239" name="Google Shape;4239;p558"/>
          <p:cNvSpPr txBox="1"/>
          <p:nvPr>
            <p:ph idx="2" type="subTitle"/>
          </p:nvPr>
        </p:nvSpPr>
        <p:spPr>
          <a:xfrm>
            <a:off x="852300" y="12178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4240" name="Google Shape;4240;p558"/>
          <p:cNvSpPr txBox="1"/>
          <p:nvPr>
            <p:ph idx="3" type="subTitle"/>
          </p:nvPr>
        </p:nvSpPr>
        <p:spPr>
          <a:xfrm>
            <a:off x="852300" y="27819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4241" name="Google Shape;4241;p558"/>
          <p:cNvSpPr txBox="1"/>
          <p:nvPr>
            <p:ph idx="4" type="subTitle"/>
          </p:nvPr>
        </p:nvSpPr>
        <p:spPr>
          <a:xfrm>
            <a:off x="852300" y="23524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4242" name="Google Shape;4242;p558"/>
          <p:cNvSpPr txBox="1"/>
          <p:nvPr>
            <p:ph idx="5" type="subTitle"/>
          </p:nvPr>
        </p:nvSpPr>
        <p:spPr>
          <a:xfrm>
            <a:off x="852300" y="3916538"/>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4243" name="Google Shape;4243;p558"/>
          <p:cNvSpPr txBox="1"/>
          <p:nvPr>
            <p:ph idx="6" type="subTitle"/>
          </p:nvPr>
        </p:nvSpPr>
        <p:spPr>
          <a:xfrm>
            <a:off x="852300" y="34870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5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bg>
      <p:bgPr>
        <a:solidFill>
          <a:schemeClr val="dk1"/>
        </a:solidFill>
      </p:bgPr>
    </p:bg>
    <p:spTree>
      <p:nvGrpSpPr>
        <p:cNvPr id="4244" name="Shape 4244"/>
        <p:cNvGrpSpPr/>
        <p:nvPr/>
      </p:nvGrpSpPr>
      <p:grpSpPr>
        <a:xfrm>
          <a:off x="0" y="0"/>
          <a:ext cx="0" cy="0"/>
          <a:chOff x="0" y="0"/>
          <a:chExt cx="0" cy="0"/>
        </a:xfrm>
      </p:grpSpPr>
      <p:grpSp>
        <p:nvGrpSpPr>
          <p:cNvPr id="4245" name="Google Shape;4245;p559"/>
          <p:cNvGrpSpPr/>
          <p:nvPr/>
        </p:nvGrpSpPr>
        <p:grpSpPr>
          <a:xfrm>
            <a:off x="713225" y="539500"/>
            <a:ext cx="7717500" cy="4064400"/>
            <a:chOff x="713225" y="539500"/>
            <a:chExt cx="7717500" cy="4064400"/>
          </a:xfrm>
        </p:grpSpPr>
        <p:sp>
          <p:nvSpPr>
            <p:cNvPr id="4246" name="Google Shape;4246;p55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47" name="Google Shape;4247;p55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248" name="Google Shape;4248;p55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249" name="Google Shape;4249;p559"/>
          <p:cNvSpPr txBox="1"/>
          <p:nvPr>
            <p:ph idx="1" type="subTitle"/>
          </p:nvPr>
        </p:nvSpPr>
        <p:spPr>
          <a:xfrm>
            <a:off x="919850"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250" name="Google Shape;4250;p559"/>
          <p:cNvSpPr txBox="1"/>
          <p:nvPr>
            <p:ph idx="2" type="subTitle"/>
          </p:nvPr>
        </p:nvSpPr>
        <p:spPr>
          <a:xfrm>
            <a:off x="919850"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251" name="Google Shape;4251;p559"/>
          <p:cNvSpPr txBox="1"/>
          <p:nvPr>
            <p:ph idx="3" type="subTitle"/>
          </p:nvPr>
        </p:nvSpPr>
        <p:spPr>
          <a:xfrm>
            <a:off x="3500699"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252" name="Google Shape;4252;p559"/>
          <p:cNvSpPr txBox="1"/>
          <p:nvPr>
            <p:ph idx="4" type="subTitle"/>
          </p:nvPr>
        </p:nvSpPr>
        <p:spPr>
          <a:xfrm>
            <a:off x="3500697"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253" name="Google Shape;4253;p559"/>
          <p:cNvSpPr txBox="1"/>
          <p:nvPr>
            <p:ph idx="5" type="subTitle"/>
          </p:nvPr>
        </p:nvSpPr>
        <p:spPr>
          <a:xfrm>
            <a:off x="6069048"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254" name="Google Shape;4254;p559"/>
          <p:cNvSpPr txBox="1"/>
          <p:nvPr>
            <p:ph idx="6" type="subTitle"/>
          </p:nvPr>
        </p:nvSpPr>
        <p:spPr>
          <a:xfrm>
            <a:off x="6069043"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1_1_1_1_1_1">
    <p:bg>
      <p:bgPr>
        <a:solidFill>
          <a:schemeClr val="dk1"/>
        </a:solidFill>
      </p:bgPr>
    </p:bg>
    <p:spTree>
      <p:nvGrpSpPr>
        <p:cNvPr id="4255" name="Shape 4255"/>
        <p:cNvGrpSpPr/>
        <p:nvPr/>
      </p:nvGrpSpPr>
      <p:grpSpPr>
        <a:xfrm>
          <a:off x="0" y="0"/>
          <a:ext cx="0" cy="0"/>
          <a:chOff x="0" y="0"/>
          <a:chExt cx="0" cy="0"/>
        </a:xfrm>
      </p:grpSpPr>
      <p:grpSp>
        <p:nvGrpSpPr>
          <p:cNvPr id="4256" name="Google Shape;4256;p560"/>
          <p:cNvGrpSpPr/>
          <p:nvPr/>
        </p:nvGrpSpPr>
        <p:grpSpPr>
          <a:xfrm>
            <a:off x="713225" y="539500"/>
            <a:ext cx="7717500" cy="4064400"/>
            <a:chOff x="713225" y="539500"/>
            <a:chExt cx="7717500" cy="4064400"/>
          </a:xfrm>
        </p:grpSpPr>
        <p:sp>
          <p:nvSpPr>
            <p:cNvPr id="4257" name="Google Shape;4257;p56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58" name="Google Shape;4258;p56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259" name="Google Shape;4259;p56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260" name="Google Shape;4260;p560"/>
          <p:cNvSpPr txBox="1"/>
          <p:nvPr>
            <p:ph idx="1" type="subTitle"/>
          </p:nvPr>
        </p:nvSpPr>
        <p:spPr>
          <a:xfrm>
            <a:off x="919850" y="28955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261" name="Google Shape;4261;p560"/>
          <p:cNvSpPr txBox="1"/>
          <p:nvPr>
            <p:ph idx="2" type="subTitle"/>
          </p:nvPr>
        </p:nvSpPr>
        <p:spPr>
          <a:xfrm>
            <a:off x="919850" y="23982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262" name="Google Shape;4262;p560"/>
          <p:cNvSpPr txBox="1"/>
          <p:nvPr>
            <p:ph idx="3" type="subTitle"/>
          </p:nvPr>
        </p:nvSpPr>
        <p:spPr>
          <a:xfrm>
            <a:off x="3500700" y="32003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263" name="Google Shape;4263;p560"/>
          <p:cNvSpPr txBox="1"/>
          <p:nvPr>
            <p:ph idx="4" type="subTitle"/>
          </p:nvPr>
        </p:nvSpPr>
        <p:spPr>
          <a:xfrm>
            <a:off x="3500697" y="27030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264" name="Google Shape;4264;p560"/>
          <p:cNvSpPr txBox="1"/>
          <p:nvPr>
            <p:ph idx="5" type="subTitle"/>
          </p:nvPr>
        </p:nvSpPr>
        <p:spPr>
          <a:xfrm>
            <a:off x="6069049" y="35051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265" name="Google Shape;4265;p560"/>
          <p:cNvSpPr txBox="1"/>
          <p:nvPr>
            <p:ph idx="6" type="subTitle"/>
          </p:nvPr>
        </p:nvSpPr>
        <p:spPr>
          <a:xfrm>
            <a:off x="6069043" y="30078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BLANK_1_1_1_1_1_1_1_1_1_1">
    <p:bg>
      <p:bgPr>
        <a:solidFill>
          <a:schemeClr val="dk1"/>
        </a:solidFill>
      </p:bgPr>
    </p:bg>
    <p:spTree>
      <p:nvGrpSpPr>
        <p:cNvPr id="4266" name="Shape 4266"/>
        <p:cNvGrpSpPr/>
        <p:nvPr/>
      </p:nvGrpSpPr>
      <p:grpSpPr>
        <a:xfrm>
          <a:off x="0" y="0"/>
          <a:ext cx="0" cy="0"/>
          <a:chOff x="0" y="0"/>
          <a:chExt cx="0" cy="0"/>
        </a:xfrm>
      </p:grpSpPr>
      <p:grpSp>
        <p:nvGrpSpPr>
          <p:cNvPr id="4267" name="Google Shape;4267;p561"/>
          <p:cNvGrpSpPr/>
          <p:nvPr/>
        </p:nvGrpSpPr>
        <p:grpSpPr>
          <a:xfrm>
            <a:off x="713225" y="539500"/>
            <a:ext cx="7717500" cy="4064400"/>
            <a:chOff x="713225" y="539500"/>
            <a:chExt cx="7717500" cy="4064400"/>
          </a:xfrm>
        </p:grpSpPr>
        <p:sp>
          <p:nvSpPr>
            <p:cNvPr id="4268" name="Google Shape;4268;p56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69" name="Google Shape;4269;p56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270" name="Google Shape;4270;p56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271" name="Google Shape;4271;p561"/>
          <p:cNvSpPr txBox="1"/>
          <p:nvPr>
            <p:ph idx="1" type="subTitle"/>
          </p:nvPr>
        </p:nvSpPr>
        <p:spPr>
          <a:xfrm>
            <a:off x="111297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272" name="Google Shape;4272;p561"/>
          <p:cNvSpPr txBox="1"/>
          <p:nvPr>
            <p:ph idx="2" type="subTitle"/>
          </p:nvPr>
        </p:nvSpPr>
        <p:spPr>
          <a:xfrm>
            <a:off x="111297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273" name="Google Shape;4273;p561"/>
          <p:cNvSpPr txBox="1"/>
          <p:nvPr>
            <p:ph idx="3" type="subTitle"/>
          </p:nvPr>
        </p:nvSpPr>
        <p:spPr>
          <a:xfrm>
            <a:off x="3497250" y="18612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274" name="Google Shape;4274;p561"/>
          <p:cNvSpPr txBox="1"/>
          <p:nvPr>
            <p:ph idx="4" type="subTitle"/>
          </p:nvPr>
        </p:nvSpPr>
        <p:spPr>
          <a:xfrm>
            <a:off x="3497250" y="13639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275" name="Google Shape;4275;p561"/>
          <p:cNvSpPr txBox="1"/>
          <p:nvPr>
            <p:ph idx="5" type="subTitle"/>
          </p:nvPr>
        </p:nvSpPr>
        <p:spPr>
          <a:xfrm>
            <a:off x="588152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276" name="Google Shape;4276;p561"/>
          <p:cNvSpPr txBox="1"/>
          <p:nvPr>
            <p:ph idx="6" type="subTitle"/>
          </p:nvPr>
        </p:nvSpPr>
        <p:spPr>
          <a:xfrm>
            <a:off x="588152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2">
    <p:bg>
      <p:bgPr>
        <a:solidFill>
          <a:schemeClr val="dk1"/>
        </a:solidFill>
      </p:bgPr>
    </p:bg>
    <p:spTree>
      <p:nvGrpSpPr>
        <p:cNvPr id="4277" name="Shape 4277"/>
        <p:cNvGrpSpPr/>
        <p:nvPr/>
      </p:nvGrpSpPr>
      <p:grpSpPr>
        <a:xfrm>
          <a:off x="0" y="0"/>
          <a:ext cx="0" cy="0"/>
          <a:chOff x="0" y="0"/>
          <a:chExt cx="0" cy="0"/>
        </a:xfrm>
      </p:grpSpPr>
      <p:grpSp>
        <p:nvGrpSpPr>
          <p:cNvPr id="4278" name="Google Shape;4278;p562"/>
          <p:cNvGrpSpPr/>
          <p:nvPr/>
        </p:nvGrpSpPr>
        <p:grpSpPr>
          <a:xfrm>
            <a:off x="713225" y="539500"/>
            <a:ext cx="7717500" cy="4064400"/>
            <a:chOff x="713225" y="539500"/>
            <a:chExt cx="7717500" cy="4064400"/>
          </a:xfrm>
        </p:grpSpPr>
        <p:sp>
          <p:nvSpPr>
            <p:cNvPr id="4279" name="Google Shape;4279;p56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80" name="Google Shape;4280;p56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281" name="Google Shape;4281;p56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282" name="Google Shape;4282;p562"/>
          <p:cNvSpPr txBox="1"/>
          <p:nvPr>
            <p:ph idx="1" type="subTitle"/>
          </p:nvPr>
        </p:nvSpPr>
        <p:spPr>
          <a:xfrm>
            <a:off x="945800" y="1875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4283" name="Google Shape;4283;p562"/>
          <p:cNvSpPr txBox="1"/>
          <p:nvPr>
            <p:ph idx="2" type="subTitle"/>
          </p:nvPr>
        </p:nvSpPr>
        <p:spPr>
          <a:xfrm>
            <a:off x="945800" y="1446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4284" name="Google Shape;4284;p562"/>
          <p:cNvSpPr txBox="1"/>
          <p:nvPr>
            <p:ph idx="3" type="subTitle"/>
          </p:nvPr>
        </p:nvSpPr>
        <p:spPr>
          <a:xfrm>
            <a:off x="5153800" y="2781950"/>
            <a:ext cx="30444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4285" name="Google Shape;4285;p562"/>
          <p:cNvSpPr txBox="1"/>
          <p:nvPr>
            <p:ph idx="4" type="subTitle"/>
          </p:nvPr>
        </p:nvSpPr>
        <p:spPr>
          <a:xfrm>
            <a:off x="5153800" y="2352425"/>
            <a:ext cx="3044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4286" name="Google Shape;4286;p562"/>
          <p:cNvSpPr txBox="1"/>
          <p:nvPr>
            <p:ph idx="5" type="subTitle"/>
          </p:nvPr>
        </p:nvSpPr>
        <p:spPr>
          <a:xfrm>
            <a:off x="945800" y="3687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4287" name="Google Shape;4287;p562"/>
          <p:cNvSpPr txBox="1"/>
          <p:nvPr>
            <p:ph idx="6" type="subTitle"/>
          </p:nvPr>
        </p:nvSpPr>
        <p:spPr>
          <a:xfrm>
            <a:off x="945800" y="3258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5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5">
    <p:bg>
      <p:bgPr>
        <a:solidFill>
          <a:schemeClr val="dk1"/>
        </a:solidFill>
      </p:bgPr>
    </p:bg>
    <p:spTree>
      <p:nvGrpSpPr>
        <p:cNvPr id="4288" name="Shape 4288"/>
        <p:cNvGrpSpPr/>
        <p:nvPr/>
      </p:nvGrpSpPr>
      <p:grpSpPr>
        <a:xfrm>
          <a:off x="0" y="0"/>
          <a:ext cx="0" cy="0"/>
          <a:chOff x="0" y="0"/>
          <a:chExt cx="0" cy="0"/>
        </a:xfrm>
      </p:grpSpPr>
      <p:grpSp>
        <p:nvGrpSpPr>
          <p:cNvPr id="4289" name="Google Shape;4289;p563"/>
          <p:cNvGrpSpPr/>
          <p:nvPr/>
        </p:nvGrpSpPr>
        <p:grpSpPr>
          <a:xfrm>
            <a:off x="713225" y="539500"/>
            <a:ext cx="7717500" cy="4064400"/>
            <a:chOff x="713225" y="539500"/>
            <a:chExt cx="7717500" cy="4064400"/>
          </a:xfrm>
        </p:grpSpPr>
        <p:sp>
          <p:nvSpPr>
            <p:cNvPr id="4290" name="Google Shape;4290;p56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91" name="Google Shape;4291;p56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292" name="Google Shape;4292;p56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293" name="Google Shape;4293;p563"/>
          <p:cNvSpPr txBox="1"/>
          <p:nvPr>
            <p:ph idx="1" type="subTitle"/>
          </p:nvPr>
        </p:nvSpPr>
        <p:spPr>
          <a:xfrm>
            <a:off x="1658100" y="1978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4294" name="Google Shape;4294;p563"/>
          <p:cNvSpPr txBox="1"/>
          <p:nvPr>
            <p:ph idx="2" type="subTitle"/>
          </p:nvPr>
        </p:nvSpPr>
        <p:spPr>
          <a:xfrm>
            <a:off x="1658100" y="1549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4295" name="Google Shape;4295;p563"/>
          <p:cNvSpPr txBox="1"/>
          <p:nvPr>
            <p:ph idx="3" type="subTitle"/>
          </p:nvPr>
        </p:nvSpPr>
        <p:spPr>
          <a:xfrm>
            <a:off x="1658100" y="2884846"/>
            <a:ext cx="62850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4296" name="Google Shape;4296;p563"/>
          <p:cNvSpPr txBox="1"/>
          <p:nvPr>
            <p:ph idx="4" type="subTitle"/>
          </p:nvPr>
        </p:nvSpPr>
        <p:spPr>
          <a:xfrm>
            <a:off x="1658100" y="2455321"/>
            <a:ext cx="62850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4297" name="Google Shape;4297;p563"/>
          <p:cNvSpPr txBox="1"/>
          <p:nvPr>
            <p:ph idx="5" type="subTitle"/>
          </p:nvPr>
        </p:nvSpPr>
        <p:spPr>
          <a:xfrm>
            <a:off x="1658100" y="3790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4298" name="Google Shape;4298;p563"/>
          <p:cNvSpPr txBox="1"/>
          <p:nvPr>
            <p:ph idx="6" type="subTitle"/>
          </p:nvPr>
        </p:nvSpPr>
        <p:spPr>
          <a:xfrm>
            <a:off x="1658100" y="3361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5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24">
    <p:bg>
      <p:bgPr>
        <a:solidFill>
          <a:schemeClr val="dk1"/>
        </a:solidFill>
      </p:bgPr>
    </p:bg>
    <p:spTree>
      <p:nvGrpSpPr>
        <p:cNvPr id="4299" name="Shape 4299"/>
        <p:cNvGrpSpPr/>
        <p:nvPr/>
      </p:nvGrpSpPr>
      <p:grpSpPr>
        <a:xfrm>
          <a:off x="0" y="0"/>
          <a:ext cx="0" cy="0"/>
          <a:chOff x="0" y="0"/>
          <a:chExt cx="0" cy="0"/>
        </a:xfrm>
      </p:grpSpPr>
      <p:grpSp>
        <p:nvGrpSpPr>
          <p:cNvPr id="4300" name="Google Shape;4300;p564"/>
          <p:cNvGrpSpPr/>
          <p:nvPr/>
        </p:nvGrpSpPr>
        <p:grpSpPr>
          <a:xfrm>
            <a:off x="713225" y="539500"/>
            <a:ext cx="7717500" cy="4064400"/>
            <a:chOff x="713225" y="539500"/>
            <a:chExt cx="7717500" cy="4064400"/>
          </a:xfrm>
        </p:grpSpPr>
        <p:sp>
          <p:nvSpPr>
            <p:cNvPr id="4301" name="Google Shape;4301;p56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02" name="Google Shape;4302;p56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303" name="Google Shape;4303;p56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304" name="Google Shape;4304;p564"/>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4305" name="Google Shape;4305;p564"/>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4306" name="Google Shape;4306;p564"/>
          <p:cNvSpPr txBox="1"/>
          <p:nvPr>
            <p:ph idx="3" type="subTitle"/>
          </p:nvPr>
        </p:nvSpPr>
        <p:spPr>
          <a:xfrm>
            <a:off x="853775" y="257119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4307" name="Google Shape;4307;p564"/>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4308" name="Google Shape;4308;p564"/>
          <p:cNvSpPr txBox="1"/>
          <p:nvPr>
            <p:ph idx="5" type="subTitle"/>
          </p:nvPr>
        </p:nvSpPr>
        <p:spPr>
          <a:xfrm>
            <a:off x="4452875" y="2570500"/>
            <a:ext cx="3761700" cy="172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4309" name="Google Shape;4309;p564"/>
          <p:cNvSpPr txBox="1"/>
          <p:nvPr>
            <p:ph idx="6" type="subTitle"/>
          </p:nvPr>
        </p:nvSpPr>
        <p:spPr>
          <a:xfrm>
            <a:off x="853775" y="323750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4310" name="Google Shape;4310;p564"/>
          <p:cNvSpPr txBox="1"/>
          <p:nvPr>
            <p:ph idx="7" type="subTitle"/>
          </p:nvPr>
        </p:nvSpPr>
        <p:spPr>
          <a:xfrm>
            <a:off x="853775" y="362674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5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_1_1_1_1">
    <p:bg>
      <p:bgPr>
        <a:solidFill>
          <a:schemeClr val="dk1"/>
        </a:solidFill>
      </p:bgPr>
    </p:bg>
    <p:spTree>
      <p:nvGrpSpPr>
        <p:cNvPr id="4311" name="Shape 4311"/>
        <p:cNvGrpSpPr/>
        <p:nvPr/>
      </p:nvGrpSpPr>
      <p:grpSpPr>
        <a:xfrm>
          <a:off x="0" y="0"/>
          <a:ext cx="0" cy="0"/>
          <a:chOff x="0" y="0"/>
          <a:chExt cx="0" cy="0"/>
        </a:xfrm>
      </p:grpSpPr>
      <p:grpSp>
        <p:nvGrpSpPr>
          <p:cNvPr id="4312" name="Google Shape;4312;p565"/>
          <p:cNvGrpSpPr/>
          <p:nvPr/>
        </p:nvGrpSpPr>
        <p:grpSpPr>
          <a:xfrm>
            <a:off x="713225" y="539500"/>
            <a:ext cx="7717500" cy="4064400"/>
            <a:chOff x="713225" y="539500"/>
            <a:chExt cx="7717500" cy="4064400"/>
          </a:xfrm>
        </p:grpSpPr>
        <p:sp>
          <p:nvSpPr>
            <p:cNvPr id="4313" name="Google Shape;4313;p56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14" name="Google Shape;4314;p56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315" name="Google Shape;4315;p56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316" name="Google Shape;4316;p565"/>
          <p:cNvSpPr txBox="1"/>
          <p:nvPr>
            <p:ph idx="1" type="subTitle"/>
          </p:nvPr>
        </p:nvSpPr>
        <p:spPr>
          <a:xfrm>
            <a:off x="1112425"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4317" name="Google Shape;4317;p565"/>
          <p:cNvSpPr txBox="1"/>
          <p:nvPr>
            <p:ph idx="2" type="subTitle"/>
          </p:nvPr>
        </p:nvSpPr>
        <p:spPr>
          <a:xfrm>
            <a:off x="1112425"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18" name="Google Shape;4318;p565"/>
          <p:cNvSpPr txBox="1"/>
          <p:nvPr>
            <p:ph idx="3" type="subTitle"/>
          </p:nvPr>
        </p:nvSpPr>
        <p:spPr>
          <a:xfrm>
            <a:off x="5584150"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4319" name="Google Shape;4319;p565"/>
          <p:cNvSpPr txBox="1"/>
          <p:nvPr>
            <p:ph idx="4" type="subTitle"/>
          </p:nvPr>
        </p:nvSpPr>
        <p:spPr>
          <a:xfrm>
            <a:off x="5584150"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20" name="Google Shape;4320;p565"/>
          <p:cNvSpPr txBox="1"/>
          <p:nvPr>
            <p:ph idx="5" type="subTitle"/>
          </p:nvPr>
        </p:nvSpPr>
        <p:spPr>
          <a:xfrm>
            <a:off x="1112425"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4321" name="Google Shape;4321;p565"/>
          <p:cNvSpPr txBox="1"/>
          <p:nvPr>
            <p:ph idx="6" type="subTitle"/>
          </p:nvPr>
        </p:nvSpPr>
        <p:spPr>
          <a:xfrm>
            <a:off x="1112425"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22" name="Google Shape;4322;p565"/>
          <p:cNvSpPr txBox="1"/>
          <p:nvPr>
            <p:ph idx="7" type="subTitle"/>
          </p:nvPr>
        </p:nvSpPr>
        <p:spPr>
          <a:xfrm>
            <a:off x="5584150"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4323" name="Google Shape;4323;p565"/>
          <p:cNvSpPr txBox="1"/>
          <p:nvPr>
            <p:ph idx="8" type="subTitle"/>
          </p:nvPr>
        </p:nvSpPr>
        <p:spPr>
          <a:xfrm>
            <a:off x="5584150"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1_1_1_1_1">
    <p:bg>
      <p:bgPr>
        <a:solidFill>
          <a:schemeClr val="dk1"/>
        </a:solidFill>
      </p:bgPr>
    </p:bg>
    <p:spTree>
      <p:nvGrpSpPr>
        <p:cNvPr id="4324" name="Shape 4324"/>
        <p:cNvGrpSpPr/>
        <p:nvPr/>
      </p:nvGrpSpPr>
      <p:grpSpPr>
        <a:xfrm>
          <a:off x="0" y="0"/>
          <a:ext cx="0" cy="0"/>
          <a:chOff x="0" y="0"/>
          <a:chExt cx="0" cy="0"/>
        </a:xfrm>
      </p:grpSpPr>
      <p:grpSp>
        <p:nvGrpSpPr>
          <p:cNvPr id="4325" name="Google Shape;4325;p566"/>
          <p:cNvGrpSpPr/>
          <p:nvPr/>
        </p:nvGrpSpPr>
        <p:grpSpPr>
          <a:xfrm>
            <a:off x="713300" y="539550"/>
            <a:ext cx="7717500" cy="4064400"/>
            <a:chOff x="713300" y="539550"/>
            <a:chExt cx="7717500" cy="4064400"/>
          </a:xfrm>
        </p:grpSpPr>
        <p:cxnSp>
          <p:nvCxnSpPr>
            <p:cNvPr id="4326" name="Google Shape;4326;p566"/>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4327" name="Google Shape;4327;p566"/>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8" name="Google Shape;4328;p56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329" name="Google Shape;4329;p566"/>
          <p:cNvSpPr txBox="1"/>
          <p:nvPr>
            <p:ph idx="1" type="subTitle"/>
          </p:nvPr>
        </p:nvSpPr>
        <p:spPr>
          <a:xfrm>
            <a:off x="10166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330" name="Google Shape;4330;p566"/>
          <p:cNvSpPr txBox="1"/>
          <p:nvPr>
            <p:ph idx="2" type="subTitle"/>
          </p:nvPr>
        </p:nvSpPr>
        <p:spPr>
          <a:xfrm>
            <a:off x="10166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31" name="Google Shape;4331;p566"/>
          <p:cNvSpPr txBox="1"/>
          <p:nvPr>
            <p:ph idx="3" type="subTitle"/>
          </p:nvPr>
        </p:nvSpPr>
        <p:spPr>
          <a:xfrm>
            <a:off x="10166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332" name="Google Shape;4332;p566"/>
          <p:cNvSpPr txBox="1"/>
          <p:nvPr>
            <p:ph idx="4" type="subTitle"/>
          </p:nvPr>
        </p:nvSpPr>
        <p:spPr>
          <a:xfrm>
            <a:off x="10166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33" name="Google Shape;4333;p566"/>
          <p:cNvSpPr txBox="1"/>
          <p:nvPr>
            <p:ph idx="5" type="subTitle"/>
          </p:nvPr>
        </p:nvSpPr>
        <p:spPr>
          <a:xfrm>
            <a:off x="48094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334" name="Google Shape;4334;p566"/>
          <p:cNvSpPr txBox="1"/>
          <p:nvPr>
            <p:ph idx="6" type="subTitle"/>
          </p:nvPr>
        </p:nvSpPr>
        <p:spPr>
          <a:xfrm>
            <a:off x="48094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35" name="Google Shape;4335;p566"/>
          <p:cNvSpPr txBox="1"/>
          <p:nvPr>
            <p:ph idx="7" type="subTitle"/>
          </p:nvPr>
        </p:nvSpPr>
        <p:spPr>
          <a:xfrm>
            <a:off x="48094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336" name="Google Shape;4336;p566"/>
          <p:cNvSpPr txBox="1"/>
          <p:nvPr>
            <p:ph idx="8" type="subTitle"/>
          </p:nvPr>
        </p:nvSpPr>
        <p:spPr>
          <a:xfrm>
            <a:off x="48094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1_1_1_1_1_1_1_1_1">
    <p:bg>
      <p:bgPr>
        <a:solidFill>
          <a:schemeClr val="dk1"/>
        </a:solidFill>
      </p:bgPr>
    </p:bg>
    <p:spTree>
      <p:nvGrpSpPr>
        <p:cNvPr id="4337" name="Shape 4337"/>
        <p:cNvGrpSpPr/>
        <p:nvPr/>
      </p:nvGrpSpPr>
      <p:grpSpPr>
        <a:xfrm>
          <a:off x="0" y="0"/>
          <a:ext cx="0" cy="0"/>
          <a:chOff x="0" y="0"/>
          <a:chExt cx="0" cy="0"/>
        </a:xfrm>
      </p:grpSpPr>
      <p:grpSp>
        <p:nvGrpSpPr>
          <p:cNvPr id="4338" name="Google Shape;4338;p567"/>
          <p:cNvGrpSpPr/>
          <p:nvPr/>
        </p:nvGrpSpPr>
        <p:grpSpPr>
          <a:xfrm>
            <a:off x="713225" y="539500"/>
            <a:ext cx="7717500" cy="4064400"/>
            <a:chOff x="713225" y="539500"/>
            <a:chExt cx="7717500" cy="4064400"/>
          </a:xfrm>
        </p:grpSpPr>
        <p:sp>
          <p:nvSpPr>
            <p:cNvPr id="4339" name="Google Shape;4339;p56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40" name="Google Shape;4340;p56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341" name="Google Shape;4341;p56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342" name="Google Shape;4342;p567"/>
          <p:cNvSpPr txBox="1"/>
          <p:nvPr>
            <p:ph idx="1" type="subTitle"/>
          </p:nvPr>
        </p:nvSpPr>
        <p:spPr>
          <a:xfrm>
            <a:off x="8844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343" name="Google Shape;4343;p567"/>
          <p:cNvSpPr txBox="1"/>
          <p:nvPr>
            <p:ph idx="2" type="subTitle"/>
          </p:nvPr>
        </p:nvSpPr>
        <p:spPr>
          <a:xfrm>
            <a:off x="884474"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44" name="Google Shape;4344;p567"/>
          <p:cNvSpPr txBox="1"/>
          <p:nvPr>
            <p:ph idx="3" type="subTitle"/>
          </p:nvPr>
        </p:nvSpPr>
        <p:spPr>
          <a:xfrm>
            <a:off x="2767708"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345" name="Google Shape;4345;p567"/>
          <p:cNvSpPr txBox="1"/>
          <p:nvPr>
            <p:ph idx="4" type="subTitle"/>
          </p:nvPr>
        </p:nvSpPr>
        <p:spPr>
          <a:xfrm>
            <a:off x="2767709"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46" name="Google Shape;4346;p567"/>
          <p:cNvSpPr txBox="1"/>
          <p:nvPr>
            <p:ph idx="5" type="subTitle"/>
          </p:nvPr>
        </p:nvSpPr>
        <p:spPr>
          <a:xfrm>
            <a:off x="4650942"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347" name="Google Shape;4347;p567"/>
          <p:cNvSpPr txBox="1"/>
          <p:nvPr>
            <p:ph idx="6" type="subTitle"/>
          </p:nvPr>
        </p:nvSpPr>
        <p:spPr>
          <a:xfrm>
            <a:off x="4650945"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48" name="Google Shape;4348;p567"/>
          <p:cNvSpPr txBox="1"/>
          <p:nvPr>
            <p:ph idx="7" type="subTitle"/>
          </p:nvPr>
        </p:nvSpPr>
        <p:spPr>
          <a:xfrm>
            <a:off x="65341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349" name="Google Shape;4349;p567"/>
          <p:cNvSpPr txBox="1"/>
          <p:nvPr>
            <p:ph idx="8" type="subTitle"/>
          </p:nvPr>
        </p:nvSpPr>
        <p:spPr>
          <a:xfrm>
            <a:off x="6534180"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7">
    <p:bg>
      <p:bgPr>
        <a:solidFill>
          <a:schemeClr val="dk1"/>
        </a:solidFill>
      </p:bgPr>
    </p:bg>
    <p:spTree>
      <p:nvGrpSpPr>
        <p:cNvPr id="4350" name="Shape 4350"/>
        <p:cNvGrpSpPr/>
        <p:nvPr/>
      </p:nvGrpSpPr>
      <p:grpSpPr>
        <a:xfrm>
          <a:off x="0" y="0"/>
          <a:ext cx="0" cy="0"/>
          <a:chOff x="0" y="0"/>
          <a:chExt cx="0" cy="0"/>
        </a:xfrm>
      </p:grpSpPr>
      <p:grpSp>
        <p:nvGrpSpPr>
          <p:cNvPr id="4351" name="Google Shape;4351;p568"/>
          <p:cNvGrpSpPr/>
          <p:nvPr/>
        </p:nvGrpSpPr>
        <p:grpSpPr>
          <a:xfrm>
            <a:off x="713225" y="539500"/>
            <a:ext cx="7717500" cy="4064400"/>
            <a:chOff x="713225" y="539500"/>
            <a:chExt cx="7717500" cy="4064400"/>
          </a:xfrm>
        </p:grpSpPr>
        <p:sp>
          <p:nvSpPr>
            <p:cNvPr id="4352" name="Google Shape;4352;p56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53" name="Google Shape;4353;p56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354" name="Google Shape;4354;p56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355" name="Google Shape;4355;p568"/>
          <p:cNvSpPr txBox="1"/>
          <p:nvPr>
            <p:ph idx="1" type="subTitle"/>
          </p:nvPr>
        </p:nvSpPr>
        <p:spPr>
          <a:xfrm>
            <a:off x="1909431" y="1906051"/>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4356" name="Google Shape;4356;p568"/>
          <p:cNvSpPr txBox="1"/>
          <p:nvPr>
            <p:ph idx="2" type="subTitle"/>
          </p:nvPr>
        </p:nvSpPr>
        <p:spPr>
          <a:xfrm>
            <a:off x="1909431" y="1387350"/>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57" name="Google Shape;4357;p568"/>
          <p:cNvSpPr txBox="1"/>
          <p:nvPr>
            <p:ph idx="3" type="subTitle"/>
          </p:nvPr>
        </p:nvSpPr>
        <p:spPr>
          <a:xfrm>
            <a:off x="4971369" y="1906050"/>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4358" name="Google Shape;4358;p568"/>
          <p:cNvSpPr txBox="1"/>
          <p:nvPr>
            <p:ph idx="4" type="subTitle"/>
          </p:nvPr>
        </p:nvSpPr>
        <p:spPr>
          <a:xfrm>
            <a:off x="4971369" y="1387350"/>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59" name="Google Shape;4359;p568"/>
          <p:cNvSpPr txBox="1"/>
          <p:nvPr>
            <p:ph idx="5" type="subTitle"/>
          </p:nvPr>
        </p:nvSpPr>
        <p:spPr>
          <a:xfrm>
            <a:off x="1909431" y="3654425"/>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4360" name="Google Shape;4360;p568"/>
          <p:cNvSpPr txBox="1"/>
          <p:nvPr>
            <p:ph idx="6" type="subTitle"/>
          </p:nvPr>
        </p:nvSpPr>
        <p:spPr>
          <a:xfrm>
            <a:off x="1909431" y="3135724"/>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61" name="Google Shape;4361;p568"/>
          <p:cNvSpPr txBox="1"/>
          <p:nvPr>
            <p:ph idx="7" type="subTitle"/>
          </p:nvPr>
        </p:nvSpPr>
        <p:spPr>
          <a:xfrm>
            <a:off x="4971369" y="3654424"/>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4362" name="Google Shape;4362;p568"/>
          <p:cNvSpPr txBox="1"/>
          <p:nvPr>
            <p:ph idx="8" type="subTitle"/>
          </p:nvPr>
        </p:nvSpPr>
        <p:spPr>
          <a:xfrm>
            <a:off x="4971369" y="3135724"/>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1_1_1_1_1_2">
    <p:bg>
      <p:bgPr>
        <a:solidFill>
          <a:schemeClr val="dk1"/>
        </a:solidFill>
      </p:bgPr>
    </p:bg>
    <p:spTree>
      <p:nvGrpSpPr>
        <p:cNvPr id="4363" name="Shape 4363"/>
        <p:cNvGrpSpPr/>
        <p:nvPr/>
      </p:nvGrpSpPr>
      <p:grpSpPr>
        <a:xfrm>
          <a:off x="0" y="0"/>
          <a:ext cx="0" cy="0"/>
          <a:chOff x="0" y="0"/>
          <a:chExt cx="0" cy="0"/>
        </a:xfrm>
      </p:grpSpPr>
      <p:grpSp>
        <p:nvGrpSpPr>
          <p:cNvPr id="4364" name="Google Shape;4364;p569"/>
          <p:cNvGrpSpPr/>
          <p:nvPr/>
        </p:nvGrpSpPr>
        <p:grpSpPr>
          <a:xfrm>
            <a:off x="713225" y="539500"/>
            <a:ext cx="7717500" cy="4064400"/>
            <a:chOff x="713225" y="539500"/>
            <a:chExt cx="7717500" cy="4064400"/>
          </a:xfrm>
        </p:grpSpPr>
        <p:sp>
          <p:nvSpPr>
            <p:cNvPr id="4365" name="Google Shape;4365;p56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66" name="Google Shape;4366;p56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367" name="Google Shape;4367;p56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368" name="Google Shape;4368;p569"/>
          <p:cNvSpPr txBox="1"/>
          <p:nvPr>
            <p:ph idx="1" type="subTitle"/>
          </p:nvPr>
        </p:nvSpPr>
        <p:spPr>
          <a:xfrm>
            <a:off x="95812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369" name="Google Shape;4369;p569"/>
          <p:cNvSpPr txBox="1"/>
          <p:nvPr>
            <p:ph idx="2" type="subTitle"/>
          </p:nvPr>
        </p:nvSpPr>
        <p:spPr>
          <a:xfrm>
            <a:off x="95812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70" name="Google Shape;4370;p569"/>
          <p:cNvSpPr txBox="1"/>
          <p:nvPr>
            <p:ph idx="3" type="subTitle"/>
          </p:nvPr>
        </p:nvSpPr>
        <p:spPr>
          <a:xfrm>
            <a:off x="3420000"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371" name="Google Shape;4371;p569"/>
          <p:cNvSpPr txBox="1"/>
          <p:nvPr>
            <p:ph idx="4" type="subTitle"/>
          </p:nvPr>
        </p:nvSpPr>
        <p:spPr>
          <a:xfrm>
            <a:off x="3420000"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72" name="Google Shape;4372;p569"/>
          <p:cNvSpPr txBox="1"/>
          <p:nvPr>
            <p:ph idx="5" type="subTitle"/>
          </p:nvPr>
        </p:nvSpPr>
        <p:spPr>
          <a:xfrm>
            <a:off x="588187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373" name="Google Shape;4373;p569"/>
          <p:cNvSpPr txBox="1"/>
          <p:nvPr>
            <p:ph idx="6" type="subTitle"/>
          </p:nvPr>
        </p:nvSpPr>
        <p:spPr>
          <a:xfrm>
            <a:off x="588187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74" name="Google Shape;4374;p569"/>
          <p:cNvSpPr txBox="1"/>
          <p:nvPr>
            <p:ph idx="7" type="subTitle"/>
          </p:nvPr>
        </p:nvSpPr>
        <p:spPr>
          <a:xfrm>
            <a:off x="2189050"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375" name="Google Shape;4375;p569"/>
          <p:cNvSpPr txBox="1"/>
          <p:nvPr>
            <p:ph idx="8" type="subTitle"/>
          </p:nvPr>
        </p:nvSpPr>
        <p:spPr>
          <a:xfrm>
            <a:off x="2189050"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76" name="Google Shape;4376;p569"/>
          <p:cNvSpPr txBox="1"/>
          <p:nvPr>
            <p:ph idx="9" type="subTitle"/>
          </p:nvPr>
        </p:nvSpPr>
        <p:spPr>
          <a:xfrm>
            <a:off x="4650925"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377" name="Google Shape;4377;p569"/>
          <p:cNvSpPr txBox="1"/>
          <p:nvPr>
            <p:ph idx="13" type="subTitle"/>
          </p:nvPr>
        </p:nvSpPr>
        <p:spPr>
          <a:xfrm>
            <a:off x="4650925"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_1_1_1_1_1_1">
    <p:bg>
      <p:bgPr>
        <a:solidFill>
          <a:schemeClr val="dk1"/>
        </a:solidFill>
      </p:bgPr>
    </p:bg>
    <p:spTree>
      <p:nvGrpSpPr>
        <p:cNvPr id="4378" name="Shape 4378"/>
        <p:cNvGrpSpPr/>
        <p:nvPr/>
      </p:nvGrpSpPr>
      <p:grpSpPr>
        <a:xfrm>
          <a:off x="0" y="0"/>
          <a:ext cx="0" cy="0"/>
          <a:chOff x="0" y="0"/>
          <a:chExt cx="0" cy="0"/>
        </a:xfrm>
      </p:grpSpPr>
      <p:grpSp>
        <p:nvGrpSpPr>
          <p:cNvPr id="4379" name="Google Shape;4379;p570"/>
          <p:cNvGrpSpPr/>
          <p:nvPr/>
        </p:nvGrpSpPr>
        <p:grpSpPr>
          <a:xfrm>
            <a:off x="713225" y="539500"/>
            <a:ext cx="7717500" cy="4064400"/>
            <a:chOff x="713225" y="539500"/>
            <a:chExt cx="7717500" cy="4064400"/>
          </a:xfrm>
        </p:grpSpPr>
        <p:sp>
          <p:nvSpPr>
            <p:cNvPr id="4380" name="Google Shape;4380;p57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81" name="Google Shape;4381;p57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382" name="Google Shape;4382;p57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383" name="Google Shape;4383;p570"/>
          <p:cNvSpPr txBox="1"/>
          <p:nvPr>
            <p:ph idx="1" type="subTitle"/>
          </p:nvPr>
        </p:nvSpPr>
        <p:spPr>
          <a:xfrm>
            <a:off x="1134425"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384" name="Google Shape;4384;p570"/>
          <p:cNvSpPr txBox="1"/>
          <p:nvPr>
            <p:ph idx="2" type="subTitle"/>
          </p:nvPr>
        </p:nvSpPr>
        <p:spPr>
          <a:xfrm>
            <a:off x="113442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85" name="Google Shape;4385;p570"/>
          <p:cNvSpPr txBox="1"/>
          <p:nvPr>
            <p:ph idx="3" type="subTitle"/>
          </p:nvPr>
        </p:nvSpPr>
        <p:spPr>
          <a:xfrm>
            <a:off x="3495738"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386" name="Google Shape;4386;p570"/>
          <p:cNvSpPr txBox="1"/>
          <p:nvPr>
            <p:ph idx="4" type="subTitle"/>
          </p:nvPr>
        </p:nvSpPr>
        <p:spPr>
          <a:xfrm>
            <a:off x="3495750"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87" name="Google Shape;4387;p570"/>
          <p:cNvSpPr txBox="1"/>
          <p:nvPr>
            <p:ph idx="5" type="subTitle"/>
          </p:nvPr>
        </p:nvSpPr>
        <p:spPr>
          <a:xfrm>
            <a:off x="5857051"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388" name="Google Shape;4388;p570"/>
          <p:cNvSpPr txBox="1"/>
          <p:nvPr>
            <p:ph idx="6" type="subTitle"/>
          </p:nvPr>
        </p:nvSpPr>
        <p:spPr>
          <a:xfrm>
            <a:off x="585707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89" name="Google Shape;4389;p570"/>
          <p:cNvSpPr txBox="1"/>
          <p:nvPr>
            <p:ph idx="7" type="subTitle"/>
          </p:nvPr>
        </p:nvSpPr>
        <p:spPr>
          <a:xfrm>
            <a:off x="1134425"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390" name="Google Shape;4390;p570"/>
          <p:cNvSpPr txBox="1"/>
          <p:nvPr>
            <p:ph idx="8" type="subTitle"/>
          </p:nvPr>
        </p:nvSpPr>
        <p:spPr>
          <a:xfrm>
            <a:off x="113442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91" name="Google Shape;4391;p570"/>
          <p:cNvSpPr txBox="1"/>
          <p:nvPr>
            <p:ph idx="9" type="subTitle"/>
          </p:nvPr>
        </p:nvSpPr>
        <p:spPr>
          <a:xfrm>
            <a:off x="3495738"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392" name="Google Shape;4392;p570"/>
          <p:cNvSpPr txBox="1"/>
          <p:nvPr>
            <p:ph idx="13" type="subTitle"/>
          </p:nvPr>
        </p:nvSpPr>
        <p:spPr>
          <a:xfrm>
            <a:off x="3495750"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93" name="Google Shape;4393;p570"/>
          <p:cNvSpPr txBox="1"/>
          <p:nvPr>
            <p:ph idx="14" type="subTitle"/>
          </p:nvPr>
        </p:nvSpPr>
        <p:spPr>
          <a:xfrm>
            <a:off x="5857051"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394" name="Google Shape;4394;p570"/>
          <p:cNvSpPr txBox="1"/>
          <p:nvPr>
            <p:ph idx="15" type="subTitle"/>
          </p:nvPr>
        </p:nvSpPr>
        <p:spPr>
          <a:xfrm>
            <a:off x="585707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21">
    <p:bg>
      <p:bgPr>
        <a:solidFill>
          <a:schemeClr val="dk1"/>
        </a:solidFill>
      </p:bgPr>
    </p:bg>
    <p:spTree>
      <p:nvGrpSpPr>
        <p:cNvPr id="4395" name="Shape 4395"/>
        <p:cNvGrpSpPr/>
        <p:nvPr/>
      </p:nvGrpSpPr>
      <p:grpSpPr>
        <a:xfrm>
          <a:off x="0" y="0"/>
          <a:ext cx="0" cy="0"/>
          <a:chOff x="0" y="0"/>
          <a:chExt cx="0" cy="0"/>
        </a:xfrm>
      </p:grpSpPr>
      <p:grpSp>
        <p:nvGrpSpPr>
          <p:cNvPr id="4396" name="Google Shape;4396;p571"/>
          <p:cNvGrpSpPr/>
          <p:nvPr/>
        </p:nvGrpSpPr>
        <p:grpSpPr>
          <a:xfrm>
            <a:off x="713225" y="539500"/>
            <a:ext cx="7717500" cy="4064400"/>
            <a:chOff x="713225" y="539500"/>
            <a:chExt cx="7717500" cy="4064400"/>
          </a:xfrm>
        </p:grpSpPr>
        <p:sp>
          <p:nvSpPr>
            <p:cNvPr id="4397" name="Google Shape;4397;p57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98" name="Google Shape;4398;p57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399" name="Google Shape;4399;p57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400" name="Google Shape;4400;p571"/>
          <p:cNvSpPr txBox="1"/>
          <p:nvPr>
            <p:ph idx="1" type="subTitle"/>
          </p:nvPr>
        </p:nvSpPr>
        <p:spPr>
          <a:xfrm>
            <a:off x="1059065"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401" name="Google Shape;4401;p571"/>
          <p:cNvSpPr txBox="1"/>
          <p:nvPr>
            <p:ph idx="2" type="subTitle"/>
          </p:nvPr>
        </p:nvSpPr>
        <p:spPr>
          <a:xfrm>
            <a:off x="1059065"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402" name="Google Shape;4402;p571"/>
          <p:cNvSpPr txBox="1"/>
          <p:nvPr>
            <p:ph idx="3" type="subTitle"/>
          </p:nvPr>
        </p:nvSpPr>
        <p:spPr>
          <a:xfrm>
            <a:off x="1059052" y="2806879"/>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403" name="Google Shape;4403;p571"/>
          <p:cNvSpPr txBox="1"/>
          <p:nvPr>
            <p:ph idx="4" type="subTitle"/>
          </p:nvPr>
        </p:nvSpPr>
        <p:spPr>
          <a:xfrm>
            <a:off x="1059070" y="2454554"/>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404" name="Google Shape;4404;p571"/>
          <p:cNvSpPr txBox="1"/>
          <p:nvPr>
            <p:ph idx="5" type="subTitle"/>
          </p:nvPr>
        </p:nvSpPr>
        <p:spPr>
          <a:xfrm>
            <a:off x="5042599"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405" name="Google Shape;4405;p571"/>
          <p:cNvSpPr txBox="1"/>
          <p:nvPr>
            <p:ph idx="6" type="subTitle"/>
          </p:nvPr>
        </p:nvSpPr>
        <p:spPr>
          <a:xfrm>
            <a:off x="5042634"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406" name="Google Shape;4406;p571"/>
          <p:cNvSpPr txBox="1"/>
          <p:nvPr>
            <p:ph idx="7" type="subTitle"/>
          </p:nvPr>
        </p:nvSpPr>
        <p:spPr>
          <a:xfrm>
            <a:off x="1059065"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407" name="Google Shape;4407;p571"/>
          <p:cNvSpPr txBox="1"/>
          <p:nvPr>
            <p:ph idx="8" type="subTitle"/>
          </p:nvPr>
        </p:nvSpPr>
        <p:spPr>
          <a:xfrm>
            <a:off x="1059065"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408" name="Google Shape;4408;p571"/>
          <p:cNvSpPr txBox="1"/>
          <p:nvPr>
            <p:ph idx="9" type="subTitle"/>
          </p:nvPr>
        </p:nvSpPr>
        <p:spPr>
          <a:xfrm>
            <a:off x="5042630" y="2806867"/>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409" name="Google Shape;4409;p571"/>
          <p:cNvSpPr txBox="1"/>
          <p:nvPr>
            <p:ph idx="13" type="subTitle"/>
          </p:nvPr>
        </p:nvSpPr>
        <p:spPr>
          <a:xfrm>
            <a:off x="5042648" y="24545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410" name="Google Shape;4410;p571"/>
          <p:cNvSpPr txBox="1"/>
          <p:nvPr>
            <p:ph idx="14" type="subTitle"/>
          </p:nvPr>
        </p:nvSpPr>
        <p:spPr>
          <a:xfrm>
            <a:off x="5042599"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411" name="Google Shape;4411;p571"/>
          <p:cNvSpPr txBox="1"/>
          <p:nvPr>
            <p:ph idx="15" type="subTitle"/>
          </p:nvPr>
        </p:nvSpPr>
        <p:spPr>
          <a:xfrm>
            <a:off x="5042634"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_1_1_1_1_1">
    <p:bg>
      <p:bgPr>
        <a:solidFill>
          <a:schemeClr val="dk1"/>
        </a:solidFill>
      </p:bgPr>
    </p:bg>
    <p:spTree>
      <p:nvGrpSpPr>
        <p:cNvPr id="4412" name="Shape 4412"/>
        <p:cNvGrpSpPr/>
        <p:nvPr/>
      </p:nvGrpSpPr>
      <p:grpSpPr>
        <a:xfrm>
          <a:off x="0" y="0"/>
          <a:ext cx="0" cy="0"/>
          <a:chOff x="0" y="0"/>
          <a:chExt cx="0" cy="0"/>
        </a:xfrm>
      </p:grpSpPr>
      <p:grpSp>
        <p:nvGrpSpPr>
          <p:cNvPr id="4413" name="Google Shape;4413;p572"/>
          <p:cNvGrpSpPr/>
          <p:nvPr/>
        </p:nvGrpSpPr>
        <p:grpSpPr>
          <a:xfrm>
            <a:off x="713225" y="539500"/>
            <a:ext cx="7717500" cy="4064400"/>
            <a:chOff x="713225" y="539500"/>
            <a:chExt cx="7717500" cy="4064400"/>
          </a:xfrm>
        </p:grpSpPr>
        <p:sp>
          <p:nvSpPr>
            <p:cNvPr id="4414" name="Google Shape;4414;p57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15" name="Google Shape;4415;p572"/>
            <p:cNvCxnSpPr/>
            <p:nvPr/>
          </p:nvCxnSpPr>
          <p:spPr>
            <a:xfrm>
              <a:off x="734825" y="1483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416" name="Google Shape;4416;p572"/>
          <p:cNvSpPr txBox="1"/>
          <p:nvPr>
            <p:ph type="title"/>
          </p:nvPr>
        </p:nvSpPr>
        <p:spPr>
          <a:xfrm>
            <a:off x="3607800" y="539500"/>
            <a:ext cx="4519200" cy="939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r">
              <a:spcBef>
                <a:spcPts val="0"/>
              </a:spcBef>
              <a:spcAft>
                <a:spcPts val="0"/>
              </a:spcAft>
              <a:buClr>
                <a:schemeClr val="lt1"/>
              </a:buClr>
              <a:buSzPts val="4800"/>
              <a:buNone/>
              <a:defRPr sz="4800">
                <a:solidFill>
                  <a:schemeClr val="lt1"/>
                </a:solidFill>
              </a:defRPr>
            </a:lvl2pPr>
            <a:lvl3pPr lvl="2" algn="r">
              <a:spcBef>
                <a:spcPts val="0"/>
              </a:spcBef>
              <a:spcAft>
                <a:spcPts val="0"/>
              </a:spcAft>
              <a:buClr>
                <a:schemeClr val="lt1"/>
              </a:buClr>
              <a:buSzPts val="4800"/>
              <a:buNone/>
              <a:defRPr sz="4800">
                <a:solidFill>
                  <a:schemeClr val="lt1"/>
                </a:solidFill>
              </a:defRPr>
            </a:lvl3pPr>
            <a:lvl4pPr lvl="3" algn="r">
              <a:spcBef>
                <a:spcPts val="0"/>
              </a:spcBef>
              <a:spcAft>
                <a:spcPts val="0"/>
              </a:spcAft>
              <a:buClr>
                <a:schemeClr val="lt1"/>
              </a:buClr>
              <a:buSzPts val="4800"/>
              <a:buNone/>
              <a:defRPr sz="4800">
                <a:solidFill>
                  <a:schemeClr val="lt1"/>
                </a:solidFill>
              </a:defRPr>
            </a:lvl4pPr>
            <a:lvl5pPr lvl="4" algn="r">
              <a:spcBef>
                <a:spcPts val="0"/>
              </a:spcBef>
              <a:spcAft>
                <a:spcPts val="0"/>
              </a:spcAft>
              <a:buClr>
                <a:schemeClr val="lt1"/>
              </a:buClr>
              <a:buSzPts val="4800"/>
              <a:buNone/>
              <a:defRPr sz="4800">
                <a:solidFill>
                  <a:schemeClr val="lt1"/>
                </a:solidFill>
              </a:defRPr>
            </a:lvl5pPr>
            <a:lvl6pPr lvl="5" algn="r">
              <a:spcBef>
                <a:spcPts val="0"/>
              </a:spcBef>
              <a:spcAft>
                <a:spcPts val="0"/>
              </a:spcAft>
              <a:buClr>
                <a:schemeClr val="lt1"/>
              </a:buClr>
              <a:buSzPts val="4800"/>
              <a:buNone/>
              <a:defRPr sz="4800">
                <a:solidFill>
                  <a:schemeClr val="lt1"/>
                </a:solidFill>
              </a:defRPr>
            </a:lvl6pPr>
            <a:lvl7pPr lvl="6" algn="r">
              <a:spcBef>
                <a:spcPts val="0"/>
              </a:spcBef>
              <a:spcAft>
                <a:spcPts val="0"/>
              </a:spcAft>
              <a:buClr>
                <a:schemeClr val="lt1"/>
              </a:buClr>
              <a:buSzPts val="4800"/>
              <a:buNone/>
              <a:defRPr sz="4800">
                <a:solidFill>
                  <a:schemeClr val="lt1"/>
                </a:solidFill>
              </a:defRPr>
            </a:lvl7pPr>
            <a:lvl8pPr lvl="7" algn="r">
              <a:spcBef>
                <a:spcPts val="0"/>
              </a:spcBef>
              <a:spcAft>
                <a:spcPts val="0"/>
              </a:spcAft>
              <a:buClr>
                <a:schemeClr val="lt1"/>
              </a:buClr>
              <a:buSzPts val="4800"/>
              <a:buNone/>
              <a:defRPr sz="4800">
                <a:solidFill>
                  <a:schemeClr val="lt1"/>
                </a:solidFill>
              </a:defRPr>
            </a:lvl8pPr>
            <a:lvl9pPr lvl="8" algn="r">
              <a:spcBef>
                <a:spcPts val="0"/>
              </a:spcBef>
              <a:spcAft>
                <a:spcPts val="0"/>
              </a:spcAft>
              <a:buClr>
                <a:schemeClr val="lt1"/>
              </a:buClr>
              <a:buSzPts val="4800"/>
              <a:buNone/>
              <a:defRPr sz="4800">
                <a:solidFill>
                  <a:schemeClr val="lt1"/>
                </a:solidFill>
              </a:defRPr>
            </a:lvl9pPr>
          </a:lstStyle>
          <a:p/>
        </p:txBody>
      </p:sp>
      <p:sp>
        <p:nvSpPr>
          <p:cNvPr id="4417" name="Google Shape;4417;p572"/>
          <p:cNvSpPr txBox="1"/>
          <p:nvPr>
            <p:ph idx="1" type="subTitle"/>
          </p:nvPr>
        </p:nvSpPr>
        <p:spPr>
          <a:xfrm>
            <a:off x="3607800" y="2278000"/>
            <a:ext cx="4519200" cy="744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r">
              <a:lnSpc>
                <a:spcPct val="100000"/>
              </a:lnSpc>
              <a:spcBef>
                <a:spcPts val="0"/>
              </a:spcBef>
              <a:spcAft>
                <a:spcPts val="0"/>
              </a:spcAft>
              <a:buClr>
                <a:schemeClr val="lt1"/>
              </a:buClr>
              <a:buSzPts val="2800"/>
              <a:buNone/>
              <a:defRPr sz="2800">
                <a:solidFill>
                  <a:schemeClr val="lt1"/>
                </a:solidFill>
              </a:defRPr>
            </a:lvl2pPr>
            <a:lvl3pPr lvl="2" algn="r">
              <a:lnSpc>
                <a:spcPct val="100000"/>
              </a:lnSpc>
              <a:spcBef>
                <a:spcPts val="0"/>
              </a:spcBef>
              <a:spcAft>
                <a:spcPts val="0"/>
              </a:spcAft>
              <a:buClr>
                <a:schemeClr val="lt1"/>
              </a:buClr>
              <a:buSzPts val="2800"/>
              <a:buNone/>
              <a:defRPr sz="2800">
                <a:solidFill>
                  <a:schemeClr val="lt1"/>
                </a:solidFill>
              </a:defRPr>
            </a:lvl3pPr>
            <a:lvl4pPr lvl="3" algn="r">
              <a:lnSpc>
                <a:spcPct val="100000"/>
              </a:lnSpc>
              <a:spcBef>
                <a:spcPts val="0"/>
              </a:spcBef>
              <a:spcAft>
                <a:spcPts val="0"/>
              </a:spcAft>
              <a:buClr>
                <a:schemeClr val="lt1"/>
              </a:buClr>
              <a:buSzPts val="2800"/>
              <a:buNone/>
              <a:defRPr sz="2800">
                <a:solidFill>
                  <a:schemeClr val="lt1"/>
                </a:solidFill>
              </a:defRPr>
            </a:lvl4pPr>
            <a:lvl5pPr lvl="4" algn="r">
              <a:lnSpc>
                <a:spcPct val="100000"/>
              </a:lnSpc>
              <a:spcBef>
                <a:spcPts val="0"/>
              </a:spcBef>
              <a:spcAft>
                <a:spcPts val="0"/>
              </a:spcAft>
              <a:buClr>
                <a:schemeClr val="lt1"/>
              </a:buClr>
              <a:buSzPts val="2800"/>
              <a:buNone/>
              <a:defRPr sz="2800">
                <a:solidFill>
                  <a:schemeClr val="lt1"/>
                </a:solidFill>
              </a:defRPr>
            </a:lvl5pPr>
            <a:lvl6pPr lvl="5" algn="r">
              <a:lnSpc>
                <a:spcPct val="100000"/>
              </a:lnSpc>
              <a:spcBef>
                <a:spcPts val="0"/>
              </a:spcBef>
              <a:spcAft>
                <a:spcPts val="0"/>
              </a:spcAft>
              <a:buClr>
                <a:schemeClr val="lt1"/>
              </a:buClr>
              <a:buSzPts val="2800"/>
              <a:buNone/>
              <a:defRPr sz="2800">
                <a:solidFill>
                  <a:schemeClr val="lt1"/>
                </a:solidFill>
              </a:defRPr>
            </a:lvl6pPr>
            <a:lvl7pPr lvl="6" algn="r">
              <a:lnSpc>
                <a:spcPct val="100000"/>
              </a:lnSpc>
              <a:spcBef>
                <a:spcPts val="0"/>
              </a:spcBef>
              <a:spcAft>
                <a:spcPts val="0"/>
              </a:spcAft>
              <a:buClr>
                <a:schemeClr val="lt1"/>
              </a:buClr>
              <a:buSzPts val="2800"/>
              <a:buNone/>
              <a:defRPr sz="2800">
                <a:solidFill>
                  <a:schemeClr val="lt1"/>
                </a:solidFill>
              </a:defRPr>
            </a:lvl7pPr>
            <a:lvl8pPr lvl="7"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sp>
        <p:nvSpPr>
          <p:cNvPr id="4418" name="Google Shape;4418;p572"/>
          <p:cNvSpPr txBox="1"/>
          <p:nvPr>
            <p:ph idx="2" type="subTitle"/>
          </p:nvPr>
        </p:nvSpPr>
        <p:spPr>
          <a:xfrm>
            <a:off x="3607800" y="1769750"/>
            <a:ext cx="4519200" cy="510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4419" name="Google Shape;4419;p572"/>
          <p:cNvSpPr txBox="1"/>
          <p:nvPr/>
        </p:nvSpPr>
        <p:spPr>
          <a:xfrm>
            <a:off x="3508050" y="3477600"/>
            <a:ext cx="4718700" cy="554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Roboto"/>
                <a:ea typeface="Roboto"/>
                <a:cs typeface="Roboto"/>
                <a:sym typeface="Roboto"/>
              </a:rPr>
              <a:t>CREDITS:</a:t>
            </a:r>
            <a:r>
              <a:rPr lang="en" sz="1200">
                <a:solidFill>
                  <a:schemeClr val="lt1"/>
                </a:solidFill>
                <a:latin typeface="Roboto"/>
                <a:ea typeface="Roboto"/>
                <a:cs typeface="Roboto"/>
                <a:sym typeface="Roboto"/>
              </a:rPr>
              <a:t> This presentation template was created by </a:t>
            </a:r>
            <a:r>
              <a:rPr b="1" lang="en" sz="1200">
                <a:solidFill>
                  <a:schemeClr val="accent1"/>
                </a:solidFill>
                <a:uFill>
                  <a:noFill/>
                </a:uFill>
                <a:latin typeface="Roboto"/>
                <a:ea typeface="Roboto"/>
                <a:cs typeface="Roboto"/>
                <a:sym typeface="Roboto"/>
                <a:hlinkClick r:id="rId2">
                  <a:extLst>
                    <a:ext uri="{A12FA001-AC4F-418D-AE19-62706E023703}">
                      <ahyp:hlinkClr val="tx"/>
                    </a:ext>
                  </a:extLst>
                </a:hlinkClick>
              </a:rPr>
              <a:t>Slidesgo</a:t>
            </a:r>
            <a:r>
              <a:rPr b="1" lang="en" sz="1200">
                <a:solidFill>
                  <a:schemeClr val="accent6"/>
                </a:solidFill>
                <a:latin typeface="Roboto"/>
                <a:ea typeface="Roboto"/>
                <a:cs typeface="Roboto"/>
                <a:sym typeface="Roboto"/>
              </a:rPr>
              <a:t>,</a:t>
            </a:r>
            <a:r>
              <a:rPr lang="en" sz="1200">
                <a:solidFill>
                  <a:schemeClr val="lt1"/>
                </a:solidFill>
                <a:latin typeface="Roboto"/>
                <a:ea typeface="Roboto"/>
                <a:cs typeface="Roboto"/>
                <a:sym typeface="Roboto"/>
              </a:rPr>
              <a:t> including icons by </a:t>
            </a:r>
            <a:r>
              <a:rPr b="1" lang="en" sz="1200">
                <a:solidFill>
                  <a:schemeClr val="accent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1"/>
                </a:solidFill>
                <a:latin typeface="Roboto"/>
                <a:ea typeface="Roboto"/>
                <a:cs typeface="Roboto"/>
                <a:sym typeface="Roboto"/>
              </a:rPr>
              <a:t>, and infographics &amp; images by </a:t>
            </a:r>
            <a:r>
              <a:rPr b="1" lang="en" sz="1200">
                <a:solidFill>
                  <a:schemeClr val="accent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accent1"/>
              </a:solidFill>
              <a:latin typeface="Roboto"/>
              <a:ea typeface="Roboto"/>
              <a:cs typeface="Roboto"/>
              <a:sym typeface="Roboto"/>
            </a:endParaRPr>
          </a:p>
        </p:txBody>
      </p:sp>
    </p:spTree>
  </p:cSld>
  <p:clrMapOvr>
    <a:masterClrMapping/>
  </p:clrMapOvr>
</p:sldLayout>
</file>

<file path=ppt/slideLayouts/slideLayout5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_1_1_1_1_1">
    <p:bg>
      <p:bgPr>
        <a:solidFill>
          <a:schemeClr val="dk1"/>
        </a:solidFill>
      </p:bgPr>
    </p:bg>
    <p:spTree>
      <p:nvGrpSpPr>
        <p:cNvPr id="4420" name="Shape 4420"/>
        <p:cNvGrpSpPr/>
        <p:nvPr/>
      </p:nvGrpSpPr>
      <p:grpSpPr>
        <a:xfrm>
          <a:off x="0" y="0"/>
          <a:ext cx="0" cy="0"/>
          <a:chOff x="0" y="0"/>
          <a:chExt cx="0" cy="0"/>
        </a:xfrm>
      </p:grpSpPr>
      <p:sp>
        <p:nvSpPr>
          <p:cNvPr id="4421" name="Google Shape;4421;p57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_1_1_1_1_1">
    <p:bg>
      <p:bgPr>
        <a:solidFill>
          <a:schemeClr val="dk1"/>
        </a:solidFill>
      </p:bgPr>
    </p:bg>
    <p:spTree>
      <p:nvGrpSpPr>
        <p:cNvPr id="4422" name="Shape 4422"/>
        <p:cNvGrpSpPr/>
        <p:nvPr/>
      </p:nvGrpSpPr>
      <p:grpSpPr>
        <a:xfrm>
          <a:off x="0" y="0"/>
          <a:ext cx="0" cy="0"/>
          <a:chOff x="0" y="0"/>
          <a:chExt cx="0" cy="0"/>
        </a:xfrm>
      </p:grpSpPr>
      <p:grpSp>
        <p:nvGrpSpPr>
          <p:cNvPr id="4423" name="Google Shape;4423;p574"/>
          <p:cNvGrpSpPr/>
          <p:nvPr/>
        </p:nvGrpSpPr>
        <p:grpSpPr>
          <a:xfrm>
            <a:off x="713225" y="539500"/>
            <a:ext cx="7717500" cy="4064400"/>
            <a:chOff x="713225" y="539500"/>
            <a:chExt cx="7717500" cy="4064400"/>
          </a:xfrm>
        </p:grpSpPr>
        <p:sp>
          <p:nvSpPr>
            <p:cNvPr id="4424" name="Google Shape;4424;p57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25" name="Google Shape;4425;p57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Layouts/slideLayout5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4430" name="Shape 4430"/>
        <p:cNvGrpSpPr/>
        <p:nvPr/>
      </p:nvGrpSpPr>
      <p:grpSpPr>
        <a:xfrm>
          <a:off x="0" y="0"/>
          <a:ext cx="0" cy="0"/>
          <a:chOff x="0" y="0"/>
          <a:chExt cx="0" cy="0"/>
        </a:xfrm>
      </p:grpSpPr>
      <p:sp>
        <p:nvSpPr>
          <p:cNvPr id="4431" name="Google Shape;4431;p57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76"/>
          <p:cNvSpPr txBox="1"/>
          <p:nvPr>
            <p:ph type="ctrTitle"/>
          </p:nvPr>
        </p:nvSpPr>
        <p:spPr>
          <a:xfrm>
            <a:off x="2048825" y="848600"/>
            <a:ext cx="5046300" cy="10305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4433" name="Google Shape;4433;p576"/>
          <p:cNvSpPr txBox="1"/>
          <p:nvPr>
            <p:ph idx="1" type="subTitle"/>
          </p:nvPr>
        </p:nvSpPr>
        <p:spPr>
          <a:xfrm>
            <a:off x="2048825" y="3798375"/>
            <a:ext cx="50463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4434" name="Google Shape;4434;p576"/>
          <p:cNvSpPr txBox="1"/>
          <p:nvPr>
            <p:ph idx="2" type="subTitle"/>
          </p:nvPr>
        </p:nvSpPr>
        <p:spPr>
          <a:xfrm>
            <a:off x="2902475" y="1879100"/>
            <a:ext cx="3339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5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4435" name="Shape 4435"/>
        <p:cNvGrpSpPr/>
        <p:nvPr/>
      </p:nvGrpSpPr>
      <p:grpSpPr>
        <a:xfrm>
          <a:off x="0" y="0"/>
          <a:ext cx="0" cy="0"/>
          <a:chOff x="0" y="0"/>
          <a:chExt cx="0" cy="0"/>
        </a:xfrm>
      </p:grpSpPr>
      <p:sp>
        <p:nvSpPr>
          <p:cNvPr id="4436" name="Google Shape;4436;p57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77"/>
          <p:cNvSpPr/>
          <p:nvPr/>
        </p:nvSpPr>
        <p:spPr>
          <a:xfrm flipH="1" rot="-5400000">
            <a:off x="-1114550" y="743900"/>
            <a:ext cx="3655500" cy="3655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77"/>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4439" name="Google Shape;4439;p577"/>
          <p:cNvSpPr txBox="1"/>
          <p:nvPr>
            <p:ph hasCustomPrompt="1" idx="2" type="title"/>
          </p:nvPr>
        </p:nvSpPr>
        <p:spPr>
          <a:xfrm>
            <a:off x="821288" y="157487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4440" name="Google Shape;4440;p577"/>
          <p:cNvSpPr txBox="1"/>
          <p:nvPr>
            <p:ph idx="1" type="subTitle"/>
          </p:nvPr>
        </p:nvSpPr>
        <p:spPr>
          <a:xfrm>
            <a:off x="2971613" y="32407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5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4441" name="Shape 4441"/>
        <p:cNvGrpSpPr/>
        <p:nvPr/>
      </p:nvGrpSpPr>
      <p:grpSpPr>
        <a:xfrm>
          <a:off x="0" y="0"/>
          <a:ext cx="0" cy="0"/>
          <a:chOff x="0" y="0"/>
          <a:chExt cx="0" cy="0"/>
        </a:xfrm>
      </p:grpSpPr>
      <p:grpSp>
        <p:nvGrpSpPr>
          <p:cNvPr id="4442" name="Google Shape;4442;p578"/>
          <p:cNvGrpSpPr/>
          <p:nvPr/>
        </p:nvGrpSpPr>
        <p:grpSpPr>
          <a:xfrm>
            <a:off x="713225" y="539500"/>
            <a:ext cx="7717500" cy="4064400"/>
            <a:chOff x="713225" y="539500"/>
            <a:chExt cx="7717500" cy="4064400"/>
          </a:xfrm>
        </p:grpSpPr>
        <p:cxnSp>
          <p:nvCxnSpPr>
            <p:cNvPr id="4443" name="Google Shape;4443;p57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4444" name="Google Shape;4444;p57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45" name="Google Shape;4445;p57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446" name="Google Shape;4446;p578"/>
          <p:cNvSpPr txBox="1"/>
          <p:nvPr>
            <p:ph idx="1" type="subTitle"/>
          </p:nvPr>
        </p:nvSpPr>
        <p:spPr>
          <a:xfrm>
            <a:off x="2817300" y="2114400"/>
            <a:ext cx="3509400" cy="1529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6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5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4447" name="Shape 4447"/>
        <p:cNvGrpSpPr/>
        <p:nvPr/>
      </p:nvGrpSpPr>
      <p:grpSpPr>
        <a:xfrm>
          <a:off x="0" y="0"/>
          <a:ext cx="0" cy="0"/>
          <a:chOff x="0" y="0"/>
          <a:chExt cx="0" cy="0"/>
        </a:xfrm>
      </p:grpSpPr>
      <p:grpSp>
        <p:nvGrpSpPr>
          <p:cNvPr id="4448" name="Google Shape;4448;p579"/>
          <p:cNvGrpSpPr/>
          <p:nvPr/>
        </p:nvGrpSpPr>
        <p:grpSpPr>
          <a:xfrm>
            <a:off x="713225" y="539500"/>
            <a:ext cx="7717500" cy="4064400"/>
            <a:chOff x="713225" y="539500"/>
            <a:chExt cx="7717500" cy="4064400"/>
          </a:xfrm>
        </p:grpSpPr>
        <p:sp>
          <p:nvSpPr>
            <p:cNvPr id="4449" name="Google Shape;4449;p57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50" name="Google Shape;4450;p57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451" name="Google Shape;4451;p57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452" name="Google Shape;4452;p579"/>
          <p:cNvSpPr txBox="1"/>
          <p:nvPr>
            <p:ph idx="1" type="subTitle"/>
          </p:nvPr>
        </p:nvSpPr>
        <p:spPr>
          <a:xfrm>
            <a:off x="1425525" y="32987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453" name="Google Shape;4453;p579"/>
          <p:cNvSpPr txBox="1"/>
          <p:nvPr>
            <p:ph idx="2" type="subTitle"/>
          </p:nvPr>
        </p:nvSpPr>
        <p:spPr>
          <a:xfrm>
            <a:off x="1425525" y="2867137"/>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454" name="Google Shape;4454;p579"/>
          <p:cNvSpPr txBox="1"/>
          <p:nvPr>
            <p:ph idx="3" type="subTitle"/>
          </p:nvPr>
        </p:nvSpPr>
        <p:spPr>
          <a:xfrm>
            <a:off x="5333725" y="32885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455" name="Google Shape;4455;p579"/>
          <p:cNvSpPr txBox="1"/>
          <p:nvPr>
            <p:ph idx="4" type="subTitle"/>
          </p:nvPr>
        </p:nvSpPr>
        <p:spPr>
          <a:xfrm>
            <a:off x="5333725" y="28586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4456" name="Shape 4456"/>
        <p:cNvGrpSpPr/>
        <p:nvPr/>
      </p:nvGrpSpPr>
      <p:grpSpPr>
        <a:xfrm>
          <a:off x="0" y="0"/>
          <a:ext cx="0" cy="0"/>
          <a:chOff x="0" y="0"/>
          <a:chExt cx="0" cy="0"/>
        </a:xfrm>
      </p:grpSpPr>
      <p:grpSp>
        <p:nvGrpSpPr>
          <p:cNvPr id="4457" name="Google Shape;4457;p580"/>
          <p:cNvGrpSpPr/>
          <p:nvPr/>
        </p:nvGrpSpPr>
        <p:grpSpPr>
          <a:xfrm>
            <a:off x="713225" y="539500"/>
            <a:ext cx="7717500" cy="4064400"/>
            <a:chOff x="713225" y="539500"/>
            <a:chExt cx="7717500" cy="4064400"/>
          </a:xfrm>
        </p:grpSpPr>
        <p:sp>
          <p:nvSpPr>
            <p:cNvPr id="4458" name="Google Shape;4458;p58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59" name="Google Shape;4459;p58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460" name="Google Shape;4460;p58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5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4461" name="Shape 4461"/>
        <p:cNvGrpSpPr/>
        <p:nvPr/>
      </p:nvGrpSpPr>
      <p:grpSpPr>
        <a:xfrm>
          <a:off x="0" y="0"/>
          <a:ext cx="0" cy="0"/>
          <a:chOff x="0" y="0"/>
          <a:chExt cx="0" cy="0"/>
        </a:xfrm>
      </p:grpSpPr>
      <p:grpSp>
        <p:nvGrpSpPr>
          <p:cNvPr id="4462" name="Google Shape;4462;p581"/>
          <p:cNvGrpSpPr/>
          <p:nvPr/>
        </p:nvGrpSpPr>
        <p:grpSpPr>
          <a:xfrm>
            <a:off x="713225" y="539500"/>
            <a:ext cx="7717500" cy="4064400"/>
            <a:chOff x="713225" y="539500"/>
            <a:chExt cx="7717500" cy="4064400"/>
          </a:xfrm>
        </p:grpSpPr>
        <p:cxnSp>
          <p:nvCxnSpPr>
            <p:cNvPr id="4463" name="Google Shape;4463;p58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4464" name="Google Shape;4464;p58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65" name="Google Shape;4465;p58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466" name="Google Shape;4466;p581"/>
          <p:cNvSpPr txBox="1"/>
          <p:nvPr>
            <p:ph idx="1" type="subTitle"/>
          </p:nvPr>
        </p:nvSpPr>
        <p:spPr>
          <a:xfrm>
            <a:off x="2105700" y="1543900"/>
            <a:ext cx="4932600" cy="2550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800"/>
              <a:buChar char="●"/>
              <a:defRPr sz="1600">
                <a:solidFill>
                  <a:schemeClr val="lt1"/>
                </a:solidFill>
              </a:defRPr>
            </a:lvl1pPr>
            <a:lvl2pPr lvl="1">
              <a:lnSpc>
                <a:spcPct val="100000"/>
              </a:lnSpc>
              <a:spcBef>
                <a:spcPts val="0"/>
              </a:spcBef>
              <a:spcAft>
                <a:spcPts val="0"/>
              </a:spcAft>
              <a:buClr>
                <a:schemeClr val="lt1"/>
              </a:buClr>
              <a:buSzPts val="2800"/>
              <a:buChar char="○"/>
              <a:defRPr sz="2800">
                <a:solidFill>
                  <a:schemeClr val="lt1"/>
                </a:solidFill>
              </a:defRPr>
            </a:lvl2pPr>
            <a:lvl3pPr lvl="2">
              <a:lnSpc>
                <a:spcPct val="100000"/>
              </a:lnSpc>
              <a:spcBef>
                <a:spcPts val="0"/>
              </a:spcBef>
              <a:spcAft>
                <a:spcPts val="0"/>
              </a:spcAft>
              <a:buClr>
                <a:schemeClr val="lt1"/>
              </a:buClr>
              <a:buSzPts val="2800"/>
              <a:buChar char="■"/>
              <a:defRPr sz="2800">
                <a:solidFill>
                  <a:schemeClr val="lt1"/>
                </a:solidFill>
              </a:defRPr>
            </a:lvl3pPr>
            <a:lvl4pPr lvl="3">
              <a:lnSpc>
                <a:spcPct val="100000"/>
              </a:lnSpc>
              <a:spcBef>
                <a:spcPts val="0"/>
              </a:spcBef>
              <a:spcAft>
                <a:spcPts val="0"/>
              </a:spcAft>
              <a:buClr>
                <a:schemeClr val="lt1"/>
              </a:buClr>
              <a:buSzPts val="2800"/>
              <a:buChar char="●"/>
              <a:defRPr sz="2800">
                <a:solidFill>
                  <a:schemeClr val="lt1"/>
                </a:solidFill>
              </a:defRPr>
            </a:lvl4pPr>
            <a:lvl5pPr lvl="4">
              <a:lnSpc>
                <a:spcPct val="100000"/>
              </a:lnSpc>
              <a:spcBef>
                <a:spcPts val="0"/>
              </a:spcBef>
              <a:spcAft>
                <a:spcPts val="0"/>
              </a:spcAft>
              <a:buClr>
                <a:schemeClr val="lt1"/>
              </a:buClr>
              <a:buSzPts val="2800"/>
              <a:buChar char="○"/>
              <a:defRPr sz="2800">
                <a:solidFill>
                  <a:schemeClr val="lt1"/>
                </a:solidFill>
              </a:defRPr>
            </a:lvl5pPr>
            <a:lvl6pPr lvl="5">
              <a:lnSpc>
                <a:spcPct val="100000"/>
              </a:lnSpc>
              <a:spcBef>
                <a:spcPts val="0"/>
              </a:spcBef>
              <a:spcAft>
                <a:spcPts val="0"/>
              </a:spcAft>
              <a:buClr>
                <a:schemeClr val="lt1"/>
              </a:buClr>
              <a:buSzPts val="2800"/>
              <a:buChar char="■"/>
              <a:defRPr sz="2800">
                <a:solidFill>
                  <a:schemeClr val="lt1"/>
                </a:solidFill>
              </a:defRPr>
            </a:lvl6pPr>
            <a:lvl7pPr lvl="6">
              <a:lnSpc>
                <a:spcPct val="100000"/>
              </a:lnSpc>
              <a:spcBef>
                <a:spcPts val="0"/>
              </a:spcBef>
              <a:spcAft>
                <a:spcPts val="0"/>
              </a:spcAft>
              <a:buClr>
                <a:schemeClr val="lt1"/>
              </a:buClr>
              <a:buSzPts val="2800"/>
              <a:buChar char="●"/>
              <a:defRPr sz="2800">
                <a:solidFill>
                  <a:schemeClr val="lt1"/>
                </a:solidFill>
              </a:defRPr>
            </a:lvl7pPr>
            <a:lvl8pPr lvl="7">
              <a:lnSpc>
                <a:spcPct val="100000"/>
              </a:lnSpc>
              <a:spcBef>
                <a:spcPts val="0"/>
              </a:spcBef>
              <a:spcAft>
                <a:spcPts val="0"/>
              </a:spcAft>
              <a:buClr>
                <a:schemeClr val="lt1"/>
              </a:buClr>
              <a:buSzPts val="2800"/>
              <a:buChar char="○"/>
              <a:defRPr sz="2800">
                <a:solidFill>
                  <a:schemeClr val="lt1"/>
                </a:solidFill>
              </a:defRPr>
            </a:lvl8pPr>
            <a:lvl9pPr lvl="8">
              <a:lnSpc>
                <a:spcPct val="100000"/>
              </a:lnSpc>
              <a:spcBef>
                <a:spcPts val="0"/>
              </a:spcBef>
              <a:spcAft>
                <a:spcPts val="0"/>
              </a:spcAft>
              <a:buClr>
                <a:schemeClr val="lt1"/>
              </a:buClr>
              <a:buSzPts val="2800"/>
              <a:buChar char="■"/>
              <a:defRPr sz="2800">
                <a:solidFill>
                  <a:schemeClr val="lt1"/>
                </a:solidFill>
              </a:defRPr>
            </a:lvl9pPr>
          </a:lstStyle>
          <a:p/>
        </p:txBody>
      </p:sp>
    </p:spTree>
  </p:cSld>
  <p:clrMapOvr>
    <a:masterClrMapping/>
  </p:clrMapOvr>
</p:sldLayout>
</file>

<file path=ppt/slideLayouts/slideLayout5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4467" name="Shape 4467"/>
        <p:cNvGrpSpPr/>
        <p:nvPr/>
      </p:nvGrpSpPr>
      <p:grpSpPr>
        <a:xfrm>
          <a:off x="0" y="0"/>
          <a:ext cx="0" cy="0"/>
          <a:chOff x="0" y="0"/>
          <a:chExt cx="0" cy="0"/>
        </a:xfrm>
      </p:grpSpPr>
      <p:sp>
        <p:nvSpPr>
          <p:cNvPr id="4468" name="Google Shape;4468;p58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82"/>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5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4470" name="Shape 4470"/>
        <p:cNvGrpSpPr/>
        <p:nvPr/>
      </p:nvGrpSpPr>
      <p:grpSpPr>
        <a:xfrm>
          <a:off x="0" y="0"/>
          <a:ext cx="0" cy="0"/>
          <a:chOff x="0" y="0"/>
          <a:chExt cx="0" cy="0"/>
        </a:xfrm>
      </p:grpSpPr>
      <p:grpSp>
        <p:nvGrpSpPr>
          <p:cNvPr id="4471" name="Google Shape;4471;p583"/>
          <p:cNvGrpSpPr/>
          <p:nvPr/>
        </p:nvGrpSpPr>
        <p:grpSpPr>
          <a:xfrm>
            <a:off x="713225" y="539500"/>
            <a:ext cx="7717500" cy="4064400"/>
            <a:chOff x="713225" y="539500"/>
            <a:chExt cx="7717500" cy="4064400"/>
          </a:xfrm>
        </p:grpSpPr>
        <p:cxnSp>
          <p:nvCxnSpPr>
            <p:cNvPr id="4472" name="Google Shape;4472;p58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4473" name="Google Shape;4473;p58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74" name="Google Shape;4474;p583"/>
            <p:cNvCxnSpPr/>
            <p:nvPr/>
          </p:nvCxnSpPr>
          <p:spPr>
            <a:xfrm rot="10800000">
              <a:off x="4876775" y="1096300"/>
              <a:ext cx="0" cy="3507600"/>
            </a:xfrm>
            <a:prstGeom prst="straightConnector1">
              <a:avLst/>
            </a:prstGeom>
            <a:noFill/>
            <a:ln cap="flat" cmpd="sng" w="38100">
              <a:solidFill>
                <a:schemeClr val="accent1"/>
              </a:solidFill>
              <a:prstDash val="solid"/>
              <a:round/>
              <a:headEnd len="med" w="med" type="none"/>
              <a:tailEnd len="med" w="med" type="none"/>
            </a:ln>
          </p:spPr>
        </p:cxnSp>
      </p:grpSp>
      <p:sp>
        <p:nvSpPr>
          <p:cNvPr id="4475" name="Google Shape;4475;p58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476" name="Google Shape;4476;p583"/>
          <p:cNvSpPr txBox="1"/>
          <p:nvPr>
            <p:ph idx="1" type="subTitle"/>
          </p:nvPr>
        </p:nvSpPr>
        <p:spPr>
          <a:xfrm>
            <a:off x="1312950" y="2327975"/>
            <a:ext cx="2973000" cy="13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4477" name="Google Shape;4477;p583"/>
          <p:cNvSpPr txBox="1"/>
          <p:nvPr>
            <p:ph idx="2" type="subTitle"/>
          </p:nvPr>
        </p:nvSpPr>
        <p:spPr>
          <a:xfrm>
            <a:off x="1312950" y="1809275"/>
            <a:ext cx="29730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5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4478" name="Shape 4478"/>
        <p:cNvGrpSpPr/>
        <p:nvPr/>
      </p:nvGrpSpPr>
      <p:grpSpPr>
        <a:xfrm>
          <a:off x="0" y="0"/>
          <a:ext cx="0" cy="0"/>
          <a:chOff x="0" y="0"/>
          <a:chExt cx="0" cy="0"/>
        </a:xfrm>
      </p:grpSpPr>
      <p:sp>
        <p:nvSpPr>
          <p:cNvPr id="4479" name="Google Shape;4479;p584"/>
          <p:cNvSpPr txBox="1"/>
          <p:nvPr>
            <p:ph type="title"/>
          </p:nvPr>
        </p:nvSpPr>
        <p:spPr>
          <a:xfrm>
            <a:off x="865625" y="3328700"/>
            <a:ext cx="6367800" cy="1427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3600"/>
              <a:buNone/>
              <a:defRPr sz="3600">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5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4480" name="Shape 4480"/>
        <p:cNvGrpSpPr/>
        <p:nvPr/>
      </p:nvGrpSpPr>
      <p:grpSpPr>
        <a:xfrm>
          <a:off x="0" y="0"/>
          <a:ext cx="0" cy="0"/>
          <a:chOff x="0" y="0"/>
          <a:chExt cx="0" cy="0"/>
        </a:xfrm>
      </p:grpSpPr>
      <p:sp>
        <p:nvSpPr>
          <p:cNvPr id="4481" name="Google Shape;4481;p58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85"/>
          <p:cNvSpPr txBox="1"/>
          <p:nvPr>
            <p:ph hasCustomPrompt="1" type="title"/>
          </p:nvPr>
        </p:nvSpPr>
        <p:spPr>
          <a:xfrm>
            <a:off x="994200" y="1505850"/>
            <a:ext cx="7155600" cy="13323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4483" name="Google Shape;4483;p585"/>
          <p:cNvSpPr txBox="1"/>
          <p:nvPr>
            <p:ph idx="1" type="subTitle"/>
          </p:nvPr>
        </p:nvSpPr>
        <p:spPr>
          <a:xfrm>
            <a:off x="994200" y="2838150"/>
            <a:ext cx="4774200" cy="79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4484" name="Shape 4484"/>
        <p:cNvGrpSpPr/>
        <p:nvPr/>
      </p:nvGrpSpPr>
      <p:grpSpPr>
        <a:xfrm>
          <a:off x="0" y="0"/>
          <a:ext cx="0" cy="0"/>
          <a:chOff x="0" y="0"/>
          <a:chExt cx="0" cy="0"/>
        </a:xfrm>
      </p:grpSpPr>
    </p:spTree>
  </p:cSld>
  <p:clrMapOvr>
    <a:masterClrMapping/>
  </p:clrMapOvr>
</p:sldLayout>
</file>

<file path=ppt/slideLayouts/slideLayout5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4485" name="Shape 4485"/>
        <p:cNvGrpSpPr/>
        <p:nvPr/>
      </p:nvGrpSpPr>
      <p:grpSpPr>
        <a:xfrm>
          <a:off x="0" y="0"/>
          <a:ext cx="0" cy="0"/>
          <a:chOff x="0" y="0"/>
          <a:chExt cx="0" cy="0"/>
        </a:xfrm>
      </p:grpSpPr>
      <p:sp>
        <p:nvSpPr>
          <p:cNvPr id="4486" name="Google Shape;4486;p587"/>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5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4487" name="Shape 4487"/>
        <p:cNvGrpSpPr/>
        <p:nvPr/>
      </p:nvGrpSpPr>
      <p:grpSpPr>
        <a:xfrm>
          <a:off x="0" y="0"/>
          <a:ext cx="0" cy="0"/>
          <a:chOff x="0" y="0"/>
          <a:chExt cx="0" cy="0"/>
        </a:xfrm>
      </p:grpSpPr>
      <p:grpSp>
        <p:nvGrpSpPr>
          <p:cNvPr id="4488" name="Google Shape;4488;p588"/>
          <p:cNvGrpSpPr/>
          <p:nvPr/>
        </p:nvGrpSpPr>
        <p:grpSpPr>
          <a:xfrm>
            <a:off x="713200" y="539513"/>
            <a:ext cx="7717600" cy="4064400"/>
            <a:chOff x="713125" y="539500"/>
            <a:chExt cx="7717600" cy="4064400"/>
          </a:xfrm>
        </p:grpSpPr>
        <p:cxnSp>
          <p:nvCxnSpPr>
            <p:cNvPr id="4489" name="Google Shape;4489;p588"/>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4490" name="Google Shape;4490;p58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91" name="Google Shape;4491;p588"/>
            <p:cNvCxnSpPr>
              <a:stCxn id="4490" idx="2"/>
            </p:cNvCxnSpPr>
            <p:nvPr/>
          </p:nvCxnSpPr>
          <p:spPr>
            <a:xfrm rot="10800000">
              <a:off x="45719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4492" name="Google Shape;4492;p588"/>
            <p:cNvCxnSpPr/>
            <p:nvPr/>
          </p:nvCxnSpPr>
          <p:spPr>
            <a:xfrm rot="10800000">
              <a:off x="713125" y="2912025"/>
              <a:ext cx="7709100" cy="0"/>
            </a:xfrm>
            <a:prstGeom prst="straightConnector1">
              <a:avLst/>
            </a:prstGeom>
            <a:noFill/>
            <a:ln cap="flat" cmpd="sng" w="38100">
              <a:solidFill>
                <a:schemeClr val="accent1"/>
              </a:solidFill>
              <a:prstDash val="solid"/>
              <a:round/>
              <a:headEnd len="med" w="med" type="none"/>
              <a:tailEnd len="med" w="med" type="none"/>
            </a:ln>
          </p:spPr>
        </p:cxnSp>
        <p:cxnSp>
          <p:nvCxnSpPr>
            <p:cNvPr id="4493" name="Google Shape;4493;p588"/>
            <p:cNvCxnSpPr/>
            <p:nvPr/>
          </p:nvCxnSpPr>
          <p:spPr>
            <a:xfrm rot="10800000">
              <a:off x="17602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4494" name="Google Shape;4494;p588"/>
            <p:cNvCxnSpPr/>
            <p:nvPr/>
          </p:nvCxnSpPr>
          <p:spPr>
            <a:xfrm rot="10800000">
              <a:off x="7378100" y="1254400"/>
              <a:ext cx="0" cy="3349500"/>
            </a:xfrm>
            <a:prstGeom prst="straightConnector1">
              <a:avLst/>
            </a:prstGeom>
            <a:noFill/>
            <a:ln cap="flat" cmpd="sng" w="38100">
              <a:solidFill>
                <a:schemeClr val="accent1"/>
              </a:solidFill>
              <a:prstDash val="solid"/>
              <a:round/>
              <a:headEnd len="med" w="med" type="none"/>
              <a:tailEnd len="med" w="med" type="none"/>
            </a:ln>
          </p:spPr>
        </p:cxnSp>
      </p:grpSp>
      <p:sp>
        <p:nvSpPr>
          <p:cNvPr id="4495" name="Google Shape;4495;p588"/>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496" name="Google Shape;4496;p588"/>
          <p:cNvSpPr txBox="1"/>
          <p:nvPr>
            <p:ph idx="1" type="subTitle"/>
          </p:nvPr>
        </p:nvSpPr>
        <p:spPr>
          <a:xfrm>
            <a:off x="1924988" y="2036825"/>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497" name="Google Shape;4497;p588"/>
          <p:cNvSpPr txBox="1"/>
          <p:nvPr>
            <p:ph idx="2" type="subTitle"/>
          </p:nvPr>
        </p:nvSpPr>
        <p:spPr>
          <a:xfrm>
            <a:off x="1924988" y="1518125"/>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498" name="Google Shape;4498;p588"/>
          <p:cNvSpPr txBox="1"/>
          <p:nvPr>
            <p:ph hasCustomPrompt="1" idx="3" type="title"/>
          </p:nvPr>
        </p:nvSpPr>
        <p:spPr>
          <a:xfrm>
            <a:off x="8197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4499" name="Google Shape;4499;p588"/>
          <p:cNvSpPr txBox="1"/>
          <p:nvPr>
            <p:ph idx="4" type="subTitle"/>
          </p:nvPr>
        </p:nvSpPr>
        <p:spPr>
          <a:xfrm>
            <a:off x="4760188" y="2036825"/>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4500" name="Google Shape;4500;p588"/>
          <p:cNvSpPr txBox="1"/>
          <p:nvPr>
            <p:ph idx="5" type="subTitle"/>
          </p:nvPr>
        </p:nvSpPr>
        <p:spPr>
          <a:xfrm>
            <a:off x="4760188" y="1518125"/>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4501" name="Google Shape;4501;p588"/>
          <p:cNvSpPr txBox="1"/>
          <p:nvPr>
            <p:ph hasCustomPrompt="1" idx="6" type="title"/>
          </p:nvPr>
        </p:nvSpPr>
        <p:spPr>
          <a:xfrm>
            <a:off x="74842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4502" name="Google Shape;4502;p588"/>
          <p:cNvSpPr txBox="1"/>
          <p:nvPr>
            <p:ph idx="7" type="subTitle"/>
          </p:nvPr>
        </p:nvSpPr>
        <p:spPr>
          <a:xfrm>
            <a:off x="1924988" y="3691200"/>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503" name="Google Shape;4503;p588"/>
          <p:cNvSpPr txBox="1"/>
          <p:nvPr>
            <p:ph idx="8" type="subTitle"/>
          </p:nvPr>
        </p:nvSpPr>
        <p:spPr>
          <a:xfrm>
            <a:off x="1924988" y="3172500"/>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04" name="Google Shape;4504;p588"/>
          <p:cNvSpPr txBox="1"/>
          <p:nvPr>
            <p:ph hasCustomPrompt="1" idx="9" type="title"/>
          </p:nvPr>
        </p:nvSpPr>
        <p:spPr>
          <a:xfrm>
            <a:off x="819800" y="346450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4505" name="Google Shape;4505;p588"/>
          <p:cNvSpPr txBox="1"/>
          <p:nvPr>
            <p:ph idx="13" type="subTitle"/>
          </p:nvPr>
        </p:nvSpPr>
        <p:spPr>
          <a:xfrm>
            <a:off x="4760200" y="3673200"/>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4506" name="Google Shape;4506;p588"/>
          <p:cNvSpPr txBox="1"/>
          <p:nvPr>
            <p:ph idx="14" type="subTitle"/>
          </p:nvPr>
        </p:nvSpPr>
        <p:spPr>
          <a:xfrm>
            <a:off x="4760200" y="3154500"/>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4507" name="Google Shape;4507;p588"/>
          <p:cNvSpPr txBox="1"/>
          <p:nvPr>
            <p:ph hasCustomPrompt="1" idx="15" type="title"/>
          </p:nvPr>
        </p:nvSpPr>
        <p:spPr>
          <a:xfrm>
            <a:off x="7488624" y="3475788"/>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5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
    <p:bg>
      <p:bgPr>
        <a:solidFill>
          <a:schemeClr val="dk1"/>
        </a:solidFill>
      </p:bgPr>
    </p:bg>
    <p:spTree>
      <p:nvGrpSpPr>
        <p:cNvPr id="4508" name="Shape 4508"/>
        <p:cNvGrpSpPr/>
        <p:nvPr/>
      </p:nvGrpSpPr>
      <p:grpSpPr>
        <a:xfrm>
          <a:off x="0" y="0"/>
          <a:ext cx="0" cy="0"/>
          <a:chOff x="0" y="0"/>
          <a:chExt cx="0" cy="0"/>
        </a:xfrm>
      </p:grpSpPr>
      <p:grpSp>
        <p:nvGrpSpPr>
          <p:cNvPr id="4509" name="Google Shape;4509;p589"/>
          <p:cNvGrpSpPr/>
          <p:nvPr/>
        </p:nvGrpSpPr>
        <p:grpSpPr>
          <a:xfrm>
            <a:off x="713300" y="539513"/>
            <a:ext cx="7717500" cy="4064400"/>
            <a:chOff x="713225" y="539500"/>
            <a:chExt cx="7717500" cy="4064400"/>
          </a:xfrm>
        </p:grpSpPr>
        <p:cxnSp>
          <p:nvCxnSpPr>
            <p:cNvPr id="4510" name="Google Shape;4510;p589"/>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4511" name="Google Shape;4511;p58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2" name="Google Shape;4512;p589"/>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513" name="Google Shape;4513;p589"/>
          <p:cNvSpPr txBox="1"/>
          <p:nvPr>
            <p:ph idx="1" type="subTitle"/>
          </p:nvPr>
        </p:nvSpPr>
        <p:spPr>
          <a:xfrm>
            <a:off x="897170"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514" name="Google Shape;4514;p589"/>
          <p:cNvSpPr txBox="1"/>
          <p:nvPr>
            <p:ph idx="2" type="subTitle"/>
          </p:nvPr>
        </p:nvSpPr>
        <p:spPr>
          <a:xfrm>
            <a:off x="897170"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15" name="Google Shape;4515;p589"/>
          <p:cNvSpPr txBox="1"/>
          <p:nvPr>
            <p:ph hasCustomPrompt="1" idx="3" type="title"/>
          </p:nvPr>
        </p:nvSpPr>
        <p:spPr>
          <a:xfrm>
            <a:off x="1261666"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4516" name="Google Shape;4516;p589"/>
          <p:cNvSpPr txBox="1"/>
          <p:nvPr>
            <p:ph idx="4" type="subTitle"/>
          </p:nvPr>
        </p:nvSpPr>
        <p:spPr>
          <a:xfrm>
            <a:off x="47527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4517" name="Google Shape;4517;p589"/>
          <p:cNvSpPr txBox="1"/>
          <p:nvPr>
            <p:ph idx="5" type="subTitle"/>
          </p:nvPr>
        </p:nvSpPr>
        <p:spPr>
          <a:xfrm>
            <a:off x="47527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4518" name="Google Shape;4518;p589"/>
          <p:cNvSpPr txBox="1"/>
          <p:nvPr>
            <p:ph hasCustomPrompt="1" idx="6" type="title"/>
          </p:nvPr>
        </p:nvSpPr>
        <p:spPr>
          <a:xfrm>
            <a:off x="5117252"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4519" name="Google Shape;4519;p589"/>
          <p:cNvSpPr txBox="1"/>
          <p:nvPr>
            <p:ph idx="7" type="subTitle"/>
          </p:nvPr>
        </p:nvSpPr>
        <p:spPr>
          <a:xfrm>
            <a:off x="28249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520" name="Google Shape;4520;p589"/>
          <p:cNvSpPr txBox="1"/>
          <p:nvPr>
            <p:ph idx="8" type="subTitle"/>
          </p:nvPr>
        </p:nvSpPr>
        <p:spPr>
          <a:xfrm>
            <a:off x="28249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21" name="Google Shape;4521;p589"/>
          <p:cNvSpPr txBox="1"/>
          <p:nvPr>
            <p:ph hasCustomPrompt="1" idx="9" type="title"/>
          </p:nvPr>
        </p:nvSpPr>
        <p:spPr>
          <a:xfrm>
            <a:off x="3189459"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4522" name="Google Shape;4522;p589"/>
          <p:cNvSpPr txBox="1"/>
          <p:nvPr>
            <p:ph idx="13" type="subTitle"/>
          </p:nvPr>
        </p:nvSpPr>
        <p:spPr>
          <a:xfrm>
            <a:off x="6680545"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4523" name="Google Shape;4523;p589"/>
          <p:cNvSpPr txBox="1"/>
          <p:nvPr>
            <p:ph idx="14" type="subTitle"/>
          </p:nvPr>
        </p:nvSpPr>
        <p:spPr>
          <a:xfrm>
            <a:off x="6680545"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4524" name="Google Shape;4524;p589"/>
          <p:cNvSpPr txBox="1"/>
          <p:nvPr>
            <p:ph hasCustomPrompt="1" idx="15" type="title"/>
          </p:nvPr>
        </p:nvSpPr>
        <p:spPr>
          <a:xfrm>
            <a:off x="7045045" y="1975647"/>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5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dk1"/>
        </a:solidFill>
      </p:bgPr>
    </p:bg>
    <p:spTree>
      <p:nvGrpSpPr>
        <p:cNvPr id="4525" name="Shape 4525"/>
        <p:cNvGrpSpPr/>
        <p:nvPr/>
      </p:nvGrpSpPr>
      <p:grpSpPr>
        <a:xfrm>
          <a:off x="0" y="0"/>
          <a:ext cx="0" cy="0"/>
          <a:chOff x="0" y="0"/>
          <a:chExt cx="0" cy="0"/>
        </a:xfrm>
      </p:grpSpPr>
      <p:sp>
        <p:nvSpPr>
          <p:cNvPr id="4526" name="Google Shape;4526;p59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90"/>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4528" name="Google Shape;4528;p590"/>
          <p:cNvSpPr txBox="1"/>
          <p:nvPr>
            <p:ph hasCustomPrompt="1" idx="2" type="title"/>
          </p:nvPr>
        </p:nvSpPr>
        <p:spPr>
          <a:xfrm>
            <a:off x="1131163" y="96802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4529" name="Google Shape;4529;p590"/>
          <p:cNvSpPr txBox="1"/>
          <p:nvPr>
            <p:ph idx="1" type="subTitle"/>
          </p:nvPr>
        </p:nvSpPr>
        <p:spPr>
          <a:xfrm>
            <a:off x="1131163" y="37284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5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
    <p:bg>
      <p:bgPr>
        <a:solidFill>
          <a:schemeClr val="dk1"/>
        </a:solidFill>
      </p:bgPr>
    </p:bg>
    <p:spTree>
      <p:nvGrpSpPr>
        <p:cNvPr id="4530" name="Shape 4530"/>
        <p:cNvGrpSpPr/>
        <p:nvPr/>
      </p:nvGrpSpPr>
      <p:grpSpPr>
        <a:xfrm>
          <a:off x="0" y="0"/>
          <a:ext cx="0" cy="0"/>
          <a:chOff x="0" y="0"/>
          <a:chExt cx="0" cy="0"/>
        </a:xfrm>
      </p:grpSpPr>
      <p:sp>
        <p:nvSpPr>
          <p:cNvPr id="4531" name="Google Shape;4531;p59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91"/>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4533" name="Google Shape;4533;p591"/>
          <p:cNvSpPr txBox="1"/>
          <p:nvPr>
            <p:ph hasCustomPrompt="1" idx="2" type="title"/>
          </p:nvPr>
        </p:nvSpPr>
        <p:spPr>
          <a:xfrm>
            <a:off x="3496800" y="894025"/>
            <a:ext cx="2150400" cy="1665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4534" name="Google Shape;4534;p591"/>
          <p:cNvSpPr txBox="1"/>
          <p:nvPr>
            <p:ph idx="1" type="subTitle"/>
          </p:nvPr>
        </p:nvSpPr>
        <p:spPr>
          <a:xfrm>
            <a:off x="1896450" y="3802475"/>
            <a:ext cx="53511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5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4535" name="Shape 4535"/>
        <p:cNvGrpSpPr/>
        <p:nvPr/>
      </p:nvGrpSpPr>
      <p:grpSpPr>
        <a:xfrm>
          <a:off x="0" y="0"/>
          <a:ext cx="0" cy="0"/>
          <a:chOff x="0" y="0"/>
          <a:chExt cx="0" cy="0"/>
        </a:xfrm>
      </p:grpSpPr>
      <p:sp>
        <p:nvSpPr>
          <p:cNvPr id="4536" name="Google Shape;4536;p59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92"/>
          <p:cNvSpPr txBox="1"/>
          <p:nvPr>
            <p:ph type="title"/>
          </p:nvPr>
        </p:nvSpPr>
        <p:spPr>
          <a:xfrm>
            <a:off x="1952375" y="3189813"/>
            <a:ext cx="4629600" cy="491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538" name="Google Shape;4538;p592"/>
          <p:cNvSpPr txBox="1"/>
          <p:nvPr>
            <p:ph idx="1" type="subTitle"/>
          </p:nvPr>
        </p:nvSpPr>
        <p:spPr>
          <a:xfrm>
            <a:off x="1952375" y="1995238"/>
            <a:ext cx="4629600" cy="111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5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
    <p:bg>
      <p:bgPr>
        <a:solidFill>
          <a:schemeClr val="dk1"/>
        </a:solidFill>
      </p:bgPr>
    </p:bg>
    <p:spTree>
      <p:nvGrpSpPr>
        <p:cNvPr id="4539" name="Shape 4539"/>
        <p:cNvGrpSpPr/>
        <p:nvPr/>
      </p:nvGrpSpPr>
      <p:grpSpPr>
        <a:xfrm>
          <a:off x="0" y="0"/>
          <a:ext cx="0" cy="0"/>
          <a:chOff x="0" y="0"/>
          <a:chExt cx="0" cy="0"/>
        </a:xfrm>
      </p:grpSpPr>
      <p:sp>
        <p:nvSpPr>
          <p:cNvPr id="4540" name="Google Shape;4540;p593"/>
          <p:cNvSpPr txBox="1"/>
          <p:nvPr>
            <p:ph type="title"/>
          </p:nvPr>
        </p:nvSpPr>
        <p:spPr>
          <a:xfrm>
            <a:off x="713250" y="5395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atin typeface="Roboto"/>
                <a:ea typeface="Roboto"/>
                <a:cs typeface="Roboto"/>
                <a:sym typeface="Roboto"/>
              </a:defRPr>
            </a:lvl1pPr>
            <a:lvl2pPr lvl="1">
              <a:spcBef>
                <a:spcPts val="0"/>
              </a:spcBef>
              <a:spcAft>
                <a:spcPts val="0"/>
              </a:spcAft>
              <a:buSzPts val="2800"/>
              <a:buNone/>
              <a:defRPr>
                <a:latin typeface="Roboto"/>
                <a:ea typeface="Roboto"/>
                <a:cs typeface="Roboto"/>
                <a:sym typeface="Roboto"/>
              </a:defRPr>
            </a:lvl2pPr>
            <a:lvl3pPr lvl="2">
              <a:spcBef>
                <a:spcPts val="0"/>
              </a:spcBef>
              <a:spcAft>
                <a:spcPts val="0"/>
              </a:spcAft>
              <a:buSzPts val="2800"/>
              <a:buNone/>
              <a:defRPr>
                <a:latin typeface="Roboto"/>
                <a:ea typeface="Roboto"/>
                <a:cs typeface="Roboto"/>
                <a:sym typeface="Roboto"/>
              </a:defRPr>
            </a:lvl3pPr>
            <a:lvl4pPr lvl="3">
              <a:spcBef>
                <a:spcPts val="0"/>
              </a:spcBef>
              <a:spcAft>
                <a:spcPts val="0"/>
              </a:spcAft>
              <a:buSzPts val="2800"/>
              <a:buNone/>
              <a:defRPr>
                <a:latin typeface="Roboto"/>
                <a:ea typeface="Roboto"/>
                <a:cs typeface="Roboto"/>
                <a:sym typeface="Roboto"/>
              </a:defRPr>
            </a:lvl4pPr>
            <a:lvl5pPr lvl="4">
              <a:spcBef>
                <a:spcPts val="0"/>
              </a:spcBef>
              <a:spcAft>
                <a:spcPts val="0"/>
              </a:spcAft>
              <a:buSzPts val="2800"/>
              <a:buNone/>
              <a:defRPr>
                <a:latin typeface="Roboto"/>
                <a:ea typeface="Roboto"/>
                <a:cs typeface="Roboto"/>
                <a:sym typeface="Roboto"/>
              </a:defRPr>
            </a:lvl5pPr>
            <a:lvl6pPr lvl="5">
              <a:spcBef>
                <a:spcPts val="0"/>
              </a:spcBef>
              <a:spcAft>
                <a:spcPts val="0"/>
              </a:spcAft>
              <a:buSzPts val="2800"/>
              <a:buNone/>
              <a:defRPr>
                <a:latin typeface="Roboto"/>
                <a:ea typeface="Roboto"/>
                <a:cs typeface="Roboto"/>
                <a:sym typeface="Roboto"/>
              </a:defRPr>
            </a:lvl6pPr>
            <a:lvl7pPr lvl="6">
              <a:spcBef>
                <a:spcPts val="0"/>
              </a:spcBef>
              <a:spcAft>
                <a:spcPts val="0"/>
              </a:spcAft>
              <a:buSzPts val="2800"/>
              <a:buNone/>
              <a:defRPr>
                <a:latin typeface="Roboto"/>
                <a:ea typeface="Roboto"/>
                <a:cs typeface="Roboto"/>
                <a:sym typeface="Roboto"/>
              </a:defRPr>
            </a:lvl7pPr>
            <a:lvl8pPr lvl="7">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4541" name="Google Shape;4541;p59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93"/>
          <p:cNvSpPr txBox="1"/>
          <p:nvPr>
            <p:ph idx="2" type="title"/>
          </p:nvPr>
        </p:nvSpPr>
        <p:spPr>
          <a:xfrm>
            <a:off x="3364525" y="3430088"/>
            <a:ext cx="4629600" cy="491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543" name="Google Shape;4543;p593"/>
          <p:cNvSpPr txBox="1"/>
          <p:nvPr>
            <p:ph idx="1" type="subTitle"/>
          </p:nvPr>
        </p:nvSpPr>
        <p:spPr>
          <a:xfrm>
            <a:off x="3364525" y="2235513"/>
            <a:ext cx="4629600" cy="111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5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0">
    <p:bg>
      <p:bgPr>
        <a:solidFill>
          <a:schemeClr val="dk1"/>
        </a:solidFill>
      </p:bgPr>
    </p:bg>
    <p:spTree>
      <p:nvGrpSpPr>
        <p:cNvPr id="4544" name="Shape 4544"/>
        <p:cNvGrpSpPr/>
        <p:nvPr/>
      </p:nvGrpSpPr>
      <p:grpSpPr>
        <a:xfrm>
          <a:off x="0" y="0"/>
          <a:ext cx="0" cy="0"/>
          <a:chOff x="0" y="0"/>
          <a:chExt cx="0" cy="0"/>
        </a:xfrm>
      </p:grpSpPr>
      <p:sp>
        <p:nvSpPr>
          <p:cNvPr id="4545" name="Google Shape;4545;p59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94"/>
          <p:cNvSpPr txBox="1"/>
          <p:nvPr>
            <p:ph hasCustomPrompt="1" type="title"/>
          </p:nvPr>
        </p:nvSpPr>
        <p:spPr>
          <a:xfrm>
            <a:off x="2070613" y="1505850"/>
            <a:ext cx="4774200" cy="1332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4547" name="Google Shape;4547;p594"/>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22">
    <p:bg>
      <p:bgPr>
        <a:solidFill>
          <a:schemeClr val="dk1"/>
        </a:solidFill>
      </p:bgPr>
    </p:bg>
    <p:spTree>
      <p:nvGrpSpPr>
        <p:cNvPr id="4548" name="Shape 4548"/>
        <p:cNvGrpSpPr/>
        <p:nvPr/>
      </p:nvGrpSpPr>
      <p:grpSpPr>
        <a:xfrm>
          <a:off x="0" y="0"/>
          <a:ext cx="0" cy="0"/>
          <a:chOff x="0" y="0"/>
          <a:chExt cx="0" cy="0"/>
        </a:xfrm>
      </p:grpSpPr>
      <p:sp>
        <p:nvSpPr>
          <p:cNvPr id="4549" name="Google Shape;4549;p595"/>
          <p:cNvSpPr txBox="1"/>
          <p:nvPr>
            <p:ph hasCustomPrompt="1" type="title"/>
          </p:nvPr>
        </p:nvSpPr>
        <p:spPr>
          <a:xfrm>
            <a:off x="2337663" y="1768700"/>
            <a:ext cx="2299800" cy="1209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4550" name="Google Shape;4550;p595"/>
          <p:cNvSpPr txBox="1"/>
          <p:nvPr>
            <p:ph idx="1" type="subTitle"/>
          </p:nvPr>
        </p:nvSpPr>
        <p:spPr>
          <a:xfrm>
            <a:off x="4989538" y="1768700"/>
            <a:ext cx="3188400" cy="1209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51" name="Google Shape;4551;p595"/>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52" name="Google Shape;4552;p595"/>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4553" name="Google Shape;4553;p595"/>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5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bg>
      <p:bgPr>
        <a:solidFill>
          <a:schemeClr val="dk1"/>
        </a:solidFill>
      </p:bgPr>
    </p:bg>
    <p:spTree>
      <p:nvGrpSpPr>
        <p:cNvPr id="4554" name="Shape 4554"/>
        <p:cNvGrpSpPr/>
        <p:nvPr/>
      </p:nvGrpSpPr>
      <p:grpSpPr>
        <a:xfrm>
          <a:off x="0" y="0"/>
          <a:ext cx="0" cy="0"/>
          <a:chOff x="0" y="0"/>
          <a:chExt cx="0" cy="0"/>
        </a:xfrm>
      </p:grpSpPr>
      <p:sp>
        <p:nvSpPr>
          <p:cNvPr id="4555" name="Google Shape;4555;p596"/>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56" name="Google Shape;4556;p596"/>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4557" name="Google Shape;4557;p59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558" name="Google Shape;4558;p596"/>
          <p:cNvSpPr txBox="1"/>
          <p:nvPr>
            <p:ph hasCustomPrompt="1" idx="2" type="title"/>
          </p:nvPr>
        </p:nvSpPr>
        <p:spPr>
          <a:xfrm>
            <a:off x="1153250" y="1714350"/>
            <a:ext cx="2299800" cy="103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4559" name="Google Shape;4559;p596"/>
          <p:cNvSpPr txBox="1"/>
          <p:nvPr>
            <p:ph idx="1" type="subTitle"/>
          </p:nvPr>
        </p:nvSpPr>
        <p:spPr>
          <a:xfrm>
            <a:off x="1153250" y="2750550"/>
            <a:ext cx="2299800" cy="1058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60" name="Google Shape;4560;p596"/>
          <p:cNvSpPr txBox="1"/>
          <p:nvPr>
            <p:ph hasCustomPrompt="1" idx="3" type="title"/>
          </p:nvPr>
        </p:nvSpPr>
        <p:spPr>
          <a:xfrm>
            <a:off x="5006988" y="1378188"/>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4561" name="Google Shape;4561;p596"/>
          <p:cNvSpPr txBox="1"/>
          <p:nvPr>
            <p:ph idx="4" type="subTitle"/>
          </p:nvPr>
        </p:nvSpPr>
        <p:spPr>
          <a:xfrm>
            <a:off x="5006988" y="202385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62" name="Google Shape;4562;p596"/>
          <p:cNvSpPr txBox="1"/>
          <p:nvPr>
            <p:ph hasCustomPrompt="1" idx="5" type="title"/>
          </p:nvPr>
        </p:nvSpPr>
        <p:spPr>
          <a:xfrm>
            <a:off x="5006988" y="3133450"/>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4563" name="Google Shape;4563;p596"/>
          <p:cNvSpPr txBox="1"/>
          <p:nvPr>
            <p:ph idx="6" type="subTitle"/>
          </p:nvPr>
        </p:nvSpPr>
        <p:spPr>
          <a:xfrm>
            <a:off x="5006988" y="377900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3">
    <p:bg>
      <p:bgPr>
        <a:solidFill>
          <a:schemeClr val="dk1"/>
        </a:solidFill>
      </p:bgPr>
    </p:bg>
    <p:spTree>
      <p:nvGrpSpPr>
        <p:cNvPr id="4564" name="Shape 4564"/>
        <p:cNvGrpSpPr/>
        <p:nvPr/>
      </p:nvGrpSpPr>
      <p:grpSpPr>
        <a:xfrm>
          <a:off x="0" y="0"/>
          <a:ext cx="0" cy="0"/>
          <a:chOff x="0" y="0"/>
          <a:chExt cx="0" cy="0"/>
        </a:xfrm>
      </p:grpSpPr>
      <p:sp>
        <p:nvSpPr>
          <p:cNvPr id="4565" name="Google Shape;4565;p597"/>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66" name="Google Shape;4566;p597"/>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4567" name="Google Shape;4567;p59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568" name="Google Shape;4568;p597"/>
          <p:cNvSpPr txBox="1"/>
          <p:nvPr>
            <p:ph hasCustomPrompt="1" idx="2" type="title"/>
          </p:nvPr>
        </p:nvSpPr>
        <p:spPr>
          <a:xfrm>
            <a:off x="1153250"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4569" name="Google Shape;4569;p597"/>
          <p:cNvSpPr txBox="1"/>
          <p:nvPr>
            <p:ph idx="1" type="subTitle"/>
          </p:nvPr>
        </p:nvSpPr>
        <p:spPr>
          <a:xfrm>
            <a:off x="1153250" y="3575299"/>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70" name="Google Shape;4570;p597"/>
          <p:cNvSpPr txBox="1"/>
          <p:nvPr>
            <p:ph hasCustomPrompt="1" idx="3" type="title"/>
          </p:nvPr>
        </p:nvSpPr>
        <p:spPr>
          <a:xfrm>
            <a:off x="3476088"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4571" name="Google Shape;4571;p597"/>
          <p:cNvSpPr txBox="1"/>
          <p:nvPr>
            <p:ph idx="4" type="subTitle"/>
          </p:nvPr>
        </p:nvSpPr>
        <p:spPr>
          <a:xfrm>
            <a:off x="3476100" y="3575295"/>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72" name="Google Shape;4572;p597"/>
          <p:cNvSpPr txBox="1"/>
          <p:nvPr>
            <p:ph hasCustomPrompt="1" idx="5" type="title"/>
          </p:nvPr>
        </p:nvSpPr>
        <p:spPr>
          <a:xfrm>
            <a:off x="5798944" y="2777254"/>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4573" name="Google Shape;4573;p597"/>
          <p:cNvSpPr txBox="1"/>
          <p:nvPr>
            <p:ph idx="6" type="subTitle"/>
          </p:nvPr>
        </p:nvSpPr>
        <p:spPr>
          <a:xfrm>
            <a:off x="5798944" y="3575198"/>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_1_1">
    <p:bg>
      <p:bgPr>
        <a:solidFill>
          <a:schemeClr val="dk1"/>
        </a:solidFill>
      </p:bgPr>
    </p:bg>
    <p:spTree>
      <p:nvGrpSpPr>
        <p:cNvPr id="4574" name="Shape 4574"/>
        <p:cNvGrpSpPr/>
        <p:nvPr/>
      </p:nvGrpSpPr>
      <p:grpSpPr>
        <a:xfrm>
          <a:off x="0" y="0"/>
          <a:ext cx="0" cy="0"/>
          <a:chOff x="0" y="0"/>
          <a:chExt cx="0" cy="0"/>
        </a:xfrm>
      </p:grpSpPr>
      <p:grpSp>
        <p:nvGrpSpPr>
          <p:cNvPr id="4575" name="Google Shape;4575;p598"/>
          <p:cNvGrpSpPr/>
          <p:nvPr/>
        </p:nvGrpSpPr>
        <p:grpSpPr>
          <a:xfrm>
            <a:off x="713225" y="539500"/>
            <a:ext cx="7717500" cy="4064400"/>
            <a:chOff x="713225" y="539500"/>
            <a:chExt cx="7717500" cy="4064400"/>
          </a:xfrm>
        </p:grpSpPr>
        <p:sp>
          <p:nvSpPr>
            <p:cNvPr id="4576" name="Google Shape;4576;p59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77" name="Google Shape;4577;p59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578" name="Google Shape;4578;p59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5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_1">
    <p:bg>
      <p:bgPr>
        <a:solidFill>
          <a:schemeClr val="dk1"/>
        </a:solidFill>
      </p:bgPr>
    </p:bg>
    <p:spTree>
      <p:nvGrpSpPr>
        <p:cNvPr id="4579" name="Shape 4579"/>
        <p:cNvGrpSpPr/>
        <p:nvPr/>
      </p:nvGrpSpPr>
      <p:grpSpPr>
        <a:xfrm>
          <a:off x="0" y="0"/>
          <a:ext cx="0" cy="0"/>
          <a:chOff x="0" y="0"/>
          <a:chExt cx="0" cy="0"/>
        </a:xfrm>
      </p:grpSpPr>
      <p:grpSp>
        <p:nvGrpSpPr>
          <p:cNvPr id="4580" name="Google Shape;4580;p599"/>
          <p:cNvGrpSpPr/>
          <p:nvPr/>
        </p:nvGrpSpPr>
        <p:grpSpPr>
          <a:xfrm>
            <a:off x="713225" y="539500"/>
            <a:ext cx="7717500" cy="4064400"/>
            <a:chOff x="713225" y="539500"/>
            <a:chExt cx="7717500" cy="4064400"/>
          </a:xfrm>
        </p:grpSpPr>
        <p:sp>
          <p:nvSpPr>
            <p:cNvPr id="4581" name="Google Shape;4581;p59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82" name="Google Shape;4582;p59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583" name="Google Shape;4583;p599"/>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5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1_1_1">
    <p:bg>
      <p:bgPr>
        <a:solidFill>
          <a:schemeClr val="dk1"/>
        </a:solidFill>
      </p:bgPr>
    </p:bg>
    <p:spTree>
      <p:nvGrpSpPr>
        <p:cNvPr id="4584" name="Shape 4584"/>
        <p:cNvGrpSpPr/>
        <p:nvPr/>
      </p:nvGrpSpPr>
      <p:grpSpPr>
        <a:xfrm>
          <a:off x="0" y="0"/>
          <a:ext cx="0" cy="0"/>
          <a:chOff x="0" y="0"/>
          <a:chExt cx="0" cy="0"/>
        </a:xfrm>
      </p:grpSpPr>
      <p:grpSp>
        <p:nvGrpSpPr>
          <p:cNvPr id="4585" name="Google Shape;4585;p600"/>
          <p:cNvGrpSpPr/>
          <p:nvPr/>
        </p:nvGrpSpPr>
        <p:grpSpPr>
          <a:xfrm>
            <a:off x="713225" y="539500"/>
            <a:ext cx="7717500" cy="4064400"/>
            <a:chOff x="713225" y="539500"/>
            <a:chExt cx="7717500" cy="4064400"/>
          </a:xfrm>
        </p:grpSpPr>
        <p:sp>
          <p:nvSpPr>
            <p:cNvPr id="4586" name="Google Shape;4586;p60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87" name="Google Shape;4587;p60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588" name="Google Shape;4588;p600"/>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5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BLANK_1_1_1_1_1_1_3">
    <p:bg>
      <p:bgPr>
        <a:solidFill>
          <a:schemeClr val="dk1"/>
        </a:solidFill>
      </p:bgPr>
    </p:bg>
    <p:spTree>
      <p:nvGrpSpPr>
        <p:cNvPr id="4589" name="Shape 4589"/>
        <p:cNvGrpSpPr/>
        <p:nvPr/>
      </p:nvGrpSpPr>
      <p:grpSpPr>
        <a:xfrm>
          <a:off x="0" y="0"/>
          <a:ext cx="0" cy="0"/>
          <a:chOff x="0" y="0"/>
          <a:chExt cx="0" cy="0"/>
        </a:xfrm>
      </p:grpSpPr>
      <p:grpSp>
        <p:nvGrpSpPr>
          <p:cNvPr id="4590" name="Google Shape;4590;p601"/>
          <p:cNvGrpSpPr/>
          <p:nvPr/>
        </p:nvGrpSpPr>
        <p:grpSpPr>
          <a:xfrm>
            <a:off x="713225" y="539500"/>
            <a:ext cx="7717500" cy="4064400"/>
            <a:chOff x="713225" y="539500"/>
            <a:chExt cx="7717500" cy="4064400"/>
          </a:xfrm>
        </p:grpSpPr>
        <p:sp>
          <p:nvSpPr>
            <p:cNvPr id="4591" name="Google Shape;4591;p60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92" name="Google Shape;4592;p60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593" name="Google Shape;4593;p601"/>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5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_1_3_1">
    <p:bg>
      <p:bgPr>
        <a:solidFill>
          <a:schemeClr val="dk1"/>
        </a:solidFill>
      </p:bgPr>
    </p:bg>
    <p:spTree>
      <p:nvGrpSpPr>
        <p:cNvPr id="4594" name="Shape 4594"/>
        <p:cNvGrpSpPr/>
        <p:nvPr/>
      </p:nvGrpSpPr>
      <p:grpSpPr>
        <a:xfrm>
          <a:off x="0" y="0"/>
          <a:ext cx="0" cy="0"/>
          <a:chOff x="0" y="0"/>
          <a:chExt cx="0" cy="0"/>
        </a:xfrm>
      </p:grpSpPr>
      <p:grpSp>
        <p:nvGrpSpPr>
          <p:cNvPr id="4595" name="Google Shape;4595;p602"/>
          <p:cNvGrpSpPr/>
          <p:nvPr/>
        </p:nvGrpSpPr>
        <p:grpSpPr>
          <a:xfrm>
            <a:off x="713225" y="539500"/>
            <a:ext cx="7717500" cy="4064400"/>
            <a:chOff x="713225" y="539500"/>
            <a:chExt cx="7717500" cy="4064400"/>
          </a:xfrm>
        </p:grpSpPr>
        <p:sp>
          <p:nvSpPr>
            <p:cNvPr id="4596" name="Google Shape;4596;p60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97" name="Google Shape;4597;p60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598" name="Google Shape;4598;p602"/>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5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0">
    <p:bg>
      <p:bgPr>
        <a:solidFill>
          <a:schemeClr val="dk1"/>
        </a:solidFill>
      </p:bgPr>
    </p:bg>
    <p:spTree>
      <p:nvGrpSpPr>
        <p:cNvPr id="4599" name="Shape 4599"/>
        <p:cNvGrpSpPr/>
        <p:nvPr/>
      </p:nvGrpSpPr>
      <p:grpSpPr>
        <a:xfrm>
          <a:off x="0" y="0"/>
          <a:ext cx="0" cy="0"/>
          <a:chOff x="0" y="0"/>
          <a:chExt cx="0" cy="0"/>
        </a:xfrm>
      </p:grpSpPr>
      <p:sp>
        <p:nvSpPr>
          <p:cNvPr id="4600" name="Google Shape;4600;p60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03"/>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5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_1_1_1_2">
    <p:bg>
      <p:bgPr>
        <a:solidFill>
          <a:schemeClr val="dk1"/>
        </a:solidFill>
      </p:bgPr>
    </p:bg>
    <p:spTree>
      <p:nvGrpSpPr>
        <p:cNvPr id="4602" name="Shape 4602"/>
        <p:cNvGrpSpPr/>
        <p:nvPr/>
      </p:nvGrpSpPr>
      <p:grpSpPr>
        <a:xfrm>
          <a:off x="0" y="0"/>
          <a:ext cx="0" cy="0"/>
          <a:chOff x="0" y="0"/>
          <a:chExt cx="0" cy="0"/>
        </a:xfrm>
      </p:grpSpPr>
      <p:sp>
        <p:nvSpPr>
          <p:cNvPr id="4603" name="Google Shape;4603;p604"/>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04"/>
          <p:cNvSpPr txBox="1"/>
          <p:nvPr>
            <p:ph type="title"/>
          </p:nvPr>
        </p:nvSpPr>
        <p:spPr>
          <a:xfrm>
            <a:off x="1263200" y="1298488"/>
            <a:ext cx="2732700" cy="109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4605" name="Google Shape;4605;p604"/>
          <p:cNvSpPr txBox="1"/>
          <p:nvPr>
            <p:ph idx="1" type="subTitle"/>
          </p:nvPr>
        </p:nvSpPr>
        <p:spPr>
          <a:xfrm>
            <a:off x="1263200" y="2394813"/>
            <a:ext cx="2732700" cy="1541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5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4606" name="Shape 4606"/>
        <p:cNvGrpSpPr/>
        <p:nvPr/>
      </p:nvGrpSpPr>
      <p:grpSpPr>
        <a:xfrm>
          <a:off x="0" y="0"/>
          <a:ext cx="0" cy="0"/>
          <a:chOff x="0" y="0"/>
          <a:chExt cx="0" cy="0"/>
        </a:xfrm>
      </p:grpSpPr>
      <p:sp>
        <p:nvSpPr>
          <p:cNvPr id="4607" name="Google Shape;4607;p605"/>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05"/>
          <p:cNvSpPr txBox="1"/>
          <p:nvPr>
            <p:ph type="title"/>
          </p:nvPr>
        </p:nvSpPr>
        <p:spPr>
          <a:xfrm>
            <a:off x="948875" y="1767400"/>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4609" name="Google Shape;4609;p605"/>
          <p:cNvSpPr txBox="1"/>
          <p:nvPr>
            <p:ph idx="1" type="subTitle"/>
          </p:nvPr>
        </p:nvSpPr>
        <p:spPr>
          <a:xfrm>
            <a:off x="948875" y="2274200"/>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5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1_1_1_2_1_1_1">
    <p:bg>
      <p:bgPr>
        <a:solidFill>
          <a:schemeClr val="dk1"/>
        </a:solidFill>
      </p:bgPr>
    </p:bg>
    <p:spTree>
      <p:nvGrpSpPr>
        <p:cNvPr id="4610" name="Shape 4610"/>
        <p:cNvGrpSpPr/>
        <p:nvPr/>
      </p:nvGrpSpPr>
      <p:grpSpPr>
        <a:xfrm>
          <a:off x="0" y="0"/>
          <a:ext cx="0" cy="0"/>
          <a:chOff x="0" y="0"/>
          <a:chExt cx="0" cy="0"/>
        </a:xfrm>
      </p:grpSpPr>
      <p:grpSp>
        <p:nvGrpSpPr>
          <p:cNvPr id="4611" name="Google Shape;4611;p606"/>
          <p:cNvGrpSpPr/>
          <p:nvPr/>
        </p:nvGrpSpPr>
        <p:grpSpPr>
          <a:xfrm>
            <a:off x="713225" y="539500"/>
            <a:ext cx="7717500" cy="4064400"/>
            <a:chOff x="713225" y="539500"/>
            <a:chExt cx="7717500" cy="4064400"/>
          </a:xfrm>
        </p:grpSpPr>
        <p:sp>
          <p:nvSpPr>
            <p:cNvPr id="4612" name="Google Shape;4612;p60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13" name="Google Shape;4613;p60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614" name="Google Shape;4614;p60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615" name="Google Shape;4615;p606"/>
          <p:cNvSpPr txBox="1"/>
          <p:nvPr>
            <p:ph idx="1" type="subTitle"/>
          </p:nvPr>
        </p:nvSpPr>
        <p:spPr>
          <a:xfrm>
            <a:off x="862402" y="2181950"/>
            <a:ext cx="74778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4616" name="Google Shape;4616;p606"/>
          <p:cNvSpPr txBox="1"/>
          <p:nvPr>
            <p:ph idx="2" type="subTitle"/>
          </p:nvPr>
        </p:nvSpPr>
        <p:spPr>
          <a:xfrm>
            <a:off x="853775" y="2571350"/>
            <a:ext cx="7477800" cy="1937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4617" name="Google Shape;4617;p606"/>
          <p:cNvSpPr txBox="1"/>
          <p:nvPr>
            <p:ph idx="3" type="subTitle"/>
          </p:nvPr>
        </p:nvSpPr>
        <p:spPr>
          <a:xfrm>
            <a:off x="821225" y="1404325"/>
            <a:ext cx="76095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Tree>
  </p:cSld>
  <p:clrMapOvr>
    <a:masterClrMapping/>
  </p:clrMapOvr>
</p:sldLayout>
</file>

<file path=ppt/slideLayouts/slideLayout5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bg>
      <p:bgPr>
        <a:solidFill>
          <a:schemeClr val="dk1"/>
        </a:solidFill>
      </p:bgPr>
    </p:bg>
    <p:spTree>
      <p:nvGrpSpPr>
        <p:cNvPr id="4618" name="Shape 4618"/>
        <p:cNvGrpSpPr/>
        <p:nvPr/>
      </p:nvGrpSpPr>
      <p:grpSpPr>
        <a:xfrm>
          <a:off x="0" y="0"/>
          <a:ext cx="0" cy="0"/>
          <a:chOff x="0" y="0"/>
          <a:chExt cx="0" cy="0"/>
        </a:xfrm>
      </p:grpSpPr>
      <p:sp>
        <p:nvSpPr>
          <p:cNvPr id="4619" name="Google Shape;4619;p607"/>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07"/>
          <p:cNvSpPr txBox="1"/>
          <p:nvPr>
            <p:ph type="title"/>
          </p:nvPr>
        </p:nvSpPr>
        <p:spPr>
          <a:xfrm>
            <a:off x="4762538" y="1024043"/>
            <a:ext cx="3159900" cy="2028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4621" name="Google Shape;4621;p607"/>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5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bg>
      <p:bgPr>
        <a:solidFill>
          <a:schemeClr val="dk1"/>
        </a:solidFill>
      </p:bgPr>
    </p:bg>
    <p:spTree>
      <p:nvGrpSpPr>
        <p:cNvPr id="4622" name="Shape 4622"/>
        <p:cNvGrpSpPr/>
        <p:nvPr/>
      </p:nvGrpSpPr>
      <p:grpSpPr>
        <a:xfrm>
          <a:off x="0" y="0"/>
          <a:ext cx="0" cy="0"/>
          <a:chOff x="0" y="0"/>
          <a:chExt cx="0" cy="0"/>
        </a:xfrm>
      </p:grpSpPr>
      <p:sp>
        <p:nvSpPr>
          <p:cNvPr id="4623" name="Google Shape;4623;p608"/>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08"/>
          <p:cNvSpPr txBox="1"/>
          <p:nvPr>
            <p:ph type="title"/>
          </p:nvPr>
        </p:nvSpPr>
        <p:spPr>
          <a:xfrm>
            <a:off x="954338" y="1773175"/>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4625" name="Google Shape;4625;p608"/>
          <p:cNvSpPr txBox="1"/>
          <p:nvPr>
            <p:ph idx="1" type="subTitle"/>
          </p:nvPr>
        </p:nvSpPr>
        <p:spPr>
          <a:xfrm>
            <a:off x="954338" y="2279975"/>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5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
    <p:bg>
      <p:bgPr>
        <a:solidFill>
          <a:schemeClr val="dk1"/>
        </a:solidFill>
      </p:bgPr>
    </p:bg>
    <p:spTree>
      <p:nvGrpSpPr>
        <p:cNvPr id="4626" name="Shape 4626"/>
        <p:cNvGrpSpPr/>
        <p:nvPr/>
      </p:nvGrpSpPr>
      <p:grpSpPr>
        <a:xfrm>
          <a:off x="0" y="0"/>
          <a:ext cx="0" cy="0"/>
          <a:chOff x="0" y="0"/>
          <a:chExt cx="0" cy="0"/>
        </a:xfrm>
      </p:grpSpPr>
      <p:grpSp>
        <p:nvGrpSpPr>
          <p:cNvPr id="4627" name="Google Shape;4627;p609"/>
          <p:cNvGrpSpPr/>
          <p:nvPr/>
        </p:nvGrpSpPr>
        <p:grpSpPr>
          <a:xfrm>
            <a:off x="713225" y="539500"/>
            <a:ext cx="7717500" cy="4064400"/>
            <a:chOff x="713225" y="539500"/>
            <a:chExt cx="7717500" cy="4064400"/>
          </a:xfrm>
        </p:grpSpPr>
        <p:sp>
          <p:nvSpPr>
            <p:cNvPr id="4628" name="Google Shape;4628;p60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29" name="Google Shape;4629;p60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630" name="Google Shape;4630;p60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631" name="Google Shape;4631;p609"/>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4632" name="Google Shape;4632;p609"/>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4633" name="Google Shape;4633;p609"/>
          <p:cNvSpPr txBox="1"/>
          <p:nvPr>
            <p:ph idx="3" type="subTitle"/>
          </p:nvPr>
        </p:nvSpPr>
        <p:spPr>
          <a:xfrm>
            <a:off x="853775" y="2571192"/>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4634" name="Google Shape;4634;p609"/>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4635" name="Google Shape;4635;p609"/>
          <p:cNvSpPr txBox="1"/>
          <p:nvPr>
            <p:ph idx="5" type="subTitle"/>
          </p:nvPr>
        </p:nvSpPr>
        <p:spPr>
          <a:xfrm>
            <a:off x="4615325" y="2570500"/>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5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1_1_1_1">
    <p:bg>
      <p:bgPr>
        <a:solidFill>
          <a:schemeClr val="dk1"/>
        </a:solidFill>
      </p:bgPr>
    </p:bg>
    <p:spTree>
      <p:nvGrpSpPr>
        <p:cNvPr id="4636" name="Shape 4636"/>
        <p:cNvGrpSpPr/>
        <p:nvPr/>
      </p:nvGrpSpPr>
      <p:grpSpPr>
        <a:xfrm>
          <a:off x="0" y="0"/>
          <a:ext cx="0" cy="0"/>
          <a:chOff x="0" y="0"/>
          <a:chExt cx="0" cy="0"/>
        </a:xfrm>
      </p:grpSpPr>
      <p:grpSp>
        <p:nvGrpSpPr>
          <p:cNvPr id="4637" name="Google Shape;4637;p610"/>
          <p:cNvGrpSpPr/>
          <p:nvPr/>
        </p:nvGrpSpPr>
        <p:grpSpPr>
          <a:xfrm>
            <a:off x="713225" y="539500"/>
            <a:ext cx="7717500" cy="4064400"/>
            <a:chOff x="713225" y="539500"/>
            <a:chExt cx="7717500" cy="4064400"/>
          </a:xfrm>
        </p:grpSpPr>
        <p:sp>
          <p:nvSpPr>
            <p:cNvPr id="4638" name="Google Shape;4638;p61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39" name="Google Shape;4639;p61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640" name="Google Shape;4640;p61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641" name="Google Shape;4641;p610"/>
          <p:cNvSpPr txBox="1"/>
          <p:nvPr>
            <p:ph idx="1" type="subTitle"/>
          </p:nvPr>
        </p:nvSpPr>
        <p:spPr>
          <a:xfrm>
            <a:off x="1422663" y="3527586"/>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642" name="Google Shape;4642;p610"/>
          <p:cNvSpPr txBox="1"/>
          <p:nvPr>
            <p:ph idx="2" type="subTitle"/>
          </p:nvPr>
        </p:nvSpPr>
        <p:spPr>
          <a:xfrm>
            <a:off x="1422663" y="3098062"/>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643" name="Google Shape;4643;p610"/>
          <p:cNvSpPr txBox="1"/>
          <p:nvPr>
            <p:ph idx="3" type="subTitle"/>
          </p:nvPr>
        </p:nvSpPr>
        <p:spPr>
          <a:xfrm>
            <a:off x="5336638" y="3527925"/>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644" name="Google Shape;4644;p610"/>
          <p:cNvSpPr txBox="1"/>
          <p:nvPr>
            <p:ph idx="4" type="subTitle"/>
          </p:nvPr>
        </p:nvSpPr>
        <p:spPr>
          <a:xfrm>
            <a:off x="5336638" y="30980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8">
    <p:bg>
      <p:bgPr>
        <a:solidFill>
          <a:schemeClr val="dk1"/>
        </a:solidFill>
      </p:bgPr>
    </p:bg>
    <p:spTree>
      <p:nvGrpSpPr>
        <p:cNvPr id="4645" name="Shape 4645"/>
        <p:cNvGrpSpPr/>
        <p:nvPr/>
      </p:nvGrpSpPr>
      <p:grpSpPr>
        <a:xfrm>
          <a:off x="0" y="0"/>
          <a:ext cx="0" cy="0"/>
          <a:chOff x="0" y="0"/>
          <a:chExt cx="0" cy="0"/>
        </a:xfrm>
      </p:grpSpPr>
      <p:grpSp>
        <p:nvGrpSpPr>
          <p:cNvPr id="4646" name="Google Shape;4646;p611"/>
          <p:cNvGrpSpPr/>
          <p:nvPr/>
        </p:nvGrpSpPr>
        <p:grpSpPr>
          <a:xfrm>
            <a:off x="713225" y="539500"/>
            <a:ext cx="7717500" cy="4064400"/>
            <a:chOff x="713225" y="539500"/>
            <a:chExt cx="7717500" cy="4064400"/>
          </a:xfrm>
        </p:grpSpPr>
        <p:sp>
          <p:nvSpPr>
            <p:cNvPr id="4647" name="Google Shape;4647;p61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48" name="Google Shape;4648;p61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649" name="Google Shape;4649;p61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650" name="Google Shape;4650;p611"/>
          <p:cNvSpPr txBox="1"/>
          <p:nvPr>
            <p:ph idx="1" type="subTitle"/>
          </p:nvPr>
        </p:nvSpPr>
        <p:spPr>
          <a:xfrm>
            <a:off x="2965993" y="1780597"/>
            <a:ext cx="3506400" cy="80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651" name="Google Shape;4651;p611"/>
          <p:cNvSpPr txBox="1"/>
          <p:nvPr>
            <p:ph idx="2" type="subTitle"/>
          </p:nvPr>
        </p:nvSpPr>
        <p:spPr>
          <a:xfrm>
            <a:off x="2965993" y="1351073"/>
            <a:ext cx="3506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652" name="Google Shape;4652;p611"/>
          <p:cNvSpPr txBox="1"/>
          <p:nvPr>
            <p:ph idx="3" type="subTitle"/>
          </p:nvPr>
        </p:nvSpPr>
        <p:spPr>
          <a:xfrm>
            <a:off x="2280193" y="3541819"/>
            <a:ext cx="3506400" cy="809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653" name="Google Shape;4653;p611"/>
          <p:cNvSpPr txBox="1"/>
          <p:nvPr>
            <p:ph idx="4" type="subTitle"/>
          </p:nvPr>
        </p:nvSpPr>
        <p:spPr>
          <a:xfrm>
            <a:off x="2280193" y="3111944"/>
            <a:ext cx="3506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bg>
      <p:bgPr>
        <a:solidFill>
          <a:schemeClr val="dk1"/>
        </a:solidFill>
      </p:bgPr>
    </p:bg>
    <p:spTree>
      <p:nvGrpSpPr>
        <p:cNvPr id="4654" name="Shape 4654"/>
        <p:cNvGrpSpPr/>
        <p:nvPr/>
      </p:nvGrpSpPr>
      <p:grpSpPr>
        <a:xfrm>
          <a:off x="0" y="0"/>
          <a:ext cx="0" cy="0"/>
          <a:chOff x="0" y="0"/>
          <a:chExt cx="0" cy="0"/>
        </a:xfrm>
      </p:grpSpPr>
      <p:grpSp>
        <p:nvGrpSpPr>
          <p:cNvPr id="4655" name="Google Shape;4655;p612"/>
          <p:cNvGrpSpPr/>
          <p:nvPr/>
        </p:nvGrpSpPr>
        <p:grpSpPr>
          <a:xfrm>
            <a:off x="713225" y="539500"/>
            <a:ext cx="7717500" cy="4064400"/>
            <a:chOff x="713225" y="539500"/>
            <a:chExt cx="7717500" cy="4064400"/>
          </a:xfrm>
        </p:grpSpPr>
        <p:sp>
          <p:nvSpPr>
            <p:cNvPr id="4656" name="Google Shape;4656;p61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57" name="Google Shape;4657;p61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658" name="Google Shape;4658;p61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659" name="Google Shape;4659;p612"/>
          <p:cNvSpPr txBox="1"/>
          <p:nvPr>
            <p:ph idx="1" type="subTitle"/>
          </p:nvPr>
        </p:nvSpPr>
        <p:spPr>
          <a:xfrm>
            <a:off x="1041662" y="2850162"/>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660" name="Google Shape;4660;p612"/>
          <p:cNvSpPr txBox="1"/>
          <p:nvPr>
            <p:ph idx="2" type="subTitle"/>
          </p:nvPr>
        </p:nvSpPr>
        <p:spPr>
          <a:xfrm>
            <a:off x="1041662"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661" name="Google Shape;4661;p612"/>
          <p:cNvSpPr txBox="1"/>
          <p:nvPr>
            <p:ph idx="3" type="subTitle"/>
          </p:nvPr>
        </p:nvSpPr>
        <p:spPr>
          <a:xfrm>
            <a:off x="6437934" y="2850513"/>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662" name="Google Shape;4662;p612"/>
          <p:cNvSpPr txBox="1"/>
          <p:nvPr>
            <p:ph idx="4" type="subTitle"/>
          </p:nvPr>
        </p:nvSpPr>
        <p:spPr>
          <a:xfrm>
            <a:off x="6437934"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6">
    <p:bg>
      <p:bgPr>
        <a:solidFill>
          <a:schemeClr val="dk1"/>
        </a:solidFill>
      </p:bgPr>
    </p:bg>
    <p:spTree>
      <p:nvGrpSpPr>
        <p:cNvPr id="4663" name="Shape 4663"/>
        <p:cNvGrpSpPr/>
        <p:nvPr/>
      </p:nvGrpSpPr>
      <p:grpSpPr>
        <a:xfrm>
          <a:off x="0" y="0"/>
          <a:ext cx="0" cy="0"/>
          <a:chOff x="0" y="0"/>
          <a:chExt cx="0" cy="0"/>
        </a:xfrm>
      </p:grpSpPr>
      <p:grpSp>
        <p:nvGrpSpPr>
          <p:cNvPr id="4664" name="Google Shape;4664;p613"/>
          <p:cNvGrpSpPr/>
          <p:nvPr/>
        </p:nvGrpSpPr>
        <p:grpSpPr>
          <a:xfrm>
            <a:off x="713225" y="539500"/>
            <a:ext cx="7717500" cy="4064400"/>
            <a:chOff x="713225" y="539500"/>
            <a:chExt cx="7717500" cy="4064400"/>
          </a:xfrm>
        </p:grpSpPr>
        <p:sp>
          <p:nvSpPr>
            <p:cNvPr id="4665" name="Google Shape;4665;p61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66" name="Google Shape;4666;p61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667" name="Google Shape;4667;p61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668" name="Google Shape;4668;p613"/>
          <p:cNvSpPr txBox="1"/>
          <p:nvPr>
            <p:ph idx="1" type="subTitle"/>
          </p:nvPr>
        </p:nvSpPr>
        <p:spPr>
          <a:xfrm>
            <a:off x="1425525" y="1808851"/>
            <a:ext cx="2384700" cy="2377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
        <p:nvSpPr>
          <p:cNvPr id="4669" name="Google Shape;4669;p613"/>
          <p:cNvSpPr txBox="1"/>
          <p:nvPr>
            <p:ph idx="2" type="subTitle"/>
          </p:nvPr>
        </p:nvSpPr>
        <p:spPr>
          <a:xfrm>
            <a:off x="5333725" y="1808850"/>
            <a:ext cx="2384700" cy="2356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6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_1_1_1">
    <p:bg>
      <p:bgPr>
        <a:solidFill>
          <a:schemeClr val="dk1"/>
        </a:solidFill>
      </p:bgPr>
    </p:bg>
    <p:spTree>
      <p:nvGrpSpPr>
        <p:cNvPr id="4670" name="Shape 4670"/>
        <p:cNvGrpSpPr/>
        <p:nvPr/>
      </p:nvGrpSpPr>
      <p:grpSpPr>
        <a:xfrm>
          <a:off x="0" y="0"/>
          <a:ext cx="0" cy="0"/>
          <a:chOff x="0" y="0"/>
          <a:chExt cx="0" cy="0"/>
        </a:xfrm>
      </p:grpSpPr>
      <p:grpSp>
        <p:nvGrpSpPr>
          <p:cNvPr id="4671" name="Google Shape;4671;p614"/>
          <p:cNvGrpSpPr/>
          <p:nvPr/>
        </p:nvGrpSpPr>
        <p:grpSpPr>
          <a:xfrm>
            <a:off x="713225" y="539500"/>
            <a:ext cx="7717500" cy="4064400"/>
            <a:chOff x="713225" y="539500"/>
            <a:chExt cx="7717500" cy="4064400"/>
          </a:xfrm>
        </p:grpSpPr>
        <p:sp>
          <p:nvSpPr>
            <p:cNvPr id="4672" name="Google Shape;4672;p61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73" name="Google Shape;4673;p61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674" name="Google Shape;4674;p61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675" name="Google Shape;4675;p614"/>
          <p:cNvSpPr txBox="1"/>
          <p:nvPr>
            <p:ph idx="1" type="subTitle"/>
          </p:nvPr>
        </p:nvSpPr>
        <p:spPr>
          <a:xfrm>
            <a:off x="852300" y="16473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4676" name="Google Shape;4676;p614"/>
          <p:cNvSpPr txBox="1"/>
          <p:nvPr>
            <p:ph idx="2" type="subTitle"/>
          </p:nvPr>
        </p:nvSpPr>
        <p:spPr>
          <a:xfrm>
            <a:off x="852300" y="12178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4677" name="Google Shape;4677;p614"/>
          <p:cNvSpPr txBox="1"/>
          <p:nvPr>
            <p:ph idx="3" type="subTitle"/>
          </p:nvPr>
        </p:nvSpPr>
        <p:spPr>
          <a:xfrm>
            <a:off x="852300" y="27819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4678" name="Google Shape;4678;p614"/>
          <p:cNvSpPr txBox="1"/>
          <p:nvPr>
            <p:ph idx="4" type="subTitle"/>
          </p:nvPr>
        </p:nvSpPr>
        <p:spPr>
          <a:xfrm>
            <a:off x="852300" y="23524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4679" name="Google Shape;4679;p614"/>
          <p:cNvSpPr txBox="1"/>
          <p:nvPr>
            <p:ph idx="5" type="subTitle"/>
          </p:nvPr>
        </p:nvSpPr>
        <p:spPr>
          <a:xfrm>
            <a:off x="852300" y="3916538"/>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4680" name="Google Shape;4680;p614"/>
          <p:cNvSpPr txBox="1"/>
          <p:nvPr>
            <p:ph idx="6" type="subTitle"/>
          </p:nvPr>
        </p:nvSpPr>
        <p:spPr>
          <a:xfrm>
            <a:off x="852300" y="34870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6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bg>
      <p:bgPr>
        <a:solidFill>
          <a:schemeClr val="dk1"/>
        </a:solidFill>
      </p:bgPr>
    </p:bg>
    <p:spTree>
      <p:nvGrpSpPr>
        <p:cNvPr id="4681" name="Shape 4681"/>
        <p:cNvGrpSpPr/>
        <p:nvPr/>
      </p:nvGrpSpPr>
      <p:grpSpPr>
        <a:xfrm>
          <a:off x="0" y="0"/>
          <a:ext cx="0" cy="0"/>
          <a:chOff x="0" y="0"/>
          <a:chExt cx="0" cy="0"/>
        </a:xfrm>
      </p:grpSpPr>
      <p:grpSp>
        <p:nvGrpSpPr>
          <p:cNvPr id="4682" name="Google Shape;4682;p615"/>
          <p:cNvGrpSpPr/>
          <p:nvPr/>
        </p:nvGrpSpPr>
        <p:grpSpPr>
          <a:xfrm>
            <a:off x="713225" y="539500"/>
            <a:ext cx="7717500" cy="4064400"/>
            <a:chOff x="713225" y="539500"/>
            <a:chExt cx="7717500" cy="4064400"/>
          </a:xfrm>
        </p:grpSpPr>
        <p:sp>
          <p:nvSpPr>
            <p:cNvPr id="4683" name="Google Shape;4683;p61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84" name="Google Shape;4684;p61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685" name="Google Shape;4685;p61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686" name="Google Shape;4686;p615"/>
          <p:cNvSpPr txBox="1"/>
          <p:nvPr>
            <p:ph idx="1" type="subTitle"/>
          </p:nvPr>
        </p:nvSpPr>
        <p:spPr>
          <a:xfrm>
            <a:off x="919850"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687" name="Google Shape;4687;p615"/>
          <p:cNvSpPr txBox="1"/>
          <p:nvPr>
            <p:ph idx="2" type="subTitle"/>
          </p:nvPr>
        </p:nvSpPr>
        <p:spPr>
          <a:xfrm>
            <a:off x="919850"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688" name="Google Shape;4688;p615"/>
          <p:cNvSpPr txBox="1"/>
          <p:nvPr>
            <p:ph idx="3" type="subTitle"/>
          </p:nvPr>
        </p:nvSpPr>
        <p:spPr>
          <a:xfrm>
            <a:off x="3500699"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689" name="Google Shape;4689;p615"/>
          <p:cNvSpPr txBox="1"/>
          <p:nvPr>
            <p:ph idx="4" type="subTitle"/>
          </p:nvPr>
        </p:nvSpPr>
        <p:spPr>
          <a:xfrm>
            <a:off x="3500697"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690" name="Google Shape;4690;p615"/>
          <p:cNvSpPr txBox="1"/>
          <p:nvPr>
            <p:ph idx="5" type="subTitle"/>
          </p:nvPr>
        </p:nvSpPr>
        <p:spPr>
          <a:xfrm>
            <a:off x="6069048"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691" name="Google Shape;4691;p615"/>
          <p:cNvSpPr txBox="1"/>
          <p:nvPr>
            <p:ph idx="6" type="subTitle"/>
          </p:nvPr>
        </p:nvSpPr>
        <p:spPr>
          <a:xfrm>
            <a:off x="6069043"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1_1_1_1_1_1">
    <p:bg>
      <p:bgPr>
        <a:solidFill>
          <a:schemeClr val="dk1"/>
        </a:solidFill>
      </p:bgPr>
    </p:bg>
    <p:spTree>
      <p:nvGrpSpPr>
        <p:cNvPr id="4692" name="Shape 4692"/>
        <p:cNvGrpSpPr/>
        <p:nvPr/>
      </p:nvGrpSpPr>
      <p:grpSpPr>
        <a:xfrm>
          <a:off x="0" y="0"/>
          <a:ext cx="0" cy="0"/>
          <a:chOff x="0" y="0"/>
          <a:chExt cx="0" cy="0"/>
        </a:xfrm>
      </p:grpSpPr>
      <p:grpSp>
        <p:nvGrpSpPr>
          <p:cNvPr id="4693" name="Google Shape;4693;p616"/>
          <p:cNvGrpSpPr/>
          <p:nvPr/>
        </p:nvGrpSpPr>
        <p:grpSpPr>
          <a:xfrm>
            <a:off x="713225" y="539500"/>
            <a:ext cx="7717500" cy="4064400"/>
            <a:chOff x="713225" y="539500"/>
            <a:chExt cx="7717500" cy="4064400"/>
          </a:xfrm>
        </p:grpSpPr>
        <p:sp>
          <p:nvSpPr>
            <p:cNvPr id="4694" name="Google Shape;4694;p61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95" name="Google Shape;4695;p61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696" name="Google Shape;4696;p61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697" name="Google Shape;4697;p616"/>
          <p:cNvSpPr txBox="1"/>
          <p:nvPr>
            <p:ph idx="1" type="subTitle"/>
          </p:nvPr>
        </p:nvSpPr>
        <p:spPr>
          <a:xfrm>
            <a:off x="919850" y="28955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698" name="Google Shape;4698;p616"/>
          <p:cNvSpPr txBox="1"/>
          <p:nvPr>
            <p:ph idx="2" type="subTitle"/>
          </p:nvPr>
        </p:nvSpPr>
        <p:spPr>
          <a:xfrm>
            <a:off x="919850" y="23982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699" name="Google Shape;4699;p616"/>
          <p:cNvSpPr txBox="1"/>
          <p:nvPr>
            <p:ph idx="3" type="subTitle"/>
          </p:nvPr>
        </p:nvSpPr>
        <p:spPr>
          <a:xfrm>
            <a:off x="3500700" y="32003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700" name="Google Shape;4700;p616"/>
          <p:cNvSpPr txBox="1"/>
          <p:nvPr>
            <p:ph idx="4" type="subTitle"/>
          </p:nvPr>
        </p:nvSpPr>
        <p:spPr>
          <a:xfrm>
            <a:off x="3500697" y="27030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701" name="Google Shape;4701;p616"/>
          <p:cNvSpPr txBox="1"/>
          <p:nvPr>
            <p:ph idx="5" type="subTitle"/>
          </p:nvPr>
        </p:nvSpPr>
        <p:spPr>
          <a:xfrm>
            <a:off x="6069049" y="35051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702" name="Google Shape;4702;p616"/>
          <p:cNvSpPr txBox="1"/>
          <p:nvPr>
            <p:ph idx="6" type="subTitle"/>
          </p:nvPr>
        </p:nvSpPr>
        <p:spPr>
          <a:xfrm>
            <a:off x="6069043" y="30078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BLANK_1_1_1_1_1_1_1_1_1_1">
    <p:bg>
      <p:bgPr>
        <a:solidFill>
          <a:schemeClr val="dk1"/>
        </a:solidFill>
      </p:bgPr>
    </p:bg>
    <p:spTree>
      <p:nvGrpSpPr>
        <p:cNvPr id="4703" name="Shape 4703"/>
        <p:cNvGrpSpPr/>
        <p:nvPr/>
      </p:nvGrpSpPr>
      <p:grpSpPr>
        <a:xfrm>
          <a:off x="0" y="0"/>
          <a:ext cx="0" cy="0"/>
          <a:chOff x="0" y="0"/>
          <a:chExt cx="0" cy="0"/>
        </a:xfrm>
      </p:grpSpPr>
      <p:grpSp>
        <p:nvGrpSpPr>
          <p:cNvPr id="4704" name="Google Shape;4704;p617"/>
          <p:cNvGrpSpPr/>
          <p:nvPr/>
        </p:nvGrpSpPr>
        <p:grpSpPr>
          <a:xfrm>
            <a:off x="713225" y="539500"/>
            <a:ext cx="7717500" cy="4064400"/>
            <a:chOff x="713225" y="539500"/>
            <a:chExt cx="7717500" cy="4064400"/>
          </a:xfrm>
        </p:grpSpPr>
        <p:sp>
          <p:nvSpPr>
            <p:cNvPr id="4705" name="Google Shape;4705;p61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06" name="Google Shape;4706;p61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707" name="Google Shape;4707;p61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708" name="Google Shape;4708;p617"/>
          <p:cNvSpPr txBox="1"/>
          <p:nvPr>
            <p:ph idx="1" type="subTitle"/>
          </p:nvPr>
        </p:nvSpPr>
        <p:spPr>
          <a:xfrm>
            <a:off x="111297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709" name="Google Shape;4709;p617"/>
          <p:cNvSpPr txBox="1"/>
          <p:nvPr>
            <p:ph idx="2" type="subTitle"/>
          </p:nvPr>
        </p:nvSpPr>
        <p:spPr>
          <a:xfrm>
            <a:off x="111297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710" name="Google Shape;4710;p617"/>
          <p:cNvSpPr txBox="1"/>
          <p:nvPr>
            <p:ph idx="3" type="subTitle"/>
          </p:nvPr>
        </p:nvSpPr>
        <p:spPr>
          <a:xfrm>
            <a:off x="3497250" y="18612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711" name="Google Shape;4711;p617"/>
          <p:cNvSpPr txBox="1"/>
          <p:nvPr>
            <p:ph idx="4" type="subTitle"/>
          </p:nvPr>
        </p:nvSpPr>
        <p:spPr>
          <a:xfrm>
            <a:off x="3497250" y="13639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712" name="Google Shape;4712;p617"/>
          <p:cNvSpPr txBox="1"/>
          <p:nvPr>
            <p:ph idx="5" type="subTitle"/>
          </p:nvPr>
        </p:nvSpPr>
        <p:spPr>
          <a:xfrm>
            <a:off x="588152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713" name="Google Shape;4713;p617"/>
          <p:cNvSpPr txBox="1"/>
          <p:nvPr>
            <p:ph idx="6" type="subTitle"/>
          </p:nvPr>
        </p:nvSpPr>
        <p:spPr>
          <a:xfrm>
            <a:off x="588152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2">
    <p:bg>
      <p:bgPr>
        <a:solidFill>
          <a:schemeClr val="dk1"/>
        </a:solidFill>
      </p:bgPr>
    </p:bg>
    <p:spTree>
      <p:nvGrpSpPr>
        <p:cNvPr id="4714" name="Shape 4714"/>
        <p:cNvGrpSpPr/>
        <p:nvPr/>
      </p:nvGrpSpPr>
      <p:grpSpPr>
        <a:xfrm>
          <a:off x="0" y="0"/>
          <a:ext cx="0" cy="0"/>
          <a:chOff x="0" y="0"/>
          <a:chExt cx="0" cy="0"/>
        </a:xfrm>
      </p:grpSpPr>
      <p:grpSp>
        <p:nvGrpSpPr>
          <p:cNvPr id="4715" name="Google Shape;4715;p618"/>
          <p:cNvGrpSpPr/>
          <p:nvPr/>
        </p:nvGrpSpPr>
        <p:grpSpPr>
          <a:xfrm>
            <a:off x="713225" y="539500"/>
            <a:ext cx="7717500" cy="4064400"/>
            <a:chOff x="713225" y="539500"/>
            <a:chExt cx="7717500" cy="4064400"/>
          </a:xfrm>
        </p:grpSpPr>
        <p:sp>
          <p:nvSpPr>
            <p:cNvPr id="4716" name="Google Shape;4716;p61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17" name="Google Shape;4717;p61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718" name="Google Shape;4718;p61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719" name="Google Shape;4719;p618"/>
          <p:cNvSpPr txBox="1"/>
          <p:nvPr>
            <p:ph idx="1" type="subTitle"/>
          </p:nvPr>
        </p:nvSpPr>
        <p:spPr>
          <a:xfrm>
            <a:off x="945800" y="1875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4720" name="Google Shape;4720;p618"/>
          <p:cNvSpPr txBox="1"/>
          <p:nvPr>
            <p:ph idx="2" type="subTitle"/>
          </p:nvPr>
        </p:nvSpPr>
        <p:spPr>
          <a:xfrm>
            <a:off x="945800" y="1446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4721" name="Google Shape;4721;p618"/>
          <p:cNvSpPr txBox="1"/>
          <p:nvPr>
            <p:ph idx="3" type="subTitle"/>
          </p:nvPr>
        </p:nvSpPr>
        <p:spPr>
          <a:xfrm>
            <a:off x="5153800" y="2781950"/>
            <a:ext cx="30444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4722" name="Google Shape;4722;p618"/>
          <p:cNvSpPr txBox="1"/>
          <p:nvPr>
            <p:ph idx="4" type="subTitle"/>
          </p:nvPr>
        </p:nvSpPr>
        <p:spPr>
          <a:xfrm>
            <a:off x="5153800" y="2352425"/>
            <a:ext cx="3044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4723" name="Google Shape;4723;p618"/>
          <p:cNvSpPr txBox="1"/>
          <p:nvPr>
            <p:ph idx="5" type="subTitle"/>
          </p:nvPr>
        </p:nvSpPr>
        <p:spPr>
          <a:xfrm>
            <a:off x="945800" y="3687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4724" name="Google Shape;4724;p618"/>
          <p:cNvSpPr txBox="1"/>
          <p:nvPr>
            <p:ph idx="6" type="subTitle"/>
          </p:nvPr>
        </p:nvSpPr>
        <p:spPr>
          <a:xfrm>
            <a:off x="945800" y="3258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6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5">
    <p:bg>
      <p:bgPr>
        <a:solidFill>
          <a:schemeClr val="dk1"/>
        </a:solidFill>
      </p:bgPr>
    </p:bg>
    <p:spTree>
      <p:nvGrpSpPr>
        <p:cNvPr id="4725" name="Shape 4725"/>
        <p:cNvGrpSpPr/>
        <p:nvPr/>
      </p:nvGrpSpPr>
      <p:grpSpPr>
        <a:xfrm>
          <a:off x="0" y="0"/>
          <a:ext cx="0" cy="0"/>
          <a:chOff x="0" y="0"/>
          <a:chExt cx="0" cy="0"/>
        </a:xfrm>
      </p:grpSpPr>
      <p:grpSp>
        <p:nvGrpSpPr>
          <p:cNvPr id="4726" name="Google Shape;4726;p619"/>
          <p:cNvGrpSpPr/>
          <p:nvPr/>
        </p:nvGrpSpPr>
        <p:grpSpPr>
          <a:xfrm>
            <a:off x="713225" y="539500"/>
            <a:ext cx="7717500" cy="4064400"/>
            <a:chOff x="713225" y="539500"/>
            <a:chExt cx="7717500" cy="4064400"/>
          </a:xfrm>
        </p:grpSpPr>
        <p:sp>
          <p:nvSpPr>
            <p:cNvPr id="4727" name="Google Shape;4727;p61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28" name="Google Shape;4728;p61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729" name="Google Shape;4729;p61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730" name="Google Shape;4730;p619"/>
          <p:cNvSpPr txBox="1"/>
          <p:nvPr>
            <p:ph idx="1" type="subTitle"/>
          </p:nvPr>
        </p:nvSpPr>
        <p:spPr>
          <a:xfrm>
            <a:off x="1658100" y="1978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4731" name="Google Shape;4731;p619"/>
          <p:cNvSpPr txBox="1"/>
          <p:nvPr>
            <p:ph idx="2" type="subTitle"/>
          </p:nvPr>
        </p:nvSpPr>
        <p:spPr>
          <a:xfrm>
            <a:off x="1658100" y="1549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4732" name="Google Shape;4732;p619"/>
          <p:cNvSpPr txBox="1"/>
          <p:nvPr>
            <p:ph idx="3" type="subTitle"/>
          </p:nvPr>
        </p:nvSpPr>
        <p:spPr>
          <a:xfrm>
            <a:off x="1658100" y="2884846"/>
            <a:ext cx="62850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4733" name="Google Shape;4733;p619"/>
          <p:cNvSpPr txBox="1"/>
          <p:nvPr>
            <p:ph idx="4" type="subTitle"/>
          </p:nvPr>
        </p:nvSpPr>
        <p:spPr>
          <a:xfrm>
            <a:off x="1658100" y="2455321"/>
            <a:ext cx="62850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4734" name="Google Shape;4734;p619"/>
          <p:cNvSpPr txBox="1"/>
          <p:nvPr>
            <p:ph idx="5" type="subTitle"/>
          </p:nvPr>
        </p:nvSpPr>
        <p:spPr>
          <a:xfrm>
            <a:off x="1658100" y="3790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4735" name="Google Shape;4735;p619"/>
          <p:cNvSpPr txBox="1"/>
          <p:nvPr>
            <p:ph idx="6" type="subTitle"/>
          </p:nvPr>
        </p:nvSpPr>
        <p:spPr>
          <a:xfrm>
            <a:off x="1658100" y="3361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6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24">
    <p:bg>
      <p:bgPr>
        <a:solidFill>
          <a:schemeClr val="dk1"/>
        </a:solidFill>
      </p:bgPr>
    </p:bg>
    <p:spTree>
      <p:nvGrpSpPr>
        <p:cNvPr id="4736" name="Shape 4736"/>
        <p:cNvGrpSpPr/>
        <p:nvPr/>
      </p:nvGrpSpPr>
      <p:grpSpPr>
        <a:xfrm>
          <a:off x="0" y="0"/>
          <a:ext cx="0" cy="0"/>
          <a:chOff x="0" y="0"/>
          <a:chExt cx="0" cy="0"/>
        </a:xfrm>
      </p:grpSpPr>
      <p:grpSp>
        <p:nvGrpSpPr>
          <p:cNvPr id="4737" name="Google Shape;4737;p620"/>
          <p:cNvGrpSpPr/>
          <p:nvPr/>
        </p:nvGrpSpPr>
        <p:grpSpPr>
          <a:xfrm>
            <a:off x="713225" y="539500"/>
            <a:ext cx="7717500" cy="4064400"/>
            <a:chOff x="713225" y="539500"/>
            <a:chExt cx="7717500" cy="4064400"/>
          </a:xfrm>
        </p:grpSpPr>
        <p:sp>
          <p:nvSpPr>
            <p:cNvPr id="4738" name="Google Shape;4738;p62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39" name="Google Shape;4739;p62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740" name="Google Shape;4740;p62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741" name="Google Shape;4741;p620"/>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4742" name="Google Shape;4742;p620"/>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4743" name="Google Shape;4743;p620"/>
          <p:cNvSpPr txBox="1"/>
          <p:nvPr>
            <p:ph idx="3" type="subTitle"/>
          </p:nvPr>
        </p:nvSpPr>
        <p:spPr>
          <a:xfrm>
            <a:off x="853775" y="257119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4744" name="Google Shape;4744;p620"/>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4745" name="Google Shape;4745;p620"/>
          <p:cNvSpPr txBox="1"/>
          <p:nvPr>
            <p:ph idx="5" type="subTitle"/>
          </p:nvPr>
        </p:nvSpPr>
        <p:spPr>
          <a:xfrm>
            <a:off x="4452875" y="2570500"/>
            <a:ext cx="3761700" cy="172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4746" name="Google Shape;4746;p620"/>
          <p:cNvSpPr txBox="1"/>
          <p:nvPr>
            <p:ph idx="6" type="subTitle"/>
          </p:nvPr>
        </p:nvSpPr>
        <p:spPr>
          <a:xfrm>
            <a:off x="853775" y="323750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4747" name="Google Shape;4747;p620"/>
          <p:cNvSpPr txBox="1"/>
          <p:nvPr>
            <p:ph idx="7" type="subTitle"/>
          </p:nvPr>
        </p:nvSpPr>
        <p:spPr>
          <a:xfrm>
            <a:off x="853775" y="362674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6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_1_1_1_1">
    <p:bg>
      <p:bgPr>
        <a:solidFill>
          <a:schemeClr val="dk1"/>
        </a:solidFill>
      </p:bgPr>
    </p:bg>
    <p:spTree>
      <p:nvGrpSpPr>
        <p:cNvPr id="4748" name="Shape 4748"/>
        <p:cNvGrpSpPr/>
        <p:nvPr/>
      </p:nvGrpSpPr>
      <p:grpSpPr>
        <a:xfrm>
          <a:off x="0" y="0"/>
          <a:ext cx="0" cy="0"/>
          <a:chOff x="0" y="0"/>
          <a:chExt cx="0" cy="0"/>
        </a:xfrm>
      </p:grpSpPr>
      <p:grpSp>
        <p:nvGrpSpPr>
          <p:cNvPr id="4749" name="Google Shape;4749;p621"/>
          <p:cNvGrpSpPr/>
          <p:nvPr/>
        </p:nvGrpSpPr>
        <p:grpSpPr>
          <a:xfrm>
            <a:off x="713225" y="539500"/>
            <a:ext cx="7717500" cy="4064400"/>
            <a:chOff x="713225" y="539500"/>
            <a:chExt cx="7717500" cy="4064400"/>
          </a:xfrm>
        </p:grpSpPr>
        <p:sp>
          <p:nvSpPr>
            <p:cNvPr id="4750" name="Google Shape;4750;p62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51" name="Google Shape;4751;p62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752" name="Google Shape;4752;p62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753" name="Google Shape;4753;p621"/>
          <p:cNvSpPr txBox="1"/>
          <p:nvPr>
            <p:ph idx="1" type="subTitle"/>
          </p:nvPr>
        </p:nvSpPr>
        <p:spPr>
          <a:xfrm>
            <a:off x="1112425"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4754" name="Google Shape;4754;p621"/>
          <p:cNvSpPr txBox="1"/>
          <p:nvPr>
            <p:ph idx="2" type="subTitle"/>
          </p:nvPr>
        </p:nvSpPr>
        <p:spPr>
          <a:xfrm>
            <a:off x="1112425"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755" name="Google Shape;4755;p621"/>
          <p:cNvSpPr txBox="1"/>
          <p:nvPr>
            <p:ph idx="3" type="subTitle"/>
          </p:nvPr>
        </p:nvSpPr>
        <p:spPr>
          <a:xfrm>
            <a:off x="5584150"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4756" name="Google Shape;4756;p621"/>
          <p:cNvSpPr txBox="1"/>
          <p:nvPr>
            <p:ph idx="4" type="subTitle"/>
          </p:nvPr>
        </p:nvSpPr>
        <p:spPr>
          <a:xfrm>
            <a:off x="5584150"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757" name="Google Shape;4757;p621"/>
          <p:cNvSpPr txBox="1"/>
          <p:nvPr>
            <p:ph idx="5" type="subTitle"/>
          </p:nvPr>
        </p:nvSpPr>
        <p:spPr>
          <a:xfrm>
            <a:off x="1112425"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4758" name="Google Shape;4758;p621"/>
          <p:cNvSpPr txBox="1"/>
          <p:nvPr>
            <p:ph idx="6" type="subTitle"/>
          </p:nvPr>
        </p:nvSpPr>
        <p:spPr>
          <a:xfrm>
            <a:off x="1112425"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759" name="Google Shape;4759;p621"/>
          <p:cNvSpPr txBox="1"/>
          <p:nvPr>
            <p:ph idx="7" type="subTitle"/>
          </p:nvPr>
        </p:nvSpPr>
        <p:spPr>
          <a:xfrm>
            <a:off x="5584150"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4760" name="Google Shape;4760;p621"/>
          <p:cNvSpPr txBox="1"/>
          <p:nvPr>
            <p:ph idx="8" type="subTitle"/>
          </p:nvPr>
        </p:nvSpPr>
        <p:spPr>
          <a:xfrm>
            <a:off x="5584150"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1_1_1_1_1">
    <p:bg>
      <p:bgPr>
        <a:solidFill>
          <a:schemeClr val="dk1"/>
        </a:solidFill>
      </p:bgPr>
    </p:bg>
    <p:spTree>
      <p:nvGrpSpPr>
        <p:cNvPr id="4761" name="Shape 4761"/>
        <p:cNvGrpSpPr/>
        <p:nvPr/>
      </p:nvGrpSpPr>
      <p:grpSpPr>
        <a:xfrm>
          <a:off x="0" y="0"/>
          <a:ext cx="0" cy="0"/>
          <a:chOff x="0" y="0"/>
          <a:chExt cx="0" cy="0"/>
        </a:xfrm>
      </p:grpSpPr>
      <p:grpSp>
        <p:nvGrpSpPr>
          <p:cNvPr id="4762" name="Google Shape;4762;p622"/>
          <p:cNvGrpSpPr/>
          <p:nvPr/>
        </p:nvGrpSpPr>
        <p:grpSpPr>
          <a:xfrm>
            <a:off x="713300" y="539550"/>
            <a:ext cx="7717500" cy="4064400"/>
            <a:chOff x="713300" y="539550"/>
            <a:chExt cx="7717500" cy="4064400"/>
          </a:xfrm>
        </p:grpSpPr>
        <p:cxnSp>
          <p:nvCxnSpPr>
            <p:cNvPr id="4763" name="Google Shape;4763;p622"/>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4764" name="Google Shape;4764;p622"/>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5" name="Google Shape;4765;p62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766" name="Google Shape;4766;p622"/>
          <p:cNvSpPr txBox="1"/>
          <p:nvPr>
            <p:ph idx="1" type="subTitle"/>
          </p:nvPr>
        </p:nvSpPr>
        <p:spPr>
          <a:xfrm>
            <a:off x="10166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767" name="Google Shape;4767;p622"/>
          <p:cNvSpPr txBox="1"/>
          <p:nvPr>
            <p:ph idx="2" type="subTitle"/>
          </p:nvPr>
        </p:nvSpPr>
        <p:spPr>
          <a:xfrm>
            <a:off x="10166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768" name="Google Shape;4768;p622"/>
          <p:cNvSpPr txBox="1"/>
          <p:nvPr>
            <p:ph idx="3" type="subTitle"/>
          </p:nvPr>
        </p:nvSpPr>
        <p:spPr>
          <a:xfrm>
            <a:off x="10166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769" name="Google Shape;4769;p622"/>
          <p:cNvSpPr txBox="1"/>
          <p:nvPr>
            <p:ph idx="4" type="subTitle"/>
          </p:nvPr>
        </p:nvSpPr>
        <p:spPr>
          <a:xfrm>
            <a:off x="10166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770" name="Google Shape;4770;p622"/>
          <p:cNvSpPr txBox="1"/>
          <p:nvPr>
            <p:ph idx="5" type="subTitle"/>
          </p:nvPr>
        </p:nvSpPr>
        <p:spPr>
          <a:xfrm>
            <a:off x="48094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771" name="Google Shape;4771;p622"/>
          <p:cNvSpPr txBox="1"/>
          <p:nvPr>
            <p:ph idx="6" type="subTitle"/>
          </p:nvPr>
        </p:nvSpPr>
        <p:spPr>
          <a:xfrm>
            <a:off x="48094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772" name="Google Shape;4772;p622"/>
          <p:cNvSpPr txBox="1"/>
          <p:nvPr>
            <p:ph idx="7" type="subTitle"/>
          </p:nvPr>
        </p:nvSpPr>
        <p:spPr>
          <a:xfrm>
            <a:off x="48094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773" name="Google Shape;4773;p622"/>
          <p:cNvSpPr txBox="1"/>
          <p:nvPr>
            <p:ph idx="8" type="subTitle"/>
          </p:nvPr>
        </p:nvSpPr>
        <p:spPr>
          <a:xfrm>
            <a:off x="48094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1_1_1_1_1_1_1_1_1">
    <p:bg>
      <p:bgPr>
        <a:solidFill>
          <a:schemeClr val="dk1"/>
        </a:solidFill>
      </p:bgPr>
    </p:bg>
    <p:spTree>
      <p:nvGrpSpPr>
        <p:cNvPr id="4774" name="Shape 4774"/>
        <p:cNvGrpSpPr/>
        <p:nvPr/>
      </p:nvGrpSpPr>
      <p:grpSpPr>
        <a:xfrm>
          <a:off x="0" y="0"/>
          <a:ext cx="0" cy="0"/>
          <a:chOff x="0" y="0"/>
          <a:chExt cx="0" cy="0"/>
        </a:xfrm>
      </p:grpSpPr>
      <p:grpSp>
        <p:nvGrpSpPr>
          <p:cNvPr id="4775" name="Google Shape;4775;p623"/>
          <p:cNvGrpSpPr/>
          <p:nvPr/>
        </p:nvGrpSpPr>
        <p:grpSpPr>
          <a:xfrm>
            <a:off x="713225" y="539500"/>
            <a:ext cx="7717500" cy="4064400"/>
            <a:chOff x="713225" y="539500"/>
            <a:chExt cx="7717500" cy="4064400"/>
          </a:xfrm>
        </p:grpSpPr>
        <p:sp>
          <p:nvSpPr>
            <p:cNvPr id="4776" name="Google Shape;4776;p62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77" name="Google Shape;4777;p62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778" name="Google Shape;4778;p62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779" name="Google Shape;4779;p623"/>
          <p:cNvSpPr txBox="1"/>
          <p:nvPr>
            <p:ph idx="1" type="subTitle"/>
          </p:nvPr>
        </p:nvSpPr>
        <p:spPr>
          <a:xfrm>
            <a:off x="8844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780" name="Google Shape;4780;p623"/>
          <p:cNvSpPr txBox="1"/>
          <p:nvPr>
            <p:ph idx="2" type="subTitle"/>
          </p:nvPr>
        </p:nvSpPr>
        <p:spPr>
          <a:xfrm>
            <a:off x="884474"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781" name="Google Shape;4781;p623"/>
          <p:cNvSpPr txBox="1"/>
          <p:nvPr>
            <p:ph idx="3" type="subTitle"/>
          </p:nvPr>
        </p:nvSpPr>
        <p:spPr>
          <a:xfrm>
            <a:off x="2767708"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782" name="Google Shape;4782;p623"/>
          <p:cNvSpPr txBox="1"/>
          <p:nvPr>
            <p:ph idx="4" type="subTitle"/>
          </p:nvPr>
        </p:nvSpPr>
        <p:spPr>
          <a:xfrm>
            <a:off x="2767709"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783" name="Google Shape;4783;p623"/>
          <p:cNvSpPr txBox="1"/>
          <p:nvPr>
            <p:ph idx="5" type="subTitle"/>
          </p:nvPr>
        </p:nvSpPr>
        <p:spPr>
          <a:xfrm>
            <a:off x="4650942"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784" name="Google Shape;4784;p623"/>
          <p:cNvSpPr txBox="1"/>
          <p:nvPr>
            <p:ph idx="6" type="subTitle"/>
          </p:nvPr>
        </p:nvSpPr>
        <p:spPr>
          <a:xfrm>
            <a:off x="4650945"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785" name="Google Shape;4785;p623"/>
          <p:cNvSpPr txBox="1"/>
          <p:nvPr>
            <p:ph idx="7" type="subTitle"/>
          </p:nvPr>
        </p:nvSpPr>
        <p:spPr>
          <a:xfrm>
            <a:off x="65341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786" name="Google Shape;4786;p623"/>
          <p:cNvSpPr txBox="1"/>
          <p:nvPr>
            <p:ph idx="8" type="subTitle"/>
          </p:nvPr>
        </p:nvSpPr>
        <p:spPr>
          <a:xfrm>
            <a:off x="6534180"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7">
    <p:bg>
      <p:bgPr>
        <a:solidFill>
          <a:schemeClr val="dk1"/>
        </a:solidFill>
      </p:bgPr>
    </p:bg>
    <p:spTree>
      <p:nvGrpSpPr>
        <p:cNvPr id="4787" name="Shape 4787"/>
        <p:cNvGrpSpPr/>
        <p:nvPr/>
      </p:nvGrpSpPr>
      <p:grpSpPr>
        <a:xfrm>
          <a:off x="0" y="0"/>
          <a:ext cx="0" cy="0"/>
          <a:chOff x="0" y="0"/>
          <a:chExt cx="0" cy="0"/>
        </a:xfrm>
      </p:grpSpPr>
      <p:grpSp>
        <p:nvGrpSpPr>
          <p:cNvPr id="4788" name="Google Shape;4788;p624"/>
          <p:cNvGrpSpPr/>
          <p:nvPr/>
        </p:nvGrpSpPr>
        <p:grpSpPr>
          <a:xfrm>
            <a:off x="713225" y="539500"/>
            <a:ext cx="7717500" cy="4064400"/>
            <a:chOff x="713225" y="539500"/>
            <a:chExt cx="7717500" cy="4064400"/>
          </a:xfrm>
        </p:grpSpPr>
        <p:sp>
          <p:nvSpPr>
            <p:cNvPr id="4789" name="Google Shape;4789;p62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90" name="Google Shape;4790;p62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791" name="Google Shape;4791;p62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792" name="Google Shape;4792;p624"/>
          <p:cNvSpPr txBox="1"/>
          <p:nvPr>
            <p:ph idx="1" type="subTitle"/>
          </p:nvPr>
        </p:nvSpPr>
        <p:spPr>
          <a:xfrm>
            <a:off x="1909431" y="1906051"/>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4793" name="Google Shape;4793;p624"/>
          <p:cNvSpPr txBox="1"/>
          <p:nvPr>
            <p:ph idx="2" type="subTitle"/>
          </p:nvPr>
        </p:nvSpPr>
        <p:spPr>
          <a:xfrm>
            <a:off x="1909431" y="1387350"/>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794" name="Google Shape;4794;p624"/>
          <p:cNvSpPr txBox="1"/>
          <p:nvPr>
            <p:ph idx="3" type="subTitle"/>
          </p:nvPr>
        </p:nvSpPr>
        <p:spPr>
          <a:xfrm>
            <a:off x="4971369" y="1906050"/>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4795" name="Google Shape;4795;p624"/>
          <p:cNvSpPr txBox="1"/>
          <p:nvPr>
            <p:ph idx="4" type="subTitle"/>
          </p:nvPr>
        </p:nvSpPr>
        <p:spPr>
          <a:xfrm>
            <a:off x="4971369" y="1387350"/>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796" name="Google Shape;4796;p624"/>
          <p:cNvSpPr txBox="1"/>
          <p:nvPr>
            <p:ph idx="5" type="subTitle"/>
          </p:nvPr>
        </p:nvSpPr>
        <p:spPr>
          <a:xfrm>
            <a:off x="1909431" y="3654425"/>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4797" name="Google Shape;4797;p624"/>
          <p:cNvSpPr txBox="1"/>
          <p:nvPr>
            <p:ph idx="6" type="subTitle"/>
          </p:nvPr>
        </p:nvSpPr>
        <p:spPr>
          <a:xfrm>
            <a:off x="1909431" y="3135724"/>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798" name="Google Shape;4798;p624"/>
          <p:cNvSpPr txBox="1"/>
          <p:nvPr>
            <p:ph idx="7" type="subTitle"/>
          </p:nvPr>
        </p:nvSpPr>
        <p:spPr>
          <a:xfrm>
            <a:off x="4971369" y="3654424"/>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4799" name="Google Shape;4799;p624"/>
          <p:cNvSpPr txBox="1"/>
          <p:nvPr>
            <p:ph idx="8" type="subTitle"/>
          </p:nvPr>
        </p:nvSpPr>
        <p:spPr>
          <a:xfrm>
            <a:off x="4971369" y="3135724"/>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1_1_1_1_1_2">
    <p:bg>
      <p:bgPr>
        <a:solidFill>
          <a:schemeClr val="dk1"/>
        </a:solidFill>
      </p:bgPr>
    </p:bg>
    <p:spTree>
      <p:nvGrpSpPr>
        <p:cNvPr id="4800" name="Shape 4800"/>
        <p:cNvGrpSpPr/>
        <p:nvPr/>
      </p:nvGrpSpPr>
      <p:grpSpPr>
        <a:xfrm>
          <a:off x="0" y="0"/>
          <a:ext cx="0" cy="0"/>
          <a:chOff x="0" y="0"/>
          <a:chExt cx="0" cy="0"/>
        </a:xfrm>
      </p:grpSpPr>
      <p:grpSp>
        <p:nvGrpSpPr>
          <p:cNvPr id="4801" name="Google Shape;4801;p625"/>
          <p:cNvGrpSpPr/>
          <p:nvPr/>
        </p:nvGrpSpPr>
        <p:grpSpPr>
          <a:xfrm>
            <a:off x="713225" y="539500"/>
            <a:ext cx="7717500" cy="4064400"/>
            <a:chOff x="713225" y="539500"/>
            <a:chExt cx="7717500" cy="4064400"/>
          </a:xfrm>
        </p:grpSpPr>
        <p:sp>
          <p:nvSpPr>
            <p:cNvPr id="4802" name="Google Shape;4802;p62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03" name="Google Shape;4803;p62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804" name="Google Shape;4804;p62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805" name="Google Shape;4805;p625"/>
          <p:cNvSpPr txBox="1"/>
          <p:nvPr>
            <p:ph idx="1" type="subTitle"/>
          </p:nvPr>
        </p:nvSpPr>
        <p:spPr>
          <a:xfrm>
            <a:off x="95812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806" name="Google Shape;4806;p625"/>
          <p:cNvSpPr txBox="1"/>
          <p:nvPr>
            <p:ph idx="2" type="subTitle"/>
          </p:nvPr>
        </p:nvSpPr>
        <p:spPr>
          <a:xfrm>
            <a:off x="95812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807" name="Google Shape;4807;p625"/>
          <p:cNvSpPr txBox="1"/>
          <p:nvPr>
            <p:ph idx="3" type="subTitle"/>
          </p:nvPr>
        </p:nvSpPr>
        <p:spPr>
          <a:xfrm>
            <a:off x="3420000"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808" name="Google Shape;4808;p625"/>
          <p:cNvSpPr txBox="1"/>
          <p:nvPr>
            <p:ph idx="4" type="subTitle"/>
          </p:nvPr>
        </p:nvSpPr>
        <p:spPr>
          <a:xfrm>
            <a:off x="3420000"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809" name="Google Shape;4809;p625"/>
          <p:cNvSpPr txBox="1"/>
          <p:nvPr>
            <p:ph idx="5" type="subTitle"/>
          </p:nvPr>
        </p:nvSpPr>
        <p:spPr>
          <a:xfrm>
            <a:off x="588187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810" name="Google Shape;4810;p625"/>
          <p:cNvSpPr txBox="1"/>
          <p:nvPr>
            <p:ph idx="6" type="subTitle"/>
          </p:nvPr>
        </p:nvSpPr>
        <p:spPr>
          <a:xfrm>
            <a:off x="588187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811" name="Google Shape;4811;p625"/>
          <p:cNvSpPr txBox="1"/>
          <p:nvPr>
            <p:ph idx="7" type="subTitle"/>
          </p:nvPr>
        </p:nvSpPr>
        <p:spPr>
          <a:xfrm>
            <a:off x="2189050"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812" name="Google Shape;4812;p625"/>
          <p:cNvSpPr txBox="1"/>
          <p:nvPr>
            <p:ph idx="8" type="subTitle"/>
          </p:nvPr>
        </p:nvSpPr>
        <p:spPr>
          <a:xfrm>
            <a:off x="2189050"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813" name="Google Shape;4813;p625"/>
          <p:cNvSpPr txBox="1"/>
          <p:nvPr>
            <p:ph idx="9" type="subTitle"/>
          </p:nvPr>
        </p:nvSpPr>
        <p:spPr>
          <a:xfrm>
            <a:off x="4650925"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814" name="Google Shape;4814;p625"/>
          <p:cNvSpPr txBox="1"/>
          <p:nvPr>
            <p:ph idx="13" type="subTitle"/>
          </p:nvPr>
        </p:nvSpPr>
        <p:spPr>
          <a:xfrm>
            <a:off x="4650925"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_1_1_1_1_1_1">
    <p:bg>
      <p:bgPr>
        <a:solidFill>
          <a:schemeClr val="dk1"/>
        </a:solidFill>
      </p:bgPr>
    </p:bg>
    <p:spTree>
      <p:nvGrpSpPr>
        <p:cNvPr id="4815" name="Shape 4815"/>
        <p:cNvGrpSpPr/>
        <p:nvPr/>
      </p:nvGrpSpPr>
      <p:grpSpPr>
        <a:xfrm>
          <a:off x="0" y="0"/>
          <a:ext cx="0" cy="0"/>
          <a:chOff x="0" y="0"/>
          <a:chExt cx="0" cy="0"/>
        </a:xfrm>
      </p:grpSpPr>
      <p:grpSp>
        <p:nvGrpSpPr>
          <p:cNvPr id="4816" name="Google Shape;4816;p626"/>
          <p:cNvGrpSpPr/>
          <p:nvPr/>
        </p:nvGrpSpPr>
        <p:grpSpPr>
          <a:xfrm>
            <a:off x="713225" y="539500"/>
            <a:ext cx="7717500" cy="4064400"/>
            <a:chOff x="713225" y="539500"/>
            <a:chExt cx="7717500" cy="4064400"/>
          </a:xfrm>
        </p:grpSpPr>
        <p:sp>
          <p:nvSpPr>
            <p:cNvPr id="4817" name="Google Shape;4817;p62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18" name="Google Shape;4818;p62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819" name="Google Shape;4819;p62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820" name="Google Shape;4820;p626"/>
          <p:cNvSpPr txBox="1"/>
          <p:nvPr>
            <p:ph idx="1" type="subTitle"/>
          </p:nvPr>
        </p:nvSpPr>
        <p:spPr>
          <a:xfrm>
            <a:off x="1134425"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821" name="Google Shape;4821;p626"/>
          <p:cNvSpPr txBox="1"/>
          <p:nvPr>
            <p:ph idx="2" type="subTitle"/>
          </p:nvPr>
        </p:nvSpPr>
        <p:spPr>
          <a:xfrm>
            <a:off x="113442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822" name="Google Shape;4822;p626"/>
          <p:cNvSpPr txBox="1"/>
          <p:nvPr>
            <p:ph idx="3" type="subTitle"/>
          </p:nvPr>
        </p:nvSpPr>
        <p:spPr>
          <a:xfrm>
            <a:off x="3495738"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823" name="Google Shape;4823;p626"/>
          <p:cNvSpPr txBox="1"/>
          <p:nvPr>
            <p:ph idx="4" type="subTitle"/>
          </p:nvPr>
        </p:nvSpPr>
        <p:spPr>
          <a:xfrm>
            <a:off x="3495750"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824" name="Google Shape;4824;p626"/>
          <p:cNvSpPr txBox="1"/>
          <p:nvPr>
            <p:ph idx="5" type="subTitle"/>
          </p:nvPr>
        </p:nvSpPr>
        <p:spPr>
          <a:xfrm>
            <a:off x="5857051"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825" name="Google Shape;4825;p626"/>
          <p:cNvSpPr txBox="1"/>
          <p:nvPr>
            <p:ph idx="6" type="subTitle"/>
          </p:nvPr>
        </p:nvSpPr>
        <p:spPr>
          <a:xfrm>
            <a:off x="585707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826" name="Google Shape;4826;p626"/>
          <p:cNvSpPr txBox="1"/>
          <p:nvPr>
            <p:ph idx="7" type="subTitle"/>
          </p:nvPr>
        </p:nvSpPr>
        <p:spPr>
          <a:xfrm>
            <a:off x="1134425"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827" name="Google Shape;4827;p626"/>
          <p:cNvSpPr txBox="1"/>
          <p:nvPr>
            <p:ph idx="8" type="subTitle"/>
          </p:nvPr>
        </p:nvSpPr>
        <p:spPr>
          <a:xfrm>
            <a:off x="113442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828" name="Google Shape;4828;p626"/>
          <p:cNvSpPr txBox="1"/>
          <p:nvPr>
            <p:ph idx="9" type="subTitle"/>
          </p:nvPr>
        </p:nvSpPr>
        <p:spPr>
          <a:xfrm>
            <a:off x="3495738"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829" name="Google Shape;4829;p626"/>
          <p:cNvSpPr txBox="1"/>
          <p:nvPr>
            <p:ph idx="13" type="subTitle"/>
          </p:nvPr>
        </p:nvSpPr>
        <p:spPr>
          <a:xfrm>
            <a:off x="3495750"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830" name="Google Shape;4830;p626"/>
          <p:cNvSpPr txBox="1"/>
          <p:nvPr>
            <p:ph idx="14" type="subTitle"/>
          </p:nvPr>
        </p:nvSpPr>
        <p:spPr>
          <a:xfrm>
            <a:off x="5857051"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831" name="Google Shape;4831;p626"/>
          <p:cNvSpPr txBox="1"/>
          <p:nvPr>
            <p:ph idx="15" type="subTitle"/>
          </p:nvPr>
        </p:nvSpPr>
        <p:spPr>
          <a:xfrm>
            <a:off x="585707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21">
    <p:bg>
      <p:bgPr>
        <a:solidFill>
          <a:schemeClr val="dk1"/>
        </a:solidFill>
      </p:bgPr>
    </p:bg>
    <p:spTree>
      <p:nvGrpSpPr>
        <p:cNvPr id="4832" name="Shape 4832"/>
        <p:cNvGrpSpPr/>
        <p:nvPr/>
      </p:nvGrpSpPr>
      <p:grpSpPr>
        <a:xfrm>
          <a:off x="0" y="0"/>
          <a:ext cx="0" cy="0"/>
          <a:chOff x="0" y="0"/>
          <a:chExt cx="0" cy="0"/>
        </a:xfrm>
      </p:grpSpPr>
      <p:grpSp>
        <p:nvGrpSpPr>
          <p:cNvPr id="4833" name="Google Shape;4833;p627"/>
          <p:cNvGrpSpPr/>
          <p:nvPr/>
        </p:nvGrpSpPr>
        <p:grpSpPr>
          <a:xfrm>
            <a:off x="713225" y="539500"/>
            <a:ext cx="7717500" cy="4064400"/>
            <a:chOff x="713225" y="539500"/>
            <a:chExt cx="7717500" cy="4064400"/>
          </a:xfrm>
        </p:grpSpPr>
        <p:sp>
          <p:nvSpPr>
            <p:cNvPr id="4834" name="Google Shape;4834;p62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35" name="Google Shape;4835;p62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836" name="Google Shape;4836;p62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837" name="Google Shape;4837;p627"/>
          <p:cNvSpPr txBox="1"/>
          <p:nvPr>
            <p:ph idx="1" type="subTitle"/>
          </p:nvPr>
        </p:nvSpPr>
        <p:spPr>
          <a:xfrm>
            <a:off x="1059065"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838" name="Google Shape;4838;p627"/>
          <p:cNvSpPr txBox="1"/>
          <p:nvPr>
            <p:ph idx="2" type="subTitle"/>
          </p:nvPr>
        </p:nvSpPr>
        <p:spPr>
          <a:xfrm>
            <a:off x="1059065"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839" name="Google Shape;4839;p627"/>
          <p:cNvSpPr txBox="1"/>
          <p:nvPr>
            <p:ph idx="3" type="subTitle"/>
          </p:nvPr>
        </p:nvSpPr>
        <p:spPr>
          <a:xfrm>
            <a:off x="1059052" y="2806879"/>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840" name="Google Shape;4840;p627"/>
          <p:cNvSpPr txBox="1"/>
          <p:nvPr>
            <p:ph idx="4" type="subTitle"/>
          </p:nvPr>
        </p:nvSpPr>
        <p:spPr>
          <a:xfrm>
            <a:off x="1059070" y="2454554"/>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841" name="Google Shape;4841;p627"/>
          <p:cNvSpPr txBox="1"/>
          <p:nvPr>
            <p:ph idx="5" type="subTitle"/>
          </p:nvPr>
        </p:nvSpPr>
        <p:spPr>
          <a:xfrm>
            <a:off x="5042599"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842" name="Google Shape;4842;p627"/>
          <p:cNvSpPr txBox="1"/>
          <p:nvPr>
            <p:ph idx="6" type="subTitle"/>
          </p:nvPr>
        </p:nvSpPr>
        <p:spPr>
          <a:xfrm>
            <a:off x="5042634"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843" name="Google Shape;4843;p627"/>
          <p:cNvSpPr txBox="1"/>
          <p:nvPr>
            <p:ph idx="7" type="subTitle"/>
          </p:nvPr>
        </p:nvSpPr>
        <p:spPr>
          <a:xfrm>
            <a:off x="1059065"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844" name="Google Shape;4844;p627"/>
          <p:cNvSpPr txBox="1"/>
          <p:nvPr>
            <p:ph idx="8" type="subTitle"/>
          </p:nvPr>
        </p:nvSpPr>
        <p:spPr>
          <a:xfrm>
            <a:off x="1059065"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845" name="Google Shape;4845;p627"/>
          <p:cNvSpPr txBox="1"/>
          <p:nvPr>
            <p:ph idx="9" type="subTitle"/>
          </p:nvPr>
        </p:nvSpPr>
        <p:spPr>
          <a:xfrm>
            <a:off x="5042630" y="2806867"/>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846" name="Google Shape;4846;p627"/>
          <p:cNvSpPr txBox="1"/>
          <p:nvPr>
            <p:ph idx="13" type="subTitle"/>
          </p:nvPr>
        </p:nvSpPr>
        <p:spPr>
          <a:xfrm>
            <a:off x="5042648" y="24545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847" name="Google Shape;4847;p627"/>
          <p:cNvSpPr txBox="1"/>
          <p:nvPr>
            <p:ph idx="14" type="subTitle"/>
          </p:nvPr>
        </p:nvSpPr>
        <p:spPr>
          <a:xfrm>
            <a:off x="5042599"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848" name="Google Shape;4848;p627"/>
          <p:cNvSpPr txBox="1"/>
          <p:nvPr>
            <p:ph idx="15" type="subTitle"/>
          </p:nvPr>
        </p:nvSpPr>
        <p:spPr>
          <a:xfrm>
            <a:off x="5042634"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_1_1_1_1_1">
    <p:bg>
      <p:bgPr>
        <a:solidFill>
          <a:schemeClr val="dk1"/>
        </a:solidFill>
      </p:bgPr>
    </p:bg>
    <p:spTree>
      <p:nvGrpSpPr>
        <p:cNvPr id="4849" name="Shape 4849"/>
        <p:cNvGrpSpPr/>
        <p:nvPr/>
      </p:nvGrpSpPr>
      <p:grpSpPr>
        <a:xfrm>
          <a:off x="0" y="0"/>
          <a:ext cx="0" cy="0"/>
          <a:chOff x="0" y="0"/>
          <a:chExt cx="0" cy="0"/>
        </a:xfrm>
      </p:grpSpPr>
      <p:grpSp>
        <p:nvGrpSpPr>
          <p:cNvPr id="4850" name="Google Shape;4850;p628"/>
          <p:cNvGrpSpPr/>
          <p:nvPr/>
        </p:nvGrpSpPr>
        <p:grpSpPr>
          <a:xfrm>
            <a:off x="713225" y="539500"/>
            <a:ext cx="7717500" cy="4064400"/>
            <a:chOff x="713225" y="539500"/>
            <a:chExt cx="7717500" cy="4064400"/>
          </a:xfrm>
        </p:grpSpPr>
        <p:sp>
          <p:nvSpPr>
            <p:cNvPr id="4851" name="Google Shape;4851;p62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52" name="Google Shape;4852;p628"/>
            <p:cNvCxnSpPr/>
            <p:nvPr/>
          </p:nvCxnSpPr>
          <p:spPr>
            <a:xfrm>
              <a:off x="734825" y="1483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853" name="Google Shape;4853;p628"/>
          <p:cNvSpPr txBox="1"/>
          <p:nvPr>
            <p:ph type="title"/>
          </p:nvPr>
        </p:nvSpPr>
        <p:spPr>
          <a:xfrm>
            <a:off x="3607800" y="539500"/>
            <a:ext cx="4519200" cy="939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r">
              <a:spcBef>
                <a:spcPts val="0"/>
              </a:spcBef>
              <a:spcAft>
                <a:spcPts val="0"/>
              </a:spcAft>
              <a:buClr>
                <a:schemeClr val="lt1"/>
              </a:buClr>
              <a:buSzPts val="4800"/>
              <a:buNone/>
              <a:defRPr sz="4800">
                <a:solidFill>
                  <a:schemeClr val="lt1"/>
                </a:solidFill>
              </a:defRPr>
            </a:lvl2pPr>
            <a:lvl3pPr lvl="2" algn="r">
              <a:spcBef>
                <a:spcPts val="0"/>
              </a:spcBef>
              <a:spcAft>
                <a:spcPts val="0"/>
              </a:spcAft>
              <a:buClr>
                <a:schemeClr val="lt1"/>
              </a:buClr>
              <a:buSzPts val="4800"/>
              <a:buNone/>
              <a:defRPr sz="4800">
                <a:solidFill>
                  <a:schemeClr val="lt1"/>
                </a:solidFill>
              </a:defRPr>
            </a:lvl3pPr>
            <a:lvl4pPr lvl="3" algn="r">
              <a:spcBef>
                <a:spcPts val="0"/>
              </a:spcBef>
              <a:spcAft>
                <a:spcPts val="0"/>
              </a:spcAft>
              <a:buClr>
                <a:schemeClr val="lt1"/>
              </a:buClr>
              <a:buSzPts val="4800"/>
              <a:buNone/>
              <a:defRPr sz="4800">
                <a:solidFill>
                  <a:schemeClr val="lt1"/>
                </a:solidFill>
              </a:defRPr>
            </a:lvl4pPr>
            <a:lvl5pPr lvl="4" algn="r">
              <a:spcBef>
                <a:spcPts val="0"/>
              </a:spcBef>
              <a:spcAft>
                <a:spcPts val="0"/>
              </a:spcAft>
              <a:buClr>
                <a:schemeClr val="lt1"/>
              </a:buClr>
              <a:buSzPts val="4800"/>
              <a:buNone/>
              <a:defRPr sz="4800">
                <a:solidFill>
                  <a:schemeClr val="lt1"/>
                </a:solidFill>
              </a:defRPr>
            </a:lvl5pPr>
            <a:lvl6pPr lvl="5" algn="r">
              <a:spcBef>
                <a:spcPts val="0"/>
              </a:spcBef>
              <a:spcAft>
                <a:spcPts val="0"/>
              </a:spcAft>
              <a:buClr>
                <a:schemeClr val="lt1"/>
              </a:buClr>
              <a:buSzPts val="4800"/>
              <a:buNone/>
              <a:defRPr sz="4800">
                <a:solidFill>
                  <a:schemeClr val="lt1"/>
                </a:solidFill>
              </a:defRPr>
            </a:lvl6pPr>
            <a:lvl7pPr lvl="6" algn="r">
              <a:spcBef>
                <a:spcPts val="0"/>
              </a:spcBef>
              <a:spcAft>
                <a:spcPts val="0"/>
              </a:spcAft>
              <a:buClr>
                <a:schemeClr val="lt1"/>
              </a:buClr>
              <a:buSzPts val="4800"/>
              <a:buNone/>
              <a:defRPr sz="4800">
                <a:solidFill>
                  <a:schemeClr val="lt1"/>
                </a:solidFill>
              </a:defRPr>
            </a:lvl7pPr>
            <a:lvl8pPr lvl="7" algn="r">
              <a:spcBef>
                <a:spcPts val="0"/>
              </a:spcBef>
              <a:spcAft>
                <a:spcPts val="0"/>
              </a:spcAft>
              <a:buClr>
                <a:schemeClr val="lt1"/>
              </a:buClr>
              <a:buSzPts val="4800"/>
              <a:buNone/>
              <a:defRPr sz="4800">
                <a:solidFill>
                  <a:schemeClr val="lt1"/>
                </a:solidFill>
              </a:defRPr>
            </a:lvl8pPr>
            <a:lvl9pPr lvl="8" algn="r">
              <a:spcBef>
                <a:spcPts val="0"/>
              </a:spcBef>
              <a:spcAft>
                <a:spcPts val="0"/>
              </a:spcAft>
              <a:buClr>
                <a:schemeClr val="lt1"/>
              </a:buClr>
              <a:buSzPts val="4800"/>
              <a:buNone/>
              <a:defRPr sz="4800">
                <a:solidFill>
                  <a:schemeClr val="lt1"/>
                </a:solidFill>
              </a:defRPr>
            </a:lvl9pPr>
          </a:lstStyle>
          <a:p/>
        </p:txBody>
      </p:sp>
      <p:sp>
        <p:nvSpPr>
          <p:cNvPr id="4854" name="Google Shape;4854;p628"/>
          <p:cNvSpPr txBox="1"/>
          <p:nvPr>
            <p:ph idx="1" type="subTitle"/>
          </p:nvPr>
        </p:nvSpPr>
        <p:spPr>
          <a:xfrm>
            <a:off x="3607800" y="2278000"/>
            <a:ext cx="4519200" cy="744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r">
              <a:lnSpc>
                <a:spcPct val="100000"/>
              </a:lnSpc>
              <a:spcBef>
                <a:spcPts val="0"/>
              </a:spcBef>
              <a:spcAft>
                <a:spcPts val="0"/>
              </a:spcAft>
              <a:buClr>
                <a:schemeClr val="lt1"/>
              </a:buClr>
              <a:buSzPts val="2800"/>
              <a:buNone/>
              <a:defRPr sz="2800">
                <a:solidFill>
                  <a:schemeClr val="lt1"/>
                </a:solidFill>
              </a:defRPr>
            </a:lvl2pPr>
            <a:lvl3pPr lvl="2" algn="r">
              <a:lnSpc>
                <a:spcPct val="100000"/>
              </a:lnSpc>
              <a:spcBef>
                <a:spcPts val="0"/>
              </a:spcBef>
              <a:spcAft>
                <a:spcPts val="0"/>
              </a:spcAft>
              <a:buClr>
                <a:schemeClr val="lt1"/>
              </a:buClr>
              <a:buSzPts val="2800"/>
              <a:buNone/>
              <a:defRPr sz="2800">
                <a:solidFill>
                  <a:schemeClr val="lt1"/>
                </a:solidFill>
              </a:defRPr>
            </a:lvl3pPr>
            <a:lvl4pPr lvl="3" algn="r">
              <a:lnSpc>
                <a:spcPct val="100000"/>
              </a:lnSpc>
              <a:spcBef>
                <a:spcPts val="0"/>
              </a:spcBef>
              <a:spcAft>
                <a:spcPts val="0"/>
              </a:spcAft>
              <a:buClr>
                <a:schemeClr val="lt1"/>
              </a:buClr>
              <a:buSzPts val="2800"/>
              <a:buNone/>
              <a:defRPr sz="2800">
                <a:solidFill>
                  <a:schemeClr val="lt1"/>
                </a:solidFill>
              </a:defRPr>
            </a:lvl4pPr>
            <a:lvl5pPr lvl="4" algn="r">
              <a:lnSpc>
                <a:spcPct val="100000"/>
              </a:lnSpc>
              <a:spcBef>
                <a:spcPts val="0"/>
              </a:spcBef>
              <a:spcAft>
                <a:spcPts val="0"/>
              </a:spcAft>
              <a:buClr>
                <a:schemeClr val="lt1"/>
              </a:buClr>
              <a:buSzPts val="2800"/>
              <a:buNone/>
              <a:defRPr sz="2800">
                <a:solidFill>
                  <a:schemeClr val="lt1"/>
                </a:solidFill>
              </a:defRPr>
            </a:lvl5pPr>
            <a:lvl6pPr lvl="5" algn="r">
              <a:lnSpc>
                <a:spcPct val="100000"/>
              </a:lnSpc>
              <a:spcBef>
                <a:spcPts val="0"/>
              </a:spcBef>
              <a:spcAft>
                <a:spcPts val="0"/>
              </a:spcAft>
              <a:buClr>
                <a:schemeClr val="lt1"/>
              </a:buClr>
              <a:buSzPts val="2800"/>
              <a:buNone/>
              <a:defRPr sz="2800">
                <a:solidFill>
                  <a:schemeClr val="lt1"/>
                </a:solidFill>
              </a:defRPr>
            </a:lvl6pPr>
            <a:lvl7pPr lvl="6" algn="r">
              <a:lnSpc>
                <a:spcPct val="100000"/>
              </a:lnSpc>
              <a:spcBef>
                <a:spcPts val="0"/>
              </a:spcBef>
              <a:spcAft>
                <a:spcPts val="0"/>
              </a:spcAft>
              <a:buClr>
                <a:schemeClr val="lt1"/>
              </a:buClr>
              <a:buSzPts val="2800"/>
              <a:buNone/>
              <a:defRPr sz="2800">
                <a:solidFill>
                  <a:schemeClr val="lt1"/>
                </a:solidFill>
              </a:defRPr>
            </a:lvl7pPr>
            <a:lvl8pPr lvl="7"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sp>
        <p:nvSpPr>
          <p:cNvPr id="4855" name="Google Shape;4855;p628"/>
          <p:cNvSpPr txBox="1"/>
          <p:nvPr>
            <p:ph idx="2" type="subTitle"/>
          </p:nvPr>
        </p:nvSpPr>
        <p:spPr>
          <a:xfrm>
            <a:off x="3607800" y="1769750"/>
            <a:ext cx="4519200" cy="510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4856" name="Google Shape;4856;p628"/>
          <p:cNvSpPr txBox="1"/>
          <p:nvPr/>
        </p:nvSpPr>
        <p:spPr>
          <a:xfrm>
            <a:off x="3508050" y="3477600"/>
            <a:ext cx="4718700" cy="554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Roboto"/>
                <a:ea typeface="Roboto"/>
                <a:cs typeface="Roboto"/>
                <a:sym typeface="Roboto"/>
              </a:rPr>
              <a:t>CREDITS:</a:t>
            </a:r>
            <a:r>
              <a:rPr lang="en" sz="1200">
                <a:solidFill>
                  <a:schemeClr val="lt1"/>
                </a:solidFill>
                <a:latin typeface="Roboto"/>
                <a:ea typeface="Roboto"/>
                <a:cs typeface="Roboto"/>
                <a:sym typeface="Roboto"/>
              </a:rPr>
              <a:t> This presentation template was created by </a:t>
            </a:r>
            <a:r>
              <a:rPr b="1" lang="en" sz="1200">
                <a:solidFill>
                  <a:schemeClr val="accent1"/>
                </a:solidFill>
                <a:uFill>
                  <a:noFill/>
                </a:uFill>
                <a:latin typeface="Roboto"/>
                <a:ea typeface="Roboto"/>
                <a:cs typeface="Roboto"/>
                <a:sym typeface="Roboto"/>
                <a:hlinkClick r:id="rId2">
                  <a:extLst>
                    <a:ext uri="{A12FA001-AC4F-418D-AE19-62706E023703}">
                      <ahyp:hlinkClr val="tx"/>
                    </a:ext>
                  </a:extLst>
                </a:hlinkClick>
              </a:rPr>
              <a:t>Slidesgo</a:t>
            </a:r>
            <a:r>
              <a:rPr b="1" lang="en" sz="1200">
                <a:solidFill>
                  <a:schemeClr val="accent6"/>
                </a:solidFill>
                <a:latin typeface="Roboto"/>
                <a:ea typeface="Roboto"/>
                <a:cs typeface="Roboto"/>
                <a:sym typeface="Roboto"/>
              </a:rPr>
              <a:t>,</a:t>
            </a:r>
            <a:r>
              <a:rPr lang="en" sz="1200">
                <a:solidFill>
                  <a:schemeClr val="lt1"/>
                </a:solidFill>
                <a:latin typeface="Roboto"/>
                <a:ea typeface="Roboto"/>
                <a:cs typeface="Roboto"/>
                <a:sym typeface="Roboto"/>
              </a:rPr>
              <a:t> including icons by </a:t>
            </a:r>
            <a:r>
              <a:rPr b="1" lang="en" sz="1200">
                <a:solidFill>
                  <a:schemeClr val="accent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1"/>
                </a:solidFill>
                <a:latin typeface="Roboto"/>
                <a:ea typeface="Roboto"/>
                <a:cs typeface="Roboto"/>
                <a:sym typeface="Roboto"/>
              </a:rPr>
              <a:t>, and infographics &amp; images by </a:t>
            </a:r>
            <a:r>
              <a:rPr b="1" lang="en" sz="1200">
                <a:solidFill>
                  <a:schemeClr val="accent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accent1"/>
              </a:solidFill>
              <a:latin typeface="Roboto"/>
              <a:ea typeface="Roboto"/>
              <a:cs typeface="Roboto"/>
              <a:sym typeface="Roboto"/>
            </a:endParaRPr>
          </a:p>
        </p:txBody>
      </p:sp>
    </p:spTree>
  </p:cSld>
  <p:clrMapOvr>
    <a:masterClrMapping/>
  </p:clrMapOvr>
</p:sldLayout>
</file>

<file path=ppt/slideLayouts/slideLayout6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_1_1_1_1_1">
    <p:bg>
      <p:bgPr>
        <a:solidFill>
          <a:schemeClr val="dk1"/>
        </a:solidFill>
      </p:bgPr>
    </p:bg>
    <p:spTree>
      <p:nvGrpSpPr>
        <p:cNvPr id="4857" name="Shape 4857"/>
        <p:cNvGrpSpPr/>
        <p:nvPr/>
      </p:nvGrpSpPr>
      <p:grpSpPr>
        <a:xfrm>
          <a:off x="0" y="0"/>
          <a:ext cx="0" cy="0"/>
          <a:chOff x="0" y="0"/>
          <a:chExt cx="0" cy="0"/>
        </a:xfrm>
      </p:grpSpPr>
      <p:sp>
        <p:nvSpPr>
          <p:cNvPr id="4858" name="Google Shape;4858;p62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_1_1_1_1_1">
    <p:bg>
      <p:bgPr>
        <a:solidFill>
          <a:schemeClr val="dk1"/>
        </a:solidFill>
      </p:bgPr>
    </p:bg>
    <p:spTree>
      <p:nvGrpSpPr>
        <p:cNvPr id="4859" name="Shape 4859"/>
        <p:cNvGrpSpPr/>
        <p:nvPr/>
      </p:nvGrpSpPr>
      <p:grpSpPr>
        <a:xfrm>
          <a:off x="0" y="0"/>
          <a:ext cx="0" cy="0"/>
          <a:chOff x="0" y="0"/>
          <a:chExt cx="0" cy="0"/>
        </a:xfrm>
      </p:grpSpPr>
      <p:grpSp>
        <p:nvGrpSpPr>
          <p:cNvPr id="4860" name="Google Shape;4860;p630"/>
          <p:cNvGrpSpPr/>
          <p:nvPr/>
        </p:nvGrpSpPr>
        <p:grpSpPr>
          <a:xfrm>
            <a:off x="713225" y="539500"/>
            <a:ext cx="7717500" cy="4064400"/>
            <a:chOff x="713225" y="539500"/>
            <a:chExt cx="7717500" cy="4064400"/>
          </a:xfrm>
        </p:grpSpPr>
        <p:sp>
          <p:nvSpPr>
            <p:cNvPr id="4861" name="Google Shape;4861;p63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62" name="Google Shape;4862;p63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Layouts/slideLayout6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4867" name="Shape 4867"/>
        <p:cNvGrpSpPr/>
        <p:nvPr/>
      </p:nvGrpSpPr>
      <p:grpSpPr>
        <a:xfrm>
          <a:off x="0" y="0"/>
          <a:ext cx="0" cy="0"/>
          <a:chOff x="0" y="0"/>
          <a:chExt cx="0" cy="0"/>
        </a:xfrm>
      </p:grpSpPr>
      <p:sp>
        <p:nvSpPr>
          <p:cNvPr id="4868" name="Google Shape;4868;p63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32"/>
          <p:cNvSpPr txBox="1"/>
          <p:nvPr>
            <p:ph type="ctrTitle"/>
          </p:nvPr>
        </p:nvSpPr>
        <p:spPr>
          <a:xfrm>
            <a:off x="2048825" y="848600"/>
            <a:ext cx="5046300" cy="10305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4870" name="Google Shape;4870;p632"/>
          <p:cNvSpPr txBox="1"/>
          <p:nvPr>
            <p:ph idx="1" type="subTitle"/>
          </p:nvPr>
        </p:nvSpPr>
        <p:spPr>
          <a:xfrm>
            <a:off x="2048825" y="3798375"/>
            <a:ext cx="50463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4871" name="Google Shape;4871;p632"/>
          <p:cNvSpPr txBox="1"/>
          <p:nvPr>
            <p:ph idx="2" type="subTitle"/>
          </p:nvPr>
        </p:nvSpPr>
        <p:spPr>
          <a:xfrm>
            <a:off x="2902475" y="1879100"/>
            <a:ext cx="3339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6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4872" name="Shape 4872"/>
        <p:cNvGrpSpPr/>
        <p:nvPr/>
      </p:nvGrpSpPr>
      <p:grpSpPr>
        <a:xfrm>
          <a:off x="0" y="0"/>
          <a:ext cx="0" cy="0"/>
          <a:chOff x="0" y="0"/>
          <a:chExt cx="0" cy="0"/>
        </a:xfrm>
      </p:grpSpPr>
      <p:sp>
        <p:nvSpPr>
          <p:cNvPr id="4873" name="Google Shape;4873;p63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33"/>
          <p:cNvSpPr/>
          <p:nvPr/>
        </p:nvSpPr>
        <p:spPr>
          <a:xfrm flipH="1" rot="-5400000">
            <a:off x="-1114550" y="743900"/>
            <a:ext cx="3655500" cy="3655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33"/>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4876" name="Google Shape;4876;p633"/>
          <p:cNvSpPr txBox="1"/>
          <p:nvPr>
            <p:ph hasCustomPrompt="1" idx="2" type="title"/>
          </p:nvPr>
        </p:nvSpPr>
        <p:spPr>
          <a:xfrm>
            <a:off x="821288" y="157487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4877" name="Google Shape;4877;p633"/>
          <p:cNvSpPr txBox="1"/>
          <p:nvPr>
            <p:ph idx="1" type="subTitle"/>
          </p:nvPr>
        </p:nvSpPr>
        <p:spPr>
          <a:xfrm>
            <a:off x="2971613" y="32407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6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4878" name="Shape 4878"/>
        <p:cNvGrpSpPr/>
        <p:nvPr/>
      </p:nvGrpSpPr>
      <p:grpSpPr>
        <a:xfrm>
          <a:off x="0" y="0"/>
          <a:ext cx="0" cy="0"/>
          <a:chOff x="0" y="0"/>
          <a:chExt cx="0" cy="0"/>
        </a:xfrm>
      </p:grpSpPr>
      <p:grpSp>
        <p:nvGrpSpPr>
          <p:cNvPr id="4879" name="Google Shape;4879;p634"/>
          <p:cNvGrpSpPr/>
          <p:nvPr/>
        </p:nvGrpSpPr>
        <p:grpSpPr>
          <a:xfrm>
            <a:off x="713225" y="539500"/>
            <a:ext cx="7717500" cy="4064400"/>
            <a:chOff x="713225" y="539500"/>
            <a:chExt cx="7717500" cy="4064400"/>
          </a:xfrm>
        </p:grpSpPr>
        <p:cxnSp>
          <p:nvCxnSpPr>
            <p:cNvPr id="4880" name="Google Shape;4880;p63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4881" name="Google Shape;4881;p63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2" name="Google Shape;4882;p63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883" name="Google Shape;4883;p634"/>
          <p:cNvSpPr txBox="1"/>
          <p:nvPr>
            <p:ph idx="1" type="subTitle"/>
          </p:nvPr>
        </p:nvSpPr>
        <p:spPr>
          <a:xfrm>
            <a:off x="2817300" y="2114400"/>
            <a:ext cx="3509400" cy="1529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6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6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4884" name="Shape 4884"/>
        <p:cNvGrpSpPr/>
        <p:nvPr/>
      </p:nvGrpSpPr>
      <p:grpSpPr>
        <a:xfrm>
          <a:off x="0" y="0"/>
          <a:ext cx="0" cy="0"/>
          <a:chOff x="0" y="0"/>
          <a:chExt cx="0" cy="0"/>
        </a:xfrm>
      </p:grpSpPr>
      <p:grpSp>
        <p:nvGrpSpPr>
          <p:cNvPr id="4885" name="Google Shape;4885;p635"/>
          <p:cNvGrpSpPr/>
          <p:nvPr/>
        </p:nvGrpSpPr>
        <p:grpSpPr>
          <a:xfrm>
            <a:off x="713225" y="539500"/>
            <a:ext cx="7717500" cy="4064400"/>
            <a:chOff x="713225" y="539500"/>
            <a:chExt cx="7717500" cy="4064400"/>
          </a:xfrm>
        </p:grpSpPr>
        <p:sp>
          <p:nvSpPr>
            <p:cNvPr id="4886" name="Google Shape;4886;p63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87" name="Google Shape;4887;p63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888" name="Google Shape;4888;p63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889" name="Google Shape;4889;p635"/>
          <p:cNvSpPr txBox="1"/>
          <p:nvPr>
            <p:ph idx="1" type="subTitle"/>
          </p:nvPr>
        </p:nvSpPr>
        <p:spPr>
          <a:xfrm>
            <a:off x="1425525" y="32987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890" name="Google Shape;4890;p635"/>
          <p:cNvSpPr txBox="1"/>
          <p:nvPr>
            <p:ph idx="2" type="subTitle"/>
          </p:nvPr>
        </p:nvSpPr>
        <p:spPr>
          <a:xfrm>
            <a:off x="1425525" y="2867137"/>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891" name="Google Shape;4891;p635"/>
          <p:cNvSpPr txBox="1"/>
          <p:nvPr>
            <p:ph idx="3" type="subTitle"/>
          </p:nvPr>
        </p:nvSpPr>
        <p:spPr>
          <a:xfrm>
            <a:off x="5333725" y="32885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892" name="Google Shape;4892;p635"/>
          <p:cNvSpPr txBox="1"/>
          <p:nvPr>
            <p:ph idx="4" type="subTitle"/>
          </p:nvPr>
        </p:nvSpPr>
        <p:spPr>
          <a:xfrm>
            <a:off x="5333725" y="28586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4893" name="Shape 4893"/>
        <p:cNvGrpSpPr/>
        <p:nvPr/>
      </p:nvGrpSpPr>
      <p:grpSpPr>
        <a:xfrm>
          <a:off x="0" y="0"/>
          <a:ext cx="0" cy="0"/>
          <a:chOff x="0" y="0"/>
          <a:chExt cx="0" cy="0"/>
        </a:xfrm>
      </p:grpSpPr>
      <p:grpSp>
        <p:nvGrpSpPr>
          <p:cNvPr id="4894" name="Google Shape;4894;p636"/>
          <p:cNvGrpSpPr/>
          <p:nvPr/>
        </p:nvGrpSpPr>
        <p:grpSpPr>
          <a:xfrm>
            <a:off x="713225" y="539500"/>
            <a:ext cx="7717500" cy="4064400"/>
            <a:chOff x="713225" y="539500"/>
            <a:chExt cx="7717500" cy="4064400"/>
          </a:xfrm>
        </p:grpSpPr>
        <p:sp>
          <p:nvSpPr>
            <p:cNvPr id="4895" name="Google Shape;4895;p63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96" name="Google Shape;4896;p63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4897" name="Google Shape;4897;p63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6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4898" name="Shape 4898"/>
        <p:cNvGrpSpPr/>
        <p:nvPr/>
      </p:nvGrpSpPr>
      <p:grpSpPr>
        <a:xfrm>
          <a:off x="0" y="0"/>
          <a:ext cx="0" cy="0"/>
          <a:chOff x="0" y="0"/>
          <a:chExt cx="0" cy="0"/>
        </a:xfrm>
      </p:grpSpPr>
      <p:grpSp>
        <p:nvGrpSpPr>
          <p:cNvPr id="4899" name="Google Shape;4899;p637"/>
          <p:cNvGrpSpPr/>
          <p:nvPr/>
        </p:nvGrpSpPr>
        <p:grpSpPr>
          <a:xfrm>
            <a:off x="713225" y="539500"/>
            <a:ext cx="7717500" cy="4064400"/>
            <a:chOff x="713225" y="539500"/>
            <a:chExt cx="7717500" cy="4064400"/>
          </a:xfrm>
        </p:grpSpPr>
        <p:cxnSp>
          <p:nvCxnSpPr>
            <p:cNvPr id="4900" name="Google Shape;4900;p63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4901" name="Google Shape;4901;p63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2" name="Google Shape;4902;p63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903" name="Google Shape;4903;p637"/>
          <p:cNvSpPr txBox="1"/>
          <p:nvPr>
            <p:ph idx="1" type="subTitle"/>
          </p:nvPr>
        </p:nvSpPr>
        <p:spPr>
          <a:xfrm>
            <a:off x="2105700" y="1543900"/>
            <a:ext cx="4932600" cy="2550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800"/>
              <a:buChar char="●"/>
              <a:defRPr sz="1600">
                <a:solidFill>
                  <a:schemeClr val="lt1"/>
                </a:solidFill>
              </a:defRPr>
            </a:lvl1pPr>
            <a:lvl2pPr lvl="1">
              <a:lnSpc>
                <a:spcPct val="100000"/>
              </a:lnSpc>
              <a:spcBef>
                <a:spcPts val="0"/>
              </a:spcBef>
              <a:spcAft>
                <a:spcPts val="0"/>
              </a:spcAft>
              <a:buClr>
                <a:schemeClr val="lt1"/>
              </a:buClr>
              <a:buSzPts val="2800"/>
              <a:buChar char="○"/>
              <a:defRPr sz="2800">
                <a:solidFill>
                  <a:schemeClr val="lt1"/>
                </a:solidFill>
              </a:defRPr>
            </a:lvl2pPr>
            <a:lvl3pPr lvl="2">
              <a:lnSpc>
                <a:spcPct val="100000"/>
              </a:lnSpc>
              <a:spcBef>
                <a:spcPts val="0"/>
              </a:spcBef>
              <a:spcAft>
                <a:spcPts val="0"/>
              </a:spcAft>
              <a:buClr>
                <a:schemeClr val="lt1"/>
              </a:buClr>
              <a:buSzPts val="2800"/>
              <a:buChar char="■"/>
              <a:defRPr sz="2800">
                <a:solidFill>
                  <a:schemeClr val="lt1"/>
                </a:solidFill>
              </a:defRPr>
            </a:lvl3pPr>
            <a:lvl4pPr lvl="3">
              <a:lnSpc>
                <a:spcPct val="100000"/>
              </a:lnSpc>
              <a:spcBef>
                <a:spcPts val="0"/>
              </a:spcBef>
              <a:spcAft>
                <a:spcPts val="0"/>
              </a:spcAft>
              <a:buClr>
                <a:schemeClr val="lt1"/>
              </a:buClr>
              <a:buSzPts val="2800"/>
              <a:buChar char="●"/>
              <a:defRPr sz="2800">
                <a:solidFill>
                  <a:schemeClr val="lt1"/>
                </a:solidFill>
              </a:defRPr>
            </a:lvl4pPr>
            <a:lvl5pPr lvl="4">
              <a:lnSpc>
                <a:spcPct val="100000"/>
              </a:lnSpc>
              <a:spcBef>
                <a:spcPts val="0"/>
              </a:spcBef>
              <a:spcAft>
                <a:spcPts val="0"/>
              </a:spcAft>
              <a:buClr>
                <a:schemeClr val="lt1"/>
              </a:buClr>
              <a:buSzPts val="2800"/>
              <a:buChar char="○"/>
              <a:defRPr sz="2800">
                <a:solidFill>
                  <a:schemeClr val="lt1"/>
                </a:solidFill>
              </a:defRPr>
            </a:lvl5pPr>
            <a:lvl6pPr lvl="5">
              <a:lnSpc>
                <a:spcPct val="100000"/>
              </a:lnSpc>
              <a:spcBef>
                <a:spcPts val="0"/>
              </a:spcBef>
              <a:spcAft>
                <a:spcPts val="0"/>
              </a:spcAft>
              <a:buClr>
                <a:schemeClr val="lt1"/>
              </a:buClr>
              <a:buSzPts val="2800"/>
              <a:buChar char="■"/>
              <a:defRPr sz="2800">
                <a:solidFill>
                  <a:schemeClr val="lt1"/>
                </a:solidFill>
              </a:defRPr>
            </a:lvl6pPr>
            <a:lvl7pPr lvl="6">
              <a:lnSpc>
                <a:spcPct val="100000"/>
              </a:lnSpc>
              <a:spcBef>
                <a:spcPts val="0"/>
              </a:spcBef>
              <a:spcAft>
                <a:spcPts val="0"/>
              </a:spcAft>
              <a:buClr>
                <a:schemeClr val="lt1"/>
              </a:buClr>
              <a:buSzPts val="2800"/>
              <a:buChar char="●"/>
              <a:defRPr sz="2800">
                <a:solidFill>
                  <a:schemeClr val="lt1"/>
                </a:solidFill>
              </a:defRPr>
            </a:lvl7pPr>
            <a:lvl8pPr lvl="7">
              <a:lnSpc>
                <a:spcPct val="100000"/>
              </a:lnSpc>
              <a:spcBef>
                <a:spcPts val="0"/>
              </a:spcBef>
              <a:spcAft>
                <a:spcPts val="0"/>
              </a:spcAft>
              <a:buClr>
                <a:schemeClr val="lt1"/>
              </a:buClr>
              <a:buSzPts val="2800"/>
              <a:buChar char="○"/>
              <a:defRPr sz="2800">
                <a:solidFill>
                  <a:schemeClr val="lt1"/>
                </a:solidFill>
              </a:defRPr>
            </a:lvl8pPr>
            <a:lvl9pPr lvl="8">
              <a:lnSpc>
                <a:spcPct val="100000"/>
              </a:lnSpc>
              <a:spcBef>
                <a:spcPts val="0"/>
              </a:spcBef>
              <a:spcAft>
                <a:spcPts val="0"/>
              </a:spcAft>
              <a:buClr>
                <a:schemeClr val="lt1"/>
              </a:buClr>
              <a:buSzPts val="2800"/>
              <a:buChar char="■"/>
              <a:defRPr sz="2800">
                <a:solidFill>
                  <a:schemeClr val="lt1"/>
                </a:solidFill>
              </a:defRPr>
            </a:lvl9pPr>
          </a:lstStyle>
          <a:p/>
        </p:txBody>
      </p:sp>
    </p:spTree>
  </p:cSld>
  <p:clrMapOvr>
    <a:masterClrMapping/>
  </p:clrMapOvr>
</p:sldLayout>
</file>

<file path=ppt/slideLayouts/slideLayout6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4904" name="Shape 4904"/>
        <p:cNvGrpSpPr/>
        <p:nvPr/>
      </p:nvGrpSpPr>
      <p:grpSpPr>
        <a:xfrm>
          <a:off x="0" y="0"/>
          <a:ext cx="0" cy="0"/>
          <a:chOff x="0" y="0"/>
          <a:chExt cx="0" cy="0"/>
        </a:xfrm>
      </p:grpSpPr>
      <p:sp>
        <p:nvSpPr>
          <p:cNvPr id="4905" name="Google Shape;4905;p63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38"/>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6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4907" name="Shape 4907"/>
        <p:cNvGrpSpPr/>
        <p:nvPr/>
      </p:nvGrpSpPr>
      <p:grpSpPr>
        <a:xfrm>
          <a:off x="0" y="0"/>
          <a:ext cx="0" cy="0"/>
          <a:chOff x="0" y="0"/>
          <a:chExt cx="0" cy="0"/>
        </a:xfrm>
      </p:grpSpPr>
      <p:grpSp>
        <p:nvGrpSpPr>
          <p:cNvPr id="4908" name="Google Shape;4908;p639"/>
          <p:cNvGrpSpPr/>
          <p:nvPr/>
        </p:nvGrpSpPr>
        <p:grpSpPr>
          <a:xfrm>
            <a:off x="713225" y="539500"/>
            <a:ext cx="7717500" cy="4064400"/>
            <a:chOff x="713225" y="539500"/>
            <a:chExt cx="7717500" cy="4064400"/>
          </a:xfrm>
        </p:grpSpPr>
        <p:cxnSp>
          <p:nvCxnSpPr>
            <p:cNvPr id="4909" name="Google Shape;4909;p63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4910" name="Google Shape;4910;p63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11" name="Google Shape;4911;p639"/>
            <p:cNvCxnSpPr/>
            <p:nvPr/>
          </p:nvCxnSpPr>
          <p:spPr>
            <a:xfrm rot="10800000">
              <a:off x="4876775" y="1096300"/>
              <a:ext cx="0" cy="3507600"/>
            </a:xfrm>
            <a:prstGeom prst="straightConnector1">
              <a:avLst/>
            </a:prstGeom>
            <a:noFill/>
            <a:ln cap="flat" cmpd="sng" w="38100">
              <a:solidFill>
                <a:schemeClr val="accent1"/>
              </a:solidFill>
              <a:prstDash val="solid"/>
              <a:round/>
              <a:headEnd len="med" w="med" type="none"/>
              <a:tailEnd len="med" w="med" type="none"/>
            </a:ln>
          </p:spPr>
        </p:cxnSp>
      </p:grpSp>
      <p:sp>
        <p:nvSpPr>
          <p:cNvPr id="4912" name="Google Shape;4912;p63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913" name="Google Shape;4913;p639"/>
          <p:cNvSpPr txBox="1"/>
          <p:nvPr>
            <p:ph idx="1" type="subTitle"/>
          </p:nvPr>
        </p:nvSpPr>
        <p:spPr>
          <a:xfrm>
            <a:off x="1312950" y="2327975"/>
            <a:ext cx="2973000" cy="13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4914" name="Google Shape;4914;p639"/>
          <p:cNvSpPr txBox="1"/>
          <p:nvPr>
            <p:ph idx="2" type="subTitle"/>
          </p:nvPr>
        </p:nvSpPr>
        <p:spPr>
          <a:xfrm>
            <a:off x="1312950" y="1809275"/>
            <a:ext cx="29730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6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4915" name="Shape 4915"/>
        <p:cNvGrpSpPr/>
        <p:nvPr/>
      </p:nvGrpSpPr>
      <p:grpSpPr>
        <a:xfrm>
          <a:off x="0" y="0"/>
          <a:ext cx="0" cy="0"/>
          <a:chOff x="0" y="0"/>
          <a:chExt cx="0" cy="0"/>
        </a:xfrm>
      </p:grpSpPr>
      <p:sp>
        <p:nvSpPr>
          <p:cNvPr id="4916" name="Google Shape;4916;p640"/>
          <p:cNvSpPr txBox="1"/>
          <p:nvPr>
            <p:ph type="title"/>
          </p:nvPr>
        </p:nvSpPr>
        <p:spPr>
          <a:xfrm>
            <a:off x="865625" y="3328700"/>
            <a:ext cx="6367800" cy="1427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3600"/>
              <a:buNone/>
              <a:defRPr sz="3600">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6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4917" name="Shape 4917"/>
        <p:cNvGrpSpPr/>
        <p:nvPr/>
      </p:nvGrpSpPr>
      <p:grpSpPr>
        <a:xfrm>
          <a:off x="0" y="0"/>
          <a:ext cx="0" cy="0"/>
          <a:chOff x="0" y="0"/>
          <a:chExt cx="0" cy="0"/>
        </a:xfrm>
      </p:grpSpPr>
      <p:sp>
        <p:nvSpPr>
          <p:cNvPr id="4918" name="Google Shape;4918;p64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41"/>
          <p:cNvSpPr txBox="1"/>
          <p:nvPr>
            <p:ph hasCustomPrompt="1" type="title"/>
          </p:nvPr>
        </p:nvSpPr>
        <p:spPr>
          <a:xfrm>
            <a:off x="994200" y="1505850"/>
            <a:ext cx="7155600" cy="13323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4920" name="Google Shape;4920;p641"/>
          <p:cNvSpPr txBox="1"/>
          <p:nvPr>
            <p:ph idx="1" type="subTitle"/>
          </p:nvPr>
        </p:nvSpPr>
        <p:spPr>
          <a:xfrm>
            <a:off x="994200" y="2838150"/>
            <a:ext cx="4774200" cy="79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4921" name="Shape 4921"/>
        <p:cNvGrpSpPr/>
        <p:nvPr/>
      </p:nvGrpSpPr>
      <p:grpSpPr>
        <a:xfrm>
          <a:off x="0" y="0"/>
          <a:ext cx="0" cy="0"/>
          <a:chOff x="0" y="0"/>
          <a:chExt cx="0" cy="0"/>
        </a:xfrm>
      </p:grpSpPr>
    </p:spTree>
  </p:cSld>
  <p:clrMapOvr>
    <a:masterClrMapping/>
  </p:clrMapOvr>
</p:sldLayout>
</file>

<file path=ppt/slideLayouts/slideLayout6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4922" name="Shape 4922"/>
        <p:cNvGrpSpPr/>
        <p:nvPr/>
      </p:nvGrpSpPr>
      <p:grpSpPr>
        <a:xfrm>
          <a:off x="0" y="0"/>
          <a:ext cx="0" cy="0"/>
          <a:chOff x="0" y="0"/>
          <a:chExt cx="0" cy="0"/>
        </a:xfrm>
      </p:grpSpPr>
      <p:sp>
        <p:nvSpPr>
          <p:cNvPr id="4923" name="Google Shape;4923;p643"/>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6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4924" name="Shape 4924"/>
        <p:cNvGrpSpPr/>
        <p:nvPr/>
      </p:nvGrpSpPr>
      <p:grpSpPr>
        <a:xfrm>
          <a:off x="0" y="0"/>
          <a:ext cx="0" cy="0"/>
          <a:chOff x="0" y="0"/>
          <a:chExt cx="0" cy="0"/>
        </a:xfrm>
      </p:grpSpPr>
      <p:grpSp>
        <p:nvGrpSpPr>
          <p:cNvPr id="4925" name="Google Shape;4925;p644"/>
          <p:cNvGrpSpPr/>
          <p:nvPr/>
        </p:nvGrpSpPr>
        <p:grpSpPr>
          <a:xfrm>
            <a:off x="713200" y="539513"/>
            <a:ext cx="7717600" cy="4064400"/>
            <a:chOff x="713125" y="539500"/>
            <a:chExt cx="7717600" cy="4064400"/>
          </a:xfrm>
        </p:grpSpPr>
        <p:cxnSp>
          <p:nvCxnSpPr>
            <p:cNvPr id="4926" name="Google Shape;4926;p644"/>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4927" name="Google Shape;4927;p64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28" name="Google Shape;4928;p644"/>
            <p:cNvCxnSpPr>
              <a:stCxn id="4927" idx="2"/>
            </p:cNvCxnSpPr>
            <p:nvPr/>
          </p:nvCxnSpPr>
          <p:spPr>
            <a:xfrm rot="10800000">
              <a:off x="45719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4929" name="Google Shape;4929;p644"/>
            <p:cNvCxnSpPr/>
            <p:nvPr/>
          </p:nvCxnSpPr>
          <p:spPr>
            <a:xfrm rot="10800000">
              <a:off x="713125" y="2912025"/>
              <a:ext cx="7709100" cy="0"/>
            </a:xfrm>
            <a:prstGeom prst="straightConnector1">
              <a:avLst/>
            </a:prstGeom>
            <a:noFill/>
            <a:ln cap="flat" cmpd="sng" w="38100">
              <a:solidFill>
                <a:schemeClr val="accent1"/>
              </a:solidFill>
              <a:prstDash val="solid"/>
              <a:round/>
              <a:headEnd len="med" w="med" type="none"/>
              <a:tailEnd len="med" w="med" type="none"/>
            </a:ln>
          </p:spPr>
        </p:cxnSp>
        <p:cxnSp>
          <p:nvCxnSpPr>
            <p:cNvPr id="4930" name="Google Shape;4930;p644"/>
            <p:cNvCxnSpPr/>
            <p:nvPr/>
          </p:nvCxnSpPr>
          <p:spPr>
            <a:xfrm rot="10800000">
              <a:off x="17602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4931" name="Google Shape;4931;p644"/>
            <p:cNvCxnSpPr/>
            <p:nvPr/>
          </p:nvCxnSpPr>
          <p:spPr>
            <a:xfrm rot="10800000">
              <a:off x="7378100" y="1254400"/>
              <a:ext cx="0" cy="3349500"/>
            </a:xfrm>
            <a:prstGeom prst="straightConnector1">
              <a:avLst/>
            </a:prstGeom>
            <a:noFill/>
            <a:ln cap="flat" cmpd="sng" w="38100">
              <a:solidFill>
                <a:schemeClr val="accent1"/>
              </a:solidFill>
              <a:prstDash val="solid"/>
              <a:round/>
              <a:headEnd len="med" w="med" type="none"/>
              <a:tailEnd len="med" w="med" type="none"/>
            </a:ln>
          </p:spPr>
        </p:cxnSp>
      </p:grpSp>
      <p:sp>
        <p:nvSpPr>
          <p:cNvPr id="4932" name="Google Shape;4932;p644"/>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933" name="Google Shape;4933;p644"/>
          <p:cNvSpPr txBox="1"/>
          <p:nvPr>
            <p:ph idx="1" type="subTitle"/>
          </p:nvPr>
        </p:nvSpPr>
        <p:spPr>
          <a:xfrm>
            <a:off x="1924988" y="2036825"/>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934" name="Google Shape;4934;p644"/>
          <p:cNvSpPr txBox="1"/>
          <p:nvPr>
            <p:ph idx="2" type="subTitle"/>
          </p:nvPr>
        </p:nvSpPr>
        <p:spPr>
          <a:xfrm>
            <a:off x="1924988" y="1518125"/>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935" name="Google Shape;4935;p644"/>
          <p:cNvSpPr txBox="1"/>
          <p:nvPr>
            <p:ph hasCustomPrompt="1" idx="3" type="title"/>
          </p:nvPr>
        </p:nvSpPr>
        <p:spPr>
          <a:xfrm>
            <a:off x="8197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4936" name="Google Shape;4936;p644"/>
          <p:cNvSpPr txBox="1"/>
          <p:nvPr>
            <p:ph idx="4" type="subTitle"/>
          </p:nvPr>
        </p:nvSpPr>
        <p:spPr>
          <a:xfrm>
            <a:off x="4760188" y="2036825"/>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4937" name="Google Shape;4937;p644"/>
          <p:cNvSpPr txBox="1"/>
          <p:nvPr>
            <p:ph idx="5" type="subTitle"/>
          </p:nvPr>
        </p:nvSpPr>
        <p:spPr>
          <a:xfrm>
            <a:off x="4760188" y="1518125"/>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4938" name="Google Shape;4938;p644"/>
          <p:cNvSpPr txBox="1"/>
          <p:nvPr>
            <p:ph hasCustomPrompt="1" idx="6" type="title"/>
          </p:nvPr>
        </p:nvSpPr>
        <p:spPr>
          <a:xfrm>
            <a:off x="74842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4939" name="Google Shape;4939;p644"/>
          <p:cNvSpPr txBox="1"/>
          <p:nvPr>
            <p:ph idx="7" type="subTitle"/>
          </p:nvPr>
        </p:nvSpPr>
        <p:spPr>
          <a:xfrm>
            <a:off x="1924988" y="3691200"/>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940" name="Google Shape;4940;p644"/>
          <p:cNvSpPr txBox="1"/>
          <p:nvPr>
            <p:ph idx="8" type="subTitle"/>
          </p:nvPr>
        </p:nvSpPr>
        <p:spPr>
          <a:xfrm>
            <a:off x="1924988" y="3172500"/>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941" name="Google Shape;4941;p644"/>
          <p:cNvSpPr txBox="1"/>
          <p:nvPr>
            <p:ph hasCustomPrompt="1" idx="9" type="title"/>
          </p:nvPr>
        </p:nvSpPr>
        <p:spPr>
          <a:xfrm>
            <a:off x="819800" y="346450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4942" name="Google Shape;4942;p644"/>
          <p:cNvSpPr txBox="1"/>
          <p:nvPr>
            <p:ph idx="13" type="subTitle"/>
          </p:nvPr>
        </p:nvSpPr>
        <p:spPr>
          <a:xfrm>
            <a:off x="4760200" y="3673200"/>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4943" name="Google Shape;4943;p644"/>
          <p:cNvSpPr txBox="1"/>
          <p:nvPr>
            <p:ph idx="14" type="subTitle"/>
          </p:nvPr>
        </p:nvSpPr>
        <p:spPr>
          <a:xfrm>
            <a:off x="4760200" y="3154500"/>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4944" name="Google Shape;4944;p644"/>
          <p:cNvSpPr txBox="1"/>
          <p:nvPr>
            <p:ph hasCustomPrompt="1" idx="15" type="title"/>
          </p:nvPr>
        </p:nvSpPr>
        <p:spPr>
          <a:xfrm>
            <a:off x="7488624" y="3475788"/>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6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
    <p:bg>
      <p:bgPr>
        <a:solidFill>
          <a:schemeClr val="dk1"/>
        </a:solidFill>
      </p:bgPr>
    </p:bg>
    <p:spTree>
      <p:nvGrpSpPr>
        <p:cNvPr id="4945" name="Shape 4945"/>
        <p:cNvGrpSpPr/>
        <p:nvPr/>
      </p:nvGrpSpPr>
      <p:grpSpPr>
        <a:xfrm>
          <a:off x="0" y="0"/>
          <a:ext cx="0" cy="0"/>
          <a:chOff x="0" y="0"/>
          <a:chExt cx="0" cy="0"/>
        </a:xfrm>
      </p:grpSpPr>
      <p:grpSp>
        <p:nvGrpSpPr>
          <p:cNvPr id="4946" name="Google Shape;4946;p645"/>
          <p:cNvGrpSpPr/>
          <p:nvPr/>
        </p:nvGrpSpPr>
        <p:grpSpPr>
          <a:xfrm>
            <a:off x="713300" y="539513"/>
            <a:ext cx="7717500" cy="4064400"/>
            <a:chOff x="713225" y="539500"/>
            <a:chExt cx="7717500" cy="4064400"/>
          </a:xfrm>
        </p:grpSpPr>
        <p:cxnSp>
          <p:nvCxnSpPr>
            <p:cNvPr id="4947" name="Google Shape;4947;p645"/>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4948" name="Google Shape;4948;p64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49" name="Google Shape;4949;p645"/>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950" name="Google Shape;4950;p645"/>
          <p:cNvSpPr txBox="1"/>
          <p:nvPr>
            <p:ph idx="1" type="subTitle"/>
          </p:nvPr>
        </p:nvSpPr>
        <p:spPr>
          <a:xfrm>
            <a:off x="897170"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951" name="Google Shape;4951;p645"/>
          <p:cNvSpPr txBox="1"/>
          <p:nvPr>
            <p:ph idx="2" type="subTitle"/>
          </p:nvPr>
        </p:nvSpPr>
        <p:spPr>
          <a:xfrm>
            <a:off x="897170"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952" name="Google Shape;4952;p645"/>
          <p:cNvSpPr txBox="1"/>
          <p:nvPr>
            <p:ph hasCustomPrompt="1" idx="3" type="title"/>
          </p:nvPr>
        </p:nvSpPr>
        <p:spPr>
          <a:xfrm>
            <a:off x="1261666"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4953" name="Google Shape;4953;p645"/>
          <p:cNvSpPr txBox="1"/>
          <p:nvPr>
            <p:ph idx="4" type="subTitle"/>
          </p:nvPr>
        </p:nvSpPr>
        <p:spPr>
          <a:xfrm>
            <a:off x="47527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4954" name="Google Shape;4954;p645"/>
          <p:cNvSpPr txBox="1"/>
          <p:nvPr>
            <p:ph idx="5" type="subTitle"/>
          </p:nvPr>
        </p:nvSpPr>
        <p:spPr>
          <a:xfrm>
            <a:off x="47527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4955" name="Google Shape;4955;p645"/>
          <p:cNvSpPr txBox="1"/>
          <p:nvPr>
            <p:ph hasCustomPrompt="1" idx="6" type="title"/>
          </p:nvPr>
        </p:nvSpPr>
        <p:spPr>
          <a:xfrm>
            <a:off x="5117252"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4956" name="Google Shape;4956;p645"/>
          <p:cNvSpPr txBox="1"/>
          <p:nvPr>
            <p:ph idx="7" type="subTitle"/>
          </p:nvPr>
        </p:nvSpPr>
        <p:spPr>
          <a:xfrm>
            <a:off x="28249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4957" name="Google Shape;4957;p645"/>
          <p:cNvSpPr txBox="1"/>
          <p:nvPr>
            <p:ph idx="8" type="subTitle"/>
          </p:nvPr>
        </p:nvSpPr>
        <p:spPr>
          <a:xfrm>
            <a:off x="28249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958" name="Google Shape;4958;p645"/>
          <p:cNvSpPr txBox="1"/>
          <p:nvPr>
            <p:ph hasCustomPrompt="1" idx="9" type="title"/>
          </p:nvPr>
        </p:nvSpPr>
        <p:spPr>
          <a:xfrm>
            <a:off x="3189459"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4959" name="Google Shape;4959;p645"/>
          <p:cNvSpPr txBox="1"/>
          <p:nvPr>
            <p:ph idx="13" type="subTitle"/>
          </p:nvPr>
        </p:nvSpPr>
        <p:spPr>
          <a:xfrm>
            <a:off x="6680545"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4960" name="Google Shape;4960;p645"/>
          <p:cNvSpPr txBox="1"/>
          <p:nvPr>
            <p:ph idx="14" type="subTitle"/>
          </p:nvPr>
        </p:nvSpPr>
        <p:spPr>
          <a:xfrm>
            <a:off x="6680545"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4961" name="Google Shape;4961;p645"/>
          <p:cNvSpPr txBox="1"/>
          <p:nvPr>
            <p:ph hasCustomPrompt="1" idx="15" type="title"/>
          </p:nvPr>
        </p:nvSpPr>
        <p:spPr>
          <a:xfrm>
            <a:off x="7045045" y="1975647"/>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6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dk1"/>
        </a:solidFill>
      </p:bgPr>
    </p:bg>
    <p:spTree>
      <p:nvGrpSpPr>
        <p:cNvPr id="4962" name="Shape 4962"/>
        <p:cNvGrpSpPr/>
        <p:nvPr/>
      </p:nvGrpSpPr>
      <p:grpSpPr>
        <a:xfrm>
          <a:off x="0" y="0"/>
          <a:ext cx="0" cy="0"/>
          <a:chOff x="0" y="0"/>
          <a:chExt cx="0" cy="0"/>
        </a:xfrm>
      </p:grpSpPr>
      <p:sp>
        <p:nvSpPr>
          <p:cNvPr id="4963" name="Google Shape;4963;p64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46"/>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4965" name="Google Shape;4965;p646"/>
          <p:cNvSpPr txBox="1"/>
          <p:nvPr>
            <p:ph hasCustomPrompt="1" idx="2" type="title"/>
          </p:nvPr>
        </p:nvSpPr>
        <p:spPr>
          <a:xfrm>
            <a:off x="1131163" y="96802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4966" name="Google Shape;4966;p646"/>
          <p:cNvSpPr txBox="1"/>
          <p:nvPr>
            <p:ph idx="1" type="subTitle"/>
          </p:nvPr>
        </p:nvSpPr>
        <p:spPr>
          <a:xfrm>
            <a:off x="1131163" y="37284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6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
    <p:bg>
      <p:bgPr>
        <a:solidFill>
          <a:schemeClr val="dk1"/>
        </a:solidFill>
      </p:bgPr>
    </p:bg>
    <p:spTree>
      <p:nvGrpSpPr>
        <p:cNvPr id="4967" name="Shape 4967"/>
        <p:cNvGrpSpPr/>
        <p:nvPr/>
      </p:nvGrpSpPr>
      <p:grpSpPr>
        <a:xfrm>
          <a:off x="0" y="0"/>
          <a:ext cx="0" cy="0"/>
          <a:chOff x="0" y="0"/>
          <a:chExt cx="0" cy="0"/>
        </a:xfrm>
      </p:grpSpPr>
      <p:sp>
        <p:nvSpPr>
          <p:cNvPr id="4968" name="Google Shape;4968;p64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47"/>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4970" name="Google Shape;4970;p647"/>
          <p:cNvSpPr txBox="1"/>
          <p:nvPr>
            <p:ph hasCustomPrompt="1" idx="2" type="title"/>
          </p:nvPr>
        </p:nvSpPr>
        <p:spPr>
          <a:xfrm>
            <a:off x="3496800" y="894025"/>
            <a:ext cx="2150400" cy="1665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4971" name="Google Shape;4971;p647"/>
          <p:cNvSpPr txBox="1"/>
          <p:nvPr>
            <p:ph idx="1" type="subTitle"/>
          </p:nvPr>
        </p:nvSpPr>
        <p:spPr>
          <a:xfrm>
            <a:off x="1896450" y="3802475"/>
            <a:ext cx="53511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6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4972" name="Shape 4972"/>
        <p:cNvGrpSpPr/>
        <p:nvPr/>
      </p:nvGrpSpPr>
      <p:grpSpPr>
        <a:xfrm>
          <a:off x="0" y="0"/>
          <a:ext cx="0" cy="0"/>
          <a:chOff x="0" y="0"/>
          <a:chExt cx="0" cy="0"/>
        </a:xfrm>
      </p:grpSpPr>
      <p:sp>
        <p:nvSpPr>
          <p:cNvPr id="4973" name="Google Shape;4973;p64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48"/>
          <p:cNvSpPr txBox="1"/>
          <p:nvPr>
            <p:ph type="title"/>
          </p:nvPr>
        </p:nvSpPr>
        <p:spPr>
          <a:xfrm>
            <a:off x="1952375" y="3189813"/>
            <a:ext cx="4629600" cy="491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975" name="Google Shape;4975;p648"/>
          <p:cNvSpPr txBox="1"/>
          <p:nvPr>
            <p:ph idx="1" type="subTitle"/>
          </p:nvPr>
        </p:nvSpPr>
        <p:spPr>
          <a:xfrm>
            <a:off x="1952375" y="1995238"/>
            <a:ext cx="4629600" cy="111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6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
    <p:bg>
      <p:bgPr>
        <a:solidFill>
          <a:schemeClr val="dk1"/>
        </a:solidFill>
      </p:bgPr>
    </p:bg>
    <p:spTree>
      <p:nvGrpSpPr>
        <p:cNvPr id="4976" name="Shape 4976"/>
        <p:cNvGrpSpPr/>
        <p:nvPr/>
      </p:nvGrpSpPr>
      <p:grpSpPr>
        <a:xfrm>
          <a:off x="0" y="0"/>
          <a:ext cx="0" cy="0"/>
          <a:chOff x="0" y="0"/>
          <a:chExt cx="0" cy="0"/>
        </a:xfrm>
      </p:grpSpPr>
      <p:sp>
        <p:nvSpPr>
          <p:cNvPr id="4977" name="Google Shape;4977;p649"/>
          <p:cNvSpPr txBox="1"/>
          <p:nvPr>
            <p:ph type="title"/>
          </p:nvPr>
        </p:nvSpPr>
        <p:spPr>
          <a:xfrm>
            <a:off x="713250" y="5395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atin typeface="Roboto"/>
                <a:ea typeface="Roboto"/>
                <a:cs typeface="Roboto"/>
                <a:sym typeface="Roboto"/>
              </a:defRPr>
            </a:lvl1pPr>
            <a:lvl2pPr lvl="1">
              <a:spcBef>
                <a:spcPts val="0"/>
              </a:spcBef>
              <a:spcAft>
                <a:spcPts val="0"/>
              </a:spcAft>
              <a:buSzPts val="2800"/>
              <a:buNone/>
              <a:defRPr>
                <a:latin typeface="Roboto"/>
                <a:ea typeface="Roboto"/>
                <a:cs typeface="Roboto"/>
                <a:sym typeface="Roboto"/>
              </a:defRPr>
            </a:lvl2pPr>
            <a:lvl3pPr lvl="2">
              <a:spcBef>
                <a:spcPts val="0"/>
              </a:spcBef>
              <a:spcAft>
                <a:spcPts val="0"/>
              </a:spcAft>
              <a:buSzPts val="2800"/>
              <a:buNone/>
              <a:defRPr>
                <a:latin typeface="Roboto"/>
                <a:ea typeface="Roboto"/>
                <a:cs typeface="Roboto"/>
                <a:sym typeface="Roboto"/>
              </a:defRPr>
            </a:lvl3pPr>
            <a:lvl4pPr lvl="3">
              <a:spcBef>
                <a:spcPts val="0"/>
              </a:spcBef>
              <a:spcAft>
                <a:spcPts val="0"/>
              </a:spcAft>
              <a:buSzPts val="2800"/>
              <a:buNone/>
              <a:defRPr>
                <a:latin typeface="Roboto"/>
                <a:ea typeface="Roboto"/>
                <a:cs typeface="Roboto"/>
                <a:sym typeface="Roboto"/>
              </a:defRPr>
            </a:lvl4pPr>
            <a:lvl5pPr lvl="4">
              <a:spcBef>
                <a:spcPts val="0"/>
              </a:spcBef>
              <a:spcAft>
                <a:spcPts val="0"/>
              </a:spcAft>
              <a:buSzPts val="2800"/>
              <a:buNone/>
              <a:defRPr>
                <a:latin typeface="Roboto"/>
                <a:ea typeface="Roboto"/>
                <a:cs typeface="Roboto"/>
                <a:sym typeface="Roboto"/>
              </a:defRPr>
            </a:lvl5pPr>
            <a:lvl6pPr lvl="5">
              <a:spcBef>
                <a:spcPts val="0"/>
              </a:spcBef>
              <a:spcAft>
                <a:spcPts val="0"/>
              </a:spcAft>
              <a:buSzPts val="2800"/>
              <a:buNone/>
              <a:defRPr>
                <a:latin typeface="Roboto"/>
                <a:ea typeface="Roboto"/>
                <a:cs typeface="Roboto"/>
                <a:sym typeface="Roboto"/>
              </a:defRPr>
            </a:lvl6pPr>
            <a:lvl7pPr lvl="6">
              <a:spcBef>
                <a:spcPts val="0"/>
              </a:spcBef>
              <a:spcAft>
                <a:spcPts val="0"/>
              </a:spcAft>
              <a:buSzPts val="2800"/>
              <a:buNone/>
              <a:defRPr>
                <a:latin typeface="Roboto"/>
                <a:ea typeface="Roboto"/>
                <a:cs typeface="Roboto"/>
                <a:sym typeface="Roboto"/>
              </a:defRPr>
            </a:lvl7pPr>
            <a:lvl8pPr lvl="7">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4978" name="Google Shape;4978;p64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49"/>
          <p:cNvSpPr txBox="1"/>
          <p:nvPr>
            <p:ph idx="2" type="title"/>
          </p:nvPr>
        </p:nvSpPr>
        <p:spPr>
          <a:xfrm>
            <a:off x="3364525" y="3430088"/>
            <a:ext cx="4629600" cy="491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980" name="Google Shape;4980;p649"/>
          <p:cNvSpPr txBox="1"/>
          <p:nvPr>
            <p:ph idx="1" type="subTitle"/>
          </p:nvPr>
        </p:nvSpPr>
        <p:spPr>
          <a:xfrm>
            <a:off x="3364525" y="2235513"/>
            <a:ext cx="4629600" cy="111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6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0">
    <p:bg>
      <p:bgPr>
        <a:solidFill>
          <a:schemeClr val="dk1"/>
        </a:solidFill>
      </p:bgPr>
    </p:bg>
    <p:spTree>
      <p:nvGrpSpPr>
        <p:cNvPr id="4981" name="Shape 4981"/>
        <p:cNvGrpSpPr/>
        <p:nvPr/>
      </p:nvGrpSpPr>
      <p:grpSpPr>
        <a:xfrm>
          <a:off x="0" y="0"/>
          <a:ext cx="0" cy="0"/>
          <a:chOff x="0" y="0"/>
          <a:chExt cx="0" cy="0"/>
        </a:xfrm>
      </p:grpSpPr>
      <p:sp>
        <p:nvSpPr>
          <p:cNvPr id="4982" name="Google Shape;4982;p65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50"/>
          <p:cNvSpPr txBox="1"/>
          <p:nvPr>
            <p:ph hasCustomPrompt="1" type="title"/>
          </p:nvPr>
        </p:nvSpPr>
        <p:spPr>
          <a:xfrm>
            <a:off x="2070613" y="1505850"/>
            <a:ext cx="4774200" cy="1332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4984" name="Google Shape;4984;p650"/>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22">
    <p:bg>
      <p:bgPr>
        <a:solidFill>
          <a:schemeClr val="dk1"/>
        </a:solidFill>
      </p:bgPr>
    </p:bg>
    <p:spTree>
      <p:nvGrpSpPr>
        <p:cNvPr id="4985" name="Shape 4985"/>
        <p:cNvGrpSpPr/>
        <p:nvPr/>
      </p:nvGrpSpPr>
      <p:grpSpPr>
        <a:xfrm>
          <a:off x="0" y="0"/>
          <a:ext cx="0" cy="0"/>
          <a:chOff x="0" y="0"/>
          <a:chExt cx="0" cy="0"/>
        </a:xfrm>
      </p:grpSpPr>
      <p:sp>
        <p:nvSpPr>
          <p:cNvPr id="4986" name="Google Shape;4986;p651"/>
          <p:cNvSpPr txBox="1"/>
          <p:nvPr>
            <p:ph hasCustomPrompt="1" type="title"/>
          </p:nvPr>
        </p:nvSpPr>
        <p:spPr>
          <a:xfrm>
            <a:off x="2337663" y="1768700"/>
            <a:ext cx="2299800" cy="1209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4987" name="Google Shape;4987;p651"/>
          <p:cNvSpPr txBox="1"/>
          <p:nvPr>
            <p:ph idx="1" type="subTitle"/>
          </p:nvPr>
        </p:nvSpPr>
        <p:spPr>
          <a:xfrm>
            <a:off x="4989538" y="1768700"/>
            <a:ext cx="3188400" cy="1209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988" name="Google Shape;4988;p651"/>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89" name="Google Shape;4989;p651"/>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4990" name="Google Shape;4990;p651"/>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6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bg>
      <p:bgPr>
        <a:solidFill>
          <a:schemeClr val="dk1"/>
        </a:solidFill>
      </p:bgPr>
    </p:bg>
    <p:spTree>
      <p:nvGrpSpPr>
        <p:cNvPr id="4991" name="Shape 4991"/>
        <p:cNvGrpSpPr/>
        <p:nvPr/>
      </p:nvGrpSpPr>
      <p:grpSpPr>
        <a:xfrm>
          <a:off x="0" y="0"/>
          <a:ext cx="0" cy="0"/>
          <a:chOff x="0" y="0"/>
          <a:chExt cx="0" cy="0"/>
        </a:xfrm>
      </p:grpSpPr>
      <p:sp>
        <p:nvSpPr>
          <p:cNvPr id="4992" name="Google Shape;4992;p652"/>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93" name="Google Shape;4993;p652"/>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4994" name="Google Shape;4994;p65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4995" name="Google Shape;4995;p652"/>
          <p:cNvSpPr txBox="1"/>
          <p:nvPr>
            <p:ph hasCustomPrompt="1" idx="2" type="title"/>
          </p:nvPr>
        </p:nvSpPr>
        <p:spPr>
          <a:xfrm>
            <a:off x="1153250" y="1714350"/>
            <a:ext cx="2299800" cy="103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4996" name="Google Shape;4996;p652"/>
          <p:cNvSpPr txBox="1"/>
          <p:nvPr>
            <p:ph idx="1" type="subTitle"/>
          </p:nvPr>
        </p:nvSpPr>
        <p:spPr>
          <a:xfrm>
            <a:off x="1153250" y="2750550"/>
            <a:ext cx="2299800" cy="1058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997" name="Google Shape;4997;p652"/>
          <p:cNvSpPr txBox="1"/>
          <p:nvPr>
            <p:ph hasCustomPrompt="1" idx="3" type="title"/>
          </p:nvPr>
        </p:nvSpPr>
        <p:spPr>
          <a:xfrm>
            <a:off x="5006988" y="1378188"/>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4998" name="Google Shape;4998;p652"/>
          <p:cNvSpPr txBox="1"/>
          <p:nvPr>
            <p:ph idx="4" type="subTitle"/>
          </p:nvPr>
        </p:nvSpPr>
        <p:spPr>
          <a:xfrm>
            <a:off x="5006988" y="202385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999" name="Google Shape;4999;p652"/>
          <p:cNvSpPr txBox="1"/>
          <p:nvPr>
            <p:ph hasCustomPrompt="1" idx="5" type="title"/>
          </p:nvPr>
        </p:nvSpPr>
        <p:spPr>
          <a:xfrm>
            <a:off x="5006988" y="3133450"/>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5000" name="Google Shape;5000;p652"/>
          <p:cNvSpPr txBox="1"/>
          <p:nvPr>
            <p:ph idx="6" type="subTitle"/>
          </p:nvPr>
        </p:nvSpPr>
        <p:spPr>
          <a:xfrm>
            <a:off x="5006988" y="377900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3">
    <p:bg>
      <p:bgPr>
        <a:solidFill>
          <a:schemeClr val="dk1"/>
        </a:solidFill>
      </p:bgPr>
    </p:bg>
    <p:spTree>
      <p:nvGrpSpPr>
        <p:cNvPr id="5001" name="Shape 5001"/>
        <p:cNvGrpSpPr/>
        <p:nvPr/>
      </p:nvGrpSpPr>
      <p:grpSpPr>
        <a:xfrm>
          <a:off x="0" y="0"/>
          <a:ext cx="0" cy="0"/>
          <a:chOff x="0" y="0"/>
          <a:chExt cx="0" cy="0"/>
        </a:xfrm>
      </p:grpSpPr>
      <p:sp>
        <p:nvSpPr>
          <p:cNvPr id="5002" name="Google Shape;5002;p653"/>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03" name="Google Shape;5003;p653"/>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5004" name="Google Shape;5004;p65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005" name="Google Shape;5005;p653"/>
          <p:cNvSpPr txBox="1"/>
          <p:nvPr>
            <p:ph hasCustomPrompt="1" idx="2" type="title"/>
          </p:nvPr>
        </p:nvSpPr>
        <p:spPr>
          <a:xfrm>
            <a:off x="1153250"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5006" name="Google Shape;5006;p653"/>
          <p:cNvSpPr txBox="1"/>
          <p:nvPr>
            <p:ph idx="1" type="subTitle"/>
          </p:nvPr>
        </p:nvSpPr>
        <p:spPr>
          <a:xfrm>
            <a:off x="1153250" y="3575299"/>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007" name="Google Shape;5007;p653"/>
          <p:cNvSpPr txBox="1"/>
          <p:nvPr>
            <p:ph hasCustomPrompt="1" idx="3" type="title"/>
          </p:nvPr>
        </p:nvSpPr>
        <p:spPr>
          <a:xfrm>
            <a:off x="3476088"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5008" name="Google Shape;5008;p653"/>
          <p:cNvSpPr txBox="1"/>
          <p:nvPr>
            <p:ph idx="4" type="subTitle"/>
          </p:nvPr>
        </p:nvSpPr>
        <p:spPr>
          <a:xfrm>
            <a:off x="3476100" y="3575295"/>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009" name="Google Shape;5009;p653"/>
          <p:cNvSpPr txBox="1"/>
          <p:nvPr>
            <p:ph hasCustomPrompt="1" idx="5" type="title"/>
          </p:nvPr>
        </p:nvSpPr>
        <p:spPr>
          <a:xfrm>
            <a:off x="5798944" y="2777254"/>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5010" name="Google Shape;5010;p653"/>
          <p:cNvSpPr txBox="1"/>
          <p:nvPr>
            <p:ph idx="6" type="subTitle"/>
          </p:nvPr>
        </p:nvSpPr>
        <p:spPr>
          <a:xfrm>
            <a:off x="5798944" y="3575198"/>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_1_1">
    <p:bg>
      <p:bgPr>
        <a:solidFill>
          <a:schemeClr val="dk1"/>
        </a:solidFill>
      </p:bgPr>
    </p:bg>
    <p:spTree>
      <p:nvGrpSpPr>
        <p:cNvPr id="5011" name="Shape 5011"/>
        <p:cNvGrpSpPr/>
        <p:nvPr/>
      </p:nvGrpSpPr>
      <p:grpSpPr>
        <a:xfrm>
          <a:off x="0" y="0"/>
          <a:ext cx="0" cy="0"/>
          <a:chOff x="0" y="0"/>
          <a:chExt cx="0" cy="0"/>
        </a:xfrm>
      </p:grpSpPr>
      <p:grpSp>
        <p:nvGrpSpPr>
          <p:cNvPr id="5012" name="Google Shape;5012;p654"/>
          <p:cNvGrpSpPr/>
          <p:nvPr/>
        </p:nvGrpSpPr>
        <p:grpSpPr>
          <a:xfrm>
            <a:off x="713225" y="539500"/>
            <a:ext cx="7717500" cy="4064400"/>
            <a:chOff x="713225" y="539500"/>
            <a:chExt cx="7717500" cy="4064400"/>
          </a:xfrm>
        </p:grpSpPr>
        <p:sp>
          <p:nvSpPr>
            <p:cNvPr id="5013" name="Google Shape;5013;p65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14" name="Google Shape;5014;p65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015" name="Google Shape;5015;p65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6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_1">
    <p:bg>
      <p:bgPr>
        <a:solidFill>
          <a:schemeClr val="dk1"/>
        </a:solidFill>
      </p:bgPr>
    </p:bg>
    <p:spTree>
      <p:nvGrpSpPr>
        <p:cNvPr id="5016" name="Shape 5016"/>
        <p:cNvGrpSpPr/>
        <p:nvPr/>
      </p:nvGrpSpPr>
      <p:grpSpPr>
        <a:xfrm>
          <a:off x="0" y="0"/>
          <a:ext cx="0" cy="0"/>
          <a:chOff x="0" y="0"/>
          <a:chExt cx="0" cy="0"/>
        </a:xfrm>
      </p:grpSpPr>
      <p:grpSp>
        <p:nvGrpSpPr>
          <p:cNvPr id="5017" name="Google Shape;5017;p655"/>
          <p:cNvGrpSpPr/>
          <p:nvPr/>
        </p:nvGrpSpPr>
        <p:grpSpPr>
          <a:xfrm>
            <a:off x="713225" y="539500"/>
            <a:ext cx="7717500" cy="4064400"/>
            <a:chOff x="713225" y="539500"/>
            <a:chExt cx="7717500" cy="4064400"/>
          </a:xfrm>
        </p:grpSpPr>
        <p:sp>
          <p:nvSpPr>
            <p:cNvPr id="5018" name="Google Shape;5018;p65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19" name="Google Shape;5019;p65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020" name="Google Shape;5020;p655"/>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6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1_1_1">
    <p:bg>
      <p:bgPr>
        <a:solidFill>
          <a:schemeClr val="dk1"/>
        </a:solidFill>
      </p:bgPr>
    </p:bg>
    <p:spTree>
      <p:nvGrpSpPr>
        <p:cNvPr id="5021" name="Shape 5021"/>
        <p:cNvGrpSpPr/>
        <p:nvPr/>
      </p:nvGrpSpPr>
      <p:grpSpPr>
        <a:xfrm>
          <a:off x="0" y="0"/>
          <a:ext cx="0" cy="0"/>
          <a:chOff x="0" y="0"/>
          <a:chExt cx="0" cy="0"/>
        </a:xfrm>
      </p:grpSpPr>
      <p:grpSp>
        <p:nvGrpSpPr>
          <p:cNvPr id="5022" name="Google Shape;5022;p656"/>
          <p:cNvGrpSpPr/>
          <p:nvPr/>
        </p:nvGrpSpPr>
        <p:grpSpPr>
          <a:xfrm>
            <a:off x="713225" y="539500"/>
            <a:ext cx="7717500" cy="4064400"/>
            <a:chOff x="713225" y="539500"/>
            <a:chExt cx="7717500" cy="4064400"/>
          </a:xfrm>
        </p:grpSpPr>
        <p:sp>
          <p:nvSpPr>
            <p:cNvPr id="5023" name="Google Shape;5023;p65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24" name="Google Shape;5024;p65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025" name="Google Shape;5025;p656"/>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6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BLANK_1_1_1_1_1_1_3">
    <p:bg>
      <p:bgPr>
        <a:solidFill>
          <a:schemeClr val="dk1"/>
        </a:solidFill>
      </p:bgPr>
    </p:bg>
    <p:spTree>
      <p:nvGrpSpPr>
        <p:cNvPr id="5026" name="Shape 5026"/>
        <p:cNvGrpSpPr/>
        <p:nvPr/>
      </p:nvGrpSpPr>
      <p:grpSpPr>
        <a:xfrm>
          <a:off x="0" y="0"/>
          <a:ext cx="0" cy="0"/>
          <a:chOff x="0" y="0"/>
          <a:chExt cx="0" cy="0"/>
        </a:xfrm>
      </p:grpSpPr>
      <p:grpSp>
        <p:nvGrpSpPr>
          <p:cNvPr id="5027" name="Google Shape;5027;p657"/>
          <p:cNvGrpSpPr/>
          <p:nvPr/>
        </p:nvGrpSpPr>
        <p:grpSpPr>
          <a:xfrm>
            <a:off x="713225" y="539500"/>
            <a:ext cx="7717500" cy="4064400"/>
            <a:chOff x="713225" y="539500"/>
            <a:chExt cx="7717500" cy="4064400"/>
          </a:xfrm>
        </p:grpSpPr>
        <p:sp>
          <p:nvSpPr>
            <p:cNvPr id="5028" name="Google Shape;5028;p65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29" name="Google Shape;5029;p65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030" name="Google Shape;5030;p657"/>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6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_1_3_1">
    <p:bg>
      <p:bgPr>
        <a:solidFill>
          <a:schemeClr val="dk1"/>
        </a:solidFill>
      </p:bgPr>
    </p:bg>
    <p:spTree>
      <p:nvGrpSpPr>
        <p:cNvPr id="5031" name="Shape 5031"/>
        <p:cNvGrpSpPr/>
        <p:nvPr/>
      </p:nvGrpSpPr>
      <p:grpSpPr>
        <a:xfrm>
          <a:off x="0" y="0"/>
          <a:ext cx="0" cy="0"/>
          <a:chOff x="0" y="0"/>
          <a:chExt cx="0" cy="0"/>
        </a:xfrm>
      </p:grpSpPr>
      <p:grpSp>
        <p:nvGrpSpPr>
          <p:cNvPr id="5032" name="Google Shape;5032;p658"/>
          <p:cNvGrpSpPr/>
          <p:nvPr/>
        </p:nvGrpSpPr>
        <p:grpSpPr>
          <a:xfrm>
            <a:off x="713225" y="539500"/>
            <a:ext cx="7717500" cy="4064400"/>
            <a:chOff x="713225" y="539500"/>
            <a:chExt cx="7717500" cy="4064400"/>
          </a:xfrm>
        </p:grpSpPr>
        <p:sp>
          <p:nvSpPr>
            <p:cNvPr id="5033" name="Google Shape;5033;p65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34" name="Google Shape;5034;p65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035" name="Google Shape;5035;p658"/>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6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0">
    <p:bg>
      <p:bgPr>
        <a:solidFill>
          <a:schemeClr val="dk1"/>
        </a:solidFill>
      </p:bgPr>
    </p:bg>
    <p:spTree>
      <p:nvGrpSpPr>
        <p:cNvPr id="5036" name="Shape 5036"/>
        <p:cNvGrpSpPr/>
        <p:nvPr/>
      </p:nvGrpSpPr>
      <p:grpSpPr>
        <a:xfrm>
          <a:off x="0" y="0"/>
          <a:ext cx="0" cy="0"/>
          <a:chOff x="0" y="0"/>
          <a:chExt cx="0" cy="0"/>
        </a:xfrm>
      </p:grpSpPr>
      <p:sp>
        <p:nvSpPr>
          <p:cNvPr id="5037" name="Google Shape;5037;p65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59"/>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6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_1_1_1_2">
    <p:bg>
      <p:bgPr>
        <a:solidFill>
          <a:schemeClr val="dk1"/>
        </a:solidFill>
      </p:bgPr>
    </p:bg>
    <p:spTree>
      <p:nvGrpSpPr>
        <p:cNvPr id="5039" name="Shape 5039"/>
        <p:cNvGrpSpPr/>
        <p:nvPr/>
      </p:nvGrpSpPr>
      <p:grpSpPr>
        <a:xfrm>
          <a:off x="0" y="0"/>
          <a:ext cx="0" cy="0"/>
          <a:chOff x="0" y="0"/>
          <a:chExt cx="0" cy="0"/>
        </a:xfrm>
      </p:grpSpPr>
      <p:sp>
        <p:nvSpPr>
          <p:cNvPr id="5040" name="Google Shape;5040;p660"/>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60"/>
          <p:cNvSpPr txBox="1"/>
          <p:nvPr>
            <p:ph type="title"/>
          </p:nvPr>
        </p:nvSpPr>
        <p:spPr>
          <a:xfrm>
            <a:off x="1263200" y="1298488"/>
            <a:ext cx="2732700" cy="109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5042" name="Google Shape;5042;p660"/>
          <p:cNvSpPr txBox="1"/>
          <p:nvPr>
            <p:ph idx="1" type="subTitle"/>
          </p:nvPr>
        </p:nvSpPr>
        <p:spPr>
          <a:xfrm>
            <a:off x="1263200" y="2394813"/>
            <a:ext cx="2732700" cy="1541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6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5043" name="Shape 5043"/>
        <p:cNvGrpSpPr/>
        <p:nvPr/>
      </p:nvGrpSpPr>
      <p:grpSpPr>
        <a:xfrm>
          <a:off x="0" y="0"/>
          <a:ext cx="0" cy="0"/>
          <a:chOff x="0" y="0"/>
          <a:chExt cx="0" cy="0"/>
        </a:xfrm>
      </p:grpSpPr>
      <p:sp>
        <p:nvSpPr>
          <p:cNvPr id="5044" name="Google Shape;5044;p661"/>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61"/>
          <p:cNvSpPr txBox="1"/>
          <p:nvPr>
            <p:ph type="title"/>
          </p:nvPr>
        </p:nvSpPr>
        <p:spPr>
          <a:xfrm>
            <a:off x="948875" y="1767400"/>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5046" name="Google Shape;5046;p661"/>
          <p:cNvSpPr txBox="1"/>
          <p:nvPr>
            <p:ph idx="1" type="subTitle"/>
          </p:nvPr>
        </p:nvSpPr>
        <p:spPr>
          <a:xfrm>
            <a:off x="948875" y="2274200"/>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6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1_1_1_2_1_1_1">
    <p:bg>
      <p:bgPr>
        <a:solidFill>
          <a:schemeClr val="dk1"/>
        </a:solidFill>
      </p:bgPr>
    </p:bg>
    <p:spTree>
      <p:nvGrpSpPr>
        <p:cNvPr id="5047" name="Shape 5047"/>
        <p:cNvGrpSpPr/>
        <p:nvPr/>
      </p:nvGrpSpPr>
      <p:grpSpPr>
        <a:xfrm>
          <a:off x="0" y="0"/>
          <a:ext cx="0" cy="0"/>
          <a:chOff x="0" y="0"/>
          <a:chExt cx="0" cy="0"/>
        </a:xfrm>
      </p:grpSpPr>
      <p:grpSp>
        <p:nvGrpSpPr>
          <p:cNvPr id="5048" name="Google Shape;5048;p662"/>
          <p:cNvGrpSpPr/>
          <p:nvPr/>
        </p:nvGrpSpPr>
        <p:grpSpPr>
          <a:xfrm>
            <a:off x="713225" y="539500"/>
            <a:ext cx="7717500" cy="4064400"/>
            <a:chOff x="713225" y="539500"/>
            <a:chExt cx="7717500" cy="4064400"/>
          </a:xfrm>
        </p:grpSpPr>
        <p:sp>
          <p:nvSpPr>
            <p:cNvPr id="5049" name="Google Shape;5049;p66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50" name="Google Shape;5050;p66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051" name="Google Shape;5051;p66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052" name="Google Shape;5052;p662"/>
          <p:cNvSpPr txBox="1"/>
          <p:nvPr>
            <p:ph idx="1" type="subTitle"/>
          </p:nvPr>
        </p:nvSpPr>
        <p:spPr>
          <a:xfrm>
            <a:off x="862402" y="2181950"/>
            <a:ext cx="74778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5053" name="Google Shape;5053;p662"/>
          <p:cNvSpPr txBox="1"/>
          <p:nvPr>
            <p:ph idx="2" type="subTitle"/>
          </p:nvPr>
        </p:nvSpPr>
        <p:spPr>
          <a:xfrm>
            <a:off x="853775" y="2571350"/>
            <a:ext cx="7477800" cy="1937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5054" name="Google Shape;5054;p662"/>
          <p:cNvSpPr txBox="1"/>
          <p:nvPr>
            <p:ph idx="3" type="subTitle"/>
          </p:nvPr>
        </p:nvSpPr>
        <p:spPr>
          <a:xfrm>
            <a:off x="821225" y="1404325"/>
            <a:ext cx="76095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Tree>
  </p:cSld>
  <p:clrMapOvr>
    <a:masterClrMapping/>
  </p:clrMapOvr>
</p:sldLayout>
</file>

<file path=ppt/slideLayouts/slideLayout6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bg>
      <p:bgPr>
        <a:solidFill>
          <a:schemeClr val="dk1"/>
        </a:solidFill>
      </p:bgPr>
    </p:bg>
    <p:spTree>
      <p:nvGrpSpPr>
        <p:cNvPr id="5055" name="Shape 5055"/>
        <p:cNvGrpSpPr/>
        <p:nvPr/>
      </p:nvGrpSpPr>
      <p:grpSpPr>
        <a:xfrm>
          <a:off x="0" y="0"/>
          <a:ext cx="0" cy="0"/>
          <a:chOff x="0" y="0"/>
          <a:chExt cx="0" cy="0"/>
        </a:xfrm>
      </p:grpSpPr>
      <p:sp>
        <p:nvSpPr>
          <p:cNvPr id="5056" name="Google Shape;5056;p663"/>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63"/>
          <p:cNvSpPr txBox="1"/>
          <p:nvPr>
            <p:ph type="title"/>
          </p:nvPr>
        </p:nvSpPr>
        <p:spPr>
          <a:xfrm>
            <a:off x="4762538" y="1024043"/>
            <a:ext cx="3159900" cy="2028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5058" name="Google Shape;5058;p663"/>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6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bg>
      <p:bgPr>
        <a:solidFill>
          <a:schemeClr val="dk1"/>
        </a:solidFill>
      </p:bgPr>
    </p:bg>
    <p:spTree>
      <p:nvGrpSpPr>
        <p:cNvPr id="5059" name="Shape 5059"/>
        <p:cNvGrpSpPr/>
        <p:nvPr/>
      </p:nvGrpSpPr>
      <p:grpSpPr>
        <a:xfrm>
          <a:off x="0" y="0"/>
          <a:ext cx="0" cy="0"/>
          <a:chOff x="0" y="0"/>
          <a:chExt cx="0" cy="0"/>
        </a:xfrm>
      </p:grpSpPr>
      <p:sp>
        <p:nvSpPr>
          <p:cNvPr id="5060" name="Google Shape;5060;p664"/>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64"/>
          <p:cNvSpPr txBox="1"/>
          <p:nvPr>
            <p:ph type="title"/>
          </p:nvPr>
        </p:nvSpPr>
        <p:spPr>
          <a:xfrm>
            <a:off x="954338" y="1773175"/>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5062" name="Google Shape;5062;p664"/>
          <p:cNvSpPr txBox="1"/>
          <p:nvPr>
            <p:ph idx="1" type="subTitle"/>
          </p:nvPr>
        </p:nvSpPr>
        <p:spPr>
          <a:xfrm>
            <a:off x="954338" y="2279975"/>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6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
    <p:bg>
      <p:bgPr>
        <a:solidFill>
          <a:schemeClr val="dk1"/>
        </a:solidFill>
      </p:bgPr>
    </p:bg>
    <p:spTree>
      <p:nvGrpSpPr>
        <p:cNvPr id="5063" name="Shape 5063"/>
        <p:cNvGrpSpPr/>
        <p:nvPr/>
      </p:nvGrpSpPr>
      <p:grpSpPr>
        <a:xfrm>
          <a:off x="0" y="0"/>
          <a:ext cx="0" cy="0"/>
          <a:chOff x="0" y="0"/>
          <a:chExt cx="0" cy="0"/>
        </a:xfrm>
      </p:grpSpPr>
      <p:grpSp>
        <p:nvGrpSpPr>
          <p:cNvPr id="5064" name="Google Shape;5064;p665"/>
          <p:cNvGrpSpPr/>
          <p:nvPr/>
        </p:nvGrpSpPr>
        <p:grpSpPr>
          <a:xfrm>
            <a:off x="713225" y="539500"/>
            <a:ext cx="7717500" cy="4064400"/>
            <a:chOff x="713225" y="539500"/>
            <a:chExt cx="7717500" cy="4064400"/>
          </a:xfrm>
        </p:grpSpPr>
        <p:sp>
          <p:nvSpPr>
            <p:cNvPr id="5065" name="Google Shape;5065;p66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66" name="Google Shape;5066;p66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067" name="Google Shape;5067;p66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068" name="Google Shape;5068;p665"/>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5069" name="Google Shape;5069;p665"/>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5070" name="Google Shape;5070;p665"/>
          <p:cNvSpPr txBox="1"/>
          <p:nvPr>
            <p:ph idx="3" type="subTitle"/>
          </p:nvPr>
        </p:nvSpPr>
        <p:spPr>
          <a:xfrm>
            <a:off x="853775" y="2571192"/>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5071" name="Google Shape;5071;p665"/>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5072" name="Google Shape;5072;p665"/>
          <p:cNvSpPr txBox="1"/>
          <p:nvPr>
            <p:ph idx="5" type="subTitle"/>
          </p:nvPr>
        </p:nvSpPr>
        <p:spPr>
          <a:xfrm>
            <a:off x="4615325" y="2570500"/>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6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1_1_1_1">
    <p:bg>
      <p:bgPr>
        <a:solidFill>
          <a:schemeClr val="dk1"/>
        </a:solidFill>
      </p:bgPr>
    </p:bg>
    <p:spTree>
      <p:nvGrpSpPr>
        <p:cNvPr id="5073" name="Shape 5073"/>
        <p:cNvGrpSpPr/>
        <p:nvPr/>
      </p:nvGrpSpPr>
      <p:grpSpPr>
        <a:xfrm>
          <a:off x="0" y="0"/>
          <a:ext cx="0" cy="0"/>
          <a:chOff x="0" y="0"/>
          <a:chExt cx="0" cy="0"/>
        </a:xfrm>
      </p:grpSpPr>
      <p:grpSp>
        <p:nvGrpSpPr>
          <p:cNvPr id="5074" name="Google Shape;5074;p666"/>
          <p:cNvGrpSpPr/>
          <p:nvPr/>
        </p:nvGrpSpPr>
        <p:grpSpPr>
          <a:xfrm>
            <a:off x="713225" y="539500"/>
            <a:ext cx="7717500" cy="4064400"/>
            <a:chOff x="713225" y="539500"/>
            <a:chExt cx="7717500" cy="4064400"/>
          </a:xfrm>
        </p:grpSpPr>
        <p:sp>
          <p:nvSpPr>
            <p:cNvPr id="5075" name="Google Shape;5075;p66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76" name="Google Shape;5076;p66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077" name="Google Shape;5077;p66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078" name="Google Shape;5078;p666"/>
          <p:cNvSpPr txBox="1"/>
          <p:nvPr>
            <p:ph idx="1" type="subTitle"/>
          </p:nvPr>
        </p:nvSpPr>
        <p:spPr>
          <a:xfrm>
            <a:off x="1422663" y="3527586"/>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079" name="Google Shape;5079;p666"/>
          <p:cNvSpPr txBox="1"/>
          <p:nvPr>
            <p:ph idx="2" type="subTitle"/>
          </p:nvPr>
        </p:nvSpPr>
        <p:spPr>
          <a:xfrm>
            <a:off x="1422663" y="3098062"/>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080" name="Google Shape;5080;p666"/>
          <p:cNvSpPr txBox="1"/>
          <p:nvPr>
            <p:ph idx="3" type="subTitle"/>
          </p:nvPr>
        </p:nvSpPr>
        <p:spPr>
          <a:xfrm>
            <a:off x="5336638" y="3527925"/>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081" name="Google Shape;5081;p666"/>
          <p:cNvSpPr txBox="1"/>
          <p:nvPr>
            <p:ph idx="4" type="subTitle"/>
          </p:nvPr>
        </p:nvSpPr>
        <p:spPr>
          <a:xfrm>
            <a:off x="5336638" y="30980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8">
    <p:bg>
      <p:bgPr>
        <a:solidFill>
          <a:schemeClr val="dk1"/>
        </a:solidFill>
      </p:bgPr>
    </p:bg>
    <p:spTree>
      <p:nvGrpSpPr>
        <p:cNvPr id="5082" name="Shape 5082"/>
        <p:cNvGrpSpPr/>
        <p:nvPr/>
      </p:nvGrpSpPr>
      <p:grpSpPr>
        <a:xfrm>
          <a:off x="0" y="0"/>
          <a:ext cx="0" cy="0"/>
          <a:chOff x="0" y="0"/>
          <a:chExt cx="0" cy="0"/>
        </a:xfrm>
      </p:grpSpPr>
      <p:grpSp>
        <p:nvGrpSpPr>
          <p:cNvPr id="5083" name="Google Shape;5083;p667"/>
          <p:cNvGrpSpPr/>
          <p:nvPr/>
        </p:nvGrpSpPr>
        <p:grpSpPr>
          <a:xfrm>
            <a:off x="713225" y="539500"/>
            <a:ext cx="7717500" cy="4064400"/>
            <a:chOff x="713225" y="539500"/>
            <a:chExt cx="7717500" cy="4064400"/>
          </a:xfrm>
        </p:grpSpPr>
        <p:sp>
          <p:nvSpPr>
            <p:cNvPr id="5084" name="Google Shape;5084;p66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85" name="Google Shape;5085;p66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086" name="Google Shape;5086;p66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087" name="Google Shape;5087;p667"/>
          <p:cNvSpPr txBox="1"/>
          <p:nvPr>
            <p:ph idx="1" type="subTitle"/>
          </p:nvPr>
        </p:nvSpPr>
        <p:spPr>
          <a:xfrm>
            <a:off x="2965993" y="1780597"/>
            <a:ext cx="3506400" cy="80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088" name="Google Shape;5088;p667"/>
          <p:cNvSpPr txBox="1"/>
          <p:nvPr>
            <p:ph idx="2" type="subTitle"/>
          </p:nvPr>
        </p:nvSpPr>
        <p:spPr>
          <a:xfrm>
            <a:off x="2965993" y="1351073"/>
            <a:ext cx="3506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089" name="Google Shape;5089;p667"/>
          <p:cNvSpPr txBox="1"/>
          <p:nvPr>
            <p:ph idx="3" type="subTitle"/>
          </p:nvPr>
        </p:nvSpPr>
        <p:spPr>
          <a:xfrm>
            <a:off x="2280193" y="3541819"/>
            <a:ext cx="3506400" cy="809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090" name="Google Shape;5090;p667"/>
          <p:cNvSpPr txBox="1"/>
          <p:nvPr>
            <p:ph idx="4" type="subTitle"/>
          </p:nvPr>
        </p:nvSpPr>
        <p:spPr>
          <a:xfrm>
            <a:off x="2280193" y="3111944"/>
            <a:ext cx="3506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bg>
      <p:bgPr>
        <a:solidFill>
          <a:schemeClr val="dk1"/>
        </a:solidFill>
      </p:bgPr>
    </p:bg>
    <p:spTree>
      <p:nvGrpSpPr>
        <p:cNvPr id="5091" name="Shape 5091"/>
        <p:cNvGrpSpPr/>
        <p:nvPr/>
      </p:nvGrpSpPr>
      <p:grpSpPr>
        <a:xfrm>
          <a:off x="0" y="0"/>
          <a:ext cx="0" cy="0"/>
          <a:chOff x="0" y="0"/>
          <a:chExt cx="0" cy="0"/>
        </a:xfrm>
      </p:grpSpPr>
      <p:grpSp>
        <p:nvGrpSpPr>
          <p:cNvPr id="5092" name="Google Shape;5092;p668"/>
          <p:cNvGrpSpPr/>
          <p:nvPr/>
        </p:nvGrpSpPr>
        <p:grpSpPr>
          <a:xfrm>
            <a:off x="713225" y="539500"/>
            <a:ext cx="7717500" cy="4064400"/>
            <a:chOff x="713225" y="539500"/>
            <a:chExt cx="7717500" cy="4064400"/>
          </a:xfrm>
        </p:grpSpPr>
        <p:sp>
          <p:nvSpPr>
            <p:cNvPr id="5093" name="Google Shape;5093;p66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94" name="Google Shape;5094;p66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095" name="Google Shape;5095;p66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096" name="Google Shape;5096;p668"/>
          <p:cNvSpPr txBox="1"/>
          <p:nvPr>
            <p:ph idx="1" type="subTitle"/>
          </p:nvPr>
        </p:nvSpPr>
        <p:spPr>
          <a:xfrm>
            <a:off x="1041662" y="2850162"/>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097" name="Google Shape;5097;p668"/>
          <p:cNvSpPr txBox="1"/>
          <p:nvPr>
            <p:ph idx="2" type="subTitle"/>
          </p:nvPr>
        </p:nvSpPr>
        <p:spPr>
          <a:xfrm>
            <a:off x="1041662"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098" name="Google Shape;5098;p668"/>
          <p:cNvSpPr txBox="1"/>
          <p:nvPr>
            <p:ph idx="3" type="subTitle"/>
          </p:nvPr>
        </p:nvSpPr>
        <p:spPr>
          <a:xfrm>
            <a:off x="6437934" y="2850513"/>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099" name="Google Shape;5099;p668"/>
          <p:cNvSpPr txBox="1"/>
          <p:nvPr>
            <p:ph idx="4" type="subTitle"/>
          </p:nvPr>
        </p:nvSpPr>
        <p:spPr>
          <a:xfrm>
            <a:off x="6437934"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6">
    <p:bg>
      <p:bgPr>
        <a:solidFill>
          <a:schemeClr val="dk1"/>
        </a:solidFill>
      </p:bgPr>
    </p:bg>
    <p:spTree>
      <p:nvGrpSpPr>
        <p:cNvPr id="5100" name="Shape 5100"/>
        <p:cNvGrpSpPr/>
        <p:nvPr/>
      </p:nvGrpSpPr>
      <p:grpSpPr>
        <a:xfrm>
          <a:off x="0" y="0"/>
          <a:ext cx="0" cy="0"/>
          <a:chOff x="0" y="0"/>
          <a:chExt cx="0" cy="0"/>
        </a:xfrm>
      </p:grpSpPr>
      <p:grpSp>
        <p:nvGrpSpPr>
          <p:cNvPr id="5101" name="Google Shape;5101;p669"/>
          <p:cNvGrpSpPr/>
          <p:nvPr/>
        </p:nvGrpSpPr>
        <p:grpSpPr>
          <a:xfrm>
            <a:off x="713225" y="539500"/>
            <a:ext cx="7717500" cy="4064400"/>
            <a:chOff x="713225" y="539500"/>
            <a:chExt cx="7717500" cy="4064400"/>
          </a:xfrm>
        </p:grpSpPr>
        <p:sp>
          <p:nvSpPr>
            <p:cNvPr id="5102" name="Google Shape;5102;p66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03" name="Google Shape;5103;p66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104" name="Google Shape;5104;p66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105" name="Google Shape;5105;p669"/>
          <p:cNvSpPr txBox="1"/>
          <p:nvPr>
            <p:ph idx="1" type="subTitle"/>
          </p:nvPr>
        </p:nvSpPr>
        <p:spPr>
          <a:xfrm>
            <a:off x="1425525" y="1808851"/>
            <a:ext cx="2384700" cy="2377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
        <p:nvSpPr>
          <p:cNvPr id="5106" name="Google Shape;5106;p669"/>
          <p:cNvSpPr txBox="1"/>
          <p:nvPr>
            <p:ph idx="2" type="subTitle"/>
          </p:nvPr>
        </p:nvSpPr>
        <p:spPr>
          <a:xfrm>
            <a:off x="5333725" y="1808850"/>
            <a:ext cx="2384700" cy="2356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6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_1_1_1">
    <p:bg>
      <p:bgPr>
        <a:solidFill>
          <a:schemeClr val="dk1"/>
        </a:solidFill>
      </p:bgPr>
    </p:bg>
    <p:spTree>
      <p:nvGrpSpPr>
        <p:cNvPr id="5107" name="Shape 5107"/>
        <p:cNvGrpSpPr/>
        <p:nvPr/>
      </p:nvGrpSpPr>
      <p:grpSpPr>
        <a:xfrm>
          <a:off x="0" y="0"/>
          <a:ext cx="0" cy="0"/>
          <a:chOff x="0" y="0"/>
          <a:chExt cx="0" cy="0"/>
        </a:xfrm>
      </p:grpSpPr>
      <p:grpSp>
        <p:nvGrpSpPr>
          <p:cNvPr id="5108" name="Google Shape;5108;p670"/>
          <p:cNvGrpSpPr/>
          <p:nvPr/>
        </p:nvGrpSpPr>
        <p:grpSpPr>
          <a:xfrm>
            <a:off x="713225" y="539500"/>
            <a:ext cx="7717500" cy="4064400"/>
            <a:chOff x="713225" y="539500"/>
            <a:chExt cx="7717500" cy="4064400"/>
          </a:xfrm>
        </p:grpSpPr>
        <p:sp>
          <p:nvSpPr>
            <p:cNvPr id="5109" name="Google Shape;5109;p67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10" name="Google Shape;5110;p67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111" name="Google Shape;5111;p67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112" name="Google Shape;5112;p670"/>
          <p:cNvSpPr txBox="1"/>
          <p:nvPr>
            <p:ph idx="1" type="subTitle"/>
          </p:nvPr>
        </p:nvSpPr>
        <p:spPr>
          <a:xfrm>
            <a:off x="852300" y="16473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5113" name="Google Shape;5113;p670"/>
          <p:cNvSpPr txBox="1"/>
          <p:nvPr>
            <p:ph idx="2" type="subTitle"/>
          </p:nvPr>
        </p:nvSpPr>
        <p:spPr>
          <a:xfrm>
            <a:off x="852300" y="12178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5114" name="Google Shape;5114;p670"/>
          <p:cNvSpPr txBox="1"/>
          <p:nvPr>
            <p:ph idx="3" type="subTitle"/>
          </p:nvPr>
        </p:nvSpPr>
        <p:spPr>
          <a:xfrm>
            <a:off x="852300" y="27819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5115" name="Google Shape;5115;p670"/>
          <p:cNvSpPr txBox="1"/>
          <p:nvPr>
            <p:ph idx="4" type="subTitle"/>
          </p:nvPr>
        </p:nvSpPr>
        <p:spPr>
          <a:xfrm>
            <a:off x="852300" y="23524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5116" name="Google Shape;5116;p670"/>
          <p:cNvSpPr txBox="1"/>
          <p:nvPr>
            <p:ph idx="5" type="subTitle"/>
          </p:nvPr>
        </p:nvSpPr>
        <p:spPr>
          <a:xfrm>
            <a:off x="852300" y="3916538"/>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5117" name="Google Shape;5117;p670"/>
          <p:cNvSpPr txBox="1"/>
          <p:nvPr>
            <p:ph idx="6" type="subTitle"/>
          </p:nvPr>
        </p:nvSpPr>
        <p:spPr>
          <a:xfrm>
            <a:off x="852300" y="34870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6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bg>
      <p:bgPr>
        <a:solidFill>
          <a:schemeClr val="dk1"/>
        </a:solidFill>
      </p:bgPr>
    </p:bg>
    <p:spTree>
      <p:nvGrpSpPr>
        <p:cNvPr id="5118" name="Shape 5118"/>
        <p:cNvGrpSpPr/>
        <p:nvPr/>
      </p:nvGrpSpPr>
      <p:grpSpPr>
        <a:xfrm>
          <a:off x="0" y="0"/>
          <a:ext cx="0" cy="0"/>
          <a:chOff x="0" y="0"/>
          <a:chExt cx="0" cy="0"/>
        </a:xfrm>
      </p:grpSpPr>
      <p:grpSp>
        <p:nvGrpSpPr>
          <p:cNvPr id="5119" name="Google Shape;5119;p671"/>
          <p:cNvGrpSpPr/>
          <p:nvPr/>
        </p:nvGrpSpPr>
        <p:grpSpPr>
          <a:xfrm>
            <a:off x="713225" y="539500"/>
            <a:ext cx="7717500" cy="4064400"/>
            <a:chOff x="713225" y="539500"/>
            <a:chExt cx="7717500" cy="4064400"/>
          </a:xfrm>
        </p:grpSpPr>
        <p:sp>
          <p:nvSpPr>
            <p:cNvPr id="5120" name="Google Shape;5120;p67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21" name="Google Shape;5121;p67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122" name="Google Shape;5122;p67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123" name="Google Shape;5123;p671"/>
          <p:cNvSpPr txBox="1"/>
          <p:nvPr>
            <p:ph idx="1" type="subTitle"/>
          </p:nvPr>
        </p:nvSpPr>
        <p:spPr>
          <a:xfrm>
            <a:off x="919850"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124" name="Google Shape;5124;p671"/>
          <p:cNvSpPr txBox="1"/>
          <p:nvPr>
            <p:ph idx="2" type="subTitle"/>
          </p:nvPr>
        </p:nvSpPr>
        <p:spPr>
          <a:xfrm>
            <a:off x="919850"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125" name="Google Shape;5125;p671"/>
          <p:cNvSpPr txBox="1"/>
          <p:nvPr>
            <p:ph idx="3" type="subTitle"/>
          </p:nvPr>
        </p:nvSpPr>
        <p:spPr>
          <a:xfrm>
            <a:off x="3500699"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126" name="Google Shape;5126;p671"/>
          <p:cNvSpPr txBox="1"/>
          <p:nvPr>
            <p:ph idx="4" type="subTitle"/>
          </p:nvPr>
        </p:nvSpPr>
        <p:spPr>
          <a:xfrm>
            <a:off x="3500697"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127" name="Google Shape;5127;p671"/>
          <p:cNvSpPr txBox="1"/>
          <p:nvPr>
            <p:ph idx="5" type="subTitle"/>
          </p:nvPr>
        </p:nvSpPr>
        <p:spPr>
          <a:xfrm>
            <a:off x="6069048"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128" name="Google Shape;5128;p671"/>
          <p:cNvSpPr txBox="1"/>
          <p:nvPr>
            <p:ph idx="6" type="subTitle"/>
          </p:nvPr>
        </p:nvSpPr>
        <p:spPr>
          <a:xfrm>
            <a:off x="6069043"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1_1_1_1_1_1">
    <p:bg>
      <p:bgPr>
        <a:solidFill>
          <a:schemeClr val="dk1"/>
        </a:solidFill>
      </p:bgPr>
    </p:bg>
    <p:spTree>
      <p:nvGrpSpPr>
        <p:cNvPr id="5129" name="Shape 5129"/>
        <p:cNvGrpSpPr/>
        <p:nvPr/>
      </p:nvGrpSpPr>
      <p:grpSpPr>
        <a:xfrm>
          <a:off x="0" y="0"/>
          <a:ext cx="0" cy="0"/>
          <a:chOff x="0" y="0"/>
          <a:chExt cx="0" cy="0"/>
        </a:xfrm>
      </p:grpSpPr>
      <p:grpSp>
        <p:nvGrpSpPr>
          <p:cNvPr id="5130" name="Google Shape;5130;p672"/>
          <p:cNvGrpSpPr/>
          <p:nvPr/>
        </p:nvGrpSpPr>
        <p:grpSpPr>
          <a:xfrm>
            <a:off x="713225" y="539500"/>
            <a:ext cx="7717500" cy="4064400"/>
            <a:chOff x="713225" y="539500"/>
            <a:chExt cx="7717500" cy="4064400"/>
          </a:xfrm>
        </p:grpSpPr>
        <p:sp>
          <p:nvSpPr>
            <p:cNvPr id="5131" name="Google Shape;5131;p67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32" name="Google Shape;5132;p67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133" name="Google Shape;5133;p67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134" name="Google Shape;5134;p672"/>
          <p:cNvSpPr txBox="1"/>
          <p:nvPr>
            <p:ph idx="1" type="subTitle"/>
          </p:nvPr>
        </p:nvSpPr>
        <p:spPr>
          <a:xfrm>
            <a:off x="919850" y="28955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135" name="Google Shape;5135;p672"/>
          <p:cNvSpPr txBox="1"/>
          <p:nvPr>
            <p:ph idx="2" type="subTitle"/>
          </p:nvPr>
        </p:nvSpPr>
        <p:spPr>
          <a:xfrm>
            <a:off x="919850" y="23982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136" name="Google Shape;5136;p672"/>
          <p:cNvSpPr txBox="1"/>
          <p:nvPr>
            <p:ph idx="3" type="subTitle"/>
          </p:nvPr>
        </p:nvSpPr>
        <p:spPr>
          <a:xfrm>
            <a:off x="3500700" y="32003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137" name="Google Shape;5137;p672"/>
          <p:cNvSpPr txBox="1"/>
          <p:nvPr>
            <p:ph idx="4" type="subTitle"/>
          </p:nvPr>
        </p:nvSpPr>
        <p:spPr>
          <a:xfrm>
            <a:off x="3500697" y="27030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138" name="Google Shape;5138;p672"/>
          <p:cNvSpPr txBox="1"/>
          <p:nvPr>
            <p:ph idx="5" type="subTitle"/>
          </p:nvPr>
        </p:nvSpPr>
        <p:spPr>
          <a:xfrm>
            <a:off x="6069049" y="35051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139" name="Google Shape;5139;p672"/>
          <p:cNvSpPr txBox="1"/>
          <p:nvPr>
            <p:ph idx="6" type="subTitle"/>
          </p:nvPr>
        </p:nvSpPr>
        <p:spPr>
          <a:xfrm>
            <a:off x="6069043" y="30078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BLANK_1_1_1_1_1_1_1_1_1_1">
    <p:bg>
      <p:bgPr>
        <a:solidFill>
          <a:schemeClr val="dk1"/>
        </a:solidFill>
      </p:bgPr>
    </p:bg>
    <p:spTree>
      <p:nvGrpSpPr>
        <p:cNvPr id="5140" name="Shape 5140"/>
        <p:cNvGrpSpPr/>
        <p:nvPr/>
      </p:nvGrpSpPr>
      <p:grpSpPr>
        <a:xfrm>
          <a:off x="0" y="0"/>
          <a:ext cx="0" cy="0"/>
          <a:chOff x="0" y="0"/>
          <a:chExt cx="0" cy="0"/>
        </a:xfrm>
      </p:grpSpPr>
      <p:grpSp>
        <p:nvGrpSpPr>
          <p:cNvPr id="5141" name="Google Shape;5141;p673"/>
          <p:cNvGrpSpPr/>
          <p:nvPr/>
        </p:nvGrpSpPr>
        <p:grpSpPr>
          <a:xfrm>
            <a:off x="713225" y="539500"/>
            <a:ext cx="7717500" cy="4064400"/>
            <a:chOff x="713225" y="539500"/>
            <a:chExt cx="7717500" cy="4064400"/>
          </a:xfrm>
        </p:grpSpPr>
        <p:sp>
          <p:nvSpPr>
            <p:cNvPr id="5142" name="Google Shape;5142;p67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43" name="Google Shape;5143;p67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144" name="Google Shape;5144;p67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145" name="Google Shape;5145;p673"/>
          <p:cNvSpPr txBox="1"/>
          <p:nvPr>
            <p:ph idx="1" type="subTitle"/>
          </p:nvPr>
        </p:nvSpPr>
        <p:spPr>
          <a:xfrm>
            <a:off x="111297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146" name="Google Shape;5146;p673"/>
          <p:cNvSpPr txBox="1"/>
          <p:nvPr>
            <p:ph idx="2" type="subTitle"/>
          </p:nvPr>
        </p:nvSpPr>
        <p:spPr>
          <a:xfrm>
            <a:off x="111297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147" name="Google Shape;5147;p673"/>
          <p:cNvSpPr txBox="1"/>
          <p:nvPr>
            <p:ph idx="3" type="subTitle"/>
          </p:nvPr>
        </p:nvSpPr>
        <p:spPr>
          <a:xfrm>
            <a:off x="3497250" y="18612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148" name="Google Shape;5148;p673"/>
          <p:cNvSpPr txBox="1"/>
          <p:nvPr>
            <p:ph idx="4" type="subTitle"/>
          </p:nvPr>
        </p:nvSpPr>
        <p:spPr>
          <a:xfrm>
            <a:off x="3497250" y="13639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149" name="Google Shape;5149;p673"/>
          <p:cNvSpPr txBox="1"/>
          <p:nvPr>
            <p:ph idx="5" type="subTitle"/>
          </p:nvPr>
        </p:nvSpPr>
        <p:spPr>
          <a:xfrm>
            <a:off x="588152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150" name="Google Shape;5150;p673"/>
          <p:cNvSpPr txBox="1"/>
          <p:nvPr>
            <p:ph idx="6" type="subTitle"/>
          </p:nvPr>
        </p:nvSpPr>
        <p:spPr>
          <a:xfrm>
            <a:off x="588152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2">
    <p:bg>
      <p:bgPr>
        <a:solidFill>
          <a:schemeClr val="dk1"/>
        </a:solidFill>
      </p:bgPr>
    </p:bg>
    <p:spTree>
      <p:nvGrpSpPr>
        <p:cNvPr id="5151" name="Shape 5151"/>
        <p:cNvGrpSpPr/>
        <p:nvPr/>
      </p:nvGrpSpPr>
      <p:grpSpPr>
        <a:xfrm>
          <a:off x="0" y="0"/>
          <a:ext cx="0" cy="0"/>
          <a:chOff x="0" y="0"/>
          <a:chExt cx="0" cy="0"/>
        </a:xfrm>
      </p:grpSpPr>
      <p:grpSp>
        <p:nvGrpSpPr>
          <p:cNvPr id="5152" name="Google Shape;5152;p674"/>
          <p:cNvGrpSpPr/>
          <p:nvPr/>
        </p:nvGrpSpPr>
        <p:grpSpPr>
          <a:xfrm>
            <a:off x="713225" y="539500"/>
            <a:ext cx="7717500" cy="4064400"/>
            <a:chOff x="713225" y="539500"/>
            <a:chExt cx="7717500" cy="4064400"/>
          </a:xfrm>
        </p:grpSpPr>
        <p:sp>
          <p:nvSpPr>
            <p:cNvPr id="5153" name="Google Shape;5153;p67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54" name="Google Shape;5154;p67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155" name="Google Shape;5155;p67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156" name="Google Shape;5156;p674"/>
          <p:cNvSpPr txBox="1"/>
          <p:nvPr>
            <p:ph idx="1" type="subTitle"/>
          </p:nvPr>
        </p:nvSpPr>
        <p:spPr>
          <a:xfrm>
            <a:off x="945800" y="1875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5157" name="Google Shape;5157;p674"/>
          <p:cNvSpPr txBox="1"/>
          <p:nvPr>
            <p:ph idx="2" type="subTitle"/>
          </p:nvPr>
        </p:nvSpPr>
        <p:spPr>
          <a:xfrm>
            <a:off x="945800" y="1446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5158" name="Google Shape;5158;p674"/>
          <p:cNvSpPr txBox="1"/>
          <p:nvPr>
            <p:ph idx="3" type="subTitle"/>
          </p:nvPr>
        </p:nvSpPr>
        <p:spPr>
          <a:xfrm>
            <a:off x="5153800" y="2781950"/>
            <a:ext cx="30444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5159" name="Google Shape;5159;p674"/>
          <p:cNvSpPr txBox="1"/>
          <p:nvPr>
            <p:ph idx="4" type="subTitle"/>
          </p:nvPr>
        </p:nvSpPr>
        <p:spPr>
          <a:xfrm>
            <a:off x="5153800" y="2352425"/>
            <a:ext cx="3044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5160" name="Google Shape;5160;p674"/>
          <p:cNvSpPr txBox="1"/>
          <p:nvPr>
            <p:ph idx="5" type="subTitle"/>
          </p:nvPr>
        </p:nvSpPr>
        <p:spPr>
          <a:xfrm>
            <a:off x="945800" y="3687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5161" name="Google Shape;5161;p674"/>
          <p:cNvSpPr txBox="1"/>
          <p:nvPr>
            <p:ph idx="6" type="subTitle"/>
          </p:nvPr>
        </p:nvSpPr>
        <p:spPr>
          <a:xfrm>
            <a:off x="945800" y="3258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6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5">
    <p:bg>
      <p:bgPr>
        <a:solidFill>
          <a:schemeClr val="dk1"/>
        </a:solidFill>
      </p:bgPr>
    </p:bg>
    <p:spTree>
      <p:nvGrpSpPr>
        <p:cNvPr id="5162" name="Shape 5162"/>
        <p:cNvGrpSpPr/>
        <p:nvPr/>
      </p:nvGrpSpPr>
      <p:grpSpPr>
        <a:xfrm>
          <a:off x="0" y="0"/>
          <a:ext cx="0" cy="0"/>
          <a:chOff x="0" y="0"/>
          <a:chExt cx="0" cy="0"/>
        </a:xfrm>
      </p:grpSpPr>
      <p:grpSp>
        <p:nvGrpSpPr>
          <p:cNvPr id="5163" name="Google Shape;5163;p675"/>
          <p:cNvGrpSpPr/>
          <p:nvPr/>
        </p:nvGrpSpPr>
        <p:grpSpPr>
          <a:xfrm>
            <a:off x="713225" y="539500"/>
            <a:ext cx="7717500" cy="4064400"/>
            <a:chOff x="713225" y="539500"/>
            <a:chExt cx="7717500" cy="4064400"/>
          </a:xfrm>
        </p:grpSpPr>
        <p:sp>
          <p:nvSpPr>
            <p:cNvPr id="5164" name="Google Shape;5164;p67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65" name="Google Shape;5165;p67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166" name="Google Shape;5166;p67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167" name="Google Shape;5167;p675"/>
          <p:cNvSpPr txBox="1"/>
          <p:nvPr>
            <p:ph idx="1" type="subTitle"/>
          </p:nvPr>
        </p:nvSpPr>
        <p:spPr>
          <a:xfrm>
            <a:off x="1658100" y="1978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5168" name="Google Shape;5168;p675"/>
          <p:cNvSpPr txBox="1"/>
          <p:nvPr>
            <p:ph idx="2" type="subTitle"/>
          </p:nvPr>
        </p:nvSpPr>
        <p:spPr>
          <a:xfrm>
            <a:off x="1658100" y="1549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5169" name="Google Shape;5169;p675"/>
          <p:cNvSpPr txBox="1"/>
          <p:nvPr>
            <p:ph idx="3" type="subTitle"/>
          </p:nvPr>
        </p:nvSpPr>
        <p:spPr>
          <a:xfrm>
            <a:off x="1658100" y="2884846"/>
            <a:ext cx="62850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5170" name="Google Shape;5170;p675"/>
          <p:cNvSpPr txBox="1"/>
          <p:nvPr>
            <p:ph idx="4" type="subTitle"/>
          </p:nvPr>
        </p:nvSpPr>
        <p:spPr>
          <a:xfrm>
            <a:off x="1658100" y="2455321"/>
            <a:ext cx="62850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5171" name="Google Shape;5171;p675"/>
          <p:cNvSpPr txBox="1"/>
          <p:nvPr>
            <p:ph idx="5" type="subTitle"/>
          </p:nvPr>
        </p:nvSpPr>
        <p:spPr>
          <a:xfrm>
            <a:off x="1658100" y="3790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5172" name="Google Shape;5172;p675"/>
          <p:cNvSpPr txBox="1"/>
          <p:nvPr>
            <p:ph idx="6" type="subTitle"/>
          </p:nvPr>
        </p:nvSpPr>
        <p:spPr>
          <a:xfrm>
            <a:off x="1658100" y="3361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6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24">
    <p:bg>
      <p:bgPr>
        <a:solidFill>
          <a:schemeClr val="dk1"/>
        </a:solidFill>
      </p:bgPr>
    </p:bg>
    <p:spTree>
      <p:nvGrpSpPr>
        <p:cNvPr id="5173" name="Shape 5173"/>
        <p:cNvGrpSpPr/>
        <p:nvPr/>
      </p:nvGrpSpPr>
      <p:grpSpPr>
        <a:xfrm>
          <a:off x="0" y="0"/>
          <a:ext cx="0" cy="0"/>
          <a:chOff x="0" y="0"/>
          <a:chExt cx="0" cy="0"/>
        </a:xfrm>
      </p:grpSpPr>
      <p:grpSp>
        <p:nvGrpSpPr>
          <p:cNvPr id="5174" name="Google Shape;5174;p676"/>
          <p:cNvGrpSpPr/>
          <p:nvPr/>
        </p:nvGrpSpPr>
        <p:grpSpPr>
          <a:xfrm>
            <a:off x="713225" y="539500"/>
            <a:ext cx="7717500" cy="4064400"/>
            <a:chOff x="713225" y="539500"/>
            <a:chExt cx="7717500" cy="4064400"/>
          </a:xfrm>
        </p:grpSpPr>
        <p:sp>
          <p:nvSpPr>
            <p:cNvPr id="5175" name="Google Shape;5175;p67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76" name="Google Shape;5176;p67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177" name="Google Shape;5177;p67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178" name="Google Shape;5178;p676"/>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5179" name="Google Shape;5179;p676"/>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5180" name="Google Shape;5180;p676"/>
          <p:cNvSpPr txBox="1"/>
          <p:nvPr>
            <p:ph idx="3" type="subTitle"/>
          </p:nvPr>
        </p:nvSpPr>
        <p:spPr>
          <a:xfrm>
            <a:off x="853775" y="257119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5181" name="Google Shape;5181;p676"/>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5182" name="Google Shape;5182;p676"/>
          <p:cNvSpPr txBox="1"/>
          <p:nvPr>
            <p:ph idx="5" type="subTitle"/>
          </p:nvPr>
        </p:nvSpPr>
        <p:spPr>
          <a:xfrm>
            <a:off x="4452875" y="2570500"/>
            <a:ext cx="3761700" cy="172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5183" name="Google Shape;5183;p676"/>
          <p:cNvSpPr txBox="1"/>
          <p:nvPr>
            <p:ph idx="6" type="subTitle"/>
          </p:nvPr>
        </p:nvSpPr>
        <p:spPr>
          <a:xfrm>
            <a:off x="853775" y="323750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5184" name="Google Shape;5184;p676"/>
          <p:cNvSpPr txBox="1"/>
          <p:nvPr>
            <p:ph idx="7" type="subTitle"/>
          </p:nvPr>
        </p:nvSpPr>
        <p:spPr>
          <a:xfrm>
            <a:off x="853775" y="362674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6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_1_1_1_1">
    <p:bg>
      <p:bgPr>
        <a:solidFill>
          <a:schemeClr val="dk1"/>
        </a:solidFill>
      </p:bgPr>
    </p:bg>
    <p:spTree>
      <p:nvGrpSpPr>
        <p:cNvPr id="5185" name="Shape 5185"/>
        <p:cNvGrpSpPr/>
        <p:nvPr/>
      </p:nvGrpSpPr>
      <p:grpSpPr>
        <a:xfrm>
          <a:off x="0" y="0"/>
          <a:ext cx="0" cy="0"/>
          <a:chOff x="0" y="0"/>
          <a:chExt cx="0" cy="0"/>
        </a:xfrm>
      </p:grpSpPr>
      <p:grpSp>
        <p:nvGrpSpPr>
          <p:cNvPr id="5186" name="Google Shape;5186;p677"/>
          <p:cNvGrpSpPr/>
          <p:nvPr/>
        </p:nvGrpSpPr>
        <p:grpSpPr>
          <a:xfrm>
            <a:off x="713225" y="539500"/>
            <a:ext cx="7717500" cy="4064400"/>
            <a:chOff x="713225" y="539500"/>
            <a:chExt cx="7717500" cy="4064400"/>
          </a:xfrm>
        </p:grpSpPr>
        <p:sp>
          <p:nvSpPr>
            <p:cNvPr id="5187" name="Google Shape;5187;p67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88" name="Google Shape;5188;p67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189" name="Google Shape;5189;p67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190" name="Google Shape;5190;p677"/>
          <p:cNvSpPr txBox="1"/>
          <p:nvPr>
            <p:ph idx="1" type="subTitle"/>
          </p:nvPr>
        </p:nvSpPr>
        <p:spPr>
          <a:xfrm>
            <a:off x="1112425"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5191" name="Google Shape;5191;p677"/>
          <p:cNvSpPr txBox="1"/>
          <p:nvPr>
            <p:ph idx="2" type="subTitle"/>
          </p:nvPr>
        </p:nvSpPr>
        <p:spPr>
          <a:xfrm>
            <a:off x="1112425"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192" name="Google Shape;5192;p677"/>
          <p:cNvSpPr txBox="1"/>
          <p:nvPr>
            <p:ph idx="3" type="subTitle"/>
          </p:nvPr>
        </p:nvSpPr>
        <p:spPr>
          <a:xfrm>
            <a:off x="5584150"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5193" name="Google Shape;5193;p677"/>
          <p:cNvSpPr txBox="1"/>
          <p:nvPr>
            <p:ph idx="4" type="subTitle"/>
          </p:nvPr>
        </p:nvSpPr>
        <p:spPr>
          <a:xfrm>
            <a:off x="5584150"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194" name="Google Shape;5194;p677"/>
          <p:cNvSpPr txBox="1"/>
          <p:nvPr>
            <p:ph idx="5" type="subTitle"/>
          </p:nvPr>
        </p:nvSpPr>
        <p:spPr>
          <a:xfrm>
            <a:off x="1112425"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5195" name="Google Shape;5195;p677"/>
          <p:cNvSpPr txBox="1"/>
          <p:nvPr>
            <p:ph idx="6" type="subTitle"/>
          </p:nvPr>
        </p:nvSpPr>
        <p:spPr>
          <a:xfrm>
            <a:off x="1112425"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196" name="Google Shape;5196;p677"/>
          <p:cNvSpPr txBox="1"/>
          <p:nvPr>
            <p:ph idx="7" type="subTitle"/>
          </p:nvPr>
        </p:nvSpPr>
        <p:spPr>
          <a:xfrm>
            <a:off x="5584150"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5197" name="Google Shape;5197;p677"/>
          <p:cNvSpPr txBox="1"/>
          <p:nvPr>
            <p:ph idx="8" type="subTitle"/>
          </p:nvPr>
        </p:nvSpPr>
        <p:spPr>
          <a:xfrm>
            <a:off x="5584150"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1_1_1_1_1">
    <p:bg>
      <p:bgPr>
        <a:solidFill>
          <a:schemeClr val="dk1"/>
        </a:solidFill>
      </p:bgPr>
    </p:bg>
    <p:spTree>
      <p:nvGrpSpPr>
        <p:cNvPr id="5198" name="Shape 5198"/>
        <p:cNvGrpSpPr/>
        <p:nvPr/>
      </p:nvGrpSpPr>
      <p:grpSpPr>
        <a:xfrm>
          <a:off x="0" y="0"/>
          <a:ext cx="0" cy="0"/>
          <a:chOff x="0" y="0"/>
          <a:chExt cx="0" cy="0"/>
        </a:xfrm>
      </p:grpSpPr>
      <p:grpSp>
        <p:nvGrpSpPr>
          <p:cNvPr id="5199" name="Google Shape;5199;p678"/>
          <p:cNvGrpSpPr/>
          <p:nvPr/>
        </p:nvGrpSpPr>
        <p:grpSpPr>
          <a:xfrm>
            <a:off x="713300" y="539550"/>
            <a:ext cx="7717500" cy="4064400"/>
            <a:chOff x="713300" y="539550"/>
            <a:chExt cx="7717500" cy="4064400"/>
          </a:xfrm>
        </p:grpSpPr>
        <p:cxnSp>
          <p:nvCxnSpPr>
            <p:cNvPr id="5200" name="Google Shape;5200;p678"/>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5201" name="Google Shape;5201;p678"/>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02" name="Google Shape;5202;p67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203" name="Google Shape;5203;p678"/>
          <p:cNvSpPr txBox="1"/>
          <p:nvPr>
            <p:ph idx="1" type="subTitle"/>
          </p:nvPr>
        </p:nvSpPr>
        <p:spPr>
          <a:xfrm>
            <a:off x="10166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04" name="Google Shape;5204;p678"/>
          <p:cNvSpPr txBox="1"/>
          <p:nvPr>
            <p:ph idx="2" type="subTitle"/>
          </p:nvPr>
        </p:nvSpPr>
        <p:spPr>
          <a:xfrm>
            <a:off x="10166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05" name="Google Shape;5205;p678"/>
          <p:cNvSpPr txBox="1"/>
          <p:nvPr>
            <p:ph idx="3" type="subTitle"/>
          </p:nvPr>
        </p:nvSpPr>
        <p:spPr>
          <a:xfrm>
            <a:off x="10166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06" name="Google Shape;5206;p678"/>
          <p:cNvSpPr txBox="1"/>
          <p:nvPr>
            <p:ph idx="4" type="subTitle"/>
          </p:nvPr>
        </p:nvSpPr>
        <p:spPr>
          <a:xfrm>
            <a:off x="10166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07" name="Google Shape;5207;p678"/>
          <p:cNvSpPr txBox="1"/>
          <p:nvPr>
            <p:ph idx="5" type="subTitle"/>
          </p:nvPr>
        </p:nvSpPr>
        <p:spPr>
          <a:xfrm>
            <a:off x="48094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08" name="Google Shape;5208;p678"/>
          <p:cNvSpPr txBox="1"/>
          <p:nvPr>
            <p:ph idx="6" type="subTitle"/>
          </p:nvPr>
        </p:nvSpPr>
        <p:spPr>
          <a:xfrm>
            <a:off x="48094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09" name="Google Shape;5209;p678"/>
          <p:cNvSpPr txBox="1"/>
          <p:nvPr>
            <p:ph idx="7" type="subTitle"/>
          </p:nvPr>
        </p:nvSpPr>
        <p:spPr>
          <a:xfrm>
            <a:off x="48094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10" name="Google Shape;5210;p678"/>
          <p:cNvSpPr txBox="1"/>
          <p:nvPr>
            <p:ph idx="8" type="subTitle"/>
          </p:nvPr>
        </p:nvSpPr>
        <p:spPr>
          <a:xfrm>
            <a:off x="48094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1_1_1_1_1_1_1_1_1">
    <p:bg>
      <p:bgPr>
        <a:solidFill>
          <a:schemeClr val="dk1"/>
        </a:solidFill>
      </p:bgPr>
    </p:bg>
    <p:spTree>
      <p:nvGrpSpPr>
        <p:cNvPr id="5211" name="Shape 5211"/>
        <p:cNvGrpSpPr/>
        <p:nvPr/>
      </p:nvGrpSpPr>
      <p:grpSpPr>
        <a:xfrm>
          <a:off x="0" y="0"/>
          <a:ext cx="0" cy="0"/>
          <a:chOff x="0" y="0"/>
          <a:chExt cx="0" cy="0"/>
        </a:xfrm>
      </p:grpSpPr>
      <p:grpSp>
        <p:nvGrpSpPr>
          <p:cNvPr id="5212" name="Google Shape;5212;p679"/>
          <p:cNvGrpSpPr/>
          <p:nvPr/>
        </p:nvGrpSpPr>
        <p:grpSpPr>
          <a:xfrm>
            <a:off x="713225" y="539500"/>
            <a:ext cx="7717500" cy="4064400"/>
            <a:chOff x="713225" y="539500"/>
            <a:chExt cx="7717500" cy="4064400"/>
          </a:xfrm>
        </p:grpSpPr>
        <p:sp>
          <p:nvSpPr>
            <p:cNvPr id="5213" name="Google Shape;5213;p67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14" name="Google Shape;5214;p67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215" name="Google Shape;5215;p67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216" name="Google Shape;5216;p679"/>
          <p:cNvSpPr txBox="1"/>
          <p:nvPr>
            <p:ph idx="1" type="subTitle"/>
          </p:nvPr>
        </p:nvSpPr>
        <p:spPr>
          <a:xfrm>
            <a:off x="8844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17" name="Google Shape;5217;p679"/>
          <p:cNvSpPr txBox="1"/>
          <p:nvPr>
            <p:ph idx="2" type="subTitle"/>
          </p:nvPr>
        </p:nvSpPr>
        <p:spPr>
          <a:xfrm>
            <a:off x="884474"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18" name="Google Shape;5218;p679"/>
          <p:cNvSpPr txBox="1"/>
          <p:nvPr>
            <p:ph idx="3" type="subTitle"/>
          </p:nvPr>
        </p:nvSpPr>
        <p:spPr>
          <a:xfrm>
            <a:off x="2767708"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19" name="Google Shape;5219;p679"/>
          <p:cNvSpPr txBox="1"/>
          <p:nvPr>
            <p:ph idx="4" type="subTitle"/>
          </p:nvPr>
        </p:nvSpPr>
        <p:spPr>
          <a:xfrm>
            <a:off x="2767709"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20" name="Google Shape;5220;p679"/>
          <p:cNvSpPr txBox="1"/>
          <p:nvPr>
            <p:ph idx="5" type="subTitle"/>
          </p:nvPr>
        </p:nvSpPr>
        <p:spPr>
          <a:xfrm>
            <a:off x="4650942"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21" name="Google Shape;5221;p679"/>
          <p:cNvSpPr txBox="1"/>
          <p:nvPr>
            <p:ph idx="6" type="subTitle"/>
          </p:nvPr>
        </p:nvSpPr>
        <p:spPr>
          <a:xfrm>
            <a:off x="4650945"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22" name="Google Shape;5222;p679"/>
          <p:cNvSpPr txBox="1"/>
          <p:nvPr>
            <p:ph idx="7" type="subTitle"/>
          </p:nvPr>
        </p:nvSpPr>
        <p:spPr>
          <a:xfrm>
            <a:off x="65341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23" name="Google Shape;5223;p679"/>
          <p:cNvSpPr txBox="1"/>
          <p:nvPr>
            <p:ph idx="8" type="subTitle"/>
          </p:nvPr>
        </p:nvSpPr>
        <p:spPr>
          <a:xfrm>
            <a:off x="6534180"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7">
    <p:bg>
      <p:bgPr>
        <a:solidFill>
          <a:schemeClr val="dk1"/>
        </a:solidFill>
      </p:bgPr>
    </p:bg>
    <p:spTree>
      <p:nvGrpSpPr>
        <p:cNvPr id="5224" name="Shape 5224"/>
        <p:cNvGrpSpPr/>
        <p:nvPr/>
      </p:nvGrpSpPr>
      <p:grpSpPr>
        <a:xfrm>
          <a:off x="0" y="0"/>
          <a:ext cx="0" cy="0"/>
          <a:chOff x="0" y="0"/>
          <a:chExt cx="0" cy="0"/>
        </a:xfrm>
      </p:grpSpPr>
      <p:grpSp>
        <p:nvGrpSpPr>
          <p:cNvPr id="5225" name="Google Shape;5225;p680"/>
          <p:cNvGrpSpPr/>
          <p:nvPr/>
        </p:nvGrpSpPr>
        <p:grpSpPr>
          <a:xfrm>
            <a:off x="713225" y="539500"/>
            <a:ext cx="7717500" cy="4064400"/>
            <a:chOff x="713225" y="539500"/>
            <a:chExt cx="7717500" cy="4064400"/>
          </a:xfrm>
        </p:grpSpPr>
        <p:sp>
          <p:nvSpPr>
            <p:cNvPr id="5226" name="Google Shape;5226;p68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27" name="Google Shape;5227;p68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228" name="Google Shape;5228;p68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229" name="Google Shape;5229;p680"/>
          <p:cNvSpPr txBox="1"/>
          <p:nvPr>
            <p:ph idx="1" type="subTitle"/>
          </p:nvPr>
        </p:nvSpPr>
        <p:spPr>
          <a:xfrm>
            <a:off x="1909431" y="1906051"/>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5230" name="Google Shape;5230;p680"/>
          <p:cNvSpPr txBox="1"/>
          <p:nvPr>
            <p:ph idx="2" type="subTitle"/>
          </p:nvPr>
        </p:nvSpPr>
        <p:spPr>
          <a:xfrm>
            <a:off x="1909431" y="1387350"/>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31" name="Google Shape;5231;p680"/>
          <p:cNvSpPr txBox="1"/>
          <p:nvPr>
            <p:ph idx="3" type="subTitle"/>
          </p:nvPr>
        </p:nvSpPr>
        <p:spPr>
          <a:xfrm>
            <a:off x="4971369" y="1906050"/>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5232" name="Google Shape;5232;p680"/>
          <p:cNvSpPr txBox="1"/>
          <p:nvPr>
            <p:ph idx="4" type="subTitle"/>
          </p:nvPr>
        </p:nvSpPr>
        <p:spPr>
          <a:xfrm>
            <a:off x="4971369" y="1387350"/>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33" name="Google Shape;5233;p680"/>
          <p:cNvSpPr txBox="1"/>
          <p:nvPr>
            <p:ph idx="5" type="subTitle"/>
          </p:nvPr>
        </p:nvSpPr>
        <p:spPr>
          <a:xfrm>
            <a:off x="1909431" y="3654425"/>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5234" name="Google Shape;5234;p680"/>
          <p:cNvSpPr txBox="1"/>
          <p:nvPr>
            <p:ph idx="6" type="subTitle"/>
          </p:nvPr>
        </p:nvSpPr>
        <p:spPr>
          <a:xfrm>
            <a:off x="1909431" y="3135724"/>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35" name="Google Shape;5235;p680"/>
          <p:cNvSpPr txBox="1"/>
          <p:nvPr>
            <p:ph idx="7" type="subTitle"/>
          </p:nvPr>
        </p:nvSpPr>
        <p:spPr>
          <a:xfrm>
            <a:off x="4971369" y="3654424"/>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5236" name="Google Shape;5236;p680"/>
          <p:cNvSpPr txBox="1"/>
          <p:nvPr>
            <p:ph idx="8" type="subTitle"/>
          </p:nvPr>
        </p:nvSpPr>
        <p:spPr>
          <a:xfrm>
            <a:off x="4971369" y="3135724"/>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1_1_1_1_1_2">
    <p:bg>
      <p:bgPr>
        <a:solidFill>
          <a:schemeClr val="dk1"/>
        </a:solidFill>
      </p:bgPr>
    </p:bg>
    <p:spTree>
      <p:nvGrpSpPr>
        <p:cNvPr id="5237" name="Shape 5237"/>
        <p:cNvGrpSpPr/>
        <p:nvPr/>
      </p:nvGrpSpPr>
      <p:grpSpPr>
        <a:xfrm>
          <a:off x="0" y="0"/>
          <a:ext cx="0" cy="0"/>
          <a:chOff x="0" y="0"/>
          <a:chExt cx="0" cy="0"/>
        </a:xfrm>
      </p:grpSpPr>
      <p:grpSp>
        <p:nvGrpSpPr>
          <p:cNvPr id="5238" name="Google Shape;5238;p681"/>
          <p:cNvGrpSpPr/>
          <p:nvPr/>
        </p:nvGrpSpPr>
        <p:grpSpPr>
          <a:xfrm>
            <a:off x="713225" y="539500"/>
            <a:ext cx="7717500" cy="4064400"/>
            <a:chOff x="713225" y="539500"/>
            <a:chExt cx="7717500" cy="4064400"/>
          </a:xfrm>
        </p:grpSpPr>
        <p:sp>
          <p:nvSpPr>
            <p:cNvPr id="5239" name="Google Shape;5239;p68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40" name="Google Shape;5240;p68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241" name="Google Shape;5241;p68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242" name="Google Shape;5242;p681"/>
          <p:cNvSpPr txBox="1"/>
          <p:nvPr>
            <p:ph idx="1" type="subTitle"/>
          </p:nvPr>
        </p:nvSpPr>
        <p:spPr>
          <a:xfrm>
            <a:off x="95812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43" name="Google Shape;5243;p681"/>
          <p:cNvSpPr txBox="1"/>
          <p:nvPr>
            <p:ph idx="2" type="subTitle"/>
          </p:nvPr>
        </p:nvSpPr>
        <p:spPr>
          <a:xfrm>
            <a:off x="95812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44" name="Google Shape;5244;p681"/>
          <p:cNvSpPr txBox="1"/>
          <p:nvPr>
            <p:ph idx="3" type="subTitle"/>
          </p:nvPr>
        </p:nvSpPr>
        <p:spPr>
          <a:xfrm>
            <a:off x="3420000"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45" name="Google Shape;5245;p681"/>
          <p:cNvSpPr txBox="1"/>
          <p:nvPr>
            <p:ph idx="4" type="subTitle"/>
          </p:nvPr>
        </p:nvSpPr>
        <p:spPr>
          <a:xfrm>
            <a:off x="3420000"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46" name="Google Shape;5246;p681"/>
          <p:cNvSpPr txBox="1"/>
          <p:nvPr>
            <p:ph idx="5" type="subTitle"/>
          </p:nvPr>
        </p:nvSpPr>
        <p:spPr>
          <a:xfrm>
            <a:off x="588187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47" name="Google Shape;5247;p681"/>
          <p:cNvSpPr txBox="1"/>
          <p:nvPr>
            <p:ph idx="6" type="subTitle"/>
          </p:nvPr>
        </p:nvSpPr>
        <p:spPr>
          <a:xfrm>
            <a:off x="588187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48" name="Google Shape;5248;p681"/>
          <p:cNvSpPr txBox="1"/>
          <p:nvPr>
            <p:ph idx="7" type="subTitle"/>
          </p:nvPr>
        </p:nvSpPr>
        <p:spPr>
          <a:xfrm>
            <a:off x="2189050"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49" name="Google Shape;5249;p681"/>
          <p:cNvSpPr txBox="1"/>
          <p:nvPr>
            <p:ph idx="8" type="subTitle"/>
          </p:nvPr>
        </p:nvSpPr>
        <p:spPr>
          <a:xfrm>
            <a:off x="2189050"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50" name="Google Shape;5250;p681"/>
          <p:cNvSpPr txBox="1"/>
          <p:nvPr>
            <p:ph idx="9" type="subTitle"/>
          </p:nvPr>
        </p:nvSpPr>
        <p:spPr>
          <a:xfrm>
            <a:off x="4650925"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51" name="Google Shape;5251;p681"/>
          <p:cNvSpPr txBox="1"/>
          <p:nvPr>
            <p:ph idx="13" type="subTitle"/>
          </p:nvPr>
        </p:nvSpPr>
        <p:spPr>
          <a:xfrm>
            <a:off x="4650925"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_1_1_1_1_1_1">
    <p:bg>
      <p:bgPr>
        <a:solidFill>
          <a:schemeClr val="dk1"/>
        </a:solidFill>
      </p:bgPr>
    </p:bg>
    <p:spTree>
      <p:nvGrpSpPr>
        <p:cNvPr id="5252" name="Shape 5252"/>
        <p:cNvGrpSpPr/>
        <p:nvPr/>
      </p:nvGrpSpPr>
      <p:grpSpPr>
        <a:xfrm>
          <a:off x="0" y="0"/>
          <a:ext cx="0" cy="0"/>
          <a:chOff x="0" y="0"/>
          <a:chExt cx="0" cy="0"/>
        </a:xfrm>
      </p:grpSpPr>
      <p:grpSp>
        <p:nvGrpSpPr>
          <p:cNvPr id="5253" name="Google Shape;5253;p682"/>
          <p:cNvGrpSpPr/>
          <p:nvPr/>
        </p:nvGrpSpPr>
        <p:grpSpPr>
          <a:xfrm>
            <a:off x="713225" y="539500"/>
            <a:ext cx="7717500" cy="4064400"/>
            <a:chOff x="713225" y="539500"/>
            <a:chExt cx="7717500" cy="4064400"/>
          </a:xfrm>
        </p:grpSpPr>
        <p:sp>
          <p:nvSpPr>
            <p:cNvPr id="5254" name="Google Shape;5254;p68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55" name="Google Shape;5255;p68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256" name="Google Shape;5256;p68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257" name="Google Shape;5257;p682"/>
          <p:cNvSpPr txBox="1"/>
          <p:nvPr>
            <p:ph idx="1" type="subTitle"/>
          </p:nvPr>
        </p:nvSpPr>
        <p:spPr>
          <a:xfrm>
            <a:off x="1134425"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58" name="Google Shape;5258;p682"/>
          <p:cNvSpPr txBox="1"/>
          <p:nvPr>
            <p:ph idx="2" type="subTitle"/>
          </p:nvPr>
        </p:nvSpPr>
        <p:spPr>
          <a:xfrm>
            <a:off x="113442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59" name="Google Shape;5259;p682"/>
          <p:cNvSpPr txBox="1"/>
          <p:nvPr>
            <p:ph idx="3" type="subTitle"/>
          </p:nvPr>
        </p:nvSpPr>
        <p:spPr>
          <a:xfrm>
            <a:off x="3495738"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60" name="Google Shape;5260;p682"/>
          <p:cNvSpPr txBox="1"/>
          <p:nvPr>
            <p:ph idx="4" type="subTitle"/>
          </p:nvPr>
        </p:nvSpPr>
        <p:spPr>
          <a:xfrm>
            <a:off x="3495750"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61" name="Google Shape;5261;p682"/>
          <p:cNvSpPr txBox="1"/>
          <p:nvPr>
            <p:ph idx="5" type="subTitle"/>
          </p:nvPr>
        </p:nvSpPr>
        <p:spPr>
          <a:xfrm>
            <a:off x="5857051"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62" name="Google Shape;5262;p682"/>
          <p:cNvSpPr txBox="1"/>
          <p:nvPr>
            <p:ph idx="6" type="subTitle"/>
          </p:nvPr>
        </p:nvSpPr>
        <p:spPr>
          <a:xfrm>
            <a:off x="585707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63" name="Google Shape;5263;p682"/>
          <p:cNvSpPr txBox="1"/>
          <p:nvPr>
            <p:ph idx="7" type="subTitle"/>
          </p:nvPr>
        </p:nvSpPr>
        <p:spPr>
          <a:xfrm>
            <a:off x="1134425"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64" name="Google Shape;5264;p682"/>
          <p:cNvSpPr txBox="1"/>
          <p:nvPr>
            <p:ph idx="8" type="subTitle"/>
          </p:nvPr>
        </p:nvSpPr>
        <p:spPr>
          <a:xfrm>
            <a:off x="113442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65" name="Google Shape;5265;p682"/>
          <p:cNvSpPr txBox="1"/>
          <p:nvPr>
            <p:ph idx="9" type="subTitle"/>
          </p:nvPr>
        </p:nvSpPr>
        <p:spPr>
          <a:xfrm>
            <a:off x="3495738"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66" name="Google Shape;5266;p682"/>
          <p:cNvSpPr txBox="1"/>
          <p:nvPr>
            <p:ph idx="13" type="subTitle"/>
          </p:nvPr>
        </p:nvSpPr>
        <p:spPr>
          <a:xfrm>
            <a:off x="3495750"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67" name="Google Shape;5267;p682"/>
          <p:cNvSpPr txBox="1"/>
          <p:nvPr>
            <p:ph idx="14" type="subTitle"/>
          </p:nvPr>
        </p:nvSpPr>
        <p:spPr>
          <a:xfrm>
            <a:off x="5857051"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68" name="Google Shape;5268;p682"/>
          <p:cNvSpPr txBox="1"/>
          <p:nvPr>
            <p:ph idx="15" type="subTitle"/>
          </p:nvPr>
        </p:nvSpPr>
        <p:spPr>
          <a:xfrm>
            <a:off x="585707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21">
    <p:bg>
      <p:bgPr>
        <a:solidFill>
          <a:schemeClr val="dk1"/>
        </a:solidFill>
      </p:bgPr>
    </p:bg>
    <p:spTree>
      <p:nvGrpSpPr>
        <p:cNvPr id="5269" name="Shape 5269"/>
        <p:cNvGrpSpPr/>
        <p:nvPr/>
      </p:nvGrpSpPr>
      <p:grpSpPr>
        <a:xfrm>
          <a:off x="0" y="0"/>
          <a:ext cx="0" cy="0"/>
          <a:chOff x="0" y="0"/>
          <a:chExt cx="0" cy="0"/>
        </a:xfrm>
      </p:grpSpPr>
      <p:grpSp>
        <p:nvGrpSpPr>
          <p:cNvPr id="5270" name="Google Shape;5270;p683"/>
          <p:cNvGrpSpPr/>
          <p:nvPr/>
        </p:nvGrpSpPr>
        <p:grpSpPr>
          <a:xfrm>
            <a:off x="713225" y="539500"/>
            <a:ext cx="7717500" cy="4064400"/>
            <a:chOff x="713225" y="539500"/>
            <a:chExt cx="7717500" cy="4064400"/>
          </a:xfrm>
        </p:grpSpPr>
        <p:sp>
          <p:nvSpPr>
            <p:cNvPr id="5271" name="Google Shape;5271;p68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72" name="Google Shape;5272;p68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273" name="Google Shape;5273;p68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274" name="Google Shape;5274;p683"/>
          <p:cNvSpPr txBox="1"/>
          <p:nvPr>
            <p:ph idx="1" type="subTitle"/>
          </p:nvPr>
        </p:nvSpPr>
        <p:spPr>
          <a:xfrm>
            <a:off x="1059065"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75" name="Google Shape;5275;p683"/>
          <p:cNvSpPr txBox="1"/>
          <p:nvPr>
            <p:ph idx="2" type="subTitle"/>
          </p:nvPr>
        </p:nvSpPr>
        <p:spPr>
          <a:xfrm>
            <a:off x="1059065"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76" name="Google Shape;5276;p683"/>
          <p:cNvSpPr txBox="1"/>
          <p:nvPr>
            <p:ph idx="3" type="subTitle"/>
          </p:nvPr>
        </p:nvSpPr>
        <p:spPr>
          <a:xfrm>
            <a:off x="1059052" y="2806879"/>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77" name="Google Shape;5277;p683"/>
          <p:cNvSpPr txBox="1"/>
          <p:nvPr>
            <p:ph idx="4" type="subTitle"/>
          </p:nvPr>
        </p:nvSpPr>
        <p:spPr>
          <a:xfrm>
            <a:off x="1059070" y="2454554"/>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78" name="Google Shape;5278;p683"/>
          <p:cNvSpPr txBox="1"/>
          <p:nvPr>
            <p:ph idx="5" type="subTitle"/>
          </p:nvPr>
        </p:nvSpPr>
        <p:spPr>
          <a:xfrm>
            <a:off x="5042599"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79" name="Google Shape;5279;p683"/>
          <p:cNvSpPr txBox="1"/>
          <p:nvPr>
            <p:ph idx="6" type="subTitle"/>
          </p:nvPr>
        </p:nvSpPr>
        <p:spPr>
          <a:xfrm>
            <a:off x="5042634"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80" name="Google Shape;5280;p683"/>
          <p:cNvSpPr txBox="1"/>
          <p:nvPr>
            <p:ph idx="7" type="subTitle"/>
          </p:nvPr>
        </p:nvSpPr>
        <p:spPr>
          <a:xfrm>
            <a:off x="1059065"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81" name="Google Shape;5281;p683"/>
          <p:cNvSpPr txBox="1"/>
          <p:nvPr>
            <p:ph idx="8" type="subTitle"/>
          </p:nvPr>
        </p:nvSpPr>
        <p:spPr>
          <a:xfrm>
            <a:off x="1059065"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82" name="Google Shape;5282;p683"/>
          <p:cNvSpPr txBox="1"/>
          <p:nvPr>
            <p:ph idx="9" type="subTitle"/>
          </p:nvPr>
        </p:nvSpPr>
        <p:spPr>
          <a:xfrm>
            <a:off x="5042630" y="2806867"/>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83" name="Google Shape;5283;p683"/>
          <p:cNvSpPr txBox="1"/>
          <p:nvPr>
            <p:ph idx="13" type="subTitle"/>
          </p:nvPr>
        </p:nvSpPr>
        <p:spPr>
          <a:xfrm>
            <a:off x="5042648" y="24545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84" name="Google Shape;5284;p683"/>
          <p:cNvSpPr txBox="1"/>
          <p:nvPr>
            <p:ph idx="14" type="subTitle"/>
          </p:nvPr>
        </p:nvSpPr>
        <p:spPr>
          <a:xfrm>
            <a:off x="5042599"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285" name="Google Shape;5285;p683"/>
          <p:cNvSpPr txBox="1"/>
          <p:nvPr>
            <p:ph idx="15" type="subTitle"/>
          </p:nvPr>
        </p:nvSpPr>
        <p:spPr>
          <a:xfrm>
            <a:off x="5042634"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_1_1_1_1_1">
    <p:bg>
      <p:bgPr>
        <a:solidFill>
          <a:schemeClr val="dk1"/>
        </a:solidFill>
      </p:bgPr>
    </p:bg>
    <p:spTree>
      <p:nvGrpSpPr>
        <p:cNvPr id="5286" name="Shape 5286"/>
        <p:cNvGrpSpPr/>
        <p:nvPr/>
      </p:nvGrpSpPr>
      <p:grpSpPr>
        <a:xfrm>
          <a:off x="0" y="0"/>
          <a:ext cx="0" cy="0"/>
          <a:chOff x="0" y="0"/>
          <a:chExt cx="0" cy="0"/>
        </a:xfrm>
      </p:grpSpPr>
      <p:grpSp>
        <p:nvGrpSpPr>
          <p:cNvPr id="5287" name="Google Shape;5287;p684"/>
          <p:cNvGrpSpPr/>
          <p:nvPr/>
        </p:nvGrpSpPr>
        <p:grpSpPr>
          <a:xfrm>
            <a:off x="713225" y="539500"/>
            <a:ext cx="7717500" cy="4064400"/>
            <a:chOff x="713225" y="539500"/>
            <a:chExt cx="7717500" cy="4064400"/>
          </a:xfrm>
        </p:grpSpPr>
        <p:sp>
          <p:nvSpPr>
            <p:cNvPr id="5288" name="Google Shape;5288;p68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89" name="Google Shape;5289;p684"/>
            <p:cNvCxnSpPr/>
            <p:nvPr/>
          </p:nvCxnSpPr>
          <p:spPr>
            <a:xfrm>
              <a:off x="734825" y="1483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290" name="Google Shape;5290;p684"/>
          <p:cNvSpPr txBox="1"/>
          <p:nvPr>
            <p:ph type="title"/>
          </p:nvPr>
        </p:nvSpPr>
        <p:spPr>
          <a:xfrm>
            <a:off x="3607800" y="539500"/>
            <a:ext cx="4519200" cy="939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r">
              <a:spcBef>
                <a:spcPts val="0"/>
              </a:spcBef>
              <a:spcAft>
                <a:spcPts val="0"/>
              </a:spcAft>
              <a:buClr>
                <a:schemeClr val="lt1"/>
              </a:buClr>
              <a:buSzPts val="4800"/>
              <a:buNone/>
              <a:defRPr sz="4800">
                <a:solidFill>
                  <a:schemeClr val="lt1"/>
                </a:solidFill>
              </a:defRPr>
            </a:lvl2pPr>
            <a:lvl3pPr lvl="2" algn="r">
              <a:spcBef>
                <a:spcPts val="0"/>
              </a:spcBef>
              <a:spcAft>
                <a:spcPts val="0"/>
              </a:spcAft>
              <a:buClr>
                <a:schemeClr val="lt1"/>
              </a:buClr>
              <a:buSzPts val="4800"/>
              <a:buNone/>
              <a:defRPr sz="4800">
                <a:solidFill>
                  <a:schemeClr val="lt1"/>
                </a:solidFill>
              </a:defRPr>
            </a:lvl3pPr>
            <a:lvl4pPr lvl="3" algn="r">
              <a:spcBef>
                <a:spcPts val="0"/>
              </a:spcBef>
              <a:spcAft>
                <a:spcPts val="0"/>
              </a:spcAft>
              <a:buClr>
                <a:schemeClr val="lt1"/>
              </a:buClr>
              <a:buSzPts val="4800"/>
              <a:buNone/>
              <a:defRPr sz="4800">
                <a:solidFill>
                  <a:schemeClr val="lt1"/>
                </a:solidFill>
              </a:defRPr>
            </a:lvl4pPr>
            <a:lvl5pPr lvl="4" algn="r">
              <a:spcBef>
                <a:spcPts val="0"/>
              </a:spcBef>
              <a:spcAft>
                <a:spcPts val="0"/>
              </a:spcAft>
              <a:buClr>
                <a:schemeClr val="lt1"/>
              </a:buClr>
              <a:buSzPts val="4800"/>
              <a:buNone/>
              <a:defRPr sz="4800">
                <a:solidFill>
                  <a:schemeClr val="lt1"/>
                </a:solidFill>
              </a:defRPr>
            </a:lvl5pPr>
            <a:lvl6pPr lvl="5" algn="r">
              <a:spcBef>
                <a:spcPts val="0"/>
              </a:spcBef>
              <a:spcAft>
                <a:spcPts val="0"/>
              </a:spcAft>
              <a:buClr>
                <a:schemeClr val="lt1"/>
              </a:buClr>
              <a:buSzPts val="4800"/>
              <a:buNone/>
              <a:defRPr sz="4800">
                <a:solidFill>
                  <a:schemeClr val="lt1"/>
                </a:solidFill>
              </a:defRPr>
            </a:lvl6pPr>
            <a:lvl7pPr lvl="6" algn="r">
              <a:spcBef>
                <a:spcPts val="0"/>
              </a:spcBef>
              <a:spcAft>
                <a:spcPts val="0"/>
              </a:spcAft>
              <a:buClr>
                <a:schemeClr val="lt1"/>
              </a:buClr>
              <a:buSzPts val="4800"/>
              <a:buNone/>
              <a:defRPr sz="4800">
                <a:solidFill>
                  <a:schemeClr val="lt1"/>
                </a:solidFill>
              </a:defRPr>
            </a:lvl7pPr>
            <a:lvl8pPr lvl="7" algn="r">
              <a:spcBef>
                <a:spcPts val="0"/>
              </a:spcBef>
              <a:spcAft>
                <a:spcPts val="0"/>
              </a:spcAft>
              <a:buClr>
                <a:schemeClr val="lt1"/>
              </a:buClr>
              <a:buSzPts val="4800"/>
              <a:buNone/>
              <a:defRPr sz="4800">
                <a:solidFill>
                  <a:schemeClr val="lt1"/>
                </a:solidFill>
              </a:defRPr>
            </a:lvl8pPr>
            <a:lvl9pPr lvl="8" algn="r">
              <a:spcBef>
                <a:spcPts val="0"/>
              </a:spcBef>
              <a:spcAft>
                <a:spcPts val="0"/>
              </a:spcAft>
              <a:buClr>
                <a:schemeClr val="lt1"/>
              </a:buClr>
              <a:buSzPts val="4800"/>
              <a:buNone/>
              <a:defRPr sz="4800">
                <a:solidFill>
                  <a:schemeClr val="lt1"/>
                </a:solidFill>
              </a:defRPr>
            </a:lvl9pPr>
          </a:lstStyle>
          <a:p/>
        </p:txBody>
      </p:sp>
      <p:sp>
        <p:nvSpPr>
          <p:cNvPr id="5291" name="Google Shape;5291;p684"/>
          <p:cNvSpPr txBox="1"/>
          <p:nvPr>
            <p:ph idx="1" type="subTitle"/>
          </p:nvPr>
        </p:nvSpPr>
        <p:spPr>
          <a:xfrm>
            <a:off x="3607800" y="2278000"/>
            <a:ext cx="4519200" cy="744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r">
              <a:lnSpc>
                <a:spcPct val="100000"/>
              </a:lnSpc>
              <a:spcBef>
                <a:spcPts val="0"/>
              </a:spcBef>
              <a:spcAft>
                <a:spcPts val="0"/>
              </a:spcAft>
              <a:buClr>
                <a:schemeClr val="lt1"/>
              </a:buClr>
              <a:buSzPts val="2800"/>
              <a:buNone/>
              <a:defRPr sz="2800">
                <a:solidFill>
                  <a:schemeClr val="lt1"/>
                </a:solidFill>
              </a:defRPr>
            </a:lvl2pPr>
            <a:lvl3pPr lvl="2" algn="r">
              <a:lnSpc>
                <a:spcPct val="100000"/>
              </a:lnSpc>
              <a:spcBef>
                <a:spcPts val="0"/>
              </a:spcBef>
              <a:spcAft>
                <a:spcPts val="0"/>
              </a:spcAft>
              <a:buClr>
                <a:schemeClr val="lt1"/>
              </a:buClr>
              <a:buSzPts val="2800"/>
              <a:buNone/>
              <a:defRPr sz="2800">
                <a:solidFill>
                  <a:schemeClr val="lt1"/>
                </a:solidFill>
              </a:defRPr>
            </a:lvl3pPr>
            <a:lvl4pPr lvl="3" algn="r">
              <a:lnSpc>
                <a:spcPct val="100000"/>
              </a:lnSpc>
              <a:spcBef>
                <a:spcPts val="0"/>
              </a:spcBef>
              <a:spcAft>
                <a:spcPts val="0"/>
              </a:spcAft>
              <a:buClr>
                <a:schemeClr val="lt1"/>
              </a:buClr>
              <a:buSzPts val="2800"/>
              <a:buNone/>
              <a:defRPr sz="2800">
                <a:solidFill>
                  <a:schemeClr val="lt1"/>
                </a:solidFill>
              </a:defRPr>
            </a:lvl4pPr>
            <a:lvl5pPr lvl="4" algn="r">
              <a:lnSpc>
                <a:spcPct val="100000"/>
              </a:lnSpc>
              <a:spcBef>
                <a:spcPts val="0"/>
              </a:spcBef>
              <a:spcAft>
                <a:spcPts val="0"/>
              </a:spcAft>
              <a:buClr>
                <a:schemeClr val="lt1"/>
              </a:buClr>
              <a:buSzPts val="2800"/>
              <a:buNone/>
              <a:defRPr sz="2800">
                <a:solidFill>
                  <a:schemeClr val="lt1"/>
                </a:solidFill>
              </a:defRPr>
            </a:lvl5pPr>
            <a:lvl6pPr lvl="5" algn="r">
              <a:lnSpc>
                <a:spcPct val="100000"/>
              </a:lnSpc>
              <a:spcBef>
                <a:spcPts val="0"/>
              </a:spcBef>
              <a:spcAft>
                <a:spcPts val="0"/>
              </a:spcAft>
              <a:buClr>
                <a:schemeClr val="lt1"/>
              </a:buClr>
              <a:buSzPts val="2800"/>
              <a:buNone/>
              <a:defRPr sz="2800">
                <a:solidFill>
                  <a:schemeClr val="lt1"/>
                </a:solidFill>
              </a:defRPr>
            </a:lvl6pPr>
            <a:lvl7pPr lvl="6" algn="r">
              <a:lnSpc>
                <a:spcPct val="100000"/>
              </a:lnSpc>
              <a:spcBef>
                <a:spcPts val="0"/>
              </a:spcBef>
              <a:spcAft>
                <a:spcPts val="0"/>
              </a:spcAft>
              <a:buClr>
                <a:schemeClr val="lt1"/>
              </a:buClr>
              <a:buSzPts val="2800"/>
              <a:buNone/>
              <a:defRPr sz="2800">
                <a:solidFill>
                  <a:schemeClr val="lt1"/>
                </a:solidFill>
              </a:defRPr>
            </a:lvl7pPr>
            <a:lvl8pPr lvl="7"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sp>
        <p:nvSpPr>
          <p:cNvPr id="5292" name="Google Shape;5292;p684"/>
          <p:cNvSpPr txBox="1"/>
          <p:nvPr>
            <p:ph idx="2" type="subTitle"/>
          </p:nvPr>
        </p:nvSpPr>
        <p:spPr>
          <a:xfrm>
            <a:off x="3607800" y="1769750"/>
            <a:ext cx="4519200" cy="510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5293" name="Google Shape;5293;p684"/>
          <p:cNvSpPr txBox="1"/>
          <p:nvPr/>
        </p:nvSpPr>
        <p:spPr>
          <a:xfrm>
            <a:off x="3508050" y="3477600"/>
            <a:ext cx="4718700" cy="554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Roboto"/>
                <a:ea typeface="Roboto"/>
                <a:cs typeface="Roboto"/>
                <a:sym typeface="Roboto"/>
              </a:rPr>
              <a:t>CREDITS:</a:t>
            </a:r>
            <a:r>
              <a:rPr lang="en" sz="1200">
                <a:solidFill>
                  <a:schemeClr val="lt1"/>
                </a:solidFill>
                <a:latin typeface="Roboto"/>
                <a:ea typeface="Roboto"/>
                <a:cs typeface="Roboto"/>
                <a:sym typeface="Roboto"/>
              </a:rPr>
              <a:t> This presentation template was created by </a:t>
            </a:r>
            <a:r>
              <a:rPr b="1" lang="en" sz="1200">
                <a:solidFill>
                  <a:schemeClr val="accent1"/>
                </a:solidFill>
                <a:uFill>
                  <a:noFill/>
                </a:uFill>
                <a:latin typeface="Roboto"/>
                <a:ea typeface="Roboto"/>
                <a:cs typeface="Roboto"/>
                <a:sym typeface="Roboto"/>
                <a:hlinkClick r:id="rId2">
                  <a:extLst>
                    <a:ext uri="{A12FA001-AC4F-418D-AE19-62706E023703}">
                      <ahyp:hlinkClr val="tx"/>
                    </a:ext>
                  </a:extLst>
                </a:hlinkClick>
              </a:rPr>
              <a:t>Slidesgo</a:t>
            </a:r>
            <a:r>
              <a:rPr b="1" lang="en" sz="1200">
                <a:solidFill>
                  <a:schemeClr val="accent6"/>
                </a:solidFill>
                <a:latin typeface="Roboto"/>
                <a:ea typeface="Roboto"/>
                <a:cs typeface="Roboto"/>
                <a:sym typeface="Roboto"/>
              </a:rPr>
              <a:t>,</a:t>
            </a:r>
            <a:r>
              <a:rPr lang="en" sz="1200">
                <a:solidFill>
                  <a:schemeClr val="lt1"/>
                </a:solidFill>
                <a:latin typeface="Roboto"/>
                <a:ea typeface="Roboto"/>
                <a:cs typeface="Roboto"/>
                <a:sym typeface="Roboto"/>
              </a:rPr>
              <a:t> including icons by </a:t>
            </a:r>
            <a:r>
              <a:rPr b="1" lang="en" sz="1200">
                <a:solidFill>
                  <a:schemeClr val="accent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1"/>
                </a:solidFill>
                <a:latin typeface="Roboto"/>
                <a:ea typeface="Roboto"/>
                <a:cs typeface="Roboto"/>
                <a:sym typeface="Roboto"/>
              </a:rPr>
              <a:t>, and infographics &amp; images by </a:t>
            </a:r>
            <a:r>
              <a:rPr b="1" lang="en" sz="1200">
                <a:solidFill>
                  <a:schemeClr val="accent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accent1"/>
              </a:solidFill>
              <a:latin typeface="Roboto"/>
              <a:ea typeface="Roboto"/>
              <a:cs typeface="Roboto"/>
              <a:sym typeface="Roboto"/>
            </a:endParaRPr>
          </a:p>
        </p:txBody>
      </p:sp>
    </p:spTree>
  </p:cSld>
  <p:clrMapOvr>
    <a:masterClrMapping/>
  </p:clrMapOvr>
</p:sldLayout>
</file>

<file path=ppt/slideLayouts/slideLayout6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_1_1_1_1_1">
    <p:bg>
      <p:bgPr>
        <a:solidFill>
          <a:schemeClr val="dk1"/>
        </a:solidFill>
      </p:bgPr>
    </p:bg>
    <p:spTree>
      <p:nvGrpSpPr>
        <p:cNvPr id="5294" name="Shape 5294"/>
        <p:cNvGrpSpPr/>
        <p:nvPr/>
      </p:nvGrpSpPr>
      <p:grpSpPr>
        <a:xfrm>
          <a:off x="0" y="0"/>
          <a:ext cx="0" cy="0"/>
          <a:chOff x="0" y="0"/>
          <a:chExt cx="0" cy="0"/>
        </a:xfrm>
      </p:grpSpPr>
      <p:sp>
        <p:nvSpPr>
          <p:cNvPr id="5295" name="Google Shape;5295;p68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_1_1_1_1_1">
    <p:bg>
      <p:bgPr>
        <a:solidFill>
          <a:schemeClr val="dk1"/>
        </a:solidFill>
      </p:bgPr>
    </p:bg>
    <p:spTree>
      <p:nvGrpSpPr>
        <p:cNvPr id="5296" name="Shape 5296"/>
        <p:cNvGrpSpPr/>
        <p:nvPr/>
      </p:nvGrpSpPr>
      <p:grpSpPr>
        <a:xfrm>
          <a:off x="0" y="0"/>
          <a:ext cx="0" cy="0"/>
          <a:chOff x="0" y="0"/>
          <a:chExt cx="0" cy="0"/>
        </a:xfrm>
      </p:grpSpPr>
      <p:grpSp>
        <p:nvGrpSpPr>
          <p:cNvPr id="5297" name="Google Shape;5297;p686"/>
          <p:cNvGrpSpPr/>
          <p:nvPr/>
        </p:nvGrpSpPr>
        <p:grpSpPr>
          <a:xfrm>
            <a:off x="713225" y="539500"/>
            <a:ext cx="7717500" cy="4064400"/>
            <a:chOff x="713225" y="539500"/>
            <a:chExt cx="7717500" cy="4064400"/>
          </a:xfrm>
        </p:grpSpPr>
        <p:sp>
          <p:nvSpPr>
            <p:cNvPr id="5298" name="Google Shape;5298;p68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99" name="Google Shape;5299;p68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Layouts/slideLayout6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5304" name="Shape 5304"/>
        <p:cNvGrpSpPr/>
        <p:nvPr/>
      </p:nvGrpSpPr>
      <p:grpSpPr>
        <a:xfrm>
          <a:off x="0" y="0"/>
          <a:ext cx="0" cy="0"/>
          <a:chOff x="0" y="0"/>
          <a:chExt cx="0" cy="0"/>
        </a:xfrm>
      </p:grpSpPr>
      <p:sp>
        <p:nvSpPr>
          <p:cNvPr id="5305" name="Google Shape;5305;p68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88"/>
          <p:cNvSpPr txBox="1"/>
          <p:nvPr>
            <p:ph type="ctrTitle"/>
          </p:nvPr>
        </p:nvSpPr>
        <p:spPr>
          <a:xfrm>
            <a:off x="2048825" y="848600"/>
            <a:ext cx="5046300" cy="10305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4800"/>
              <a:buNone/>
              <a:defRPr sz="4800">
                <a:solidFill>
                  <a:schemeClr val="lt1"/>
                </a:solidFill>
              </a:defRPr>
            </a:lvl1pPr>
            <a:lvl2pPr lvl="1" rtl="0" algn="ctr">
              <a:spcBef>
                <a:spcPts val="0"/>
              </a:spcBef>
              <a:spcAft>
                <a:spcPts val="0"/>
              </a:spcAft>
              <a:buClr>
                <a:schemeClr val="lt1"/>
              </a:buClr>
              <a:buSzPts val="5200"/>
              <a:buNone/>
              <a:defRPr sz="5200">
                <a:solidFill>
                  <a:schemeClr val="lt1"/>
                </a:solidFill>
              </a:defRPr>
            </a:lvl2pPr>
            <a:lvl3pPr lvl="2" rtl="0" algn="ctr">
              <a:spcBef>
                <a:spcPts val="0"/>
              </a:spcBef>
              <a:spcAft>
                <a:spcPts val="0"/>
              </a:spcAft>
              <a:buClr>
                <a:schemeClr val="lt1"/>
              </a:buClr>
              <a:buSzPts val="5200"/>
              <a:buNone/>
              <a:defRPr sz="5200">
                <a:solidFill>
                  <a:schemeClr val="lt1"/>
                </a:solidFill>
              </a:defRPr>
            </a:lvl3pPr>
            <a:lvl4pPr lvl="3" rtl="0" algn="ctr">
              <a:spcBef>
                <a:spcPts val="0"/>
              </a:spcBef>
              <a:spcAft>
                <a:spcPts val="0"/>
              </a:spcAft>
              <a:buClr>
                <a:schemeClr val="lt1"/>
              </a:buClr>
              <a:buSzPts val="5200"/>
              <a:buNone/>
              <a:defRPr sz="5200">
                <a:solidFill>
                  <a:schemeClr val="lt1"/>
                </a:solidFill>
              </a:defRPr>
            </a:lvl4pPr>
            <a:lvl5pPr lvl="4" rtl="0" algn="ctr">
              <a:spcBef>
                <a:spcPts val="0"/>
              </a:spcBef>
              <a:spcAft>
                <a:spcPts val="0"/>
              </a:spcAft>
              <a:buClr>
                <a:schemeClr val="lt1"/>
              </a:buClr>
              <a:buSzPts val="5200"/>
              <a:buNone/>
              <a:defRPr sz="5200">
                <a:solidFill>
                  <a:schemeClr val="lt1"/>
                </a:solidFill>
              </a:defRPr>
            </a:lvl5pPr>
            <a:lvl6pPr lvl="5" rtl="0" algn="ctr">
              <a:spcBef>
                <a:spcPts val="0"/>
              </a:spcBef>
              <a:spcAft>
                <a:spcPts val="0"/>
              </a:spcAft>
              <a:buClr>
                <a:schemeClr val="lt1"/>
              </a:buClr>
              <a:buSzPts val="5200"/>
              <a:buNone/>
              <a:defRPr sz="5200">
                <a:solidFill>
                  <a:schemeClr val="lt1"/>
                </a:solidFill>
              </a:defRPr>
            </a:lvl6pPr>
            <a:lvl7pPr lvl="6" rtl="0" algn="ctr">
              <a:spcBef>
                <a:spcPts val="0"/>
              </a:spcBef>
              <a:spcAft>
                <a:spcPts val="0"/>
              </a:spcAft>
              <a:buClr>
                <a:schemeClr val="lt1"/>
              </a:buClr>
              <a:buSzPts val="5200"/>
              <a:buNone/>
              <a:defRPr sz="5200">
                <a:solidFill>
                  <a:schemeClr val="lt1"/>
                </a:solidFill>
              </a:defRPr>
            </a:lvl7pPr>
            <a:lvl8pPr lvl="7" rtl="0"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5307" name="Google Shape;5307;p688"/>
          <p:cNvSpPr txBox="1"/>
          <p:nvPr>
            <p:ph idx="1" type="subTitle"/>
          </p:nvPr>
        </p:nvSpPr>
        <p:spPr>
          <a:xfrm>
            <a:off x="2048825" y="3798375"/>
            <a:ext cx="5046300" cy="447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None/>
              <a:defRPr>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5308" name="Google Shape;5308;p688"/>
          <p:cNvSpPr txBox="1"/>
          <p:nvPr>
            <p:ph idx="2" type="subTitle"/>
          </p:nvPr>
        </p:nvSpPr>
        <p:spPr>
          <a:xfrm>
            <a:off x="2902475" y="1879100"/>
            <a:ext cx="3339000" cy="51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6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5309" name="Shape 5309"/>
        <p:cNvGrpSpPr/>
        <p:nvPr/>
      </p:nvGrpSpPr>
      <p:grpSpPr>
        <a:xfrm>
          <a:off x="0" y="0"/>
          <a:ext cx="0" cy="0"/>
          <a:chOff x="0" y="0"/>
          <a:chExt cx="0" cy="0"/>
        </a:xfrm>
      </p:grpSpPr>
      <p:sp>
        <p:nvSpPr>
          <p:cNvPr id="5310" name="Google Shape;5310;p68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89"/>
          <p:cNvSpPr/>
          <p:nvPr/>
        </p:nvSpPr>
        <p:spPr>
          <a:xfrm flipH="1" rot="-5400000">
            <a:off x="-1114550" y="743900"/>
            <a:ext cx="3655500" cy="3655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89"/>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4800"/>
              <a:buNone/>
              <a:defRPr sz="4800">
                <a:solidFill>
                  <a:schemeClr val="lt1"/>
                </a:solidFill>
              </a:defRPr>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a:spcBef>
                <a:spcPts val="0"/>
              </a:spcBef>
              <a:spcAft>
                <a:spcPts val="0"/>
              </a:spcAft>
              <a:buSzPts val="4800"/>
              <a:buNone/>
              <a:defRPr sz="4800"/>
            </a:lvl9pPr>
          </a:lstStyle>
          <a:p/>
        </p:txBody>
      </p:sp>
      <p:sp>
        <p:nvSpPr>
          <p:cNvPr id="5313" name="Google Shape;5313;p689"/>
          <p:cNvSpPr txBox="1"/>
          <p:nvPr>
            <p:ph hasCustomPrompt="1" idx="2" type="title"/>
          </p:nvPr>
        </p:nvSpPr>
        <p:spPr>
          <a:xfrm>
            <a:off x="821288" y="1574875"/>
            <a:ext cx="2150400" cy="16659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4800"/>
              <a:buNone/>
              <a:defRPr sz="7200">
                <a:solidFill>
                  <a:schemeClr val="lt1"/>
                </a:solidFill>
              </a:defRPr>
            </a:lvl1pPr>
            <a:lvl2pPr lvl="1" rtl="0">
              <a:spcBef>
                <a:spcPts val="0"/>
              </a:spcBef>
              <a:spcAft>
                <a:spcPts val="0"/>
              </a:spcAft>
              <a:buClr>
                <a:schemeClr val="lt1"/>
              </a:buClr>
              <a:buSzPts val="4800"/>
              <a:buNone/>
              <a:defRPr sz="4800">
                <a:solidFill>
                  <a:schemeClr val="lt1"/>
                </a:solidFill>
              </a:defRPr>
            </a:lvl2pPr>
            <a:lvl3pPr lvl="2" rtl="0">
              <a:spcBef>
                <a:spcPts val="0"/>
              </a:spcBef>
              <a:spcAft>
                <a:spcPts val="0"/>
              </a:spcAft>
              <a:buClr>
                <a:schemeClr val="lt1"/>
              </a:buClr>
              <a:buSzPts val="4800"/>
              <a:buNone/>
              <a:defRPr sz="4800">
                <a:solidFill>
                  <a:schemeClr val="lt1"/>
                </a:solidFill>
              </a:defRPr>
            </a:lvl3pPr>
            <a:lvl4pPr lvl="3" rtl="0">
              <a:spcBef>
                <a:spcPts val="0"/>
              </a:spcBef>
              <a:spcAft>
                <a:spcPts val="0"/>
              </a:spcAft>
              <a:buClr>
                <a:schemeClr val="lt1"/>
              </a:buClr>
              <a:buSzPts val="4800"/>
              <a:buNone/>
              <a:defRPr sz="4800">
                <a:solidFill>
                  <a:schemeClr val="lt1"/>
                </a:solidFill>
              </a:defRPr>
            </a:lvl4pPr>
            <a:lvl5pPr lvl="4" rtl="0">
              <a:spcBef>
                <a:spcPts val="0"/>
              </a:spcBef>
              <a:spcAft>
                <a:spcPts val="0"/>
              </a:spcAft>
              <a:buClr>
                <a:schemeClr val="lt1"/>
              </a:buClr>
              <a:buSzPts val="4800"/>
              <a:buNone/>
              <a:defRPr sz="4800">
                <a:solidFill>
                  <a:schemeClr val="lt1"/>
                </a:solidFill>
              </a:defRPr>
            </a:lvl5pPr>
            <a:lvl6pPr lvl="5" rtl="0">
              <a:spcBef>
                <a:spcPts val="0"/>
              </a:spcBef>
              <a:spcAft>
                <a:spcPts val="0"/>
              </a:spcAft>
              <a:buClr>
                <a:schemeClr val="lt1"/>
              </a:buClr>
              <a:buSzPts val="4800"/>
              <a:buNone/>
              <a:defRPr sz="4800">
                <a:solidFill>
                  <a:schemeClr val="lt1"/>
                </a:solidFill>
              </a:defRPr>
            </a:lvl6pPr>
            <a:lvl7pPr lvl="6" rtl="0">
              <a:spcBef>
                <a:spcPts val="0"/>
              </a:spcBef>
              <a:spcAft>
                <a:spcPts val="0"/>
              </a:spcAft>
              <a:buClr>
                <a:schemeClr val="lt1"/>
              </a:buClr>
              <a:buSzPts val="4800"/>
              <a:buNone/>
              <a:defRPr sz="4800">
                <a:solidFill>
                  <a:schemeClr val="lt1"/>
                </a:solidFill>
              </a:defRPr>
            </a:lvl7pPr>
            <a:lvl8pPr lvl="7" rtl="0">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5314" name="Google Shape;5314;p689"/>
          <p:cNvSpPr txBox="1"/>
          <p:nvPr>
            <p:ph idx="1" type="subTitle"/>
          </p:nvPr>
        </p:nvSpPr>
        <p:spPr>
          <a:xfrm>
            <a:off x="2971613" y="3240775"/>
            <a:ext cx="5351100" cy="447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800"/>
              <a:buNone/>
              <a:defRPr>
                <a:solidFill>
                  <a:schemeClr val="lt1"/>
                </a:solidFill>
              </a:defRPr>
            </a:lvl1pPr>
            <a:lvl2pPr lvl="1" rtl="0">
              <a:lnSpc>
                <a:spcPct val="100000"/>
              </a:lnSpc>
              <a:spcBef>
                <a:spcPts val="0"/>
              </a:spcBef>
              <a:spcAft>
                <a:spcPts val="0"/>
              </a:spcAft>
              <a:buClr>
                <a:schemeClr val="lt1"/>
              </a:buClr>
              <a:buSzPts val="2800"/>
              <a:buNone/>
              <a:defRPr sz="2800">
                <a:solidFill>
                  <a:schemeClr val="lt1"/>
                </a:solidFill>
              </a:defRPr>
            </a:lvl2pPr>
            <a:lvl3pPr lvl="2" rtl="0">
              <a:lnSpc>
                <a:spcPct val="100000"/>
              </a:lnSpc>
              <a:spcBef>
                <a:spcPts val="0"/>
              </a:spcBef>
              <a:spcAft>
                <a:spcPts val="0"/>
              </a:spcAft>
              <a:buClr>
                <a:schemeClr val="lt1"/>
              </a:buClr>
              <a:buSzPts val="2800"/>
              <a:buNone/>
              <a:defRPr sz="2800">
                <a:solidFill>
                  <a:schemeClr val="lt1"/>
                </a:solidFill>
              </a:defRPr>
            </a:lvl3pPr>
            <a:lvl4pPr lvl="3" rtl="0">
              <a:lnSpc>
                <a:spcPct val="100000"/>
              </a:lnSpc>
              <a:spcBef>
                <a:spcPts val="0"/>
              </a:spcBef>
              <a:spcAft>
                <a:spcPts val="0"/>
              </a:spcAft>
              <a:buClr>
                <a:schemeClr val="lt1"/>
              </a:buClr>
              <a:buSzPts val="2800"/>
              <a:buNone/>
              <a:defRPr sz="2800">
                <a:solidFill>
                  <a:schemeClr val="lt1"/>
                </a:solidFill>
              </a:defRPr>
            </a:lvl4pPr>
            <a:lvl5pPr lvl="4" rtl="0">
              <a:lnSpc>
                <a:spcPct val="100000"/>
              </a:lnSpc>
              <a:spcBef>
                <a:spcPts val="0"/>
              </a:spcBef>
              <a:spcAft>
                <a:spcPts val="0"/>
              </a:spcAft>
              <a:buClr>
                <a:schemeClr val="lt1"/>
              </a:buClr>
              <a:buSzPts val="2800"/>
              <a:buNone/>
              <a:defRPr sz="2800">
                <a:solidFill>
                  <a:schemeClr val="lt1"/>
                </a:solidFill>
              </a:defRPr>
            </a:lvl5pPr>
            <a:lvl6pPr lvl="5" rtl="0">
              <a:lnSpc>
                <a:spcPct val="100000"/>
              </a:lnSpc>
              <a:spcBef>
                <a:spcPts val="0"/>
              </a:spcBef>
              <a:spcAft>
                <a:spcPts val="0"/>
              </a:spcAft>
              <a:buClr>
                <a:schemeClr val="lt1"/>
              </a:buClr>
              <a:buSzPts val="2800"/>
              <a:buNone/>
              <a:defRPr sz="2800">
                <a:solidFill>
                  <a:schemeClr val="lt1"/>
                </a:solidFill>
              </a:defRPr>
            </a:lvl6pPr>
            <a:lvl7pPr lvl="6" rtl="0">
              <a:lnSpc>
                <a:spcPct val="100000"/>
              </a:lnSpc>
              <a:spcBef>
                <a:spcPts val="0"/>
              </a:spcBef>
              <a:spcAft>
                <a:spcPts val="0"/>
              </a:spcAft>
              <a:buClr>
                <a:schemeClr val="lt1"/>
              </a:buClr>
              <a:buSzPts val="2800"/>
              <a:buNone/>
              <a:defRPr sz="2800">
                <a:solidFill>
                  <a:schemeClr val="lt1"/>
                </a:solidFill>
              </a:defRPr>
            </a:lvl7pPr>
            <a:lvl8pPr lvl="7" rtl="0">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6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5315" name="Shape 5315"/>
        <p:cNvGrpSpPr/>
        <p:nvPr/>
      </p:nvGrpSpPr>
      <p:grpSpPr>
        <a:xfrm>
          <a:off x="0" y="0"/>
          <a:ext cx="0" cy="0"/>
          <a:chOff x="0" y="0"/>
          <a:chExt cx="0" cy="0"/>
        </a:xfrm>
      </p:grpSpPr>
      <p:grpSp>
        <p:nvGrpSpPr>
          <p:cNvPr id="5316" name="Google Shape;5316;p690"/>
          <p:cNvGrpSpPr/>
          <p:nvPr/>
        </p:nvGrpSpPr>
        <p:grpSpPr>
          <a:xfrm>
            <a:off x="713225" y="539500"/>
            <a:ext cx="7717500" cy="4064400"/>
            <a:chOff x="713225" y="539500"/>
            <a:chExt cx="7717500" cy="4064400"/>
          </a:xfrm>
        </p:grpSpPr>
        <p:cxnSp>
          <p:nvCxnSpPr>
            <p:cNvPr id="5317" name="Google Shape;5317;p69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5318" name="Google Shape;5318;p69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9" name="Google Shape;5319;p69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320" name="Google Shape;5320;p690"/>
          <p:cNvSpPr txBox="1"/>
          <p:nvPr>
            <p:ph idx="1" type="subTitle"/>
          </p:nvPr>
        </p:nvSpPr>
        <p:spPr>
          <a:xfrm>
            <a:off x="2817300" y="2114400"/>
            <a:ext cx="3509400" cy="1529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600">
                <a:solidFill>
                  <a:schemeClr val="lt1"/>
                </a:solidFill>
              </a:defRPr>
            </a:lvl1pPr>
            <a:lvl2pPr lvl="1" rtl="0">
              <a:lnSpc>
                <a:spcPct val="100000"/>
              </a:lnSpc>
              <a:spcBef>
                <a:spcPts val="0"/>
              </a:spcBef>
              <a:spcAft>
                <a:spcPts val="0"/>
              </a:spcAft>
              <a:buClr>
                <a:schemeClr val="lt1"/>
              </a:buClr>
              <a:buSzPts val="1400"/>
              <a:buNone/>
              <a:defRPr>
                <a:solidFill>
                  <a:schemeClr val="lt1"/>
                </a:solidFill>
              </a:defRPr>
            </a:lvl2pPr>
            <a:lvl3pPr lvl="2" rtl="0">
              <a:lnSpc>
                <a:spcPct val="100000"/>
              </a:lnSpc>
              <a:spcBef>
                <a:spcPts val="0"/>
              </a:spcBef>
              <a:spcAft>
                <a:spcPts val="0"/>
              </a:spcAft>
              <a:buClr>
                <a:schemeClr val="lt1"/>
              </a:buClr>
              <a:buSzPts val="1400"/>
              <a:buNone/>
              <a:defRPr>
                <a:solidFill>
                  <a:schemeClr val="lt1"/>
                </a:solidFill>
              </a:defRPr>
            </a:lvl3pPr>
            <a:lvl4pPr lvl="3" rtl="0">
              <a:lnSpc>
                <a:spcPct val="100000"/>
              </a:lnSpc>
              <a:spcBef>
                <a:spcPts val="0"/>
              </a:spcBef>
              <a:spcAft>
                <a:spcPts val="0"/>
              </a:spcAft>
              <a:buClr>
                <a:schemeClr val="lt1"/>
              </a:buClr>
              <a:buSzPts val="1400"/>
              <a:buNone/>
              <a:defRPr>
                <a:solidFill>
                  <a:schemeClr val="lt1"/>
                </a:solidFill>
              </a:defRPr>
            </a:lvl4pPr>
            <a:lvl5pPr lvl="4" rtl="0">
              <a:lnSpc>
                <a:spcPct val="100000"/>
              </a:lnSpc>
              <a:spcBef>
                <a:spcPts val="0"/>
              </a:spcBef>
              <a:spcAft>
                <a:spcPts val="0"/>
              </a:spcAft>
              <a:buClr>
                <a:schemeClr val="lt1"/>
              </a:buClr>
              <a:buSzPts val="1400"/>
              <a:buNone/>
              <a:defRPr>
                <a:solidFill>
                  <a:schemeClr val="lt1"/>
                </a:solidFill>
              </a:defRPr>
            </a:lvl5pPr>
            <a:lvl6pPr lvl="5" rtl="0">
              <a:lnSpc>
                <a:spcPct val="100000"/>
              </a:lnSpc>
              <a:spcBef>
                <a:spcPts val="0"/>
              </a:spcBef>
              <a:spcAft>
                <a:spcPts val="0"/>
              </a:spcAft>
              <a:buClr>
                <a:schemeClr val="lt1"/>
              </a:buClr>
              <a:buSzPts val="1400"/>
              <a:buNone/>
              <a:defRPr>
                <a:solidFill>
                  <a:schemeClr val="lt1"/>
                </a:solidFill>
              </a:defRPr>
            </a:lvl6pPr>
            <a:lvl7pPr lvl="6" rtl="0">
              <a:lnSpc>
                <a:spcPct val="100000"/>
              </a:lnSpc>
              <a:spcBef>
                <a:spcPts val="0"/>
              </a:spcBef>
              <a:spcAft>
                <a:spcPts val="0"/>
              </a:spcAft>
              <a:buClr>
                <a:schemeClr val="lt1"/>
              </a:buClr>
              <a:buSzPts val="1400"/>
              <a:buNone/>
              <a:defRPr>
                <a:solidFill>
                  <a:schemeClr val="lt1"/>
                </a:solidFill>
              </a:defRPr>
            </a:lvl7pPr>
            <a:lvl8pPr lvl="7" rtl="0">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6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5321" name="Shape 5321"/>
        <p:cNvGrpSpPr/>
        <p:nvPr/>
      </p:nvGrpSpPr>
      <p:grpSpPr>
        <a:xfrm>
          <a:off x="0" y="0"/>
          <a:ext cx="0" cy="0"/>
          <a:chOff x="0" y="0"/>
          <a:chExt cx="0" cy="0"/>
        </a:xfrm>
      </p:grpSpPr>
      <p:grpSp>
        <p:nvGrpSpPr>
          <p:cNvPr id="5322" name="Google Shape;5322;p691"/>
          <p:cNvGrpSpPr/>
          <p:nvPr/>
        </p:nvGrpSpPr>
        <p:grpSpPr>
          <a:xfrm>
            <a:off x="713225" y="539500"/>
            <a:ext cx="7717500" cy="4064400"/>
            <a:chOff x="713225" y="539500"/>
            <a:chExt cx="7717500" cy="4064400"/>
          </a:xfrm>
        </p:grpSpPr>
        <p:sp>
          <p:nvSpPr>
            <p:cNvPr id="5323" name="Google Shape;5323;p69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24" name="Google Shape;5324;p69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325" name="Google Shape;5325;p69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326" name="Google Shape;5326;p691"/>
          <p:cNvSpPr txBox="1"/>
          <p:nvPr>
            <p:ph idx="1" type="subTitle"/>
          </p:nvPr>
        </p:nvSpPr>
        <p:spPr>
          <a:xfrm>
            <a:off x="1425525" y="3298725"/>
            <a:ext cx="2384700" cy="1014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327" name="Google Shape;5327;p691"/>
          <p:cNvSpPr txBox="1"/>
          <p:nvPr>
            <p:ph idx="2" type="subTitle"/>
          </p:nvPr>
        </p:nvSpPr>
        <p:spPr>
          <a:xfrm>
            <a:off x="1425525" y="2867137"/>
            <a:ext cx="2384700" cy="431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328" name="Google Shape;5328;p691"/>
          <p:cNvSpPr txBox="1"/>
          <p:nvPr>
            <p:ph idx="3" type="subTitle"/>
          </p:nvPr>
        </p:nvSpPr>
        <p:spPr>
          <a:xfrm>
            <a:off x="5333725" y="3288525"/>
            <a:ext cx="2384700" cy="1014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329" name="Google Shape;5329;p691"/>
          <p:cNvSpPr txBox="1"/>
          <p:nvPr>
            <p:ph idx="4" type="subTitle"/>
          </p:nvPr>
        </p:nvSpPr>
        <p:spPr>
          <a:xfrm>
            <a:off x="5333725" y="2858650"/>
            <a:ext cx="2384700" cy="431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5330" name="Shape 5330"/>
        <p:cNvGrpSpPr/>
        <p:nvPr/>
      </p:nvGrpSpPr>
      <p:grpSpPr>
        <a:xfrm>
          <a:off x="0" y="0"/>
          <a:ext cx="0" cy="0"/>
          <a:chOff x="0" y="0"/>
          <a:chExt cx="0" cy="0"/>
        </a:xfrm>
      </p:grpSpPr>
      <p:grpSp>
        <p:nvGrpSpPr>
          <p:cNvPr id="5331" name="Google Shape;5331;p692"/>
          <p:cNvGrpSpPr/>
          <p:nvPr/>
        </p:nvGrpSpPr>
        <p:grpSpPr>
          <a:xfrm>
            <a:off x="713225" y="539500"/>
            <a:ext cx="7717500" cy="4064400"/>
            <a:chOff x="713225" y="539500"/>
            <a:chExt cx="7717500" cy="4064400"/>
          </a:xfrm>
        </p:grpSpPr>
        <p:sp>
          <p:nvSpPr>
            <p:cNvPr id="5332" name="Google Shape;5332;p69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33" name="Google Shape;5333;p69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334" name="Google Shape;5334;p69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6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5335" name="Shape 5335"/>
        <p:cNvGrpSpPr/>
        <p:nvPr/>
      </p:nvGrpSpPr>
      <p:grpSpPr>
        <a:xfrm>
          <a:off x="0" y="0"/>
          <a:ext cx="0" cy="0"/>
          <a:chOff x="0" y="0"/>
          <a:chExt cx="0" cy="0"/>
        </a:xfrm>
      </p:grpSpPr>
      <p:grpSp>
        <p:nvGrpSpPr>
          <p:cNvPr id="5336" name="Google Shape;5336;p693"/>
          <p:cNvGrpSpPr/>
          <p:nvPr/>
        </p:nvGrpSpPr>
        <p:grpSpPr>
          <a:xfrm>
            <a:off x="713225" y="539500"/>
            <a:ext cx="7717500" cy="4064400"/>
            <a:chOff x="713225" y="539500"/>
            <a:chExt cx="7717500" cy="4064400"/>
          </a:xfrm>
        </p:grpSpPr>
        <p:cxnSp>
          <p:nvCxnSpPr>
            <p:cNvPr id="5337" name="Google Shape;5337;p69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5338" name="Google Shape;5338;p69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9" name="Google Shape;5339;p69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340" name="Google Shape;5340;p693"/>
          <p:cNvSpPr txBox="1"/>
          <p:nvPr>
            <p:ph idx="1" type="subTitle"/>
          </p:nvPr>
        </p:nvSpPr>
        <p:spPr>
          <a:xfrm>
            <a:off x="2105700" y="1543900"/>
            <a:ext cx="4932600" cy="2550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accent1"/>
              </a:buClr>
              <a:buSzPts val="1800"/>
              <a:buChar char="●"/>
              <a:defRPr sz="1600">
                <a:solidFill>
                  <a:schemeClr val="lt1"/>
                </a:solidFill>
              </a:defRPr>
            </a:lvl1pPr>
            <a:lvl2pPr lvl="1" rtl="0">
              <a:lnSpc>
                <a:spcPct val="100000"/>
              </a:lnSpc>
              <a:spcBef>
                <a:spcPts val="0"/>
              </a:spcBef>
              <a:spcAft>
                <a:spcPts val="0"/>
              </a:spcAft>
              <a:buClr>
                <a:schemeClr val="lt1"/>
              </a:buClr>
              <a:buSzPts val="2800"/>
              <a:buChar char="○"/>
              <a:defRPr sz="2800">
                <a:solidFill>
                  <a:schemeClr val="lt1"/>
                </a:solidFill>
              </a:defRPr>
            </a:lvl2pPr>
            <a:lvl3pPr lvl="2" rtl="0">
              <a:lnSpc>
                <a:spcPct val="100000"/>
              </a:lnSpc>
              <a:spcBef>
                <a:spcPts val="0"/>
              </a:spcBef>
              <a:spcAft>
                <a:spcPts val="0"/>
              </a:spcAft>
              <a:buClr>
                <a:schemeClr val="lt1"/>
              </a:buClr>
              <a:buSzPts val="2800"/>
              <a:buChar char="■"/>
              <a:defRPr sz="2800">
                <a:solidFill>
                  <a:schemeClr val="lt1"/>
                </a:solidFill>
              </a:defRPr>
            </a:lvl3pPr>
            <a:lvl4pPr lvl="3" rtl="0">
              <a:lnSpc>
                <a:spcPct val="100000"/>
              </a:lnSpc>
              <a:spcBef>
                <a:spcPts val="0"/>
              </a:spcBef>
              <a:spcAft>
                <a:spcPts val="0"/>
              </a:spcAft>
              <a:buClr>
                <a:schemeClr val="lt1"/>
              </a:buClr>
              <a:buSzPts val="2800"/>
              <a:buChar char="●"/>
              <a:defRPr sz="2800">
                <a:solidFill>
                  <a:schemeClr val="lt1"/>
                </a:solidFill>
              </a:defRPr>
            </a:lvl4pPr>
            <a:lvl5pPr lvl="4" rtl="0">
              <a:lnSpc>
                <a:spcPct val="100000"/>
              </a:lnSpc>
              <a:spcBef>
                <a:spcPts val="0"/>
              </a:spcBef>
              <a:spcAft>
                <a:spcPts val="0"/>
              </a:spcAft>
              <a:buClr>
                <a:schemeClr val="lt1"/>
              </a:buClr>
              <a:buSzPts val="2800"/>
              <a:buChar char="○"/>
              <a:defRPr sz="2800">
                <a:solidFill>
                  <a:schemeClr val="lt1"/>
                </a:solidFill>
              </a:defRPr>
            </a:lvl5pPr>
            <a:lvl6pPr lvl="5" rtl="0">
              <a:lnSpc>
                <a:spcPct val="100000"/>
              </a:lnSpc>
              <a:spcBef>
                <a:spcPts val="0"/>
              </a:spcBef>
              <a:spcAft>
                <a:spcPts val="0"/>
              </a:spcAft>
              <a:buClr>
                <a:schemeClr val="lt1"/>
              </a:buClr>
              <a:buSzPts val="2800"/>
              <a:buChar char="■"/>
              <a:defRPr sz="2800">
                <a:solidFill>
                  <a:schemeClr val="lt1"/>
                </a:solidFill>
              </a:defRPr>
            </a:lvl6pPr>
            <a:lvl7pPr lvl="6" rtl="0">
              <a:lnSpc>
                <a:spcPct val="100000"/>
              </a:lnSpc>
              <a:spcBef>
                <a:spcPts val="0"/>
              </a:spcBef>
              <a:spcAft>
                <a:spcPts val="0"/>
              </a:spcAft>
              <a:buClr>
                <a:schemeClr val="lt1"/>
              </a:buClr>
              <a:buSzPts val="2800"/>
              <a:buChar char="●"/>
              <a:defRPr sz="2800">
                <a:solidFill>
                  <a:schemeClr val="lt1"/>
                </a:solidFill>
              </a:defRPr>
            </a:lvl7pPr>
            <a:lvl8pPr lvl="7" rtl="0">
              <a:lnSpc>
                <a:spcPct val="100000"/>
              </a:lnSpc>
              <a:spcBef>
                <a:spcPts val="0"/>
              </a:spcBef>
              <a:spcAft>
                <a:spcPts val="0"/>
              </a:spcAft>
              <a:buClr>
                <a:schemeClr val="lt1"/>
              </a:buClr>
              <a:buSzPts val="2800"/>
              <a:buChar char="○"/>
              <a:defRPr sz="2800">
                <a:solidFill>
                  <a:schemeClr val="lt1"/>
                </a:solidFill>
              </a:defRPr>
            </a:lvl8pPr>
            <a:lvl9pPr lvl="8">
              <a:lnSpc>
                <a:spcPct val="100000"/>
              </a:lnSpc>
              <a:spcBef>
                <a:spcPts val="0"/>
              </a:spcBef>
              <a:spcAft>
                <a:spcPts val="0"/>
              </a:spcAft>
              <a:buClr>
                <a:schemeClr val="lt1"/>
              </a:buClr>
              <a:buSzPts val="2800"/>
              <a:buChar char="■"/>
              <a:defRPr sz="2800">
                <a:solidFill>
                  <a:schemeClr val="lt1"/>
                </a:solidFill>
              </a:defRPr>
            </a:lvl9pPr>
          </a:lstStyle>
          <a:p/>
        </p:txBody>
      </p:sp>
    </p:spTree>
  </p:cSld>
  <p:clrMapOvr>
    <a:masterClrMapping/>
  </p:clrMapOvr>
</p:sldLayout>
</file>

<file path=ppt/slideLayouts/slideLayout6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5341" name="Shape 5341"/>
        <p:cNvGrpSpPr/>
        <p:nvPr/>
      </p:nvGrpSpPr>
      <p:grpSpPr>
        <a:xfrm>
          <a:off x="0" y="0"/>
          <a:ext cx="0" cy="0"/>
          <a:chOff x="0" y="0"/>
          <a:chExt cx="0" cy="0"/>
        </a:xfrm>
      </p:grpSpPr>
      <p:sp>
        <p:nvSpPr>
          <p:cNvPr id="5342" name="Google Shape;5342;p69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94"/>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7200"/>
              <a:buNone/>
              <a:defRPr sz="7200">
                <a:solidFill>
                  <a:schemeClr val="lt1"/>
                </a:solidFill>
              </a:defRPr>
            </a:lvl1pPr>
            <a:lvl2pPr lvl="1" rtl="0" algn="ctr">
              <a:spcBef>
                <a:spcPts val="0"/>
              </a:spcBef>
              <a:spcAft>
                <a:spcPts val="0"/>
              </a:spcAft>
              <a:buClr>
                <a:schemeClr val="lt1"/>
              </a:buClr>
              <a:buSzPts val="4800"/>
              <a:buNone/>
              <a:defRPr sz="4800">
                <a:solidFill>
                  <a:schemeClr val="lt1"/>
                </a:solidFill>
              </a:defRPr>
            </a:lvl2pPr>
            <a:lvl3pPr lvl="2" rtl="0" algn="ctr">
              <a:spcBef>
                <a:spcPts val="0"/>
              </a:spcBef>
              <a:spcAft>
                <a:spcPts val="0"/>
              </a:spcAft>
              <a:buClr>
                <a:schemeClr val="lt1"/>
              </a:buClr>
              <a:buSzPts val="4800"/>
              <a:buNone/>
              <a:defRPr sz="4800">
                <a:solidFill>
                  <a:schemeClr val="lt1"/>
                </a:solidFill>
              </a:defRPr>
            </a:lvl3pPr>
            <a:lvl4pPr lvl="3" rtl="0" algn="ctr">
              <a:spcBef>
                <a:spcPts val="0"/>
              </a:spcBef>
              <a:spcAft>
                <a:spcPts val="0"/>
              </a:spcAft>
              <a:buClr>
                <a:schemeClr val="lt1"/>
              </a:buClr>
              <a:buSzPts val="4800"/>
              <a:buNone/>
              <a:defRPr sz="4800">
                <a:solidFill>
                  <a:schemeClr val="lt1"/>
                </a:solidFill>
              </a:defRPr>
            </a:lvl4pPr>
            <a:lvl5pPr lvl="4" rtl="0" algn="ctr">
              <a:spcBef>
                <a:spcPts val="0"/>
              </a:spcBef>
              <a:spcAft>
                <a:spcPts val="0"/>
              </a:spcAft>
              <a:buClr>
                <a:schemeClr val="lt1"/>
              </a:buClr>
              <a:buSzPts val="4800"/>
              <a:buNone/>
              <a:defRPr sz="4800">
                <a:solidFill>
                  <a:schemeClr val="lt1"/>
                </a:solidFill>
              </a:defRPr>
            </a:lvl5pPr>
            <a:lvl6pPr lvl="5" rtl="0" algn="ctr">
              <a:spcBef>
                <a:spcPts val="0"/>
              </a:spcBef>
              <a:spcAft>
                <a:spcPts val="0"/>
              </a:spcAft>
              <a:buClr>
                <a:schemeClr val="lt1"/>
              </a:buClr>
              <a:buSzPts val="4800"/>
              <a:buNone/>
              <a:defRPr sz="4800">
                <a:solidFill>
                  <a:schemeClr val="lt1"/>
                </a:solidFill>
              </a:defRPr>
            </a:lvl6pPr>
            <a:lvl7pPr lvl="6" rtl="0" algn="ctr">
              <a:spcBef>
                <a:spcPts val="0"/>
              </a:spcBef>
              <a:spcAft>
                <a:spcPts val="0"/>
              </a:spcAft>
              <a:buClr>
                <a:schemeClr val="lt1"/>
              </a:buClr>
              <a:buSzPts val="4800"/>
              <a:buNone/>
              <a:defRPr sz="4800">
                <a:solidFill>
                  <a:schemeClr val="lt1"/>
                </a:solidFill>
              </a:defRPr>
            </a:lvl7pPr>
            <a:lvl8pPr lvl="7" rtl="0"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6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5344" name="Shape 5344"/>
        <p:cNvGrpSpPr/>
        <p:nvPr/>
      </p:nvGrpSpPr>
      <p:grpSpPr>
        <a:xfrm>
          <a:off x="0" y="0"/>
          <a:ext cx="0" cy="0"/>
          <a:chOff x="0" y="0"/>
          <a:chExt cx="0" cy="0"/>
        </a:xfrm>
      </p:grpSpPr>
      <p:grpSp>
        <p:nvGrpSpPr>
          <p:cNvPr id="5345" name="Google Shape;5345;p695"/>
          <p:cNvGrpSpPr/>
          <p:nvPr/>
        </p:nvGrpSpPr>
        <p:grpSpPr>
          <a:xfrm>
            <a:off x="713225" y="539500"/>
            <a:ext cx="7717500" cy="4064400"/>
            <a:chOff x="713225" y="539500"/>
            <a:chExt cx="7717500" cy="4064400"/>
          </a:xfrm>
        </p:grpSpPr>
        <p:cxnSp>
          <p:nvCxnSpPr>
            <p:cNvPr id="5346" name="Google Shape;5346;p69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5347" name="Google Shape;5347;p69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48" name="Google Shape;5348;p695"/>
            <p:cNvCxnSpPr/>
            <p:nvPr/>
          </p:nvCxnSpPr>
          <p:spPr>
            <a:xfrm rot="10800000">
              <a:off x="4876775" y="1096300"/>
              <a:ext cx="0" cy="3507600"/>
            </a:xfrm>
            <a:prstGeom prst="straightConnector1">
              <a:avLst/>
            </a:prstGeom>
            <a:noFill/>
            <a:ln cap="flat" cmpd="sng" w="38100">
              <a:solidFill>
                <a:schemeClr val="accent1"/>
              </a:solidFill>
              <a:prstDash val="solid"/>
              <a:round/>
              <a:headEnd len="med" w="med" type="none"/>
              <a:tailEnd len="med" w="med" type="none"/>
            </a:ln>
          </p:spPr>
        </p:cxnSp>
      </p:grpSp>
      <p:sp>
        <p:nvSpPr>
          <p:cNvPr id="5349" name="Google Shape;5349;p69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350" name="Google Shape;5350;p695"/>
          <p:cNvSpPr txBox="1"/>
          <p:nvPr>
            <p:ph idx="1" type="subTitle"/>
          </p:nvPr>
        </p:nvSpPr>
        <p:spPr>
          <a:xfrm>
            <a:off x="1312950" y="2327975"/>
            <a:ext cx="2973000" cy="1309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400"/>
              <a:buNone/>
              <a:defRPr sz="1400">
                <a:solidFill>
                  <a:schemeClr val="lt1"/>
                </a:solidFill>
              </a:defRPr>
            </a:lvl1pPr>
            <a:lvl2pPr lvl="1" rtl="0">
              <a:lnSpc>
                <a:spcPct val="100000"/>
              </a:lnSpc>
              <a:spcBef>
                <a:spcPts val="0"/>
              </a:spcBef>
              <a:spcAft>
                <a:spcPts val="0"/>
              </a:spcAft>
              <a:buClr>
                <a:schemeClr val="lt1"/>
              </a:buClr>
              <a:buSzPts val="1400"/>
              <a:buNone/>
              <a:defRPr>
                <a:solidFill>
                  <a:schemeClr val="lt1"/>
                </a:solidFill>
              </a:defRPr>
            </a:lvl2pPr>
            <a:lvl3pPr lvl="2" rtl="0">
              <a:lnSpc>
                <a:spcPct val="100000"/>
              </a:lnSpc>
              <a:spcBef>
                <a:spcPts val="0"/>
              </a:spcBef>
              <a:spcAft>
                <a:spcPts val="0"/>
              </a:spcAft>
              <a:buClr>
                <a:schemeClr val="lt1"/>
              </a:buClr>
              <a:buSzPts val="1400"/>
              <a:buNone/>
              <a:defRPr>
                <a:solidFill>
                  <a:schemeClr val="lt1"/>
                </a:solidFill>
              </a:defRPr>
            </a:lvl3pPr>
            <a:lvl4pPr lvl="3" rtl="0">
              <a:lnSpc>
                <a:spcPct val="100000"/>
              </a:lnSpc>
              <a:spcBef>
                <a:spcPts val="0"/>
              </a:spcBef>
              <a:spcAft>
                <a:spcPts val="0"/>
              </a:spcAft>
              <a:buClr>
                <a:schemeClr val="lt1"/>
              </a:buClr>
              <a:buSzPts val="1400"/>
              <a:buNone/>
              <a:defRPr>
                <a:solidFill>
                  <a:schemeClr val="lt1"/>
                </a:solidFill>
              </a:defRPr>
            </a:lvl4pPr>
            <a:lvl5pPr lvl="4" rtl="0">
              <a:lnSpc>
                <a:spcPct val="100000"/>
              </a:lnSpc>
              <a:spcBef>
                <a:spcPts val="0"/>
              </a:spcBef>
              <a:spcAft>
                <a:spcPts val="0"/>
              </a:spcAft>
              <a:buClr>
                <a:schemeClr val="lt1"/>
              </a:buClr>
              <a:buSzPts val="1400"/>
              <a:buNone/>
              <a:defRPr>
                <a:solidFill>
                  <a:schemeClr val="lt1"/>
                </a:solidFill>
              </a:defRPr>
            </a:lvl5pPr>
            <a:lvl6pPr lvl="5" rtl="0">
              <a:lnSpc>
                <a:spcPct val="100000"/>
              </a:lnSpc>
              <a:spcBef>
                <a:spcPts val="0"/>
              </a:spcBef>
              <a:spcAft>
                <a:spcPts val="0"/>
              </a:spcAft>
              <a:buClr>
                <a:schemeClr val="lt1"/>
              </a:buClr>
              <a:buSzPts val="1400"/>
              <a:buNone/>
              <a:defRPr>
                <a:solidFill>
                  <a:schemeClr val="lt1"/>
                </a:solidFill>
              </a:defRPr>
            </a:lvl6pPr>
            <a:lvl7pPr lvl="6" rtl="0">
              <a:lnSpc>
                <a:spcPct val="100000"/>
              </a:lnSpc>
              <a:spcBef>
                <a:spcPts val="0"/>
              </a:spcBef>
              <a:spcAft>
                <a:spcPts val="0"/>
              </a:spcAft>
              <a:buClr>
                <a:schemeClr val="lt1"/>
              </a:buClr>
              <a:buSzPts val="1400"/>
              <a:buNone/>
              <a:defRPr>
                <a:solidFill>
                  <a:schemeClr val="lt1"/>
                </a:solidFill>
              </a:defRPr>
            </a:lvl7pPr>
            <a:lvl8pPr lvl="7" rtl="0">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5351" name="Google Shape;5351;p695"/>
          <p:cNvSpPr txBox="1"/>
          <p:nvPr>
            <p:ph idx="2" type="subTitle"/>
          </p:nvPr>
        </p:nvSpPr>
        <p:spPr>
          <a:xfrm>
            <a:off x="1312950" y="1809275"/>
            <a:ext cx="2973000" cy="51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6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5352" name="Shape 5352"/>
        <p:cNvGrpSpPr/>
        <p:nvPr/>
      </p:nvGrpSpPr>
      <p:grpSpPr>
        <a:xfrm>
          <a:off x="0" y="0"/>
          <a:ext cx="0" cy="0"/>
          <a:chOff x="0" y="0"/>
          <a:chExt cx="0" cy="0"/>
        </a:xfrm>
      </p:grpSpPr>
      <p:sp>
        <p:nvSpPr>
          <p:cNvPr id="5353" name="Google Shape;5353;p696"/>
          <p:cNvSpPr txBox="1"/>
          <p:nvPr>
            <p:ph type="title"/>
          </p:nvPr>
        </p:nvSpPr>
        <p:spPr>
          <a:xfrm>
            <a:off x="865625" y="3328700"/>
            <a:ext cx="6367800" cy="14277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3600"/>
              <a:buNone/>
              <a:defRPr sz="3600">
                <a:solidFill>
                  <a:schemeClr val="lt1"/>
                </a:solidFill>
              </a:defRPr>
            </a:lvl1pPr>
            <a:lvl2pPr lvl="1" rtl="0">
              <a:spcBef>
                <a:spcPts val="0"/>
              </a:spcBef>
              <a:spcAft>
                <a:spcPts val="0"/>
              </a:spcAft>
              <a:buClr>
                <a:schemeClr val="lt1"/>
              </a:buClr>
              <a:buSzPts val="3600"/>
              <a:buNone/>
              <a:defRPr sz="3600">
                <a:solidFill>
                  <a:schemeClr val="lt1"/>
                </a:solidFill>
              </a:defRPr>
            </a:lvl2pPr>
            <a:lvl3pPr lvl="2" rtl="0">
              <a:spcBef>
                <a:spcPts val="0"/>
              </a:spcBef>
              <a:spcAft>
                <a:spcPts val="0"/>
              </a:spcAft>
              <a:buClr>
                <a:schemeClr val="lt1"/>
              </a:buClr>
              <a:buSzPts val="3600"/>
              <a:buNone/>
              <a:defRPr sz="3600">
                <a:solidFill>
                  <a:schemeClr val="lt1"/>
                </a:solidFill>
              </a:defRPr>
            </a:lvl3pPr>
            <a:lvl4pPr lvl="3" rtl="0">
              <a:spcBef>
                <a:spcPts val="0"/>
              </a:spcBef>
              <a:spcAft>
                <a:spcPts val="0"/>
              </a:spcAft>
              <a:buClr>
                <a:schemeClr val="lt1"/>
              </a:buClr>
              <a:buSzPts val="3600"/>
              <a:buNone/>
              <a:defRPr sz="3600">
                <a:solidFill>
                  <a:schemeClr val="lt1"/>
                </a:solidFill>
              </a:defRPr>
            </a:lvl4pPr>
            <a:lvl5pPr lvl="4" rtl="0">
              <a:spcBef>
                <a:spcPts val="0"/>
              </a:spcBef>
              <a:spcAft>
                <a:spcPts val="0"/>
              </a:spcAft>
              <a:buClr>
                <a:schemeClr val="lt1"/>
              </a:buClr>
              <a:buSzPts val="3600"/>
              <a:buNone/>
              <a:defRPr sz="3600">
                <a:solidFill>
                  <a:schemeClr val="lt1"/>
                </a:solidFill>
              </a:defRPr>
            </a:lvl5pPr>
            <a:lvl6pPr lvl="5" rtl="0">
              <a:spcBef>
                <a:spcPts val="0"/>
              </a:spcBef>
              <a:spcAft>
                <a:spcPts val="0"/>
              </a:spcAft>
              <a:buClr>
                <a:schemeClr val="lt1"/>
              </a:buClr>
              <a:buSzPts val="3600"/>
              <a:buNone/>
              <a:defRPr sz="3600">
                <a:solidFill>
                  <a:schemeClr val="lt1"/>
                </a:solidFill>
              </a:defRPr>
            </a:lvl6pPr>
            <a:lvl7pPr lvl="6" rtl="0">
              <a:spcBef>
                <a:spcPts val="0"/>
              </a:spcBef>
              <a:spcAft>
                <a:spcPts val="0"/>
              </a:spcAft>
              <a:buClr>
                <a:schemeClr val="lt1"/>
              </a:buClr>
              <a:buSzPts val="3600"/>
              <a:buNone/>
              <a:defRPr sz="3600">
                <a:solidFill>
                  <a:schemeClr val="lt1"/>
                </a:solidFill>
              </a:defRPr>
            </a:lvl7pPr>
            <a:lvl8pPr lvl="7" rtl="0">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6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5354" name="Shape 5354"/>
        <p:cNvGrpSpPr/>
        <p:nvPr/>
      </p:nvGrpSpPr>
      <p:grpSpPr>
        <a:xfrm>
          <a:off x="0" y="0"/>
          <a:ext cx="0" cy="0"/>
          <a:chOff x="0" y="0"/>
          <a:chExt cx="0" cy="0"/>
        </a:xfrm>
      </p:grpSpPr>
      <p:sp>
        <p:nvSpPr>
          <p:cNvPr id="5355" name="Google Shape;5355;p69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97"/>
          <p:cNvSpPr txBox="1"/>
          <p:nvPr>
            <p:ph hasCustomPrompt="1" type="title"/>
          </p:nvPr>
        </p:nvSpPr>
        <p:spPr>
          <a:xfrm>
            <a:off x="994200" y="1505850"/>
            <a:ext cx="7155600" cy="13323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7200"/>
              <a:buNone/>
              <a:defRPr sz="7200">
                <a:solidFill>
                  <a:schemeClr val="lt1"/>
                </a:solidFill>
              </a:defRPr>
            </a:lvl1pPr>
            <a:lvl2pPr lvl="1" rtl="0" algn="ctr">
              <a:spcBef>
                <a:spcPts val="0"/>
              </a:spcBef>
              <a:spcAft>
                <a:spcPts val="0"/>
              </a:spcAft>
              <a:buClr>
                <a:schemeClr val="lt1"/>
              </a:buClr>
              <a:buSzPts val="7200"/>
              <a:buNone/>
              <a:defRPr sz="7200">
                <a:solidFill>
                  <a:schemeClr val="lt1"/>
                </a:solidFill>
              </a:defRPr>
            </a:lvl2pPr>
            <a:lvl3pPr lvl="2" rtl="0" algn="ctr">
              <a:spcBef>
                <a:spcPts val="0"/>
              </a:spcBef>
              <a:spcAft>
                <a:spcPts val="0"/>
              </a:spcAft>
              <a:buClr>
                <a:schemeClr val="lt1"/>
              </a:buClr>
              <a:buSzPts val="7200"/>
              <a:buNone/>
              <a:defRPr sz="7200">
                <a:solidFill>
                  <a:schemeClr val="lt1"/>
                </a:solidFill>
              </a:defRPr>
            </a:lvl3pPr>
            <a:lvl4pPr lvl="3" rtl="0" algn="ctr">
              <a:spcBef>
                <a:spcPts val="0"/>
              </a:spcBef>
              <a:spcAft>
                <a:spcPts val="0"/>
              </a:spcAft>
              <a:buClr>
                <a:schemeClr val="lt1"/>
              </a:buClr>
              <a:buSzPts val="7200"/>
              <a:buNone/>
              <a:defRPr sz="7200">
                <a:solidFill>
                  <a:schemeClr val="lt1"/>
                </a:solidFill>
              </a:defRPr>
            </a:lvl4pPr>
            <a:lvl5pPr lvl="4" rtl="0" algn="ctr">
              <a:spcBef>
                <a:spcPts val="0"/>
              </a:spcBef>
              <a:spcAft>
                <a:spcPts val="0"/>
              </a:spcAft>
              <a:buClr>
                <a:schemeClr val="lt1"/>
              </a:buClr>
              <a:buSzPts val="7200"/>
              <a:buNone/>
              <a:defRPr sz="7200">
                <a:solidFill>
                  <a:schemeClr val="lt1"/>
                </a:solidFill>
              </a:defRPr>
            </a:lvl5pPr>
            <a:lvl6pPr lvl="5" rtl="0" algn="ctr">
              <a:spcBef>
                <a:spcPts val="0"/>
              </a:spcBef>
              <a:spcAft>
                <a:spcPts val="0"/>
              </a:spcAft>
              <a:buClr>
                <a:schemeClr val="lt1"/>
              </a:buClr>
              <a:buSzPts val="7200"/>
              <a:buNone/>
              <a:defRPr sz="7200">
                <a:solidFill>
                  <a:schemeClr val="lt1"/>
                </a:solidFill>
              </a:defRPr>
            </a:lvl6pPr>
            <a:lvl7pPr lvl="6" rtl="0" algn="ctr">
              <a:spcBef>
                <a:spcPts val="0"/>
              </a:spcBef>
              <a:spcAft>
                <a:spcPts val="0"/>
              </a:spcAft>
              <a:buClr>
                <a:schemeClr val="lt1"/>
              </a:buClr>
              <a:buSzPts val="7200"/>
              <a:buNone/>
              <a:defRPr sz="7200">
                <a:solidFill>
                  <a:schemeClr val="lt1"/>
                </a:solidFill>
              </a:defRPr>
            </a:lvl7pPr>
            <a:lvl8pPr lvl="7" rtl="0"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5357" name="Google Shape;5357;p697"/>
          <p:cNvSpPr txBox="1"/>
          <p:nvPr>
            <p:ph idx="1" type="subTitle"/>
          </p:nvPr>
        </p:nvSpPr>
        <p:spPr>
          <a:xfrm>
            <a:off x="994200" y="2838150"/>
            <a:ext cx="4774200" cy="799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5358" name="Shape 5358"/>
        <p:cNvGrpSpPr/>
        <p:nvPr/>
      </p:nvGrpSpPr>
      <p:grpSpPr>
        <a:xfrm>
          <a:off x="0" y="0"/>
          <a:ext cx="0" cy="0"/>
          <a:chOff x="0" y="0"/>
          <a:chExt cx="0" cy="0"/>
        </a:xfrm>
      </p:grpSpPr>
    </p:spTree>
  </p:cSld>
  <p:clrMapOvr>
    <a:masterClrMapping/>
  </p:clrMapOvr>
</p:sldLayout>
</file>

<file path=ppt/slideLayouts/slideLayout6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5359" name="Shape 5359"/>
        <p:cNvGrpSpPr/>
        <p:nvPr/>
      </p:nvGrpSpPr>
      <p:grpSpPr>
        <a:xfrm>
          <a:off x="0" y="0"/>
          <a:ext cx="0" cy="0"/>
          <a:chOff x="0" y="0"/>
          <a:chExt cx="0" cy="0"/>
        </a:xfrm>
      </p:grpSpPr>
      <p:sp>
        <p:nvSpPr>
          <p:cNvPr id="5360" name="Google Shape;5360;p699"/>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Clr>
                <a:schemeClr val="lt1"/>
              </a:buClr>
              <a:buSzPts val="3600"/>
              <a:buNone/>
              <a:defRPr>
                <a:solidFill>
                  <a:schemeClr val="lt1"/>
                </a:solidFill>
              </a:defRPr>
            </a:lvl1pPr>
            <a:lvl2pPr lvl="1" rtl="0">
              <a:spcBef>
                <a:spcPts val="0"/>
              </a:spcBef>
              <a:spcAft>
                <a:spcPts val="0"/>
              </a:spcAft>
              <a:buClr>
                <a:schemeClr val="lt1"/>
              </a:buClr>
              <a:buSzPts val="3600"/>
              <a:buNone/>
              <a:defRPr sz="3600">
                <a:solidFill>
                  <a:schemeClr val="lt1"/>
                </a:solidFill>
              </a:defRPr>
            </a:lvl2pPr>
            <a:lvl3pPr lvl="2" rtl="0">
              <a:spcBef>
                <a:spcPts val="0"/>
              </a:spcBef>
              <a:spcAft>
                <a:spcPts val="0"/>
              </a:spcAft>
              <a:buClr>
                <a:schemeClr val="lt1"/>
              </a:buClr>
              <a:buSzPts val="3600"/>
              <a:buNone/>
              <a:defRPr sz="3600">
                <a:solidFill>
                  <a:schemeClr val="lt1"/>
                </a:solidFill>
              </a:defRPr>
            </a:lvl3pPr>
            <a:lvl4pPr lvl="3" rtl="0">
              <a:spcBef>
                <a:spcPts val="0"/>
              </a:spcBef>
              <a:spcAft>
                <a:spcPts val="0"/>
              </a:spcAft>
              <a:buClr>
                <a:schemeClr val="lt1"/>
              </a:buClr>
              <a:buSzPts val="3600"/>
              <a:buNone/>
              <a:defRPr sz="3600">
                <a:solidFill>
                  <a:schemeClr val="lt1"/>
                </a:solidFill>
              </a:defRPr>
            </a:lvl4pPr>
            <a:lvl5pPr lvl="4" rtl="0">
              <a:spcBef>
                <a:spcPts val="0"/>
              </a:spcBef>
              <a:spcAft>
                <a:spcPts val="0"/>
              </a:spcAft>
              <a:buClr>
                <a:schemeClr val="lt1"/>
              </a:buClr>
              <a:buSzPts val="3600"/>
              <a:buNone/>
              <a:defRPr sz="3600">
                <a:solidFill>
                  <a:schemeClr val="lt1"/>
                </a:solidFill>
              </a:defRPr>
            </a:lvl5pPr>
            <a:lvl6pPr lvl="5" rtl="0">
              <a:spcBef>
                <a:spcPts val="0"/>
              </a:spcBef>
              <a:spcAft>
                <a:spcPts val="0"/>
              </a:spcAft>
              <a:buClr>
                <a:schemeClr val="lt1"/>
              </a:buClr>
              <a:buSzPts val="3600"/>
              <a:buNone/>
              <a:defRPr sz="3600">
                <a:solidFill>
                  <a:schemeClr val="lt1"/>
                </a:solidFill>
              </a:defRPr>
            </a:lvl6pPr>
            <a:lvl7pPr lvl="6" rtl="0">
              <a:spcBef>
                <a:spcPts val="0"/>
              </a:spcBef>
              <a:spcAft>
                <a:spcPts val="0"/>
              </a:spcAft>
              <a:buClr>
                <a:schemeClr val="lt1"/>
              </a:buClr>
              <a:buSzPts val="3600"/>
              <a:buNone/>
              <a:defRPr sz="3600">
                <a:solidFill>
                  <a:schemeClr val="lt1"/>
                </a:solidFill>
              </a:defRPr>
            </a:lvl7pPr>
            <a:lvl8pPr lvl="7" rtl="0">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6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5361" name="Shape 5361"/>
        <p:cNvGrpSpPr/>
        <p:nvPr/>
      </p:nvGrpSpPr>
      <p:grpSpPr>
        <a:xfrm>
          <a:off x="0" y="0"/>
          <a:ext cx="0" cy="0"/>
          <a:chOff x="0" y="0"/>
          <a:chExt cx="0" cy="0"/>
        </a:xfrm>
      </p:grpSpPr>
      <p:grpSp>
        <p:nvGrpSpPr>
          <p:cNvPr id="5362" name="Google Shape;5362;p700"/>
          <p:cNvGrpSpPr/>
          <p:nvPr/>
        </p:nvGrpSpPr>
        <p:grpSpPr>
          <a:xfrm>
            <a:off x="713200" y="539513"/>
            <a:ext cx="7717600" cy="4064400"/>
            <a:chOff x="713125" y="539500"/>
            <a:chExt cx="7717600" cy="4064400"/>
          </a:xfrm>
        </p:grpSpPr>
        <p:cxnSp>
          <p:nvCxnSpPr>
            <p:cNvPr id="5363" name="Google Shape;5363;p700"/>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5364" name="Google Shape;5364;p70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65" name="Google Shape;5365;p700"/>
            <p:cNvCxnSpPr>
              <a:stCxn id="5364" idx="2"/>
            </p:cNvCxnSpPr>
            <p:nvPr/>
          </p:nvCxnSpPr>
          <p:spPr>
            <a:xfrm rot="10800000">
              <a:off x="45719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5366" name="Google Shape;5366;p700"/>
            <p:cNvCxnSpPr/>
            <p:nvPr/>
          </p:nvCxnSpPr>
          <p:spPr>
            <a:xfrm rot="10800000">
              <a:off x="713125" y="2912025"/>
              <a:ext cx="7709100" cy="0"/>
            </a:xfrm>
            <a:prstGeom prst="straightConnector1">
              <a:avLst/>
            </a:prstGeom>
            <a:noFill/>
            <a:ln cap="flat" cmpd="sng" w="38100">
              <a:solidFill>
                <a:schemeClr val="accent1"/>
              </a:solidFill>
              <a:prstDash val="solid"/>
              <a:round/>
              <a:headEnd len="med" w="med" type="none"/>
              <a:tailEnd len="med" w="med" type="none"/>
            </a:ln>
          </p:spPr>
        </p:cxnSp>
        <p:cxnSp>
          <p:nvCxnSpPr>
            <p:cNvPr id="5367" name="Google Shape;5367;p700"/>
            <p:cNvCxnSpPr/>
            <p:nvPr/>
          </p:nvCxnSpPr>
          <p:spPr>
            <a:xfrm rot="10800000">
              <a:off x="17602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5368" name="Google Shape;5368;p700"/>
            <p:cNvCxnSpPr/>
            <p:nvPr/>
          </p:nvCxnSpPr>
          <p:spPr>
            <a:xfrm rot="10800000">
              <a:off x="7378100" y="1254400"/>
              <a:ext cx="0" cy="3349500"/>
            </a:xfrm>
            <a:prstGeom prst="straightConnector1">
              <a:avLst/>
            </a:prstGeom>
            <a:noFill/>
            <a:ln cap="flat" cmpd="sng" w="38100">
              <a:solidFill>
                <a:schemeClr val="accent1"/>
              </a:solidFill>
              <a:prstDash val="solid"/>
              <a:round/>
              <a:headEnd len="med" w="med" type="none"/>
              <a:tailEnd len="med" w="med" type="none"/>
            </a:ln>
          </p:spPr>
        </p:cxnSp>
      </p:grpSp>
      <p:sp>
        <p:nvSpPr>
          <p:cNvPr id="5369" name="Google Shape;5369;p700"/>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370" name="Google Shape;5370;p700"/>
          <p:cNvSpPr txBox="1"/>
          <p:nvPr>
            <p:ph idx="1" type="subTitle"/>
          </p:nvPr>
        </p:nvSpPr>
        <p:spPr>
          <a:xfrm>
            <a:off x="1924988" y="2036825"/>
            <a:ext cx="2447400" cy="642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371" name="Google Shape;5371;p700"/>
          <p:cNvSpPr txBox="1"/>
          <p:nvPr>
            <p:ph idx="2" type="subTitle"/>
          </p:nvPr>
        </p:nvSpPr>
        <p:spPr>
          <a:xfrm>
            <a:off x="1924988" y="1518125"/>
            <a:ext cx="2447400" cy="51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372" name="Google Shape;5372;p700"/>
          <p:cNvSpPr txBox="1"/>
          <p:nvPr>
            <p:ph hasCustomPrompt="1" idx="3" type="title"/>
          </p:nvPr>
        </p:nvSpPr>
        <p:spPr>
          <a:xfrm>
            <a:off x="819799" y="1818250"/>
            <a:ext cx="833400" cy="518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1800"/>
              <a:buNone/>
              <a:defRPr sz="3000">
                <a:solidFill>
                  <a:schemeClr val="lt1"/>
                </a:solidFill>
              </a:defRPr>
            </a:lvl1pPr>
            <a:lvl2pPr lvl="1" rtl="0" algn="ctr">
              <a:spcBef>
                <a:spcPts val="0"/>
              </a:spcBef>
              <a:spcAft>
                <a:spcPts val="0"/>
              </a:spcAft>
              <a:buClr>
                <a:schemeClr val="lt1"/>
              </a:buClr>
              <a:buSzPts val="1800"/>
              <a:buNone/>
              <a:defRPr sz="1800">
                <a:solidFill>
                  <a:schemeClr val="lt1"/>
                </a:solidFill>
              </a:defRPr>
            </a:lvl2pPr>
            <a:lvl3pPr lvl="2" rtl="0" algn="ctr">
              <a:spcBef>
                <a:spcPts val="0"/>
              </a:spcBef>
              <a:spcAft>
                <a:spcPts val="0"/>
              </a:spcAft>
              <a:buClr>
                <a:schemeClr val="lt1"/>
              </a:buClr>
              <a:buSzPts val="1800"/>
              <a:buNone/>
              <a:defRPr sz="1800">
                <a:solidFill>
                  <a:schemeClr val="lt1"/>
                </a:solidFill>
              </a:defRPr>
            </a:lvl3pPr>
            <a:lvl4pPr lvl="3" rtl="0" algn="ctr">
              <a:spcBef>
                <a:spcPts val="0"/>
              </a:spcBef>
              <a:spcAft>
                <a:spcPts val="0"/>
              </a:spcAft>
              <a:buClr>
                <a:schemeClr val="lt1"/>
              </a:buClr>
              <a:buSzPts val="1800"/>
              <a:buNone/>
              <a:defRPr sz="1800">
                <a:solidFill>
                  <a:schemeClr val="lt1"/>
                </a:solidFill>
              </a:defRPr>
            </a:lvl4pPr>
            <a:lvl5pPr lvl="4" rtl="0" algn="ctr">
              <a:spcBef>
                <a:spcPts val="0"/>
              </a:spcBef>
              <a:spcAft>
                <a:spcPts val="0"/>
              </a:spcAft>
              <a:buClr>
                <a:schemeClr val="lt1"/>
              </a:buClr>
              <a:buSzPts val="1800"/>
              <a:buNone/>
              <a:defRPr sz="1800">
                <a:solidFill>
                  <a:schemeClr val="lt1"/>
                </a:solidFill>
              </a:defRPr>
            </a:lvl5pPr>
            <a:lvl6pPr lvl="5" rtl="0" algn="ctr">
              <a:spcBef>
                <a:spcPts val="0"/>
              </a:spcBef>
              <a:spcAft>
                <a:spcPts val="0"/>
              </a:spcAft>
              <a:buClr>
                <a:schemeClr val="lt1"/>
              </a:buClr>
              <a:buSzPts val="1800"/>
              <a:buNone/>
              <a:defRPr sz="1800">
                <a:solidFill>
                  <a:schemeClr val="lt1"/>
                </a:solidFill>
              </a:defRPr>
            </a:lvl6pPr>
            <a:lvl7pPr lvl="6" rtl="0" algn="ctr">
              <a:spcBef>
                <a:spcPts val="0"/>
              </a:spcBef>
              <a:spcAft>
                <a:spcPts val="0"/>
              </a:spcAft>
              <a:buClr>
                <a:schemeClr val="lt1"/>
              </a:buClr>
              <a:buSzPts val="1800"/>
              <a:buNone/>
              <a:defRPr sz="1800">
                <a:solidFill>
                  <a:schemeClr val="lt1"/>
                </a:solidFill>
              </a:defRPr>
            </a:lvl7pPr>
            <a:lvl8pPr lvl="7" rtl="0"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5373" name="Google Shape;5373;p700"/>
          <p:cNvSpPr txBox="1"/>
          <p:nvPr>
            <p:ph idx="4" type="subTitle"/>
          </p:nvPr>
        </p:nvSpPr>
        <p:spPr>
          <a:xfrm>
            <a:off x="4760188" y="2036825"/>
            <a:ext cx="2447400" cy="642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lt1"/>
              </a:buClr>
              <a:buSzPts val="1400"/>
              <a:buNone/>
              <a:defRPr sz="1400">
                <a:solidFill>
                  <a:schemeClr val="lt1"/>
                </a:solidFill>
              </a:defRPr>
            </a:lvl1pPr>
            <a:lvl2pPr lvl="1" rtl="0" algn="r">
              <a:lnSpc>
                <a:spcPct val="100000"/>
              </a:lnSpc>
              <a:spcBef>
                <a:spcPts val="0"/>
              </a:spcBef>
              <a:spcAft>
                <a:spcPts val="0"/>
              </a:spcAft>
              <a:buClr>
                <a:schemeClr val="lt1"/>
              </a:buClr>
              <a:buSzPts val="1400"/>
              <a:buNone/>
              <a:defRPr>
                <a:solidFill>
                  <a:schemeClr val="lt1"/>
                </a:solidFill>
              </a:defRPr>
            </a:lvl2pPr>
            <a:lvl3pPr lvl="2" rtl="0" algn="r">
              <a:lnSpc>
                <a:spcPct val="100000"/>
              </a:lnSpc>
              <a:spcBef>
                <a:spcPts val="0"/>
              </a:spcBef>
              <a:spcAft>
                <a:spcPts val="0"/>
              </a:spcAft>
              <a:buClr>
                <a:schemeClr val="lt1"/>
              </a:buClr>
              <a:buSzPts val="1400"/>
              <a:buNone/>
              <a:defRPr>
                <a:solidFill>
                  <a:schemeClr val="lt1"/>
                </a:solidFill>
              </a:defRPr>
            </a:lvl3pPr>
            <a:lvl4pPr lvl="3" rtl="0" algn="r">
              <a:lnSpc>
                <a:spcPct val="100000"/>
              </a:lnSpc>
              <a:spcBef>
                <a:spcPts val="0"/>
              </a:spcBef>
              <a:spcAft>
                <a:spcPts val="0"/>
              </a:spcAft>
              <a:buClr>
                <a:schemeClr val="lt1"/>
              </a:buClr>
              <a:buSzPts val="1400"/>
              <a:buNone/>
              <a:defRPr>
                <a:solidFill>
                  <a:schemeClr val="lt1"/>
                </a:solidFill>
              </a:defRPr>
            </a:lvl4pPr>
            <a:lvl5pPr lvl="4" rtl="0" algn="r">
              <a:lnSpc>
                <a:spcPct val="100000"/>
              </a:lnSpc>
              <a:spcBef>
                <a:spcPts val="0"/>
              </a:spcBef>
              <a:spcAft>
                <a:spcPts val="0"/>
              </a:spcAft>
              <a:buClr>
                <a:schemeClr val="lt1"/>
              </a:buClr>
              <a:buSzPts val="1400"/>
              <a:buNone/>
              <a:defRPr>
                <a:solidFill>
                  <a:schemeClr val="lt1"/>
                </a:solidFill>
              </a:defRPr>
            </a:lvl5pPr>
            <a:lvl6pPr lvl="5" rtl="0" algn="r">
              <a:lnSpc>
                <a:spcPct val="100000"/>
              </a:lnSpc>
              <a:spcBef>
                <a:spcPts val="0"/>
              </a:spcBef>
              <a:spcAft>
                <a:spcPts val="0"/>
              </a:spcAft>
              <a:buClr>
                <a:schemeClr val="lt1"/>
              </a:buClr>
              <a:buSzPts val="1400"/>
              <a:buNone/>
              <a:defRPr>
                <a:solidFill>
                  <a:schemeClr val="lt1"/>
                </a:solidFill>
              </a:defRPr>
            </a:lvl6pPr>
            <a:lvl7pPr lvl="6" rtl="0" algn="r">
              <a:lnSpc>
                <a:spcPct val="100000"/>
              </a:lnSpc>
              <a:spcBef>
                <a:spcPts val="0"/>
              </a:spcBef>
              <a:spcAft>
                <a:spcPts val="0"/>
              </a:spcAft>
              <a:buClr>
                <a:schemeClr val="lt1"/>
              </a:buClr>
              <a:buSzPts val="1400"/>
              <a:buNone/>
              <a:defRPr>
                <a:solidFill>
                  <a:schemeClr val="lt1"/>
                </a:solidFill>
              </a:defRPr>
            </a:lvl7pPr>
            <a:lvl8pPr lvl="7" rtl="0"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5374" name="Google Shape;5374;p700"/>
          <p:cNvSpPr txBox="1"/>
          <p:nvPr>
            <p:ph idx="5" type="subTitle"/>
          </p:nvPr>
        </p:nvSpPr>
        <p:spPr>
          <a:xfrm>
            <a:off x="4760188" y="1518125"/>
            <a:ext cx="2447400" cy="518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5375" name="Google Shape;5375;p700"/>
          <p:cNvSpPr txBox="1"/>
          <p:nvPr>
            <p:ph hasCustomPrompt="1" idx="6" type="title"/>
          </p:nvPr>
        </p:nvSpPr>
        <p:spPr>
          <a:xfrm>
            <a:off x="7484299" y="1818250"/>
            <a:ext cx="833400" cy="518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1800"/>
              <a:buNone/>
              <a:defRPr sz="3000">
                <a:solidFill>
                  <a:schemeClr val="lt1"/>
                </a:solidFill>
              </a:defRPr>
            </a:lvl1pPr>
            <a:lvl2pPr lvl="1" rtl="0">
              <a:spcBef>
                <a:spcPts val="0"/>
              </a:spcBef>
              <a:spcAft>
                <a:spcPts val="0"/>
              </a:spcAft>
              <a:buClr>
                <a:schemeClr val="lt1"/>
              </a:buClr>
              <a:buSzPts val="1800"/>
              <a:buNone/>
              <a:defRPr sz="1800">
                <a:solidFill>
                  <a:schemeClr val="lt1"/>
                </a:solidFill>
              </a:defRPr>
            </a:lvl2pPr>
            <a:lvl3pPr lvl="2" rtl="0">
              <a:spcBef>
                <a:spcPts val="0"/>
              </a:spcBef>
              <a:spcAft>
                <a:spcPts val="0"/>
              </a:spcAft>
              <a:buClr>
                <a:schemeClr val="lt1"/>
              </a:buClr>
              <a:buSzPts val="1800"/>
              <a:buNone/>
              <a:defRPr sz="1800">
                <a:solidFill>
                  <a:schemeClr val="lt1"/>
                </a:solidFill>
              </a:defRPr>
            </a:lvl3pPr>
            <a:lvl4pPr lvl="3" rtl="0">
              <a:spcBef>
                <a:spcPts val="0"/>
              </a:spcBef>
              <a:spcAft>
                <a:spcPts val="0"/>
              </a:spcAft>
              <a:buClr>
                <a:schemeClr val="lt1"/>
              </a:buClr>
              <a:buSzPts val="1800"/>
              <a:buNone/>
              <a:defRPr sz="1800">
                <a:solidFill>
                  <a:schemeClr val="lt1"/>
                </a:solidFill>
              </a:defRPr>
            </a:lvl4pPr>
            <a:lvl5pPr lvl="4" rtl="0">
              <a:spcBef>
                <a:spcPts val="0"/>
              </a:spcBef>
              <a:spcAft>
                <a:spcPts val="0"/>
              </a:spcAft>
              <a:buClr>
                <a:schemeClr val="lt1"/>
              </a:buClr>
              <a:buSzPts val="1800"/>
              <a:buNone/>
              <a:defRPr sz="1800">
                <a:solidFill>
                  <a:schemeClr val="lt1"/>
                </a:solidFill>
              </a:defRPr>
            </a:lvl5pPr>
            <a:lvl6pPr lvl="5" rtl="0">
              <a:spcBef>
                <a:spcPts val="0"/>
              </a:spcBef>
              <a:spcAft>
                <a:spcPts val="0"/>
              </a:spcAft>
              <a:buClr>
                <a:schemeClr val="lt1"/>
              </a:buClr>
              <a:buSzPts val="1800"/>
              <a:buNone/>
              <a:defRPr sz="1800">
                <a:solidFill>
                  <a:schemeClr val="lt1"/>
                </a:solidFill>
              </a:defRPr>
            </a:lvl6pPr>
            <a:lvl7pPr lvl="6" rtl="0">
              <a:spcBef>
                <a:spcPts val="0"/>
              </a:spcBef>
              <a:spcAft>
                <a:spcPts val="0"/>
              </a:spcAft>
              <a:buClr>
                <a:schemeClr val="lt1"/>
              </a:buClr>
              <a:buSzPts val="1800"/>
              <a:buNone/>
              <a:defRPr sz="1800">
                <a:solidFill>
                  <a:schemeClr val="lt1"/>
                </a:solidFill>
              </a:defRPr>
            </a:lvl7pPr>
            <a:lvl8pPr lvl="7" rtl="0">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5376" name="Google Shape;5376;p700"/>
          <p:cNvSpPr txBox="1"/>
          <p:nvPr>
            <p:ph idx="7" type="subTitle"/>
          </p:nvPr>
        </p:nvSpPr>
        <p:spPr>
          <a:xfrm>
            <a:off x="1924988" y="3691200"/>
            <a:ext cx="2447400" cy="642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377" name="Google Shape;5377;p700"/>
          <p:cNvSpPr txBox="1"/>
          <p:nvPr>
            <p:ph idx="8" type="subTitle"/>
          </p:nvPr>
        </p:nvSpPr>
        <p:spPr>
          <a:xfrm>
            <a:off x="1924988" y="3172500"/>
            <a:ext cx="2447400" cy="51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378" name="Google Shape;5378;p700"/>
          <p:cNvSpPr txBox="1"/>
          <p:nvPr>
            <p:ph hasCustomPrompt="1" idx="9" type="title"/>
          </p:nvPr>
        </p:nvSpPr>
        <p:spPr>
          <a:xfrm>
            <a:off x="819800" y="3464500"/>
            <a:ext cx="833400" cy="518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1800"/>
              <a:buNone/>
              <a:defRPr sz="3000">
                <a:solidFill>
                  <a:schemeClr val="lt1"/>
                </a:solidFill>
              </a:defRPr>
            </a:lvl1pPr>
            <a:lvl2pPr lvl="1" rtl="0" algn="ctr">
              <a:spcBef>
                <a:spcPts val="0"/>
              </a:spcBef>
              <a:spcAft>
                <a:spcPts val="0"/>
              </a:spcAft>
              <a:buClr>
                <a:schemeClr val="lt1"/>
              </a:buClr>
              <a:buSzPts val="1800"/>
              <a:buNone/>
              <a:defRPr sz="1800">
                <a:solidFill>
                  <a:schemeClr val="lt1"/>
                </a:solidFill>
              </a:defRPr>
            </a:lvl2pPr>
            <a:lvl3pPr lvl="2" rtl="0" algn="ctr">
              <a:spcBef>
                <a:spcPts val="0"/>
              </a:spcBef>
              <a:spcAft>
                <a:spcPts val="0"/>
              </a:spcAft>
              <a:buClr>
                <a:schemeClr val="lt1"/>
              </a:buClr>
              <a:buSzPts val="1800"/>
              <a:buNone/>
              <a:defRPr sz="1800">
                <a:solidFill>
                  <a:schemeClr val="lt1"/>
                </a:solidFill>
              </a:defRPr>
            </a:lvl3pPr>
            <a:lvl4pPr lvl="3" rtl="0" algn="ctr">
              <a:spcBef>
                <a:spcPts val="0"/>
              </a:spcBef>
              <a:spcAft>
                <a:spcPts val="0"/>
              </a:spcAft>
              <a:buClr>
                <a:schemeClr val="lt1"/>
              </a:buClr>
              <a:buSzPts val="1800"/>
              <a:buNone/>
              <a:defRPr sz="1800">
                <a:solidFill>
                  <a:schemeClr val="lt1"/>
                </a:solidFill>
              </a:defRPr>
            </a:lvl4pPr>
            <a:lvl5pPr lvl="4" rtl="0" algn="ctr">
              <a:spcBef>
                <a:spcPts val="0"/>
              </a:spcBef>
              <a:spcAft>
                <a:spcPts val="0"/>
              </a:spcAft>
              <a:buClr>
                <a:schemeClr val="lt1"/>
              </a:buClr>
              <a:buSzPts val="1800"/>
              <a:buNone/>
              <a:defRPr sz="1800">
                <a:solidFill>
                  <a:schemeClr val="lt1"/>
                </a:solidFill>
              </a:defRPr>
            </a:lvl5pPr>
            <a:lvl6pPr lvl="5" rtl="0" algn="ctr">
              <a:spcBef>
                <a:spcPts val="0"/>
              </a:spcBef>
              <a:spcAft>
                <a:spcPts val="0"/>
              </a:spcAft>
              <a:buClr>
                <a:schemeClr val="lt1"/>
              </a:buClr>
              <a:buSzPts val="1800"/>
              <a:buNone/>
              <a:defRPr sz="1800">
                <a:solidFill>
                  <a:schemeClr val="lt1"/>
                </a:solidFill>
              </a:defRPr>
            </a:lvl6pPr>
            <a:lvl7pPr lvl="6" rtl="0" algn="ctr">
              <a:spcBef>
                <a:spcPts val="0"/>
              </a:spcBef>
              <a:spcAft>
                <a:spcPts val="0"/>
              </a:spcAft>
              <a:buClr>
                <a:schemeClr val="lt1"/>
              </a:buClr>
              <a:buSzPts val="1800"/>
              <a:buNone/>
              <a:defRPr sz="1800">
                <a:solidFill>
                  <a:schemeClr val="lt1"/>
                </a:solidFill>
              </a:defRPr>
            </a:lvl7pPr>
            <a:lvl8pPr lvl="7" rtl="0"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5379" name="Google Shape;5379;p700"/>
          <p:cNvSpPr txBox="1"/>
          <p:nvPr>
            <p:ph idx="13" type="subTitle"/>
          </p:nvPr>
        </p:nvSpPr>
        <p:spPr>
          <a:xfrm>
            <a:off x="4760200" y="3673200"/>
            <a:ext cx="2447400" cy="642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lt1"/>
              </a:buClr>
              <a:buSzPts val="1400"/>
              <a:buNone/>
              <a:defRPr sz="1400">
                <a:solidFill>
                  <a:schemeClr val="lt1"/>
                </a:solidFill>
              </a:defRPr>
            </a:lvl1pPr>
            <a:lvl2pPr lvl="1" rtl="0" algn="r">
              <a:lnSpc>
                <a:spcPct val="100000"/>
              </a:lnSpc>
              <a:spcBef>
                <a:spcPts val="0"/>
              </a:spcBef>
              <a:spcAft>
                <a:spcPts val="0"/>
              </a:spcAft>
              <a:buClr>
                <a:schemeClr val="lt1"/>
              </a:buClr>
              <a:buSzPts val="1400"/>
              <a:buNone/>
              <a:defRPr>
                <a:solidFill>
                  <a:schemeClr val="lt1"/>
                </a:solidFill>
              </a:defRPr>
            </a:lvl2pPr>
            <a:lvl3pPr lvl="2" rtl="0" algn="r">
              <a:lnSpc>
                <a:spcPct val="100000"/>
              </a:lnSpc>
              <a:spcBef>
                <a:spcPts val="0"/>
              </a:spcBef>
              <a:spcAft>
                <a:spcPts val="0"/>
              </a:spcAft>
              <a:buClr>
                <a:schemeClr val="lt1"/>
              </a:buClr>
              <a:buSzPts val="1400"/>
              <a:buNone/>
              <a:defRPr>
                <a:solidFill>
                  <a:schemeClr val="lt1"/>
                </a:solidFill>
              </a:defRPr>
            </a:lvl3pPr>
            <a:lvl4pPr lvl="3" rtl="0" algn="r">
              <a:lnSpc>
                <a:spcPct val="100000"/>
              </a:lnSpc>
              <a:spcBef>
                <a:spcPts val="0"/>
              </a:spcBef>
              <a:spcAft>
                <a:spcPts val="0"/>
              </a:spcAft>
              <a:buClr>
                <a:schemeClr val="lt1"/>
              </a:buClr>
              <a:buSzPts val="1400"/>
              <a:buNone/>
              <a:defRPr>
                <a:solidFill>
                  <a:schemeClr val="lt1"/>
                </a:solidFill>
              </a:defRPr>
            </a:lvl4pPr>
            <a:lvl5pPr lvl="4" rtl="0" algn="r">
              <a:lnSpc>
                <a:spcPct val="100000"/>
              </a:lnSpc>
              <a:spcBef>
                <a:spcPts val="0"/>
              </a:spcBef>
              <a:spcAft>
                <a:spcPts val="0"/>
              </a:spcAft>
              <a:buClr>
                <a:schemeClr val="lt1"/>
              </a:buClr>
              <a:buSzPts val="1400"/>
              <a:buNone/>
              <a:defRPr>
                <a:solidFill>
                  <a:schemeClr val="lt1"/>
                </a:solidFill>
              </a:defRPr>
            </a:lvl5pPr>
            <a:lvl6pPr lvl="5" rtl="0" algn="r">
              <a:lnSpc>
                <a:spcPct val="100000"/>
              </a:lnSpc>
              <a:spcBef>
                <a:spcPts val="0"/>
              </a:spcBef>
              <a:spcAft>
                <a:spcPts val="0"/>
              </a:spcAft>
              <a:buClr>
                <a:schemeClr val="lt1"/>
              </a:buClr>
              <a:buSzPts val="1400"/>
              <a:buNone/>
              <a:defRPr>
                <a:solidFill>
                  <a:schemeClr val="lt1"/>
                </a:solidFill>
              </a:defRPr>
            </a:lvl6pPr>
            <a:lvl7pPr lvl="6" rtl="0" algn="r">
              <a:lnSpc>
                <a:spcPct val="100000"/>
              </a:lnSpc>
              <a:spcBef>
                <a:spcPts val="0"/>
              </a:spcBef>
              <a:spcAft>
                <a:spcPts val="0"/>
              </a:spcAft>
              <a:buClr>
                <a:schemeClr val="lt1"/>
              </a:buClr>
              <a:buSzPts val="1400"/>
              <a:buNone/>
              <a:defRPr>
                <a:solidFill>
                  <a:schemeClr val="lt1"/>
                </a:solidFill>
              </a:defRPr>
            </a:lvl7pPr>
            <a:lvl8pPr lvl="7" rtl="0"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5380" name="Google Shape;5380;p700"/>
          <p:cNvSpPr txBox="1"/>
          <p:nvPr>
            <p:ph idx="14" type="subTitle"/>
          </p:nvPr>
        </p:nvSpPr>
        <p:spPr>
          <a:xfrm>
            <a:off x="4760200" y="3154500"/>
            <a:ext cx="2447400" cy="518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5381" name="Google Shape;5381;p700"/>
          <p:cNvSpPr txBox="1"/>
          <p:nvPr>
            <p:ph hasCustomPrompt="1" idx="15" type="title"/>
          </p:nvPr>
        </p:nvSpPr>
        <p:spPr>
          <a:xfrm>
            <a:off x="7488624" y="3475788"/>
            <a:ext cx="833400" cy="518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1800"/>
              <a:buNone/>
              <a:defRPr sz="3000">
                <a:solidFill>
                  <a:schemeClr val="lt1"/>
                </a:solidFill>
              </a:defRPr>
            </a:lvl1pPr>
            <a:lvl2pPr lvl="1" rtl="0">
              <a:spcBef>
                <a:spcPts val="0"/>
              </a:spcBef>
              <a:spcAft>
                <a:spcPts val="0"/>
              </a:spcAft>
              <a:buClr>
                <a:schemeClr val="lt1"/>
              </a:buClr>
              <a:buSzPts val="1800"/>
              <a:buNone/>
              <a:defRPr sz="1800">
                <a:solidFill>
                  <a:schemeClr val="lt1"/>
                </a:solidFill>
              </a:defRPr>
            </a:lvl2pPr>
            <a:lvl3pPr lvl="2" rtl="0">
              <a:spcBef>
                <a:spcPts val="0"/>
              </a:spcBef>
              <a:spcAft>
                <a:spcPts val="0"/>
              </a:spcAft>
              <a:buClr>
                <a:schemeClr val="lt1"/>
              </a:buClr>
              <a:buSzPts val="1800"/>
              <a:buNone/>
              <a:defRPr sz="1800">
                <a:solidFill>
                  <a:schemeClr val="lt1"/>
                </a:solidFill>
              </a:defRPr>
            </a:lvl3pPr>
            <a:lvl4pPr lvl="3" rtl="0">
              <a:spcBef>
                <a:spcPts val="0"/>
              </a:spcBef>
              <a:spcAft>
                <a:spcPts val="0"/>
              </a:spcAft>
              <a:buClr>
                <a:schemeClr val="lt1"/>
              </a:buClr>
              <a:buSzPts val="1800"/>
              <a:buNone/>
              <a:defRPr sz="1800">
                <a:solidFill>
                  <a:schemeClr val="lt1"/>
                </a:solidFill>
              </a:defRPr>
            </a:lvl4pPr>
            <a:lvl5pPr lvl="4" rtl="0">
              <a:spcBef>
                <a:spcPts val="0"/>
              </a:spcBef>
              <a:spcAft>
                <a:spcPts val="0"/>
              </a:spcAft>
              <a:buClr>
                <a:schemeClr val="lt1"/>
              </a:buClr>
              <a:buSzPts val="1800"/>
              <a:buNone/>
              <a:defRPr sz="1800">
                <a:solidFill>
                  <a:schemeClr val="lt1"/>
                </a:solidFill>
              </a:defRPr>
            </a:lvl5pPr>
            <a:lvl6pPr lvl="5" rtl="0">
              <a:spcBef>
                <a:spcPts val="0"/>
              </a:spcBef>
              <a:spcAft>
                <a:spcPts val="0"/>
              </a:spcAft>
              <a:buClr>
                <a:schemeClr val="lt1"/>
              </a:buClr>
              <a:buSzPts val="1800"/>
              <a:buNone/>
              <a:defRPr sz="1800">
                <a:solidFill>
                  <a:schemeClr val="lt1"/>
                </a:solidFill>
              </a:defRPr>
            </a:lvl6pPr>
            <a:lvl7pPr lvl="6" rtl="0">
              <a:spcBef>
                <a:spcPts val="0"/>
              </a:spcBef>
              <a:spcAft>
                <a:spcPts val="0"/>
              </a:spcAft>
              <a:buClr>
                <a:schemeClr val="lt1"/>
              </a:buClr>
              <a:buSzPts val="1800"/>
              <a:buNone/>
              <a:defRPr sz="1800">
                <a:solidFill>
                  <a:schemeClr val="lt1"/>
                </a:solidFill>
              </a:defRPr>
            </a:lvl7pPr>
            <a:lvl8pPr lvl="7" rtl="0">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6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
    <p:bg>
      <p:bgPr>
        <a:solidFill>
          <a:schemeClr val="dk1"/>
        </a:solidFill>
      </p:bgPr>
    </p:bg>
    <p:spTree>
      <p:nvGrpSpPr>
        <p:cNvPr id="5382" name="Shape 5382"/>
        <p:cNvGrpSpPr/>
        <p:nvPr/>
      </p:nvGrpSpPr>
      <p:grpSpPr>
        <a:xfrm>
          <a:off x="0" y="0"/>
          <a:ext cx="0" cy="0"/>
          <a:chOff x="0" y="0"/>
          <a:chExt cx="0" cy="0"/>
        </a:xfrm>
      </p:grpSpPr>
      <p:grpSp>
        <p:nvGrpSpPr>
          <p:cNvPr id="5383" name="Google Shape;5383;p701"/>
          <p:cNvGrpSpPr/>
          <p:nvPr/>
        </p:nvGrpSpPr>
        <p:grpSpPr>
          <a:xfrm>
            <a:off x="713300" y="539513"/>
            <a:ext cx="7717500" cy="4064400"/>
            <a:chOff x="713225" y="539500"/>
            <a:chExt cx="7717500" cy="4064400"/>
          </a:xfrm>
        </p:grpSpPr>
        <p:cxnSp>
          <p:nvCxnSpPr>
            <p:cNvPr id="5384" name="Google Shape;5384;p701"/>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5385" name="Google Shape;5385;p70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6" name="Google Shape;5386;p701"/>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387" name="Google Shape;5387;p701"/>
          <p:cNvSpPr txBox="1"/>
          <p:nvPr>
            <p:ph idx="1" type="subTitle"/>
          </p:nvPr>
        </p:nvSpPr>
        <p:spPr>
          <a:xfrm>
            <a:off x="897170" y="3153085"/>
            <a:ext cx="1562400" cy="64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388" name="Google Shape;5388;p701"/>
          <p:cNvSpPr txBox="1"/>
          <p:nvPr>
            <p:ph idx="2" type="subTitle"/>
          </p:nvPr>
        </p:nvSpPr>
        <p:spPr>
          <a:xfrm>
            <a:off x="897170" y="2634385"/>
            <a:ext cx="1562400" cy="51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389" name="Google Shape;5389;p701"/>
          <p:cNvSpPr txBox="1"/>
          <p:nvPr>
            <p:ph hasCustomPrompt="1" idx="3" type="title"/>
          </p:nvPr>
        </p:nvSpPr>
        <p:spPr>
          <a:xfrm>
            <a:off x="1261666" y="1975660"/>
            <a:ext cx="833400" cy="518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1800"/>
              <a:buNone/>
              <a:defRPr sz="3000">
                <a:solidFill>
                  <a:schemeClr val="lt1"/>
                </a:solidFill>
              </a:defRPr>
            </a:lvl1pPr>
            <a:lvl2pPr lvl="1" rtl="0" algn="ctr">
              <a:spcBef>
                <a:spcPts val="0"/>
              </a:spcBef>
              <a:spcAft>
                <a:spcPts val="0"/>
              </a:spcAft>
              <a:buClr>
                <a:schemeClr val="lt1"/>
              </a:buClr>
              <a:buSzPts val="1800"/>
              <a:buNone/>
              <a:defRPr sz="1800">
                <a:solidFill>
                  <a:schemeClr val="lt1"/>
                </a:solidFill>
              </a:defRPr>
            </a:lvl2pPr>
            <a:lvl3pPr lvl="2" rtl="0" algn="ctr">
              <a:spcBef>
                <a:spcPts val="0"/>
              </a:spcBef>
              <a:spcAft>
                <a:spcPts val="0"/>
              </a:spcAft>
              <a:buClr>
                <a:schemeClr val="lt1"/>
              </a:buClr>
              <a:buSzPts val="1800"/>
              <a:buNone/>
              <a:defRPr sz="1800">
                <a:solidFill>
                  <a:schemeClr val="lt1"/>
                </a:solidFill>
              </a:defRPr>
            </a:lvl3pPr>
            <a:lvl4pPr lvl="3" rtl="0" algn="ctr">
              <a:spcBef>
                <a:spcPts val="0"/>
              </a:spcBef>
              <a:spcAft>
                <a:spcPts val="0"/>
              </a:spcAft>
              <a:buClr>
                <a:schemeClr val="lt1"/>
              </a:buClr>
              <a:buSzPts val="1800"/>
              <a:buNone/>
              <a:defRPr sz="1800">
                <a:solidFill>
                  <a:schemeClr val="lt1"/>
                </a:solidFill>
              </a:defRPr>
            </a:lvl4pPr>
            <a:lvl5pPr lvl="4" rtl="0" algn="ctr">
              <a:spcBef>
                <a:spcPts val="0"/>
              </a:spcBef>
              <a:spcAft>
                <a:spcPts val="0"/>
              </a:spcAft>
              <a:buClr>
                <a:schemeClr val="lt1"/>
              </a:buClr>
              <a:buSzPts val="1800"/>
              <a:buNone/>
              <a:defRPr sz="1800">
                <a:solidFill>
                  <a:schemeClr val="lt1"/>
                </a:solidFill>
              </a:defRPr>
            </a:lvl5pPr>
            <a:lvl6pPr lvl="5" rtl="0" algn="ctr">
              <a:spcBef>
                <a:spcPts val="0"/>
              </a:spcBef>
              <a:spcAft>
                <a:spcPts val="0"/>
              </a:spcAft>
              <a:buClr>
                <a:schemeClr val="lt1"/>
              </a:buClr>
              <a:buSzPts val="1800"/>
              <a:buNone/>
              <a:defRPr sz="1800">
                <a:solidFill>
                  <a:schemeClr val="lt1"/>
                </a:solidFill>
              </a:defRPr>
            </a:lvl6pPr>
            <a:lvl7pPr lvl="6" rtl="0" algn="ctr">
              <a:spcBef>
                <a:spcPts val="0"/>
              </a:spcBef>
              <a:spcAft>
                <a:spcPts val="0"/>
              </a:spcAft>
              <a:buClr>
                <a:schemeClr val="lt1"/>
              </a:buClr>
              <a:buSzPts val="1800"/>
              <a:buNone/>
              <a:defRPr sz="1800">
                <a:solidFill>
                  <a:schemeClr val="lt1"/>
                </a:solidFill>
              </a:defRPr>
            </a:lvl7pPr>
            <a:lvl8pPr lvl="7" rtl="0"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5390" name="Google Shape;5390;p701"/>
          <p:cNvSpPr txBox="1"/>
          <p:nvPr>
            <p:ph idx="4" type="subTitle"/>
          </p:nvPr>
        </p:nvSpPr>
        <p:spPr>
          <a:xfrm>
            <a:off x="4752758" y="3153085"/>
            <a:ext cx="1562400" cy="64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r">
              <a:lnSpc>
                <a:spcPct val="100000"/>
              </a:lnSpc>
              <a:spcBef>
                <a:spcPts val="0"/>
              </a:spcBef>
              <a:spcAft>
                <a:spcPts val="0"/>
              </a:spcAft>
              <a:buClr>
                <a:schemeClr val="lt1"/>
              </a:buClr>
              <a:buSzPts val="1400"/>
              <a:buNone/>
              <a:defRPr>
                <a:solidFill>
                  <a:schemeClr val="lt1"/>
                </a:solidFill>
              </a:defRPr>
            </a:lvl2pPr>
            <a:lvl3pPr lvl="2" rtl="0" algn="r">
              <a:lnSpc>
                <a:spcPct val="100000"/>
              </a:lnSpc>
              <a:spcBef>
                <a:spcPts val="0"/>
              </a:spcBef>
              <a:spcAft>
                <a:spcPts val="0"/>
              </a:spcAft>
              <a:buClr>
                <a:schemeClr val="lt1"/>
              </a:buClr>
              <a:buSzPts val="1400"/>
              <a:buNone/>
              <a:defRPr>
                <a:solidFill>
                  <a:schemeClr val="lt1"/>
                </a:solidFill>
              </a:defRPr>
            </a:lvl3pPr>
            <a:lvl4pPr lvl="3" rtl="0" algn="r">
              <a:lnSpc>
                <a:spcPct val="100000"/>
              </a:lnSpc>
              <a:spcBef>
                <a:spcPts val="0"/>
              </a:spcBef>
              <a:spcAft>
                <a:spcPts val="0"/>
              </a:spcAft>
              <a:buClr>
                <a:schemeClr val="lt1"/>
              </a:buClr>
              <a:buSzPts val="1400"/>
              <a:buNone/>
              <a:defRPr>
                <a:solidFill>
                  <a:schemeClr val="lt1"/>
                </a:solidFill>
              </a:defRPr>
            </a:lvl4pPr>
            <a:lvl5pPr lvl="4" rtl="0" algn="r">
              <a:lnSpc>
                <a:spcPct val="100000"/>
              </a:lnSpc>
              <a:spcBef>
                <a:spcPts val="0"/>
              </a:spcBef>
              <a:spcAft>
                <a:spcPts val="0"/>
              </a:spcAft>
              <a:buClr>
                <a:schemeClr val="lt1"/>
              </a:buClr>
              <a:buSzPts val="1400"/>
              <a:buNone/>
              <a:defRPr>
                <a:solidFill>
                  <a:schemeClr val="lt1"/>
                </a:solidFill>
              </a:defRPr>
            </a:lvl5pPr>
            <a:lvl6pPr lvl="5" rtl="0" algn="r">
              <a:lnSpc>
                <a:spcPct val="100000"/>
              </a:lnSpc>
              <a:spcBef>
                <a:spcPts val="0"/>
              </a:spcBef>
              <a:spcAft>
                <a:spcPts val="0"/>
              </a:spcAft>
              <a:buClr>
                <a:schemeClr val="lt1"/>
              </a:buClr>
              <a:buSzPts val="1400"/>
              <a:buNone/>
              <a:defRPr>
                <a:solidFill>
                  <a:schemeClr val="lt1"/>
                </a:solidFill>
              </a:defRPr>
            </a:lvl6pPr>
            <a:lvl7pPr lvl="6" rtl="0" algn="r">
              <a:lnSpc>
                <a:spcPct val="100000"/>
              </a:lnSpc>
              <a:spcBef>
                <a:spcPts val="0"/>
              </a:spcBef>
              <a:spcAft>
                <a:spcPts val="0"/>
              </a:spcAft>
              <a:buClr>
                <a:schemeClr val="lt1"/>
              </a:buClr>
              <a:buSzPts val="1400"/>
              <a:buNone/>
              <a:defRPr>
                <a:solidFill>
                  <a:schemeClr val="lt1"/>
                </a:solidFill>
              </a:defRPr>
            </a:lvl7pPr>
            <a:lvl8pPr lvl="7" rtl="0"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5391" name="Google Shape;5391;p701"/>
          <p:cNvSpPr txBox="1"/>
          <p:nvPr>
            <p:ph idx="5" type="subTitle"/>
          </p:nvPr>
        </p:nvSpPr>
        <p:spPr>
          <a:xfrm>
            <a:off x="4752758" y="2634385"/>
            <a:ext cx="1562400" cy="51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5392" name="Google Shape;5392;p701"/>
          <p:cNvSpPr txBox="1"/>
          <p:nvPr>
            <p:ph hasCustomPrompt="1" idx="6" type="title"/>
          </p:nvPr>
        </p:nvSpPr>
        <p:spPr>
          <a:xfrm>
            <a:off x="5117252" y="1975660"/>
            <a:ext cx="833400" cy="518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1800"/>
              <a:buNone/>
              <a:defRPr sz="3000">
                <a:solidFill>
                  <a:schemeClr val="lt1"/>
                </a:solidFill>
              </a:defRPr>
            </a:lvl1pPr>
            <a:lvl2pPr lvl="1" rtl="0">
              <a:spcBef>
                <a:spcPts val="0"/>
              </a:spcBef>
              <a:spcAft>
                <a:spcPts val="0"/>
              </a:spcAft>
              <a:buClr>
                <a:schemeClr val="lt1"/>
              </a:buClr>
              <a:buSzPts val="1800"/>
              <a:buNone/>
              <a:defRPr sz="1800">
                <a:solidFill>
                  <a:schemeClr val="lt1"/>
                </a:solidFill>
              </a:defRPr>
            </a:lvl2pPr>
            <a:lvl3pPr lvl="2" rtl="0">
              <a:spcBef>
                <a:spcPts val="0"/>
              </a:spcBef>
              <a:spcAft>
                <a:spcPts val="0"/>
              </a:spcAft>
              <a:buClr>
                <a:schemeClr val="lt1"/>
              </a:buClr>
              <a:buSzPts val="1800"/>
              <a:buNone/>
              <a:defRPr sz="1800">
                <a:solidFill>
                  <a:schemeClr val="lt1"/>
                </a:solidFill>
              </a:defRPr>
            </a:lvl3pPr>
            <a:lvl4pPr lvl="3" rtl="0">
              <a:spcBef>
                <a:spcPts val="0"/>
              </a:spcBef>
              <a:spcAft>
                <a:spcPts val="0"/>
              </a:spcAft>
              <a:buClr>
                <a:schemeClr val="lt1"/>
              </a:buClr>
              <a:buSzPts val="1800"/>
              <a:buNone/>
              <a:defRPr sz="1800">
                <a:solidFill>
                  <a:schemeClr val="lt1"/>
                </a:solidFill>
              </a:defRPr>
            </a:lvl4pPr>
            <a:lvl5pPr lvl="4" rtl="0">
              <a:spcBef>
                <a:spcPts val="0"/>
              </a:spcBef>
              <a:spcAft>
                <a:spcPts val="0"/>
              </a:spcAft>
              <a:buClr>
                <a:schemeClr val="lt1"/>
              </a:buClr>
              <a:buSzPts val="1800"/>
              <a:buNone/>
              <a:defRPr sz="1800">
                <a:solidFill>
                  <a:schemeClr val="lt1"/>
                </a:solidFill>
              </a:defRPr>
            </a:lvl5pPr>
            <a:lvl6pPr lvl="5" rtl="0">
              <a:spcBef>
                <a:spcPts val="0"/>
              </a:spcBef>
              <a:spcAft>
                <a:spcPts val="0"/>
              </a:spcAft>
              <a:buClr>
                <a:schemeClr val="lt1"/>
              </a:buClr>
              <a:buSzPts val="1800"/>
              <a:buNone/>
              <a:defRPr sz="1800">
                <a:solidFill>
                  <a:schemeClr val="lt1"/>
                </a:solidFill>
              </a:defRPr>
            </a:lvl6pPr>
            <a:lvl7pPr lvl="6" rtl="0">
              <a:spcBef>
                <a:spcPts val="0"/>
              </a:spcBef>
              <a:spcAft>
                <a:spcPts val="0"/>
              </a:spcAft>
              <a:buClr>
                <a:schemeClr val="lt1"/>
              </a:buClr>
              <a:buSzPts val="1800"/>
              <a:buNone/>
              <a:defRPr sz="1800">
                <a:solidFill>
                  <a:schemeClr val="lt1"/>
                </a:solidFill>
              </a:defRPr>
            </a:lvl7pPr>
            <a:lvl8pPr lvl="7" rtl="0">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5393" name="Google Shape;5393;p701"/>
          <p:cNvSpPr txBox="1"/>
          <p:nvPr>
            <p:ph idx="7" type="subTitle"/>
          </p:nvPr>
        </p:nvSpPr>
        <p:spPr>
          <a:xfrm>
            <a:off x="2824958" y="3153085"/>
            <a:ext cx="1562400" cy="64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394" name="Google Shape;5394;p701"/>
          <p:cNvSpPr txBox="1"/>
          <p:nvPr>
            <p:ph idx="8" type="subTitle"/>
          </p:nvPr>
        </p:nvSpPr>
        <p:spPr>
          <a:xfrm>
            <a:off x="2824958" y="2634385"/>
            <a:ext cx="1562400" cy="51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395" name="Google Shape;5395;p701"/>
          <p:cNvSpPr txBox="1"/>
          <p:nvPr>
            <p:ph hasCustomPrompt="1" idx="9" type="title"/>
          </p:nvPr>
        </p:nvSpPr>
        <p:spPr>
          <a:xfrm>
            <a:off x="3189459" y="1975660"/>
            <a:ext cx="833400" cy="518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1800"/>
              <a:buNone/>
              <a:defRPr sz="3000">
                <a:solidFill>
                  <a:schemeClr val="lt1"/>
                </a:solidFill>
              </a:defRPr>
            </a:lvl1pPr>
            <a:lvl2pPr lvl="1" rtl="0" algn="ctr">
              <a:spcBef>
                <a:spcPts val="0"/>
              </a:spcBef>
              <a:spcAft>
                <a:spcPts val="0"/>
              </a:spcAft>
              <a:buClr>
                <a:schemeClr val="lt1"/>
              </a:buClr>
              <a:buSzPts val="1800"/>
              <a:buNone/>
              <a:defRPr sz="1800">
                <a:solidFill>
                  <a:schemeClr val="lt1"/>
                </a:solidFill>
              </a:defRPr>
            </a:lvl2pPr>
            <a:lvl3pPr lvl="2" rtl="0" algn="ctr">
              <a:spcBef>
                <a:spcPts val="0"/>
              </a:spcBef>
              <a:spcAft>
                <a:spcPts val="0"/>
              </a:spcAft>
              <a:buClr>
                <a:schemeClr val="lt1"/>
              </a:buClr>
              <a:buSzPts val="1800"/>
              <a:buNone/>
              <a:defRPr sz="1800">
                <a:solidFill>
                  <a:schemeClr val="lt1"/>
                </a:solidFill>
              </a:defRPr>
            </a:lvl3pPr>
            <a:lvl4pPr lvl="3" rtl="0" algn="ctr">
              <a:spcBef>
                <a:spcPts val="0"/>
              </a:spcBef>
              <a:spcAft>
                <a:spcPts val="0"/>
              </a:spcAft>
              <a:buClr>
                <a:schemeClr val="lt1"/>
              </a:buClr>
              <a:buSzPts val="1800"/>
              <a:buNone/>
              <a:defRPr sz="1800">
                <a:solidFill>
                  <a:schemeClr val="lt1"/>
                </a:solidFill>
              </a:defRPr>
            </a:lvl4pPr>
            <a:lvl5pPr lvl="4" rtl="0" algn="ctr">
              <a:spcBef>
                <a:spcPts val="0"/>
              </a:spcBef>
              <a:spcAft>
                <a:spcPts val="0"/>
              </a:spcAft>
              <a:buClr>
                <a:schemeClr val="lt1"/>
              </a:buClr>
              <a:buSzPts val="1800"/>
              <a:buNone/>
              <a:defRPr sz="1800">
                <a:solidFill>
                  <a:schemeClr val="lt1"/>
                </a:solidFill>
              </a:defRPr>
            </a:lvl5pPr>
            <a:lvl6pPr lvl="5" rtl="0" algn="ctr">
              <a:spcBef>
                <a:spcPts val="0"/>
              </a:spcBef>
              <a:spcAft>
                <a:spcPts val="0"/>
              </a:spcAft>
              <a:buClr>
                <a:schemeClr val="lt1"/>
              </a:buClr>
              <a:buSzPts val="1800"/>
              <a:buNone/>
              <a:defRPr sz="1800">
                <a:solidFill>
                  <a:schemeClr val="lt1"/>
                </a:solidFill>
              </a:defRPr>
            </a:lvl6pPr>
            <a:lvl7pPr lvl="6" rtl="0" algn="ctr">
              <a:spcBef>
                <a:spcPts val="0"/>
              </a:spcBef>
              <a:spcAft>
                <a:spcPts val="0"/>
              </a:spcAft>
              <a:buClr>
                <a:schemeClr val="lt1"/>
              </a:buClr>
              <a:buSzPts val="1800"/>
              <a:buNone/>
              <a:defRPr sz="1800">
                <a:solidFill>
                  <a:schemeClr val="lt1"/>
                </a:solidFill>
              </a:defRPr>
            </a:lvl7pPr>
            <a:lvl8pPr lvl="7" rtl="0"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5396" name="Google Shape;5396;p701"/>
          <p:cNvSpPr txBox="1"/>
          <p:nvPr>
            <p:ph idx="13" type="subTitle"/>
          </p:nvPr>
        </p:nvSpPr>
        <p:spPr>
          <a:xfrm>
            <a:off x="6680545" y="3153085"/>
            <a:ext cx="1562400" cy="64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r">
              <a:lnSpc>
                <a:spcPct val="100000"/>
              </a:lnSpc>
              <a:spcBef>
                <a:spcPts val="0"/>
              </a:spcBef>
              <a:spcAft>
                <a:spcPts val="0"/>
              </a:spcAft>
              <a:buClr>
                <a:schemeClr val="lt1"/>
              </a:buClr>
              <a:buSzPts val="1400"/>
              <a:buNone/>
              <a:defRPr>
                <a:solidFill>
                  <a:schemeClr val="lt1"/>
                </a:solidFill>
              </a:defRPr>
            </a:lvl2pPr>
            <a:lvl3pPr lvl="2" rtl="0" algn="r">
              <a:lnSpc>
                <a:spcPct val="100000"/>
              </a:lnSpc>
              <a:spcBef>
                <a:spcPts val="0"/>
              </a:spcBef>
              <a:spcAft>
                <a:spcPts val="0"/>
              </a:spcAft>
              <a:buClr>
                <a:schemeClr val="lt1"/>
              </a:buClr>
              <a:buSzPts val="1400"/>
              <a:buNone/>
              <a:defRPr>
                <a:solidFill>
                  <a:schemeClr val="lt1"/>
                </a:solidFill>
              </a:defRPr>
            </a:lvl3pPr>
            <a:lvl4pPr lvl="3" rtl="0" algn="r">
              <a:lnSpc>
                <a:spcPct val="100000"/>
              </a:lnSpc>
              <a:spcBef>
                <a:spcPts val="0"/>
              </a:spcBef>
              <a:spcAft>
                <a:spcPts val="0"/>
              </a:spcAft>
              <a:buClr>
                <a:schemeClr val="lt1"/>
              </a:buClr>
              <a:buSzPts val="1400"/>
              <a:buNone/>
              <a:defRPr>
                <a:solidFill>
                  <a:schemeClr val="lt1"/>
                </a:solidFill>
              </a:defRPr>
            </a:lvl4pPr>
            <a:lvl5pPr lvl="4" rtl="0" algn="r">
              <a:lnSpc>
                <a:spcPct val="100000"/>
              </a:lnSpc>
              <a:spcBef>
                <a:spcPts val="0"/>
              </a:spcBef>
              <a:spcAft>
                <a:spcPts val="0"/>
              </a:spcAft>
              <a:buClr>
                <a:schemeClr val="lt1"/>
              </a:buClr>
              <a:buSzPts val="1400"/>
              <a:buNone/>
              <a:defRPr>
                <a:solidFill>
                  <a:schemeClr val="lt1"/>
                </a:solidFill>
              </a:defRPr>
            </a:lvl5pPr>
            <a:lvl6pPr lvl="5" rtl="0" algn="r">
              <a:lnSpc>
                <a:spcPct val="100000"/>
              </a:lnSpc>
              <a:spcBef>
                <a:spcPts val="0"/>
              </a:spcBef>
              <a:spcAft>
                <a:spcPts val="0"/>
              </a:spcAft>
              <a:buClr>
                <a:schemeClr val="lt1"/>
              </a:buClr>
              <a:buSzPts val="1400"/>
              <a:buNone/>
              <a:defRPr>
                <a:solidFill>
                  <a:schemeClr val="lt1"/>
                </a:solidFill>
              </a:defRPr>
            </a:lvl6pPr>
            <a:lvl7pPr lvl="6" rtl="0" algn="r">
              <a:lnSpc>
                <a:spcPct val="100000"/>
              </a:lnSpc>
              <a:spcBef>
                <a:spcPts val="0"/>
              </a:spcBef>
              <a:spcAft>
                <a:spcPts val="0"/>
              </a:spcAft>
              <a:buClr>
                <a:schemeClr val="lt1"/>
              </a:buClr>
              <a:buSzPts val="1400"/>
              <a:buNone/>
              <a:defRPr>
                <a:solidFill>
                  <a:schemeClr val="lt1"/>
                </a:solidFill>
              </a:defRPr>
            </a:lvl7pPr>
            <a:lvl8pPr lvl="7" rtl="0"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5397" name="Google Shape;5397;p701"/>
          <p:cNvSpPr txBox="1"/>
          <p:nvPr>
            <p:ph idx="14" type="subTitle"/>
          </p:nvPr>
        </p:nvSpPr>
        <p:spPr>
          <a:xfrm>
            <a:off x="6680545" y="2634385"/>
            <a:ext cx="1562400" cy="51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5398" name="Google Shape;5398;p701"/>
          <p:cNvSpPr txBox="1"/>
          <p:nvPr>
            <p:ph hasCustomPrompt="1" idx="15" type="title"/>
          </p:nvPr>
        </p:nvSpPr>
        <p:spPr>
          <a:xfrm>
            <a:off x="7045045" y="1975647"/>
            <a:ext cx="833400" cy="518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1800"/>
              <a:buNone/>
              <a:defRPr sz="3000">
                <a:solidFill>
                  <a:schemeClr val="lt1"/>
                </a:solidFill>
              </a:defRPr>
            </a:lvl1pPr>
            <a:lvl2pPr lvl="1" rtl="0">
              <a:spcBef>
                <a:spcPts val="0"/>
              </a:spcBef>
              <a:spcAft>
                <a:spcPts val="0"/>
              </a:spcAft>
              <a:buClr>
                <a:schemeClr val="lt1"/>
              </a:buClr>
              <a:buSzPts val="1800"/>
              <a:buNone/>
              <a:defRPr sz="1800">
                <a:solidFill>
                  <a:schemeClr val="lt1"/>
                </a:solidFill>
              </a:defRPr>
            </a:lvl2pPr>
            <a:lvl3pPr lvl="2" rtl="0">
              <a:spcBef>
                <a:spcPts val="0"/>
              </a:spcBef>
              <a:spcAft>
                <a:spcPts val="0"/>
              </a:spcAft>
              <a:buClr>
                <a:schemeClr val="lt1"/>
              </a:buClr>
              <a:buSzPts val="1800"/>
              <a:buNone/>
              <a:defRPr sz="1800">
                <a:solidFill>
                  <a:schemeClr val="lt1"/>
                </a:solidFill>
              </a:defRPr>
            </a:lvl3pPr>
            <a:lvl4pPr lvl="3" rtl="0">
              <a:spcBef>
                <a:spcPts val="0"/>
              </a:spcBef>
              <a:spcAft>
                <a:spcPts val="0"/>
              </a:spcAft>
              <a:buClr>
                <a:schemeClr val="lt1"/>
              </a:buClr>
              <a:buSzPts val="1800"/>
              <a:buNone/>
              <a:defRPr sz="1800">
                <a:solidFill>
                  <a:schemeClr val="lt1"/>
                </a:solidFill>
              </a:defRPr>
            </a:lvl4pPr>
            <a:lvl5pPr lvl="4" rtl="0">
              <a:spcBef>
                <a:spcPts val="0"/>
              </a:spcBef>
              <a:spcAft>
                <a:spcPts val="0"/>
              </a:spcAft>
              <a:buClr>
                <a:schemeClr val="lt1"/>
              </a:buClr>
              <a:buSzPts val="1800"/>
              <a:buNone/>
              <a:defRPr sz="1800">
                <a:solidFill>
                  <a:schemeClr val="lt1"/>
                </a:solidFill>
              </a:defRPr>
            </a:lvl5pPr>
            <a:lvl6pPr lvl="5" rtl="0">
              <a:spcBef>
                <a:spcPts val="0"/>
              </a:spcBef>
              <a:spcAft>
                <a:spcPts val="0"/>
              </a:spcAft>
              <a:buClr>
                <a:schemeClr val="lt1"/>
              </a:buClr>
              <a:buSzPts val="1800"/>
              <a:buNone/>
              <a:defRPr sz="1800">
                <a:solidFill>
                  <a:schemeClr val="lt1"/>
                </a:solidFill>
              </a:defRPr>
            </a:lvl6pPr>
            <a:lvl7pPr lvl="6" rtl="0">
              <a:spcBef>
                <a:spcPts val="0"/>
              </a:spcBef>
              <a:spcAft>
                <a:spcPts val="0"/>
              </a:spcAft>
              <a:buClr>
                <a:schemeClr val="lt1"/>
              </a:buClr>
              <a:buSzPts val="1800"/>
              <a:buNone/>
              <a:defRPr sz="1800">
                <a:solidFill>
                  <a:schemeClr val="lt1"/>
                </a:solidFill>
              </a:defRPr>
            </a:lvl7pPr>
            <a:lvl8pPr lvl="7" rtl="0">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6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dk1"/>
        </a:solidFill>
      </p:bgPr>
    </p:bg>
    <p:spTree>
      <p:nvGrpSpPr>
        <p:cNvPr id="5399" name="Shape 5399"/>
        <p:cNvGrpSpPr/>
        <p:nvPr/>
      </p:nvGrpSpPr>
      <p:grpSpPr>
        <a:xfrm>
          <a:off x="0" y="0"/>
          <a:ext cx="0" cy="0"/>
          <a:chOff x="0" y="0"/>
          <a:chExt cx="0" cy="0"/>
        </a:xfrm>
      </p:grpSpPr>
      <p:sp>
        <p:nvSpPr>
          <p:cNvPr id="5400" name="Google Shape;5400;p70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02"/>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4800"/>
              <a:buNone/>
              <a:defRPr sz="4800">
                <a:solidFill>
                  <a:schemeClr val="lt1"/>
                </a:solidFill>
              </a:defRPr>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a:spcBef>
                <a:spcPts val="0"/>
              </a:spcBef>
              <a:spcAft>
                <a:spcPts val="0"/>
              </a:spcAft>
              <a:buSzPts val="4800"/>
              <a:buNone/>
              <a:defRPr sz="4800"/>
            </a:lvl9pPr>
          </a:lstStyle>
          <a:p/>
        </p:txBody>
      </p:sp>
      <p:sp>
        <p:nvSpPr>
          <p:cNvPr id="5402" name="Google Shape;5402;p702"/>
          <p:cNvSpPr txBox="1"/>
          <p:nvPr>
            <p:ph hasCustomPrompt="1" idx="2" type="title"/>
          </p:nvPr>
        </p:nvSpPr>
        <p:spPr>
          <a:xfrm>
            <a:off x="1131163" y="968025"/>
            <a:ext cx="2150400" cy="16659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4800"/>
              <a:buNone/>
              <a:defRPr sz="7200">
                <a:solidFill>
                  <a:schemeClr val="lt1"/>
                </a:solidFill>
              </a:defRPr>
            </a:lvl1pPr>
            <a:lvl2pPr lvl="1" rtl="0">
              <a:spcBef>
                <a:spcPts val="0"/>
              </a:spcBef>
              <a:spcAft>
                <a:spcPts val="0"/>
              </a:spcAft>
              <a:buClr>
                <a:schemeClr val="lt1"/>
              </a:buClr>
              <a:buSzPts val="4800"/>
              <a:buNone/>
              <a:defRPr sz="4800">
                <a:solidFill>
                  <a:schemeClr val="lt1"/>
                </a:solidFill>
              </a:defRPr>
            </a:lvl2pPr>
            <a:lvl3pPr lvl="2" rtl="0">
              <a:spcBef>
                <a:spcPts val="0"/>
              </a:spcBef>
              <a:spcAft>
                <a:spcPts val="0"/>
              </a:spcAft>
              <a:buClr>
                <a:schemeClr val="lt1"/>
              </a:buClr>
              <a:buSzPts val="4800"/>
              <a:buNone/>
              <a:defRPr sz="4800">
                <a:solidFill>
                  <a:schemeClr val="lt1"/>
                </a:solidFill>
              </a:defRPr>
            </a:lvl3pPr>
            <a:lvl4pPr lvl="3" rtl="0">
              <a:spcBef>
                <a:spcPts val="0"/>
              </a:spcBef>
              <a:spcAft>
                <a:spcPts val="0"/>
              </a:spcAft>
              <a:buClr>
                <a:schemeClr val="lt1"/>
              </a:buClr>
              <a:buSzPts val="4800"/>
              <a:buNone/>
              <a:defRPr sz="4800">
                <a:solidFill>
                  <a:schemeClr val="lt1"/>
                </a:solidFill>
              </a:defRPr>
            </a:lvl4pPr>
            <a:lvl5pPr lvl="4" rtl="0">
              <a:spcBef>
                <a:spcPts val="0"/>
              </a:spcBef>
              <a:spcAft>
                <a:spcPts val="0"/>
              </a:spcAft>
              <a:buClr>
                <a:schemeClr val="lt1"/>
              </a:buClr>
              <a:buSzPts val="4800"/>
              <a:buNone/>
              <a:defRPr sz="4800">
                <a:solidFill>
                  <a:schemeClr val="lt1"/>
                </a:solidFill>
              </a:defRPr>
            </a:lvl5pPr>
            <a:lvl6pPr lvl="5" rtl="0">
              <a:spcBef>
                <a:spcPts val="0"/>
              </a:spcBef>
              <a:spcAft>
                <a:spcPts val="0"/>
              </a:spcAft>
              <a:buClr>
                <a:schemeClr val="lt1"/>
              </a:buClr>
              <a:buSzPts val="4800"/>
              <a:buNone/>
              <a:defRPr sz="4800">
                <a:solidFill>
                  <a:schemeClr val="lt1"/>
                </a:solidFill>
              </a:defRPr>
            </a:lvl6pPr>
            <a:lvl7pPr lvl="6" rtl="0">
              <a:spcBef>
                <a:spcPts val="0"/>
              </a:spcBef>
              <a:spcAft>
                <a:spcPts val="0"/>
              </a:spcAft>
              <a:buClr>
                <a:schemeClr val="lt1"/>
              </a:buClr>
              <a:buSzPts val="4800"/>
              <a:buNone/>
              <a:defRPr sz="4800">
                <a:solidFill>
                  <a:schemeClr val="lt1"/>
                </a:solidFill>
              </a:defRPr>
            </a:lvl7pPr>
            <a:lvl8pPr lvl="7" rtl="0">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5403" name="Google Shape;5403;p702"/>
          <p:cNvSpPr txBox="1"/>
          <p:nvPr>
            <p:ph idx="1" type="subTitle"/>
          </p:nvPr>
        </p:nvSpPr>
        <p:spPr>
          <a:xfrm>
            <a:off x="1131163" y="3728475"/>
            <a:ext cx="5351100" cy="447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800"/>
              <a:buNone/>
              <a:defRPr>
                <a:solidFill>
                  <a:schemeClr val="lt1"/>
                </a:solidFill>
              </a:defRPr>
            </a:lvl1pPr>
            <a:lvl2pPr lvl="1" rtl="0">
              <a:lnSpc>
                <a:spcPct val="100000"/>
              </a:lnSpc>
              <a:spcBef>
                <a:spcPts val="0"/>
              </a:spcBef>
              <a:spcAft>
                <a:spcPts val="0"/>
              </a:spcAft>
              <a:buClr>
                <a:schemeClr val="lt1"/>
              </a:buClr>
              <a:buSzPts val="2800"/>
              <a:buNone/>
              <a:defRPr sz="2800">
                <a:solidFill>
                  <a:schemeClr val="lt1"/>
                </a:solidFill>
              </a:defRPr>
            </a:lvl2pPr>
            <a:lvl3pPr lvl="2" rtl="0">
              <a:lnSpc>
                <a:spcPct val="100000"/>
              </a:lnSpc>
              <a:spcBef>
                <a:spcPts val="0"/>
              </a:spcBef>
              <a:spcAft>
                <a:spcPts val="0"/>
              </a:spcAft>
              <a:buClr>
                <a:schemeClr val="lt1"/>
              </a:buClr>
              <a:buSzPts val="2800"/>
              <a:buNone/>
              <a:defRPr sz="2800">
                <a:solidFill>
                  <a:schemeClr val="lt1"/>
                </a:solidFill>
              </a:defRPr>
            </a:lvl3pPr>
            <a:lvl4pPr lvl="3" rtl="0">
              <a:lnSpc>
                <a:spcPct val="100000"/>
              </a:lnSpc>
              <a:spcBef>
                <a:spcPts val="0"/>
              </a:spcBef>
              <a:spcAft>
                <a:spcPts val="0"/>
              </a:spcAft>
              <a:buClr>
                <a:schemeClr val="lt1"/>
              </a:buClr>
              <a:buSzPts val="2800"/>
              <a:buNone/>
              <a:defRPr sz="2800">
                <a:solidFill>
                  <a:schemeClr val="lt1"/>
                </a:solidFill>
              </a:defRPr>
            </a:lvl4pPr>
            <a:lvl5pPr lvl="4" rtl="0">
              <a:lnSpc>
                <a:spcPct val="100000"/>
              </a:lnSpc>
              <a:spcBef>
                <a:spcPts val="0"/>
              </a:spcBef>
              <a:spcAft>
                <a:spcPts val="0"/>
              </a:spcAft>
              <a:buClr>
                <a:schemeClr val="lt1"/>
              </a:buClr>
              <a:buSzPts val="2800"/>
              <a:buNone/>
              <a:defRPr sz="2800">
                <a:solidFill>
                  <a:schemeClr val="lt1"/>
                </a:solidFill>
              </a:defRPr>
            </a:lvl5pPr>
            <a:lvl6pPr lvl="5" rtl="0">
              <a:lnSpc>
                <a:spcPct val="100000"/>
              </a:lnSpc>
              <a:spcBef>
                <a:spcPts val="0"/>
              </a:spcBef>
              <a:spcAft>
                <a:spcPts val="0"/>
              </a:spcAft>
              <a:buClr>
                <a:schemeClr val="lt1"/>
              </a:buClr>
              <a:buSzPts val="2800"/>
              <a:buNone/>
              <a:defRPr sz="2800">
                <a:solidFill>
                  <a:schemeClr val="lt1"/>
                </a:solidFill>
              </a:defRPr>
            </a:lvl6pPr>
            <a:lvl7pPr lvl="6" rtl="0">
              <a:lnSpc>
                <a:spcPct val="100000"/>
              </a:lnSpc>
              <a:spcBef>
                <a:spcPts val="0"/>
              </a:spcBef>
              <a:spcAft>
                <a:spcPts val="0"/>
              </a:spcAft>
              <a:buClr>
                <a:schemeClr val="lt1"/>
              </a:buClr>
              <a:buSzPts val="2800"/>
              <a:buNone/>
              <a:defRPr sz="2800">
                <a:solidFill>
                  <a:schemeClr val="lt1"/>
                </a:solidFill>
              </a:defRPr>
            </a:lvl7pPr>
            <a:lvl8pPr lvl="7" rtl="0">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6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
    <p:bg>
      <p:bgPr>
        <a:solidFill>
          <a:schemeClr val="dk1"/>
        </a:solidFill>
      </p:bgPr>
    </p:bg>
    <p:spTree>
      <p:nvGrpSpPr>
        <p:cNvPr id="5404" name="Shape 5404"/>
        <p:cNvGrpSpPr/>
        <p:nvPr/>
      </p:nvGrpSpPr>
      <p:grpSpPr>
        <a:xfrm>
          <a:off x="0" y="0"/>
          <a:ext cx="0" cy="0"/>
          <a:chOff x="0" y="0"/>
          <a:chExt cx="0" cy="0"/>
        </a:xfrm>
      </p:grpSpPr>
      <p:sp>
        <p:nvSpPr>
          <p:cNvPr id="5405" name="Google Shape;5405;p70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03"/>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4800"/>
              <a:buNone/>
              <a:defRPr sz="4800">
                <a:solidFill>
                  <a:schemeClr val="lt1"/>
                </a:solidFill>
              </a:defRPr>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a:spcBef>
                <a:spcPts val="0"/>
              </a:spcBef>
              <a:spcAft>
                <a:spcPts val="0"/>
              </a:spcAft>
              <a:buSzPts val="4800"/>
              <a:buNone/>
              <a:defRPr sz="4800"/>
            </a:lvl9pPr>
          </a:lstStyle>
          <a:p/>
        </p:txBody>
      </p:sp>
      <p:sp>
        <p:nvSpPr>
          <p:cNvPr id="5407" name="Google Shape;5407;p703"/>
          <p:cNvSpPr txBox="1"/>
          <p:nvPr>
            <p:ph hasCustomPrompt="1" idx="2" type="title"/>
          </p:nvPr>
        </p:nvSpPr>
        <p:spPr>
          <a:xfrm>
            <a:off x="3496800" y="894025"/>
            <a:ext cx="2150400" cy="1665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4800"/>
              <a:buNone/>
              <a:defRPr sz="7200">
                <a:solidFill>
                  <a:schemeClr val="lt1"/>
                </a:solidFill>
              </a:defRPr>
            </a:lvl1pPr>
            <a:lvl2pPr lvl="1" rtl="0">
              <a:spcBef>
                <a:spcPts val="0"/>
              </a:spcBef>
              <a:spcAft>
                <a:spcPts val="0"/>
              </a:spcAft>
              <a:buClr>
                <a:schemeClr val="lt1"/>
              </a:buClr>
              <a:buSzPts val="4800"/>
              <a:buNone/>
              <a:defRPr sz="4800">
                <a:solidFill>
                  <a:schemeClr val="lt1"/>
                </a:solidFill>
              </a:defRPr>
            </a:lvl2pPr>
            <a:lvl3pPr lvl="2" rtl="0">
              <a:spcBef>
                <a:spcPts val="0"/>
              </a:spcBef>
              <a:spcAft>
                <a:spcPts val="0"/>
              </a:spcAft>
              <a:buClr>
                <a:schemeClr val="lt1"/>
              </a:buClr>
              <a:buSzPts val="4800"/>
              <a:buNone/>
              <a:defRPr sz="4800">
                <a:solidFill>
                  <a:schemeClr val="lt1"/>
                </a:solidFill>
              </a:defRPr>
            </a:lvl3pPr>
            <a:lvl4pPr lvl="3" rtl="0">
              <a:spcBef>
                <a:spcPts val="0"/>
              </a:spcBef>
              <a:spcAft>
                <a:spcPts val="0"/>
              </a:spcAft>
              <a:buClr>
                <a:schemeClr val="lt1"/>
              </a:buClr>
              <a:buSzPts val="4800"/>
              <a:buNone/>
              <a:defRPr sz="4800">
                <a:solidFill>
                  <a:schemeClr val="lt1"/>
                </a:solidFill>
              </a:defRPr>
            </a:lvl4pPr>
            <a:lvl5pPr lvl="4" rtl="0">
              <a:spcBef>
                <a:spcPts val="0"/>
              </a:spcBef>
              <a:spcAft>
                <a:spcPts val="0"/>
              </a:spcAft>
              <a:buClr>
                <a:schemeClr val="lt1"/>
              </a:buClr>
              <a:buSzPts val="4800"/>
              <a:buNone/>
              <a:defRPr sz="4800">
                <a:solidFill>
                  <a:schemeClr val="lt1"/>
                </a:solidFill>
              </a:defRPr>
            </a:lvl5pPr>
            <a:lvl6pPr lvl="5" rtl="0">
              <a:spcBef>
                <a:spcPts val="0"/>
              </a:spcBef>
              <a:spcAft>
                <a:spcPts val="0"/>
              </a:spcAft>
              <a:buClr>
                <a:schemeClr val="lt1"/>
              </a:buClr>
              <a:buSzPts val="4800"/>
              <a:buNone/>
              <a:defRPr sz="4800">
                <a:solidFill>
                  <a:schemeClr val="lt1"/>
                </a:solidFill>
              </a:defRPr>
            </a:lvl6pPr>
            <a:lvl7pPr lvl="6" rtl="0">
              <a:spcBef>
                <a:spcPts val="0"/>
              </a:spcBef>
              <a:spcAft>
                <a:spcPts val="0"/>
              </a:spcAft>
              <a:buClr>
                <a:schemeClr val="lt1"/>
              </a:buClr>
              <a:buSzPts val="4800"/>
              <a:buNone/>
              <a:defRPr sz="4800">
                <a:solidFill>
                  <a:schemeClr val="lt1"/>
                </a:solidFill>
              </a:defRPr>
            </a:lvl7pPr>
            <a:lvl8pPr lvl="7" rtl="0">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5408" name="Google Shape;5408;p703"/>
          <p:cNvSpPr txBox="1"/>
          <p:nvPr>
            <p:ph idx="1" type="subTitle"/>
          </p:nvPr>
        </p:nvSpPr>
        <p:spPr>
          <a:xfrm>
            <a:off x="1896450" y="3802475"/>
            <a:ext cx="5351100" cy="447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None/>
              <a:defRPr>
                <a:solidFill>
                  <a:schemeClr val="lt1"/>
                </a:solidFill>
              </a:defRPr>
            </a:lvl1pPr>
            <a:lvl2pPr lvl="1" rtl="0">
              <a:lnSpc>
                <a:spcPct val="100000"/>
              </a:lnSpc>
              <a:spcBef>
                <a:spcPts val="0"/>
              </a:spcBef>
              <a:spcAft>
                <a:spcPts val="0"/>
              </a:spcAft>
              <a:buClr>
                <a:schemeClr val="lt1"/>
              </a:buClr>
              <a:buSzPts val="2800"/>
              <a:buNone/>
              <a:defRPr sz="2800">
                <a:solidFill>
                  <a:schemeClr val="lt1"/>
                </a:solidFill>
              </a:defRPr>
            </a:lvl2pPr>
            <a:lvl3pPr lvl="2" rtl="0">
              <a:lnSpc>
                <a:spcPct val="100000"/>
              </a:lnSpc>
              <a:spcBef>
                <a:spcPts val="0"/>
              </a:spcBef>
              <a:spcAft>
                <a:spcPts val="0"/>
              </a:spcAft>
              <a:buClr>
                <a:schemeClr val="lt1"/>
              </a:buClr>
              <a:buSzPts val="2800"/>
              <a:buNone/>
              <a:defRPr sz="2800">
                <a:solidFill>
                  <a:schemeClr val="lt1"/>
                </a:solidFill>
              </a:defRPr>
            </a:lvl3pPr>
            <a:lvl4pPr lvl="3" rtl="0">
              <a:lnSpc>
                <a:spcPct val="100000"/>
              </a:lnSpc>
              <a:spcBef>
                <a:spcPts val="0"/>
              </a:spcBef>
              <a:spcAft>
                <a:spcPts val="0"/>
              </a:spcAft>
              <a:buClr>
                <a:schemeClr val="lt1"/>
              </a:buClr>
              <a:buSzPts val="2800"/>
              <a:buNone/>
              <a:defRPr sz="2800">
                <a:solidFill>
                  <a:schemeClr val="lt1"/>
                </a:solidFill>
              </a:defRPr>
            </a:lvl4pPr>
            <a:lvl5pPr lvl="4" rtl="0">
              <a:lnSpc>
                <a:spcPct val="100000"/>
              </a:lnSpc>
              <a:spcBef>
                <a:spcPts val="0"/>
              </a:spcBef>
              <a:spcAft>
                <a:spcPts val="0"/>
              </a:spcAft>
              <a:buClr>
                <a:schemeClr val="lt1"/>
              </a:buClr>
              <a:buSzPts val="2800"/>
              <a:buNone/>
              <a:defRPr sz="2800">
                <a:solidFill>
                  <a:schemeClr val="lt1"/>
                </a:solidFill>
              </a:defRPr>
            </a:lvl5pPr>
            <a:lvl6pPr lvl="5" rtl="0">
              <a:lnSpc>
                <a:spcPct val="100000"/>
              </a:lnSpc>
              <a:spcBef>
                <a:spcPts val="0"/>
              </a:spcBef>
              <a:spcAft>
                <a:spcPts val="0"/>
              </a:spcAft>
              <a:buClr>
                <a:schemeClr val="lt1"/>
              </a:buClr>
              <a:buSzPts val="2800"/>
              <a:buNone/>
              <a:defRPr sz="2800">
                <a:solidFill>
                  <a:schemeClr val="lt1"/>
                </a:solidFill>
              </a:defRPr>
            </a:lvl6pPr>
            <a:lvl7pPr lvl="6" rtl="0">
              <a:lnSpc>
                <a:spcPct val="100000"/>
              </a:lnSpc>
              <a:spcBef>
                <a:spcPts val="0"/>
              </a:spcBef>
              <a:spcAft>
                <a:spcPts val="0"/>
              </a:spcAft>
              <a:buClr>
                <a:schemeClr val="lt1"/>
              </a:buClr>
              <a:buSzPts val="2800"/>
              <a:buNone/>
              <a:defRPr sz="2800">
                <a:solidFill>
                  <a:schemeClr val="lt1"/>
                </a:solidFill>
              </a:defRPr>
            </a:lvl7pPr>
            <a:lvl8pPr lvl="7" rtl="0">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6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5409" name="Shape 5409"/>
        <p:cNvGrpSpPr/>
        <p:nvPr/>
      </p:nvGrpSpPr>
      <p:grpSpPr>
        <a:xfrm>
          <a:off x="0" y="0"/>
          <a:ext cx="0" cy="0"/>
          <a:chOff x="0" y="0"/>
          <a:chExt cx="0" cy="0"/>
        </a:xfrm>
      </p:grpSpPr>
      <p:sp>
        <p:nvSpPr>
          <p:cNvPr id="5410" name="Google Shape;5410;p70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04"/>
          <p:cNvSpPr txBox="1"/>
          <p:nvPr>
            <p:ph type="title"/>
          </p:nvPr>
        </p:nvSpPr>
        <p:spPr>
          <a:xfrm>
            <a:off x="1952375" y="3189813"/>
            <a:ext cx="4629600" cy="4917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412" name="Google Shape;5412;p704"/>
          <p:cNvSpPr txBox="1"/>
          <p:nvPr>
            <p:ph idx="1" type="subTitle"/>
          </p:nvPr>
        </p:nvSpPr>
        <p:spPr>
          <a:xfrm>
            <a:off x="1952375" y="1995238"/>
            <a:ext cx="4629600" cy="1118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lt1"/>
              </a:buClr>
              <a:buSzPts val="1800"/>
              <a:buNone/>
              <a:defRPr sz="1600">
                <a:solidFill>
                  <a:schemeClr val="lt1"/>
                </a:solidFill>
              </a:defRPr>
            </a:lvl1pPr>
            <a:lvl2pPr lvl="1" rtl="0">
              <a:lnSpc>
                <a:spcPct val="100000"/>
              </a:lnSpc>
              <a:spcBef>
                <a:spcPts val="0"/>
              </a:spcBef>
              <a:spcAft>
                <a:spcPts val="0"/>
              </a:spcAft>
              <a:buClr>
                <a:schemeClr val="lt1"/>
              </a:buClr>
              <a:buSzPts val="1800"/>
              <a:buNone/>
              <a:defRPr sz="1800">
                <a:solidFill>
                  <a:schemeClr val="lt1"/>
                </a:solidFill>
              </a:defRPr>
            </a:lvl2pPr>
            <a:lvl3pPr lvl="2" rtl="0">
              <a:lnSpc>
                <a:spcPct val="100000"/>
              </a:lnSpc>
              <a:spcBef>
                <a:spcPts val="0"/>
              </a:spcBef>
              <a:spcAft>
                <a:spcPts val="0"/>
              </a:spcAft>
              <a:buClr>
                <a:schemeClr val="lt1"/>
              </a:buClr>
              <a:buSzPts val="1800"/>
              <a:buNone/>
              <a:defRPr sz="1800">
                <a:solidFill>
                  <a:schemeClr val="lt1"/>
                </a:solidFill>
              </a:defRPr>
            </a:lvl3pPr>
            <a:lvl4pPr lvl="3" rtl="0">
              <a:lnSpc>
                <a:spcPct val="100000"/>
              </a:lnSpc>
              <a:spcBef>
                <a:spcPts val="0"/>
              </a:spcBef>
              <a:spcAft>
                <a:spcPts val="0"/>
              </a:spcAft>
              <a:buClr>
                <a:schemeClr val="lt1"/>
              </a:buClr>
              <a:buSzPts val="1800"/>
              <a:buNone/>
              <a:defRPr sz="1800">
                <a:solidFill>
                  <a:schemeClr val="lt1"/>
                </a:solidFill>
              </a:defRPr>
            </a:lvl4pPr>
            <a:lvl5pPr lvl="4" rtl="0">
              <a:lnSpc>
                <a:spcPct val="100000"/>
              </a:lnSpc>
              <a:spcBef>
                <a:spcPts val="0"/>
              </a:spcBef>
              <a:spcAft>
                <a:spcPts val="0"/>
              </a:spcAft>
              <a:buClr>
                <a:schemeClr val="lt1"/>
              </a:buClr>
              <a:buSzPts val="1800"/>
              <a:buNone/>
              <a:defRPr sz="1800">
                <a:solidFill>
                  <a:schemeClr val="lt1"/>
                </a:solidFill>
              </a:defRPr>
            </a:lvl5pPr>
            <a:lvl6pPr lvl="5" rtl="0">
              <a:lnSpc>
                <a:spcPct val="100000"/>
              </a:lnSpc>
              <a:spcBef>
                <a:spcPts val="0"/>
              </a:spcBef>
              <a:spcAft>
                <a:spcPts val="0"/>
              </a:spcAft>
              <a:buClr>
                <a:schemeClr val="lt1"/>
              </a:buClr>
              <a:buSzPts val="1800"/>
              <a:buNone/>
              <a:defRPr sz="1800">
                <a:solidFill>
                  <a:schemeClr val="lt1"/>
                </a:solidFill>
              </a:defRPr>
            </a:lvl6pPr>
            <a:lvl7pPr lvl="6" rtl="0">
              <a:lnSpc>
                <a:spcPct val="100000"/>
              </a:lnSpc>
              <a:spcBef>
                <a:spcPts val="0"/>
              </a:spcBef>
              <a:spcAft>
                <a:spcPts val="0"/>
              </a:spcAft>
              <a:buClr>
                <a:schemeClr val="lt1"/>
              </a:buClr>
              <a:buSzPts val="1800"/>
              <a:buNone/>
              <a:defRPr sz="1800">
                <a:solidFill>
                  <a:schemeClr val="lt1"/>
                </a:solidFill>
              </a:defRPr>
            </a:lvl7pPr>
            <a:lvl8pPr lvl="7" rtl="0">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6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
    <p:bg>
      <p:bgPr>
        <a:solidFill>
          <a:schemeClr val="dk1"/>
        </a:solidFill>
      </p:bgPr>
    </p:bg>
    <p:spTree>
      <p:nvGrpSpPr>
        <p:cNvPr id="5413" name="Shape 5413"/>
        <p:cNvGrpSpPr/>
        <p:nvPr/>
      </p:nvGrpSpPr>
      <p:grpSpPr>
        <a:xfrm>
          <a:off x="0" y="0"/>
          <a:ext cx="0" cy="0"/>
          <a:chOff x="0" y="0"/>
          <a:chExt cx="0" cy="0"/>
        </a:xfrm>
      </p:grpSpPr>
      <p:sp>
        <p:nvSpPr>
          <p:cNvPr id="5414" name="Google Shape;5414;p705"/>
          <p:cNvSpPr txBox="1"/>
          <p:nvPr>
            <p:ph type="title"/>
          </p:nvPr>
        </p:nvSpPr>
        <p:spPr>
          <a:xfrm>
            <a:off x="713250" y="539525"/>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atin typeface="Roboto"/>
                <a:ea typeface="Roboto"/>
                <a:cs typeface="Roboto"/>
                <a:sym typeface="Roboto"/>
              </a:defRPr>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5415" name="Google Shape;5415;p70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05"/>
          <p:cNvSpPr txBox="1"/>
          <p:nvPr>
            <p:ph idx="2" type="title"/>
          </p:nvPr>
        </p:nvSpPr>
        <p:spPr>
          <a:xfrm>
            <a:off x="3364525" y="3430088"/>
            <a:ext cx="4629600" cy="491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417" name="Google Shape;5417;p705"/>
          <p:cNvSpPr txBox="1"/>
          <p:nvPr>
            <p:ph idx="1" type="subTitle"/>
          </p:nvPr>
        </p:nvSpPr>
        <p:spPr>
          <a:xfrm>
            <a:off x="3364525" y="2235513"/>
            <a:ext cx="4629600" cy="1118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None/>
              <a:defRPr sz="1600">
                <a:solidFill>
                  <a:schemeClr val="lt1"/>
                </a:solidFill>
              </a:defRPr>
            </a:lvl1pPr>
            <a:lvl2pPr lvl="1" rtl="0">
              <a:lnSpc>
                <a:spcPct val="100000"/>
              </a:lnSpc>
              <a:spcBef>
                <a:spcPts val="0"/>
              </a:spcBef>
              <a:spcAft>
                <a:spcPts val="0"/>
              </a:spcAft>
              <a:buClr>
                <a:schemeClr val="lt1"/>
              </a:buClr>
              <a:buSzPts val="1800"/>
              <a:buNone/>
              <a:defRPr sz="1800">
                <a:solidFill>
                  <a:schemeClr val="lt1"/>
                </a:solidFill>
              </a:defRPr>
            </a:lvl2pPr>
            <a:lvl3pPr lvl="2" rtl="0">
              <a:lnSpc>
                <a:spcPct val="100000"/>
              </a:lnSpc>
              <a:spcBef>
                <a:spcPts val="0"/>
              </a:spcBef>
              <a:spcAft>
                <a:spcPts val="0"/>
              </a:spcAft>
              <a:buClr>
                <a:schemeClr val="lt1"/>
              </a:buClr>
              <a:buSzPts val="1800"/>
              <a:buNone/>
              <a:defRPr sz="1800">
                <a:solidFill>
                  <a:schemeClr val="lt1"/>
                </a:solidFill>
              </a:defRPr>
            </a:lvl3pPr>
            <a:lvl4pPr lvl="3" rtl="0">
              <a:lnSpc>
                <a:spcPct val="100000"/>
              </a:lnSpc>
              <a:spcBef>
                <a:spcPts val="0"/>
              </a:spcBef>
              <a:spcAft>
                <a:spcPts val="0"/>
              </a:spcAft>
              <a:buClr>
                <a:schemeClr val="lt1"/>
              </a:buClr>
              <a:buSzPts val="1800"/>
              <a:buNone/>
              <a:defRPr sz="1800">
                <a:solidFill>
                  <a:schemeClr val="lt1"/>
                </a:solidFill>
              </a:defRPr>
            </a:lvl4pPr>
            <a:lvl5pPr lvl="4" rtl="0">
              <a:lnSpc>
                <a:spcPct val="100000"/>
              </a:lnSpc>
              <a:spcBef>
                <a:spcPts val="0"/>
              </a:spcBef>
              <a:spcAft>
                <a:spcPts val="0"/>
              </a:spcAft>
              <a:buClr>
                <a:schemeClr val="lt1"/>
              </a:buClr>
              <a:buSzPts val="1800"/>
              <a:buNone/>
              <a:defRPr sz="1800">
                <a:solidFill>
                  <a:schemeClr val="lt1"/>
                </a:solidFill>
              </a:defRPr>
            </a:lvl5pPr>
            <a:lvl6pPr lvl="5" rtl="0">
              <a:lnSpc>
                <a:spcPct val="100000"/>
              </a:lnSpc>
              <a:spcBef>
                <a:spcPts val="0"/>
              </a:spcBef>
              <a:spcAft>
                <a:spcPts val="0"/>
              </a:spcAft>
              <a:buClr>
                <a:schemeClr val="lt1"/>
              </a:buClr>
              <a:buSzPts val="1800"/>
              <a:buNone/>
              <a:defRPr sz="1800">
                <a:solidFill>
                  <a:schemeClr val="lt1"/>
                </a:solidFill>
              </a:defRPr>
            </a:lvl6pPr>
            <a:lvl7pPr lvl="6" rtl="0">
              <a:lnSpc>
                <a:spcPct val="100000"/>
              </a:lnSpc>
              <a:spcBef>
                <a:spcPts val="0"/>
              </a:spcBef>
              <a:spcAft>
                <a:spcPts val="0"/>
              </a:spcAft>
              <a:buClr>
                <a:schemeClr val="lt1"/>
              </a:buClr>
              <a:buSzPts val="1800"/>
              <a:buNone/>
              <a:defRPr sz="1800">
                <a:solidFill>
                  <a:schemeClr val="lt1"/>
                </a:solidFill>
              </a:defRPr>
            </a:lvl7pPr>
            <a:lvl8pPr lvl="7" rtl="0">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6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0">
    <p:bg>
      <p:bgPr>
        <a:solidFill>
          <a:schemeClr val="dk1"/>
        </a:solidFill>
      </p:bgPr>
    </p:bg>
    <p:spTree>
      <p:nvGrpSpPr>
        <p:cNvPr id="5418" name="Shape 5418"/>
        <p:cNvGrpSpPr/>
        <p:nvPr/>
      </p:nvGrpSpPr>
      <p:grpSpPr>
        <a:xfrm>
          <a:off x="0" y="0"/>
          <a:ext cx="0" cy="0"/>
          <a:chOff x="0" y="0"/>
          <a:chExt cx="0" cy="0"/>
        </a:xfrm>
      </p:grpSpPr>
      <p:sp>
        <p:nvSpPr>
          <p:cNvPr id="5419" name="Google Shape;5419;p70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06"/>
          <p:cNvSpPr txBox="1"/>
          <p:nvPr>
            <p:ph hasCustomPrompt="1" type="title"/>
          </p:nvPr>
        </p:nvSpPr>
        <p:spPr>
          <a:xfrm>
            <a:off x="2070613" y="1505850"/>
            <a:ext cx="4774200" cy="1332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7200"/>
              <a:buNone/>
              <a:defRPr sz="7200">
                <a:solidFill>
                  <a:schemeClr val="lt1"/>
                </a:solidFill>
              </a:defRPr>
            </a:lvl1pPr>
            <a:lvl2pPr lvl="1" rtl="0" algn="ctr">
              <a:spcBef>
                <a:spcPts val="0"/>
              </a:spcBef>
              <a:spcAft>
                <a:spcPts val="0"/>
              </a:spcAft>
              <a:buClr>
                <a:schemeClr val="lt1"/>
              </a:buClr>
              <a:buSzPts val="7200"/>
              <a:buNone/>
              <a:defRPr sz="7200">
                <a:solidFill>
                  <a:schemeClr val="lt1"/>
                </a:solidFill>
              </a:defRPr>
            </a:lvl2pPr>
            <a:lvl3pPr lvl="2" rtl="0" algn="ctr">
              <a:spcBef>
                <a:spcPts val="0"/>
              </a:spcBef>
              <a:spcAft>
                <a:spcPts val="0"/>
              </a:spcAft>
              <a:buClr>
                <a:schemeClr val="lt1"/>
              </a:buClr>
              <a:buSzPts val="7200"/>
              <a:buNone/>
              <a:defRPr sz="7200">
                <a:solidFill>
                  <a:schemeClr val="lt1"/>
                </a:solidFill>
              </a:defRPr>
            </a:lvl3pPr>
            <a:lvl4pPr lvl="3" rtl="0" algn="ctr">
              <a:spcBef>
                <a:spcPts val="0"/>
              </a:spcBef>
              <a:spcAft>
                <a:spcPts val="0"/>
              </a:spcAft>
              <a:buClr>
                <a:schemeClr val="lt1"/>
              </a:buClr>
              <a:buSzPts val="7200"/>
              <a:buNone/>
              <a:defRPr sz="7200">
                <a:solidFill>
                  <a:schemeClr val="lt1"/>
                </a:solidFill>
              </a:defRPr>
            </a:lvl4pPr>
            <a:lvl5pPr lvl="4" rtl="0" algn="ctr">
              <a:spcBef>
                <a:spcPts val="0"/>
              </a:spcBef>
              <a:spcAft>
                <a:spcPts val="0"/>
              </a:spcAft>
              <a:buClr>
                <a:schemeClr val="lt1"/>
              </a:buClr>
              <a:buSzPts val="7200"/>
              <a:buNone/>
              <a:defRPr sz="7200">
                <a:solidFill>
                  <a:schemeClr val="lt1"/>
                </a:solidFill>
              </a:defRPr>
            </a:lvl5pPr>
            <a:lvl6pPr lvl="5" rtl="0" algn="ctr">
              <a:spcBef>
                <a:spcPts val="0"/>
              </a:spcBef>
              <a:spcAft>
                <a:spcPts val="0"/>
              </a:spcAft>
              <a:buClr>
                <a:schemeClr val="lt1"/>
              </a:buClr>
              <a:buSzPts val="7200"/>
              <a:buNone/>
              <a:defRPr sz="7200">
                <a:solidFill>
                  <a:schemeClr val="lt1"/>
                </a:solidFill>
              </a:defRPr>
            </a:lvl6pPr>
            <a:lvl7pPr lvl="6" rtl="0" algn="ctr">
              <a:spcBef>
                <a:spcPts val="0"/>
              </a:spcBef>
              <a:spcAft>
                <a:spcPts val="0"/>
              </a:spcAft>
              <a:buClr>
                <a:schemeClr val="lt1"/>
              </a:buClr>
              <a:buSzPts val="7200"/>
              <a:buNone/>
              <a:defRPr sz="7200">
                <a:solidFill>
                  <a:schemeClr val="lt1"/>
                </a:solidFill>
              </a:defRPr>
            </a:lvl7pPr>
            <a:lvl8pPr lvl="7" rtl="0"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5421" name="Google Shape;5421;p706"/>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sz="1600">
                <a:solidFill>
                  <a:schemeClr val="l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22">
    <p:bg>
      <p:bgPr>
        <a:solidFill>
          <a:schemeClr val="dk1"/>
        </a:solidFill>
      </p:bgPr>
    </p:bg>
    <p:spTree>
      <p:nvGrpSpPr>
        <p:cNvPr id="5422" name="Shape 5422"/>
        <p:cNvGrpSpPr/>
        <p:nvPr/>
      </p:nvGrpSpPr>
      <p:grpSpPr>
        <a:xfrm>
          <a:off x="0" y="0"/>
          <a:ext cx="0" cy="0"/>
          <a:chOff x="0" y="0"/>
          <a:chExt cx="0" cy="0"/>
        </a:xfrm>
      </p:grpSpPr>
      <p:sp>
        <p:nvSpPr>
          <p:cNvPr id="5423" name="Google Shape;5423;p707"/>
          <p:cNvSpPr txBox="1"/>
          <p:nvPr>
            <p:ph hasCustomPrompt="1" type="title"/>
          </p:nvPr>
        </p:nvSpPr>
        <p:spPr>
          <a:xfrm>
            <a:off x="2337663" y="1768700"/>
            <a:ext cx="2299800" cy="1209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6000">
                <a:solidFill>
                  <a:schemeClr val="lt1"/>
                </a:solidFill>
              </a:defRPr>
            </a:lvl1pPr>
            <a:lvl2pPr lvl="1" rtl="0" algn="ctr">
              <a:spcBef>
                <a:spcPts val="0"/>
              </a:spcBef>
              <a:spcAft>
                <a:spcPts val="0"/>
              </a:spcAft>
              <a:buClr>
                <a:schemeClr val="lt1"/>
              </a:buClr>
              <a:buSzPts val="7200"/>
              <a:buNone/>
              <a:defRPr sz="7200">
                <a:solidFill>
                  <a:schemeClr val="lt1"/>
                </a:solidFill>
              </a:defRPr>
            </a:lvl2pPr>
            <a:lvl3pPr lvl="2" rtl="0" algn="ctr">
              <a:spcBef>
                <a:spcPts val="0"/>
              </a:spcBef>
              <a:spcAft>
                <a:spcPts val="0"/>
              </a:spcAft>
              <a:buClr>
                <a:schemeClr val="lt1"/>
              </a:buClr>
              <a:buSzPts val="7200"/>
              <a:buNone/>
              <a:defRPr sz="7200">
                <a:solidFill>
                  <a:schemeClr val="lt1"/>
                </a:solidFill>
              </a:defRPr>
            </a:lvl3pPr>
            <a:lvl4pPr lvl="3" rtl="0" algn="ctr">
              <a:spcBef>
                <a:spcPts val="0"/>
              </a:spcBef>
              <a:spcAft>
                <a:spcPts val="0"/>
              </a:spcAft>
              <a:buClr>
                <a:schemeClr val="lt1"/>
              </a:buClr>
              <a:buSzPts val="7200"/>
              <a:buNone/>
              <a:defRPr sz="7200">
                <a:solidFill>
                  <a:schemeClr val="lt1"/>
                </a:solidFill>
              </a:defRPr>
            </a:lvl4pPr>
            <a:lvl5pPr lvl="4" rtl="0" algn="ctr">
              <a:spcBef>
                <a:spcPts val="0"/>
              </a:spcBef>
              <a:spcAft>
                <a:spcPts val="0"/>
              </a:spcAft>
              <a:buClr>
                <a:schemeClr val="lt1"/>
              </a:buClr>
              <a:buSzPts val="7200"/>
              <a:buNone/>
              <a:defRPr sz="7200">
                <a:solidFill>
                  <a:schemeClr val="lt1"/>
                </a:solidFill>
              </a:defRPr>
            </a:lvl5pPr>
            <a:lvl6pPr lvl="5" rtl="0" algn="ctr">
              <a:spcBef>
                <a:spcPts val="0"/>
              </a:spcBef>
              <a:spcAft>
                <a:spcPts val="0"/>
              </a:spcAft>
              <a:buClr>
                <a:schemeClr val="lt1"/>
              </a:buClr>
              <a:buSzPts val="7200"/>
              <a:buNone/>
              <a:defRPr sz="7200">
                <a:solidFill>
                  <a:schemeClr val="lt1"/>
                </a:solidFill>
              </a:defRPr>
            </a:lvl6pPr>
            <a:lvl7pPr lvl="6" rtl="0" algn="ctr">
              <a:spcBef>
                <a:spcPts val="0"/>
              </a:spcBef>
              <a:spcAft>
                <a:spcPts val="0"/>
              </a:spcAft>
              <a:buClr>
                <a:schemeClr val="lt1"/>
              </a:buClr>
              <a:buSzPts val="7200"/>
              <a:buNone/>
              <a:defRPr sz="7200">
                <a:solidFill>
                  <a:schemeClr val="lt1"/>
                </a:solidFill>
              </a:defRPr>
            </a:lvl7pPr>
            <a:lvl8pPr lvl="7" rtl="0"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5424" name="Google Shape;5424;p707"/>
          <p:cNvSpPr txBox="1"/>
          <p:nvPr>
            <p:ph idx="1" type="subTitle"/>
          </p:nvPr>
        </p:nvSpPr>
        <p:spPr>
          <a:xfrm>
            <a:off x="4989538" y="1768700"/>
            <a:ext cx="3188400" cy="1209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800"/>
              <a:buNone/>
              <a:defRPr sz="1600">
                <a:solidFill>
                  <a:schemeClr val="l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425" name="Google Shape;5425;p707"/>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26" name="Google Shape;5426;p707"/>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5427" name="Google Shape;5427;p707"/>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6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bg>
      <p:bgPr>
        <a:solidFill>
          <a:schemeClr val="dk1"/>
        </a:solidFill>
      </p:bgPr>
    </p:bg>
    <p:spTree>
      <p:nvGrpSpPr>
        <p:cNvPr id="5428" name="Shape 5428"/>
        <p:cNvGrpSpPr/>
        <p:nvPr/>
      </p:nvGrpSpPr>
      <p:grpSpPr>
        <a:xfrm>
          <a:off x="0" y="0"/>
          <a:ext cx="0" cy="0"/>
          <a:chOff x="0" y="0"/>
          <a:chExt cx="0" cy="0"/>
        </a:xfrm>
      </p:grpSpPr>
      <p:sp>
        <p:nvSpPr>
          <p:cNvPr id="5429" name="Google Shape;5429;p708"/>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30" name="Google Shape;5430;p708"/>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5431" name="Google Shape;5431;p70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432" name="Google Shape;5432;p708"/>
          <p:cNvSpPr txBox="1"/>
          <p:nvPr>
            <p:ph hasCustomPrompt="1" idx="2" type="title"/>
          </p:nvPr>
        </p:nvSpPr>
        <p:spPr>
          <a:xfrm>
            <a:off x="1153250" y="1714350"/>
            <a:ext cx="2299800" cy="10362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6000">
                <a:solidFill>
                  <a:schemeClr val="lt1"/>
                </a:solidFill>
              </a:defRPr>
            </a:lvl1pPr>
            <a:lvl2pPr lvl="1" rtl="0" algn="ctr">
              <a:spcBef>
                <a:spcPts val="0"/>
              </a:spcBef>
              <a:spcAft>
                <a:spcPts val="0"/>
              </a:spcAft>
              <a:buClr>
                <a:schemeClr val="lt1"/>
              </a:buClr>
              <a:buSzPts val="7200"/>
              <a:buNone/>
              <a:defRPr sz="7200">
                <a:solidFill>
                  <a:schemeClr val="lt1"/>
                </a:solidFill>
              </a:defRPr>
            </a:lvl2pPr>
            <a:lvl3pPr lvl="2" rtl="0" algn="ctr">
              <a:spcBef>
                <a:spcPts val="0"/>
              </a:spcBef>
              <a:spcAft>
                <a:spcPts val="0"/>
              </a:spcAft>
              <a:buClr>
                <a:schemeClr val="lt1"/>
              </a:buClr>
              <a:buSzPts val="7200"/>
              <a:buNone/>
              <a:defRPr sz="7200">
                <a:solidFill>
                  <a:schemeClr val="lt1"/>
                </a:solidFill>
              </a:defRPr>
            </a:lvl3pPr>
            <a:lvl4pPr lvl="3" rtl="0" algn="ctr">
              <a:spcBef>
                <a:spcPts val="0"/>
              </a:spcBef>
              <a:spcAft>
                <a:spcPts val="0"/>
              </a:spcAft>
              <a:buClr>
                <a:schemeClr val="lt1"/>
              </a:buClr>
              <a:buSzPts val="7200"/>
              <a:buNone/>
              <a:defRPr sz="7200">
                <a:solidFill>
                  <a:schemeClr val="lt1"/>
                </a:solidFill>
              </a:defRPr>
            </a:lvl4pPr>
            <a:lvl5pPr lvl="4" rtl="0" algn="ctr">
              <a:spcBef>
                <a:spcPts val="0"/>
              </a:spcBef>
              <a:spcAft>
                <a:spcPts val="0"/>
              </a:spcAft>
              <a:buClr>
                <a:schemeClr val="lt1"/>
              </a:buClr>
              <a:buSzPts val="7200"/>
              <a:buNone/>
              <a:defRPr sz="7200">
                <a:solidFill>
                  <a:schemeClr val="lt1"/>
                </a:solidFill>
              </a:defRPr>
            </a:lvl5pPr>
            <a:lvl6pPr lvl="5" rtl="0" algn="ctr">
              <a:spcBef>
                <a:spcPts val="0"/>
              </a:spcBef>
              <a:spcAft>
                <a:spcPts val="0"/>
              </a:spcAft>
              <a:buClr>
                <a:schemeClr val="lt1"/>
              </a:buClr>
              <a:buSzPts val="7200"/>
              <a:buNone/>
              <a:defRPr sz="7200">
                <a:solidFill>
                  <a:schemeClr val="lt1"/>
                </a:solidFill>
              </a:defRPr>
            </a:lvl6pPr>
            <a:lvl7pPr lvl="6" rtl="0" algn="ctr">
              <a:spcBef>
                <a:spcPts val="0"/>
              </a:spcBef>
              <a:spcAft>
                <a:spcPts val="0"/>
              </a:spcAft>
              <a:buClr>
                <a:schemeClr val="lt1"/>
              </a:buClr>
              <a:buSzPts val="7200"/>
              <a:buNone/>
              <a:defRPr sz="7200">
                <a:solidFill>
                  <a:schemeClr val="lt1"/>
                </a:solidFill>
              </a:defRPr>
            </a:lvl7pPr>
            <a:lvl8pPr lvl="7" rtl="0"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5433" name="Google Shape;5433;p708"/>
          <p:cNvSpPr txBox="1"/>
          <p:nvPr>
            <p:ph idx="1" type="subTitle"/>
          </p:nvPr>
        </p:nvSpPr>
        <p:spPr>
          <a:xfrm>
            <a:off x="1153250" y="2750550"/>
            <a:ext cx="2299800" cy="10581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800"/>
              <a:buNone/>
              <a:defRPr sz="1600">
                <a:solidFill>
                  <a:schemeClr val="l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434" name="Google Shape;5434;p708"/>
          <p:cNvSpPr txBox="1"/>
          <p:nvPr>
            <p:ph hasCustomPrompt="1" idx="3" type="title"/>
          </p:nvPr>
        </p:nvSpPr>
        <p:spPr>
          <a:xfrm>
            <a:off x="5006988" y="1378188"/>
            <a:ext cx="2971200" cy="645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4800"/>
              <a:buNone/>
              <a:defRPr sz="4800">
                <a:solidFill>
                  <a:schemeClr val="lt1"/>
                </a:solidFill>
              </a:defRPr>
            </a:lvl1pPr>
            <a:lvl2pPr lvl="1" rtl="0" algn="ctr">
              <a:spcBef>
                <a:spcPts val="0"/>
              </a:spcBef>
              <a:spcAft>
                <a:spcPts val="0"/>
              </a:spcAft>
              <a:buClr>
                <a:schemeClr val="lt1"/>
              </a:buClr>
              <a:buSzPts val="7200"/>
              <a:buNone/>
              <a:defRPr sz="7200">
                <a:solidFill>
                  <a:schemeClr val="lt1"/>
                </a:solidFill>
              </a:defRPr>
            </a:lvl2pPr>
            <a:lvl3pPr lvl="2" rtl="0" algn="ctr">
              <a:spcBef>
                <a:spcPts val="0"/>
              </a:spcBef>
              <a:spcAft>
                <a:spcPts val="0"/>
              </a:spcAft>
              <a:buClr>
                <a:schemeClr val="lt1"/>
              </a:buClr>
              <a:buSzPts val="7200"/>
              <a:buNone/>
              <a:defRPr sz="7200">
                <a:solidFill>
                  <a:schemeClr val="lt1"/>
                </a:solidFill>
              </a:defRPr>
            </a:lvl3pPr>
            <a:lvl4pPr lvl="3" rtl="0" algn="ctr">
              <a:spcBef>
                <a:spcPts val="0"/>
              </a:spcBef>
              <a:spcAft>
                <a:spcPts val="0"/>
              </a:spcAft>
              <a:buClr>
                <a:schemeClr val="lt1"/>
              </a:buClr>
              <a:buSzPts val="7200"/>
              <a:buNone/>
              <a:defRPr sz="7200">
                <a:solidFill>
                  <a:schemeClr val="lt1"/>
                </a:solidFill>
              </a:defRPr>
            </a:lvl4pPr>
            <a:lvl5pPr lvl="4" rtl="0" algn="ctr">
              <a:spcBef>
                <a:spcPts val="0"/>
              </a:spcBef>
              <a:spcAft>
                <a:spcPts val="0"/>
              </a:spcAft>
              <a:buClr>
                <a:schemeClr val="lt1"/>
              </a:buClr>
              <a:buSzPts val="7200"/>
              <a:buNone/>
              <a:defRPr sz="7200">
                <a:solidFill>
                  <a:schemeClr val="lt1"/>
                </a:solidFill>
              </a:defRPr>
            </a:lvl5pPr>
            <a:lvl6pPr lvl="5" rtl="0" algn="ctr">
              <a:spcBef>
                <a:spcPts val="0"/>
              </a:spcBef>
              <a:spcAft>
                <a:spcPts val="0"/>
              </a:spcAft>
              <a:buClr>
                <a:schemeClr val="lt1"/>
              </a:buClr>
              <a:buSzPts val="7200"/>
              <a:buNone/>
              <a:defRPr sz="7200">
                <a:solidFill>
                  <a:schemeClr val="lt1"/>
                </a:solidFill>
              </a:defRPr>
            </a:lvl6pPr>
            <a:lvl7pPr lvl="6" rtl="0" algn="ctr">
              <a:spcBef>
                <a:spcPts val="0"/>
              </a:spcBef>
              <a:spcAft>
                <a:spcPts val="0"/>
              </a:spcAft>
              <a:buClr>
                <a:schemeClr val="lt1"/>
              </a:buClr>
              <a:buSzPts val="7200"/>
              <a:buNone/>
              <a:defRPr sz="7200">
                <a:solidFill>
                  <a:schemeClr val="lt1"/>
                </a:solidFill>
              </a:defRPr>
            </a:lvl7pPr>
            <a:lvl8pPr lvl="7" rtl="0"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5435" name="Google Shape;5435;p708"/>
          <p:cNvSpPr txBox="1"/>
          <p:nvPr>
            <p:ph idx="4" type="subTitle"/>
          </p:nvPr>
        </p:nvSpPr>
        <p:spPr>
          <a:xfrm>
            <a:off x="5006988" y="2023850"/>
            <a:ext cx="2971200" cy="460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600"/>
              <a:buNone/>
              <a:defRPr sz="1600">
                <a:solidFill>
                  <a:schemeClr val="l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436" name="Google Shape;5436;p708"/>
          <p:cNvSpPr txBox="1"/>
          <p:nvPr>
            <p:ph hasCustomPrompt="1" idx="5" type="title"/>
          </p:nvPr>
        </p:nvSpPr>
        <p:spPr>
          <a:xfrm>
            <a:off x="5006988" y="3133450"/>
            <a:ext cx="2971200" cy="645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4800"/>
              <a:buNone/>
              <a:defRPr sz="4800">
                <a:solidFill>
                  <a:schemeClr val="lt1"/>
                </a:solidFill>
              </a:defRPr>
            </a:lvl1pPr>
            <a:lvl2pPr lvl="1" rtl="0" algn="ctr">
              <a:spcBef>
                <a:spcPts val="0"/>
              </a:spcBef>
              <a:spcAft>
                <a:spcPts val="0"/>
              </a:spcAft>
              <a:buClr>
                <a:schemeClr val="lt1"/>
              </a:buClr>
              <a:buSzPts val="7200"/>
              <a:buNone/>
              <a:defRPr sz="7200">
                <a:solidFill>
                  <a:schemeClr val="lt1"/>
                </a:solidFill>
              </a:defRPr>
            </a:lvl2pPr>
            <a:lvl3pPr lvl="2" rtl="0" algn="ctr">
              <a:spcBef>
                <a:spcPts val="0"/>
              </a:spcBef>
              <a:spcAft>
                <a:spcPts val="0"/>
              </a:spcAft>
              <a:buClr>
                <a:schemeClr val="lt1"/>
              </a:buClr>
              <a:buSzPts val="7200"/>
              <a:buNone/>
              <a:defRPr sz="7200">
                <a:solidFill>
                  <a:schemeClr val="lt1"/>
                </a:solidFill>
              </a:defRPr>
            </a:lvl3pPr>
            <a:lvl4pPr lvl="3" rtl="0" algn="ctr">
              <a:spcBef>
                <a:spcPts val="0"/>
              </a:spcBef>
              <a:spcAft>
                <a:spcPts val="0"/>
              </a:spcAft>
              <a:buClr>
                <a:schemeClr val="lt1"/>
              </a:buClr>
              <a:buSzPts val="7200"/>
              <a:buNone/>
              <a:defRPr sz="7200">
                <a:solidFill>
                  <a:schemeClr val="lt1"/>
                </a:solidFill>
              </a:defRPr>
            </a:lvl4pPr>
            <a:lvl5pPr lvl="4" rtl="0" algn="ctr">
              <a:spcBef>
                <a:spcPts val="0"/>
              </a:spcBef>
              <a:spcAft>
                <a:spcPts val="0"/>
              </a:spcAft>
              <a:buClr>
                <a:schemeClr val="lt1"/>
              </a:buClr>
              <a:buSzPts val="7200"/>
              <a:buNone/>
              <a:defRPr sz="7200">
                <a:solidFill>
                  <a:schemeClr val="lt1"/>
                </a:solidFill>
              </a:defRPr>
            </a:lvl5pPr>
            <a:lvl6pPr lvl="5" rtl="0" algn="ctr">
              <a:spcBef>
                <a:spcPts val="0"/>
              </a:spcBef>
              <a:spcAft>
                <a:spcPts val="0"/>
              </a:spcAft>
              <a:buClr>
                <a:schemeClr val="lt1"/>
              </a:buClr>
              <a:buSzPts val="7200"/>
              <a:buNone/>
              <a:defRPr sz="7200">
                <a:solidFill>
                  <a:schemeClr val="lt1"/>
                </a:solidFill>
              </a:defRPr>
            </a:lvl6pPr>
            <a:lvl7pPr lvl="6" rtl="0" algn="ctr">
              <a:spcBef>
                <a:spcPts val="0"/>
              </a:spcBef>
              <a:spcAft>
                <a:spcPts val="0"/>
              </a:spcAft>
              <a:buClr>
                <a:schemeClr val="lt1"/>
              </a:buClr>
              <a:buSzPts val="7200"/>
              <a:buNone/>
              <a:defRPr sz="7200">
                <a:solidFill>
                  <a:schemeClr val="lt1"/>
                </a:solidFill>
              </a:defRPr>
            </a:lvl7pPr>
            <a:lvl8pPr lvl="7" rtl="0"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5437" name="Google Shape;5437;p708"/>
          <p:cNvSpPr txBox="1"/>
          <p:nvPr>
            <p:ph idx="6" type="subTitle"/>
          </p:nvPr>
        </p:nvSpPr>
        <p:spPr>
          <a:xfrm>
            <a:off x="5006988" y="3779000"/>
            <a:ext cx="2971200" cy="460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600"/>
              <a:buNone/>
              <a:defRPr sz="1600">
                <a:solidFill>
                  <a:schemeClr val="l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3">
    <p:bg>
      <p:bgPr>
        <a:solidFill>
          <a:schemeClr val="dk1"/>
        </a:solidFill>
      </p:bgPr>
    </p:bg>
    <p:spTree>
      <p:nvGrpSpPr>
        <p:cNvPr id="5438" name="Shape 5438"/>
        <p:cNvGrpSpPr/>
        <p:nvPr/>
      </p:nvGrpSpPr>
      <p:grpSpPr>
        <a:xfrm>
          <a:off x="0" y="0"/>
          <a:ext cx="0" cy="0"/>
          <a:chOff x="0" y="0"/>
          <a:chExt cx="0" cy="0"/>
        </a:xfrm>
      </p:grpSpPr>
      <p:sp>
        <p:nvSpPr>
          <p:cNvPr id="5439" name="Google Shape;5439;p709"/>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40" name="Google Shape;5440;p709"/>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5441" name="Google Shape;5441;p70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442" name="Google Shape;5442;p709"/>
          <p:cNvSpPr txBox="1"/>
          <p:nvPr>
            <p:ph hasCustomPrompt="1" idx="2" type="title"/>
          </p:nvPr>
        </p:nvSpPr>
        <p:spPr>
          <a:xfrm>
            <a:off x="1153250" y="2777249"/>
            <a:ext cx="2191800" cy="645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3600">
                <a:solidFill>
                  <a:schemeClr val="lt1"/>
                </a:solidFill>
              </a:defRPr>
            </a:lvl1pPr>
            <a:lvl2pPr lvl="1" rtl="0" algn="ctr">
              <a:spcBef>
                <a:spcPts val="0"/>
              </a:spcBef>
              <a:spcAft>
                <a:spcPts val="0"/>
              </a:spcAft>
              <a:buClr>
                <a:schemeClr val="lt1"/>
              </a:buClr>
              <a:buSzPts val="7200"/>
              <a:buNone/>
              <a:defRPr sz="7200">
                <a:solidFill>
                  <a:schemeClr val="lt1"/>
                </a:solidFill>
              </a:defRPr>
            </a:lvl2pPr>
            <a:lvl3pPr lvl="2" rtl="0" algn="ctr">
              <a:spcBef>
                <a:spcPts val="0"/>
              </a:spcBef>
              <a:spcAft>
                <a:spcPts val="0"/>
              </a:spcAft>
              <a:buClr>
                <a:schemeClr val="lt1"/>
              </a:buClr>
              <a:buSzPts val="7200"/>
              <a:buNone/>
              <a:defRPr sz="7200">
                <a:solidFill>
                  <a:schemeClr val="lt1"/>
                </a:solidFill>
              </a:defRPr>
            </a:lvl3pPr>
            <a:lvl4pPr lvl="3" rtl="0" algn="ctr">
              <a:spcBef>
                <a:spcPts val="0"/>
              </a:spcBef>
              <a:spcAft>
                <a:spcPts val="0"/>
              </a:spcAft>
              <a:buClr>
                <a:schemeClr val="lt1"/>
              </a:buClr>
              <a:buSzPts val="7200"/>
              <a:buNone/>
              <a:defRPr sz="7200">
                <a:solidFill>
                  <a:schemeClr val="lt1"/>
                </a:solidFill>
              </a:defRPr>
            </a:lvl4pPr>
            <a:lvl5pPr lvl="4" rtl="0" algn="ctr">
              <a:spcBef>
                <a:spcPts val="0"/>
              </a:spcBef>
              <a:spcAft>
                <a:spcPts val="0"/>
              </a:spcAft>
              <a:buClr>
                <a:schemeClr val="lt1"/>
              </a:buClr>
              <a:buSzPts val="7200"/>
              <a:buNone/>
              <a:defRPr sz="7200">
                <a:solidFill>
                  <a:schemeClr val="lt1"/>
                </a:solidFill>
              </a:defRPr>
            </a:lvl5pPr>
            <a:lvl6pPr lvl="5" rtl="0" algn="ctr">
              <a:spcBef>
                <a:spcPts val="0"/>
              </a:spcBef>
              <a:spcAft>
                <a:spcPts val="0"/>
              </a:spcAft>
              <a:buClr>
                <a:schemeClr val="lt1"/>
              </a:buClr>
              <a:buSzPts val="7200"/>
              <a:buNone/>
              <a:defRPr sz="7200">
                <a:solidFill>
                  <a:schemeClr val="lt1"/>
                </a:solidFill>
              </a:defRPr>
            </a:lvl6pPr>
            <a:lvl7pPr lvl="6" rtl="0" algn="ctr">
              <a:spcBef>
                <a:spcPts val="0"/>
              </a:spcBef>
              <a:spcAft>
                <a:spcPts val="0"/>
              </a:spcAft>
              <a:buClr>
                <a:schemeClr val="lt1"/>
              </a:buClr>
              <a:buSzPts val="7200"/>
              <a:buNone/>
              <a:defRPr sz="7200">
                <a:solidFill>
                  <a:schemeClr val="lt1"/>
                </a:solidFill>
              </a:defRPr>
            </a:lvl7pPr>
            <a:lvl8pPr lvl="7" rtl="0"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5443" name="Google Shape;5443;p709"/>
          <p:cNvSpPr txBox="1"/>
          <p:nvPr>
            <p:ph idx="1" type="subTitle"/>
          </p:nvPr>
        </p:nvSpPr>
        <p:spPr>
          <a:xfrm>
            <a:off x="1153250" y="3575299"/>
            <a:ext cx="2191800" cy="645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None/>
              <a:defRPr sz="1400">
                <a:solidFill>
                  <a:schemeClr val="l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444" name="Google Shape;5444;p709"/>
          <p:cNvSpPr txBox="1"/>
          <p:nvPr>
            <p:ph hasCustomPrompt="1" idx="3" type="title"/>
          </p:nvPr>
        </p:nvSpPr>
        <p:spPr>
          <a:xfrm>
            <a:off x="3476088" y="2777249"/>
            <a:ext cx="2191800" cy="645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4800"/>
              <a:buNone/>
              <a:defRPr sz="3600">
                <a:solidFill>
                  <a:schemeClr val="lt1"/>
                </a:solidFill>
              </a:defRPr>
            </a:lvl1pPr>
            <a:lvl2pPr lvl="1" rtl="0" algn="ctr">
              <a:spcBef>
                <a:spcPts val="0"/>
              </a:spcBef>
              <a:spcAft>
                <a:spcPts val="0"/>
              </a:spcAft>
              <a:buClr>
                <a:schemeClr val="lt1"/>
              </a:buClr>
              <a:buSzPts val="7200"/>
              <a:buNone/>
              <a:defRPr sz="7200">
                <a:solidFill>
                  <a:schemeClr val="lt1"/>
                </a:solidFill>
              </a:defRPr>
            </a:lvl2pPr>
            <a:lvl3pPr lvl="2" rtl="0" algn="ctr">
              <a:spcBef>
                <a:spcPts val="0"/>
              </a:spcBef>
              <a:spcAft>
                <a:spcPts val="0"/>
              </a:spcAft>
              <a:buClr>
                <a:schemeClr val="lt1"/>
              </a:buClr>
              <a:buSzPts val="7200"/>
              <a:buNone/>
              <a:defRPr sz="7200">
                <a:solidFill>
                  <a:schemeClr val="lt1"/>
                </a:solidFill>
              </a:defRPr>
            </a:lvl3pPr>
            <a:lvl4pPr lvl="3" rtl="0" algn="ctr">
              <a:spcBef>
                <a:spcPts val="0"/>
              </a:spcBef>
              <a:spcAft>
                <a:spcPts val="0"/>
              </a:spcAft>
              <a:buClr>
                <a:schemeClr val="lt1"/>
              </a:buClr>
              <a:buSzPts val="7200"/>
              <a:buNone/>
              <a:defRPr sz="7200">
                <a:solidFill>
                  <a:schemeClr val="lt1"/>
                </a:solidFill>
              </a:defRPr>
            </a:lvl4pPr>
            <a:lvl5pPr lvl="4" rtl="0" algn="ctr">
              <a:spcBef>
                <a:spcPts val="0"/>
              </a:spcBef>
              <a:spcAft>
                <a:spcPts val="0"/>
              </a:spcAft>
              <a:buClr>
                <a:schemeClr val="lt1"/>
              </a:buClr>
              <a:buSzPts val="7200"/>
              <a:buNone/>
              <a:defRPr sz="7200">
                <a:solidFill>
                  <a:schemeClr val="lt1"/>
                </a:solidFill>
              </a:defRPr>
            </a:lvl5pPr>
            <a:lvl6pPr lvl="5" rtl="0" algn="ctr">
              <a:spcBef>
                <a:spcPts val="0"/>
              </a:spcBef>
              <a:spcAft>
                <a:spcPts val="0"/>
              </a:spcAft>
              <a:buClr>
                <a:schemeClr val="lt1"/>
              </a:buClr>
              <a:buSzPts val="7200"/>
              <a:buNone/>
              <a:defRPr sz="7200">
                <a:solidFill>
                  <a:schemeClr val="lt1"/>
                </a:solidFill>
              </a:defRPr>
            </a:lvl6pPr>
            <a:lvl7pPr lvl="6" rtl="0" algn="ctr">
              <a:spcBef>
                <a:spcPts val="0"/>
              </a:spcBef>
              <a:spcAft>
                <a:spcPts val="0"/>
              </a:spcAft>
              <a:buClr>
                <a:schemeClr val="lt1"/>
              </a:buClr>
              <a:buSzPts val="7200"/>
              <a:buNone/>
              <a:defRPr sz="7200">
                <a:solidFill>
                  <a:schemeClr val="lt1"/>
                </a:solidFill>
              </a:defRPr>
            </a:lvl7pPr>
            <a:lvl8pPr lvl="7" rtl="0"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5445" name="Google Shape;5445;p709"/>
          <p:cNvSpPr txBox="1"/>
          <p:nvPr>
            <p:ph idx="4" type="subTitle"/>
          </p:nvPr>
        </p:nvSpPr>
        <p:spPr>
          <a:xfrm>
            <a:off x="3476100" y="3575295"/>
            <a:ext cx="2191800" cy="645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600"/>
              <a:buNone/>
              <a:defRPr sz="1400">
                <a:solidFill>
                  <a:schemeClr val="l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446" name="Google Shape;5446;p709"/>
          <p:cNvSpPr txBox="1"/>
          <p:nvPr>
            <p:ph hasCustomPrompt="1" idx="5" type="title"/>
          </p:nvPr>
        </p:nvSpPr>
        <p:spPr>
          <a:xfrm>
            <a:off x="5798944" y="2777254"/>
            <a:ext cx="2191800" cy="645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4800"/>
              <a:buNone/>
              <a:defRPr sz="3600">
                <a:solidFill>
                  <a:schemeClr val="lt1"/>
                </a:solidFill>
              </a:defRPr>
            </a:lvl1pPr>
            <a:lvl2pPr lvl="1" rtl="0" algn="ctr">
              <a:spcBef>
                <a:spcPts val="0"/>
              </a:spcBef>
              <a:spcAft>
                <a:spcPts val="0"/>
              </a:spcAft>
              <a:buClr>
                <a:schemeClr val="lt1"/>
              </a:buClr>
              <a:buSzPts val="7200"/>
              <a:buNone/>
              <a:defRPr sz="7200">
                <a:solidFill>
                  <a:schemeClr val="lt1"/>
                </a:solidFill>
              </a:defRPr>
            </a:lvl2pPr>
            <a:lvl3pPr lvl="2" rtl="0" algn="ctr">
              <a:spcBef>
                <a:spcPts val="0"/>
              </a:spcBef>
              <a:spcAft>
                <a:spcPts val="0"/>
              </a:spcAft>
              <a:buClr>
                <a:schemeClr val="lt1"/>
              </a:buClr>
              <a:buSzPts val="7200"/>
              <a:buNone/>
              <a:defRPr sz="7200">
                <a:solidFill>
                  <a:schemeClr val="lt1"/>
                </a:solidFill>
              </a:defRPr>
            </a:lvl3pPr>
            <a:lvl4pPr lvl="3" rtl="0" algn="ctr">
              <a:spcBef>
                <a:spcPts val="0"/>
              </a:spcBef>
              <a:spcAft>
                <a:spcPts val="0"/>
              </a:spcAft>
              <a:buClr>
                <a:schemeClr val="lt1"/>
              </a:buClr>
              <a:buSzPts val="7200"/>
              <a:buNone/>
              <a:defRPr sz="7200">
                <a:solidFill>
                  <a:schemeClr val="lt1"/>
                </a:solidFill>
              </a:defRPr>
            </a:lvl4pPr>
            <a:lvl5pPr lvl="4" rtl="0" algn="ctr">
              <a:spcBef>
                <a:spcPts val="0"/>
              </a:spcBef>
              <a:spcAft>
                <a:spcPts val="0"/>
              </a:spcAft>
              <a:buClr>
                <a:schemeClr val="lt1"/>
              </a:buClr>
              <a:buSzPts val="7200"/>
              <a:buNone/>
              <a:defRPr sz="7200">
                <a:solidFill>
                  <a:schemeClr val="lt1"/>
                </a:solidFill>
              </a:defRPr>
            </a:lvl5pPr>
            <a:lvl6pPr lvl="5" rtl="0" algn="ctr">
              <a:spcBef>
                <a:spcPts val="0"/>
              </a:spcBef>
              <a:spcAft>
                <a:spcPts val="0"/>
              </a:spcAft>
              <a:buClr>
                <a:schemeClr val="lt1"/>
              </a:buClr>
              <a:buSzPts val="7200"/>
              <a:buNone/>
              <a:defRPr sz="7200">
                <a:solidFill>
                  <a:schemeClr val="lt1"/>
                </a:solidFill>
              </a:defRPr>
            </a:lvl6pPr>
            <a:lvl7pPr lvl="6" rtl="0" algn="ctr">
              <a:spcBef>
                <a:spcPts val="0"/>
              </a:spcBef>
              <a:spcAft>
                <a:spcPts val="0"/>
              </a:spcAft>
              <a:buClr>
                <a:schemeClr val="lt1"/>
              </a:buClr>
              <a:buSzPts val="7200"/>
              <a:buNone/>
              <a:defRPr sz="7200">
                <a:solidFill>
                  <a:schemeClr val="lt1"/>
                </a:solidFill>
              </a:defRPr>
            </a:lvl7pPr>
            <a:lvl8pPr lvl="7" rtl="0"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5447" name="Google Shape;5447;p709"/>
          <p:cNvSpPr txBox="1"/>
          <p:nvPr>
            <p:ph idx="6" type="subTitle"/>
          </p:nvPr>
        </p:nvSpPr>
        <p:spPr>
          <a:xfrm>
            <a:off x="5798944" y="3575198"/>
            <a:ext cx="2191800" cy="645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600"/>
              <a:buNone/>
              <a:defRPr sz="1400">
                <a:solidFill>
                  <a:schemeClr val="l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_1_1">
    <p:bg>
      <p:bgPr>
        <a:solidFill>
          <a:schemeClr val="dk1"/>
        </a:solidFill>
      </p:bgPr>
    </p:bg>
    <p:spTree>
      <p:nvGrpSpPr>
        <p:cNvPr id="5448" name="Shape 5448"/>
        <p:cNvGrpSpPr/>
        <p:nvPr/>
      </p:nvGrpSpPr>
      <p:grpSpPr>
        <a:xfrm>
          <a:off x="0" y="0"/>
          <a:ext cx="0" cy="0"/>
          <a:chOff x="0" y="0"/>
          <a:chExt cx="0" cy="0"/>
        </a:xfrm>
      </p:grpSpPr>
      <p:grpSp>
        <p:nvGrpSpPr>
          <p:cNvPr id="5449" name="Google Shape;5449;p710"/>
          <p:cNvGrpSpPr/>
          <p:nvPr/>
        </p:nvGrpSpPr>
        <p:grpSpPr>
          <a:xfrm>
            <a:off x="713225" y="539500"/>
            <a:ext cx="7717500" cy="4064400"/>
            <a:chOff x="713225" y="539500"/>
            <a:chExt cx="7717500" cy="4064400"/>
          </a:xfrm>
        </p:grpSpPr>
        <p:sp>
          <p:nvSpPr>
            <p:cNvPr id="5450" name="Google Shape;5450;p71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51" name="Google Shape;5451;p71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452" name="Google Shape;5452;p71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6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_1">
    <p:bg>
      <p:bgPr>
        <a:solidFill>
          <a:schemeClr val="dk1"/>
        </a:solidFill>
      </p:bgPr>
    </p:bg>
    <p:spTree>
      <p:nvGrpSpPr>
        <p:cNvPr id="5453" name="Shape 5453"/>
        <p:cNvGrpSpPr/>
        <p:nvPr/>
      </p:nvGrpSpPr>
      <p:grpSpPr>
        <a:xfrm>
          <a:off x="0" y="0"/>
          <a:ext cx="0" cy="0"/>
          <a:chOff x="0" y="0"/>
          <a:chExt cx="0" cy="0"/>
        </a:xfrm>
      </p:grpSpPr>
      <p:grpSp>
        <p:nvGrpSpPr>
          <p:cNvPr id="5454" name="Google Shape;5454;p711"/>
          <p:cNvGrpSpPr/>
          <p:nvPr/>
        </p:nvGrpSpPr>
        <p:grpSpPr>
          <a:xfrm>
            <a:off x="713225" y="539500"/>
            <a:ext cx="7717500" cy="4064400"/>
            <a:chOff x="713225" y="539500"/>
            <a:chExt cx="7717500" cy="4064400"/>
          </a:xfrm>
        </p:grpSpPr>
        <p:sp>
          <p:nvSpPr>
            <p:cNvPr id="5455" name="Google Shape;5455;p71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56" name="Google Shape;5456;p71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457" name="Google Shape;5457;p711"/>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6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1_1_1">
    <p:bg>
      <p:bgPr>
        <a:solidFill>
          <a:schemeClr val="dk1"/>
        </a:solidFill>
      </p:bgPr>
    </p:bg>
    <p:spTree>
      <p:nvGrpSpPr>
        <p:cNvPr id="5458" name="Shape 5458"/>
        <p:cNvGrpSpPr/>
        <p:nvPr/>
      </p:nvGrpSpPr>
      <p:grpSpPr>
        <a:xfrm>
          <a:off x="0" y="0"/>
          <a:ext cx="0" cy="0"/>
          <a:chOff x="0" y="0"/>
          <a:chExt cx="0" cy="0"/>
        </a:xfrm>
      </p:grpSpPr>
      <p:grpSp>
        <p:nvGrpSpPr>
          <p:cNvPr id="5459" name="Google Shape;5459;p712"/>
          <p:cNvGrpSpPr/>
          <p:nvPr/>
        </p:nvGrpSpPr>
        <p:grpSpPr>
          <a:xfrm>
            <a:off x="713225" y="539500"/>
            <a:ext cx="7717500" cy="4064400"/>
            <a:chOff x="713225" y="539500"/>
            <a:chExt cx="7717500" cy="4064400"/>
          </a:xfrm>
        </p:grpSpPr>
        <p:sp>
          <p:nvSpPr>
            <p:cNvPr id="5460" name="Google Shape;5460;p71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61" name="Google Shape;5461;p71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462" name="Google Shape;5462;p712"/>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lt1"/>
              </a:buClr>
              <a:buSzPts val="2800"/>
              <a:buNone/>
              <a:defRPr>
                <a:solidFill>
                  <a:schemeClr val="lt1"/>
                </a:solidFill>
              </a:defRPr>
            </a:lvl1pPr>
            <a:lvl2pPr lvl="1" rtl="0" algn="r">
              <a:spcBef>
                <a:spcPts val="0"/>
              </a:spcBef>
              <a:spcAft>
                <a:spcPts val="0"/>
              </a:spcAft>
              <a:buClr>
                <a:schemeClr val="lt1"/>
              </a:buClr>
              <a:buSzPts val="2800"/>
              <a:buNone/>
              <a:defRPr>
                <a:solidFill>
                  <a:schemeClr val="lt1"/>
                </a:solidFill>
              </a:defRPr>
            </a:lvl2pPr>
            <a:lvl3pPr lvl="2" rtl="0" algn="r">
              <a:spcBef>
                <a:spcPts val="0"/>
              </a:spcBef>
              <a:spcAft>
                <a:spcPts val="0"/>
              </a:spcAft>
              <a:buClr>
                <a:schemeClr val="lt1"/>
              </a:buClr>
              <a:buSzPts val="2800"/>
              <a:buNone/>
              <a:defRPr>
                <a:solidFill>
                  <a:schemeClr val="lt1"/>
                </a:solidFill>
              </a:defRPr>
            </a:lvl3pPr>
            <a:lvl4pPr lvl="3" rtl="0" algn="r">
              <a:spcBef>
                <a:spcPts val="0"/>
              </a:spcBef>
              <a:spcAft>
                <a:spcPts val="0"/>
              </a:spcAft>
              <a:buClr>
                <a:schemeClr val="lt1"/>
              </a:buClr>
              <a:buSzPts val="2800"/>
              <a:buNone/>
              <a:defRPr>
                <a:solidFill>
                  <a:schemeClr val="lt1"/>
                </a:solidFill>
              </a:defRPr>
            </a:lvl4pPr>
            <a:lvl5pPr lvl="4" rtl="0" algn="r">
              <a:spcBef>
                <a:spcPts val="0"/>
              </a:spcBef>
              <a:spcAft>
                <a:spcPts val="0"/>
              </a:spcAft>
              <a:buClr>
                <a:schemeClr val="lt1"/>
              </a:buClr>
              <a:buSzPts val="2800"/>
              <a:buNone/>
              <a:defRPr>
                <a:solidFill>
                  <a:schemeClr val="lt1"/>
                </a:solidFill>
              </a:defRPr>
            </a:lvl5pPr>
            <a:lvl6pPr lvl="5" rtl="0" algn="r">
              <a:spcBef>
                <a:spcPts val="0"/>
              </a:spcBef>
              <a:spcAft>
                <a:spcPts val="0"/>
              </a:spcAft>
              <a:buClr>
                <a:schemeClr val="lt1"/>
              </a:buClr>
              <a:buSzPts val="2800"/>
              <a:buNone/>
              <a:defRPr>
                <a:solidFill>
                  <a:schemeClr val="lt1"/>
                </a:solidFill>
              </a:defRPr>
            </a:lvl6pPr>
            <a:lvl7pPr lvl="6" rtl="0" algn="r">
              <a:spcBef>
                <a:spcPts val="0"/>
              </a:spcBef>
              <a:spcAft>
                <a:spcPts val="0"/>
              </a:spcAft>
              <a:buClr>
                <a:schemeClr val="lt1"/>
              </a:buClr>
              <a:buSzPts val="2800"/>
              <a:buNone/>
              <a:defRPr>
                <a:solidFill>
                  <a:schemeClr val="lt1"/>
                </a:solidFill>
              </a:defRPr>
            </a:lvl7pPr>
            <a:lvl8pPr lvl="7" rtl="0"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6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BLANK_1_1_1_1_1_1_3">
    <p:bg>
      <p:bgPr>
        <a:solidFill>
          <a:schemeClr val="dk1"/>
        </a:solidFill>
      </p:bgPr>
    </p:bg>
    <p:spTree>
      <p:nvGrpSpPr>
        <p:cNvPr id="5463" name="Shape 5463"/>
        <p:cNvGrpSpPr/>
        <p:nvPr/>
      </p:nvGrpSpPr>
      <p:grpSpPr>
        <a:xfrm>
          <a:off x="0" y="0"/>
          <a:ext cx="0" cy="0"/>
          <a:chOff x="0" y="0"/>
          <a:chExt cx="0" cy="0"/>
        </a:xfrm>
      </p:grpSpPr>
      <p:grpSp>
        <p:nvGrpSpPr>
          <p:cNvPr id="5464" name="Google Shape;5464;p713"/>
          <p:cNvGrpSpPr/>
          <p:nvPr/>
        </p:nvGrpSpPr>
        <p:grpSpPr>
          <a:xfrm>
            <a:off x="713225" y="539500"/>
            <a:ext cx="7717500" cy="4064400"/>
            <a:chOff x="713225" y="539500"/>
            <a:chExt cx="7717500" cy="4064400"/>
          </a:xfrm>
        </p:grpSpPr>
        <p:sp>
          <p:nvSpPr>
            <p:cNvPr id="5465" name="Google Shape;5465;p71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66" name="Google Shape;5466;p71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467" name="Google Shape;5467;p713"/>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lgn="r">
              <a:spcBef>
                <a:spcPts val="0"/>
              </a:spcBef>
              <a:spcAft>
                <a:spcPts val="0"/>
              </a:spcAft>
              <a:buClr>
                <a:schemeClr val="lt1"/>
              </a:buClr>
              <a:buSzPts val="2800"/>
              <a:buNone/>
              <a:defRPr>
                <a:solidFill>
                  <a:schemeClr val="lt1"/>
                </a:solidFill>
              </a:defRPr>
            </a:lvl2pPr>
            <a:lvl3pPr lvl="2" rtl="0" algn="r">
              <a:spcBef>
                <a:spcPts val="0"/>
              </a:spcBef>
              <a:spcAft>
                <a:spcPts val="0"/>
              </a:spcAft>
              <a:buClr>
                <a:schemeClr val="lt1"/>
              </a:buClr>
              <a:buSzPts val="2800"/>
              <a:buNone/>
              <a:defRPr>
                <a:solidFill>
                  <a:schemeClr val="lt1"/>
                </a:solidFill>
              </a:defRPr>
            </a:lvl3pPr>
            <a:lvl4pPr lvl="3" rtl="0" algn="r">
              <a:spcBef>
                <a:spcPts val="0"/>
              </a:spcBef>
              <a:spcAft>
                <a:spcPts val="0"/>
              </a:spcAft>
              <a:buClr>
                <a:schemeClr val="lt1"/>
              </a:buClr>
              <a:buSzPts val="2800"/>
              <a:buNone/>
              <a:defRPr>
                <a:solidFill>
                  <a:schemeClr val="lt1"/>
                </a:solidFill>
              </a:defRPr>
            </a:lvl4pPr>
            <a:lvl5pPr lvl="4" rtl="0" algn="r">
              <a:spcBef>
                <a:spcPts val="0"/>
              </a:spcBef>
              <a:spcAft>
                <a:spcPts val="0"/>
              </a:spcAft>
              <a:buClr>
                <a:schemeClr val="lt1"/>
              </a:buClr>
              <a:buSzPts val="2800"/>
              <a:buNone/>
              <a:defRPr>
                <a:solidFill>
                  <a:schemeClr val="lt1"/>
                </a:solidFill>
              </a:defRPr>
            </a:lvl5pPr>
            <a:lvl6pPr lvl="5" rtl="0" algn="r">
              <a:spcBef>
                <a:spcPts val="0"/>
              </a:spcBef>
              <a:spcAft>
                <a:spcPts val="0"/>
              </a:spcAft>
              <a:buClr>
                <a:schemeClr val="lt1"/>
              </a:buClr>
              <a:buSzPts val="2800"/>
              <a:buNone/>
              <a:defRPr>
                <a:solidFill>
                  <a:schemeClr val="lt1"/>
                </a:solidFill>
              </a:defRPr>
            </a:lvl6pPr>
            <a:lvl7pPr lvl="6" rtl="0" algn="r">
              <a:spcBef>
                <a:spcPts val="0"/>
              </a:spcBef>
              <a:spcAft>
                <a:spcPts val="0"/>
              </a:spcAft>
              <a:buClr>
                <a:schemeClr val="lt1"/>
              </a:buClr>
              <a:buSzPts val="2800"/>
              <a:buNone/>
              <a:defRPr>
                <a:solidFill>
                  <a:schemeClr val="lt1"/>
                </a:solidFill>
              </a:defRPr>
            </a:lvl7pPr>
            <a:lvl8pPr lvl="7" rtl="0"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7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_1_3_1">
    <p:bg>
      <p:bgPr>
        <a:solidFill>
          <a:schemeClr val="dk1"/>
        </a:solidFill>
      </p:bgPr>
    </p:bg>
    <p:spTree>
      <p:nvGrpSpPr>
        <p:cNvPr id="5468" name="Shape 5468"/>
        <p:cNvGrpSpPr/>
        <p:nvPr/>
      </p:nvGrpSpPr>
      <p:grpSpPr>
        <a:xfrm>
          <a:off x="0" y="0"/>
          <a:ext cx="0" cy="0"/>
          <a:chOff x="0" y="0"/>
          <a:chExt cx="0" cy="0"/>
        </a:xfrm>
      </p:grpSpPr>
      <p:grpSp>
        <p:nvGrpSpPr>
          <p:cNvPr id="5469" name="Google Shape;5469;p714"/>
          <p:cNvGrpSpPr/>
          <p:nvPr/>
        </p:nvGrpSpPr>
        <p:grpSpPr>
          <a:xfrm>
            <a:off x="713225" y="539500"/>
            <a:ext cx="7717500" cy="4064400"/>
            <a:chOff x="713225" y="539500"/>
            <a:chExt cx="7717500" cy="4064400"/>
          </a:xfrm>
        </p:grpSpPr>
        <p:sp>
          <p:nvSpPr>
            <p:cNvPr id="5470" name="Google Shape;5470;p71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71" name="Google Shape;5471;p71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472" name="Google Shape;5472;p714"/>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lgn="r">
              <a:spcBef>
                <a:spcPts val="0"/>
              </a:spcBef>
              <a:spcAft>
                <a:spcPts val="0"/>
              </a:spcAft>
              <a:buClr>
                <a:schemeClr val="lt1"/>
              </a:buClr>
              <a:buSzPts val="2800"/>
              <a:buNone/>
              <a:defRPr>
                <a:solidFill>
                  <a:schemeClr val="lt1"/>
                </a:solidFill>
              </a:defRPr>
            </a:lvl2pPr>
            <a:lvl3pPr lvl="2" rtl="0" algn="r">
              <a:spcBef>
                <a:spcPts val="0"/>
              </a:spcBef>
              <a:spcAft>
                <a:spcPts val="0"/>
              </a:spcAft>
              <a:buClr>
                <a:schemeClr val="lt1"/>
              </a:buClr>
              <a:buSzPts val="2800"/>
              <a:buNone/>
              <a:defRPr>
                <a:solidFill>
                  <a:schemeClr val="lt1"/>
                </a:solidFill>
              </a:defRPr>
            </a:lvl3pPr>
            <a:lvl4pPr lvl="3" rtl="0" algn="r">
              <a:spcBef>
                <a:spcPts val="0"/>
              </a:spcBef>
              <a:spcAft>
                <a:spcPts val="0"/>
              </a:spcAft>
              <a:buClr>
                <a:schemeClr val="lt1"/>
              </a:buClr>
              <a:buSzPts val="2800"/>
              <a:buNone/>
              <a:defRPr>
                <a:solidFill>
                  <a:schemeClr val="lt1"/>
                </a:solidFill>
              </a:defRPr>
            </a:lvl4pPr>
            <a:lvl5pPr lvl="4" rtl="0" algn="r">
              <a:spcBef>
                <a:spcPts val="0"/>
              </a:spcBef>
              <a:spcAft>
                <a:spcPts val="0"/>
              </a:spcAft>
              <a:buClr>
                <a:schemeClr val="lt1"/>
              </a:buClr>
              <a:buSzPts val="2800"/>
              <a:buNone/>
              <a:defRPr>
                <a:solidFill>
                  <a:schemeClr val="lt1"/>
                </a:solidFill>
              </a:defRPr>
            </a:lvl5pPr>
            <a:lvl6pPr lvl="5" rtl="0" algn="r">
              <a:spcBef>
                <a:spcPts val="0"/>
              </a:spcBef>
              <a:spcAft>
                <a:spcPts val="0"/>
              </a:spcAft>
              <a:buClr>
                <a:schemeClr val="lt1"/>
              </a:buClr>
              <a:buSzPts val="2800"/>
              <a:buNone/>
              <a:defRPr>
                <a:solidFill>
                  <a:schemeClr val="lt1"/>
                </a:solidFill>
              </a:defRPr>
            </a:lvl6pPr>
            <a:lvl7pPr lvl="6" rtl="0" algn="r">
              <a:spcBef>
                <a:spcPts val="0"/>
              </a:spcBef>
              <a:spcAft>
                <a:spcPts val="0"/>
              </a:spcAft>
              <a:buClr>
                <a:schemeClr val="lt1"/>
              </a:buClr>
              <a:buSzPts val="2800"/>
              <a:buNone/>
              <a:defRPr>
                <a:solidFill>
                  <a:schemeClr val="lt1"/>
                </a:solidFill>
              </a:defRPr>
            </a:lvl7pPr>
            <a:lvl8pPr lvl="7" rtl="0"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7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0">
    <p:bg>
      <p:bgPr>
        <a:solidFill>
          <a:schemeClr val="dk1"/>
        </a:solidFill>
      </p:bgPr>
    </p:bg>
    <p:spTree>
      <p:nvGrpSpPr>
        <p:cNvPr id="5473" name="Shape 5473"/>
        <p:cNvGrpSpPr/>
        <p:nvPr/>
      </p:nvGrpSpPr>
      <p:grpSpPr>
        <a:xfrm>
          <a:off x="0" y="0"/>
          <a:ext cx="0" cy="0"/>
          <a:chOff x="0" y="0"/>
          <a:chExt cx="0" cy="0"/>
        </a:xfrm>
      </p:grpSpPr>
      <p:sp>
        <p:nvSpPr>
          <p:cNvPr id="5474" name="Google Shape;5474;p71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15"/>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7200"/>
              <a:buNone/>
              <a:defRPr sz="7200">
                <a:solidFill>
                  <a:schemeClr val="lt1"/>
                </a:solidFill>
              </a:defRPr>
            </a:lvl1pPr>
            <a:lvl2pPr lvl="1" rtl="0" algn="ctr">
              <a:spcBef>
                <a:spcPts val="0"/>
              </a:spcBef>
              <a:spcAft>
                <a:spcPts val="0"/>
              </a:spcAft>
              <a:buClr>
                <a:schemeClr val="lt1"/>
              </a:buClr>
              <a:buSzPts val="4800"/>
              <a:buNone/>
              <a:defRPr sz="4800">
                <a:solidFill>
                  <a:schemeClr val="lt1"/>
                </a:solidFill>
              </a:defRPr>
            </a:lvl2pPr>
            <a:lvl3pPr lvl="2" rtl="0" algn="ctr">
              <a:spcBef>
                <a:spcPts val="0"/>
              </a:spcBef>
              <a:spcAft>
                <a:spcPts val="0"/>
              </a:spcAft>
              <a:buClr>
                <a:schemeClr val="lt1"/>
              </a:buClr>
              <a:buSzPts val="4800"/>
              <a:buNone/>
              <a:defRPr sz="4800">
                <a:solidFill>
                  <a:schemeClr val="lt1"/>
                </a:solidFill>
              </a:defRPr>
            </a:lvl3pPr>
            <a:lvl4pPr lvl="3" rtl="0" algn="ctr">
              <a:spcBef>
                <a:spcPts val="0"/>
              </a:spcBef>
              <a:spcAft>
                <a:spcPts val="0"/>
              </a:spcAft>
              <a:buClr>
                <a:schemeClr val="lt1"/>
              </a:buClr>
              <a:buSzPts val="4800"/>
              <a:buNone/>
              <a:defRPr sz="4800">
                <a:solidFill>
                  <a:schemeClr val="lt1"/>
                </a:solidFill>
              </a:defRPr>
            </a:lvl4pPr>
            <a:lvl5pPr lvl="4" rtl="0" algn="ctr">
              <a:spcBef>
                <a:spcPts val="0"/>
              </a:spcBef>
              <a:spcAft>
                <a:spcPts val="0"/>
              </a:spcAft>
              <a:buClr>
                <a:schemeClr val="lt1"/>
              </a:buClr>
              <a:buSzPts val="4800"/>
              <a:buNone/>
              <a:defRPr sz="4800">
                <a:solidFill>
                  <a:schemeClr val="lt1"/>
                </a:solidFill>
              </a:defRPr>
            </a:lvl5pPr>
            <a:lvl6pPr lvl="5" rtl="0" algn="ctr">
              <a:spcBef>
                <a:spcPts val="0"/>
              </a:spcBef>
              <a:spcAft>
                <a:spcPts val="0"/>
              </a:spcAft>
              <a:buClr>
                <a:schemeClr val="lt1"/>
              </a:buClr>
              <a:buSzPts val="4800"/>
              <a:buNone/>
              <a:defRPr sz="4800">
                <a:solidFill>
                  <a:schemeClr val="lt1"/>
                </a:solidFill>
              </a:defRPr>
            </a:lvl6pPr>
            <a:lvl7pPr lvl="6" rtl="0" algn="ctr">
              <a:spcBef>
                <a:spcPts val="0"/>
              </a:spcBef>
              <a:spcAft>
                <a:spcPts val="0"/>
              </a:spcAft>
              <a:buClr>
                <a:schemeClr val="lt1"/>
              </a:buClr>
              <a:buSzPts val="4800"/>
              <a:buNone/>
              <a:defRPr sz="4800">
                <a:solidFill>
                  <a:schemeClr val="lt1"/>
                </a:solidFill>
              </a:defRPr>
            </a:lvl7pPr>
            <a:lvl8pPr lvl="7" rtl="0"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7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_1_1_1_2">
    <p:bg>
      <p:bgPr>
        <a:solidFill>
          <a:schemeClr val="dk1"/>
        </a:solidFill>
      </p:bgPr>
    </p:bg>
    <p:spTree>
      <p:nvGrpSpPr>
        <p:cNvPr id="5476" name="Shape 5476"/>
        <p:cNvGrpSpPr/>
        <p:nvPr/>
      </p:nvGrpSpPr>
      <p:grpSpPr>
        <a:xfrm>
          <a:off x="0" y="0"/>
          <a:ext cx="0" cy="0"/>
          <a:chOff x="0" y="0"/>
          <a:chExt cx="0" cy="0"/>
        </a:xfrm>
      </p:grpSpPr>
      <p:sp>
        <p:nvSpPr>
          <p:cNvPr id="5477" name="Google Shape;5477;p716"/>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16"/>
          <p:cNvSpPr txBox="1"/>
          <p:nvPr>
            <p:ph type="title"/>
          </p:nvPr>
        </p:nvSpPr>
        <p:spPr>
          <a:xfrm>
            <a:off x="1263200" y="1298488"/>
            <a:ext cx="2732700" cy="10962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1800"/>
              <a:buNone/>
              <a:defRPr sz="1800">
                <a:solidFill>
                  <a:schemeClr val="lt1"/>
                </a:solidFill>
              </a:defRPr>
            </a:lvl1pPr>
            <a:lvl2pPr lvl="1" rtl="0">
              <a:spcBef>
                <a:spcPts val="0"/>
              </a:spcBef>
              <a:spcAft>
                <a:spcPts val="0"/>
              </a:spcAft>
              <a:buClr>
                <a:schemeClr val="lt1"/>
              </a:buClr>
              <a:buSzPts val="1800"/>
              <a:buNone/>
              <a:defRPr sz="1800">
                <a:solidFill>
                  <a:schemeClr val="lt1"/>
                </a:solidFill>
              </a:defRPr>
            </a:lvl2pPr>
            <a:lvl3pPr lvl="2" rtl="0">
              <a:spcBef>
                <a:spcPts val="0"/>
              </a:spcBef>
              <a:spcAft>
                <a:spcPts val="0"/>
              </a:spcAft>
              <a:buClr>
                <a:schemeClr val="lt1"/>
              </a:buClr>
              <a:buSzPts val="1800"/>
              <a:buNone/>
              <a:defRPr sz="1800">
                <a:solidFill>
                  <a:schemeClr val="lt1"/>
                </a:solidFill>
              </a:defRPr>
            </a:lvl3pPr>
            <a:lvl4pPr lvl="3" rtl="0">
              <a:spcBef>
                <a:spcPts val="0"/>
              </a:spcBef>
              <a:spcAft>
                <a:spcPts val="0"/>
              </a:spcAft>
              <a:buClr>
                <a:schemeClr val="lt1"/>
              </a:buClr>
              <a:buSzPts val="1800"/>
              <a:buNone/>
              <a:defRPr sz="1800">
                <a:solidFill>
                  <a:schemeClr val="lt1"/>
                </a:solidFill>
              </a:defRPr>
            </a:lvl4pPr>
            <a:lvl5pPr lvl="4" rtl="0">
              <a:spcBef>
                <a:spcPts val="0"/>
              </a:spcBef>
              <a:spcAft>
                <a:spcPts val="0"/>
              </a:spcAft>
              <a:buClr>
                <a:schemeClr val="lt1"/>
              </a:buClr>
              <a:buSzPts val="1800"/>
              <a:buNone/>
              <a:defRPr sz="1800">
                <a:solidFill>
                  <a:schemeClr val="lt1"/>
                </a:solidFill>
              </a:defRPr>
            </a:lvl5pPr>
            <a:lvl6pPr lvl="5" rtl="0">
              <a:spcBef>
                <a:spcPts val="0"/>
              </a:spcBef>
              <a:spcAft>
                <a:spcPts val="0"/>
              </a:spcAft>
              <a:buClr>
                <a:schemeClr val="lt1"/>
              </a:buClr>
              <a:buSzPts val="1800"/>
              <a:buNone/>
              <a:defRPr sz="1800">
                <a:solidFill>
                  <a:schemeClr val="lt1"/>
                </a:solidFill>
              </a:defRPr>
            </a:lvl6pPr>
            <a:lvl7pPr lvl="6" rtl="0">
              <a:spcBef>
                <a:spcPts val="0"/>
              </a:spcBef>
              <a:spcAft>
                <a:spcPts val="0"/>
              </a:spcAft>
              <a:buClr>
                <a:schemeClr val="lt1"/>
              </a:buClr>
              <a:buSzPts val="1800"/>
              <a:buNone/>
              <a:defRPr sz="1800">
                <a:solidFill>
                  <a:schemeClr val="lt1"/>
                </a:solidFill>
              </a:defRPr>
            </a:lvl7pPr>
            <a:lvl8pPr lvl="7" rtl="0">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5479" name="Google Shape;5479;p716"/>
          <p:cNvSpPr txBox="1"/>
          <p:nvPr>
            <p:ph idx="1" type="subTitle"/>
          </p:nvPr>
        </p:nvSpPr>
        <p:spPr>
          <a:xfrm>
            <a:off x="1263200" y="2394813"/>
            <a:ext cx="2732700" cy="15411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600"/>
              <a:buNone/>
              <a:defRPr sz="1400">
                <a:solidFill>
                  <a:schemeClr val="lt1"/>
                </a:solidFill>
              </a:defRPr>
            </a:lvl1pPr>
            <a:lvl2pPr lvl="1" rtl="0">
              <a:lnSpc>
                <a:spcPct val="100000"/>
              </a:lnSpc>
              <a:spcBef>
                <a:spcPts val="0"/>
              </a:spcBef>
              <a:spcAft>
                <a:spcPts val="0"/>
              </a:spcAft>
              <a:buClr>
                <a:schemeClr val="lt1"/>
              </a:buClr>
              <a:buSzPts val="2800"/>
              <a:buNone/>
              <a:defRPr sz="2800">
                <a:solidFill>
                  <a:schemeClr val="lt1"/>
                </a:solidFill>
              </a:defRPr>
            </a:lvl2pPr>
            <a:lvl3pPr lvl="2" rtl="0">
              <a:lnSpc>
                <a:spcPct val="100000"/>
              </a:lnSpc>
              <a:spcBef>
                <a:spcPts val="0"/>
              </a:spcBef>
              <a:spcAft>
                <a:spcPts val="0"/>
              </a:spcAft>
              <a:buClr>
                <a:schemeClr val="lt1"/>
              </a:buClr>
              <a:buSzPts val="2800"/>
              <a:buNone/>
              <a:defRPr sz="2800">
                <a:solidFill>
                  <a:schemeClr val="lt1"/>
                </a:solidFill>
              </a:defRPr>
            </a:lvl3pPr>
            <a:lvl4pPr lvl="3" rtl="0">
              <a:lnSpc>
                <a:spcPct val="100000"/>
              </a:lnSpc>
              <a:spcBef>
                <a:spcPts val="0"/>
              </a:spcBef>
              <a:spcAft>
                <a:spcPts val="0"/>
              </a:spcAft>
              <a:buClr>
                <a:schemeClr val="lt1"/>
              </a:buClr>
              <a:buSzPts val="2800"/>
              <a:buNone/>
              <a:defRPr sz="2800">
                <a:solidFill>
                  <a:schemeClr val="lt1"/>
                </a:solidFill>
              </a:defRPr>
            </a:lvl4pPr>
            <a:lvl5pPr lvl="4" rtl="0">
              <a:lnSpc>
                <a:spcPct val="100000"/>
              </a:lnSpc>
              <a:spcBef>
                <a:spcPts val="0"/>
              </a:spcBef>
              <a:spcAft>
                <a:spcPts val="0"/>
              </a:spcAft>
              <a:buClr>
                <a:schemeClr val="lt1"/>
              </a:buClr>
              <a:buSzPts val="2800"/>
              <a:buNone/>
              <a:defRPr sz="2800">
                <a:solidFill>
                  <a:schemeClr val="lt1"/>
                </a:solidFill>
              </a:defRPr>
            </a:lvl5pPr>
            <a:lvl6pPr lvl="5" rtl="0">
              <a:lnSpc>
                <a:spcPct val="100000"/>
              </a:lnSpc>
              <a:spcBef>
                <a:spcPts val="0"/>
              </a:spcBef>
              <a:spcAft>
                <a:spcPts val="0"/>
              </a:spcAft>
              <a:buClr>
                <a:schemeClr val="lt1"/>
              </a:buClr>
              <a:buSzPts val="2800"/>
              <a:buNone/>
              <a:defRPr sz="2800">
                <a:solidFill>
                  <a:schemeClr val="lt1"/>
                </a:solidFill>
              </a:defRPr>
            </a:lvl6pPr>
            <a:lvl7pPr lvl="6" rtl="0">
              <a:lnSpc>
                <a:spcPct val="100000"/>
              </a:lnSpc>
              <a:spcBef>
                <a:spcPts val="0"/>
              </a:spcBef>
              <a:spcAft>
                <a:spcPts val="0"/>
              </a:spcAft>
              <a:buClr>
                <a:schemeClr val="lt1"/>
              </a:buClr>
              <a:buSzPts val="2800"/>
              <a:buNone/>
              <a:defRPr sz="2800">
                <a:solidFill>
                  <a:schemeClr val="lt1"/>
                </a:solidFill>
              </a:defRPr>
            </a:lvl7pPr>
            <a:lvl8pPr lvl="7" rtl="0">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7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5480" name="Shape 5480"/>
        <p:cNvGrpSpPr/>
        <p:nvPr/>
      </p:nvGrpSpPr>
      <p:grpSpPr>
        <a:xfrm>
          <a:off x="0" y="0"/>
          <a:ext cx="0" cy="0"/>
          <a:chOff x="0" y="0"/>
          <a:chExt cx="0" cy="0"/>
        </a:xfrm>
      </p:grpSpPr>
      <p:sp>
        <p:nvSpPr>
          <p:cNvPr id="5481" name="Google Shape;5481;p717"/>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17"/>
          <p:cNvSpPr txBox="1"/>
          <p:nvPr>
            <p:ph type="title"/>
          </p:nvPr>
        </p:nvSpPr>
        <p:spPr>
          <a:xfrm>
            <a:off x="948875" y="1767400"/>
            <a:ext cx="2518200" cy="5070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1800"/>
              <a:buNone/>
              <a:defRPr sz="1800">
                <a:solidFill>
                  <a:schemeClr val="lt1"/>
                </a:solidFill>
              </a:defRPr>
            </a:lvl1pPr>
            <a:lvl2pPr lvl="1" rtl="0">
              <a:spcBef>
                <a:spcPts val="0"/>
              </a:spcBef>
              <a:spcAft>
                <a:spcPts val="0"/>
              </a:spcAft>
              <a:buClr>
                <a:schemeClr val="lt1"/>
              </a:buClr>
              <a:buSzPts val="1800"/>
              <a:buNone/>
              <a:defRPr sz="1800">
                <a:solidFill>
                  <a:schemeClr val="lt1"/>
                </a:solidFill>
              </a:defRPr>
            </a:lvl2pPr>
            <a:lvl3pPr lvl="2" rtl="0">
              <a:spcBef>
                <a:spcPts val="0"/>
              </a:spcBef>
              <a:spcAft>
                <a:spcPts val="0"/>
              </a:spcAft>
              <a:buClr>
                <a:schemeClr val="lt1"/>
              </a:buClr>
              <a:buSzPts val="1800"/>
              <a:buNone/>
              <a:defRPr sz="1800">
                <a:solidFill>
                  <a:schemeClr val="lt1"/>
                </a:solidFill>
              </a:defRPr>
            </a:lvl3pPr>
            <a:lvl4pPr lvl="3" rtl="0">
              <a:spcBef>
                <a:spcPts val="0"/>
              </a:spcBef>
              <a:spcAft>
                <a:spcPts val="0"/>
              </a:spcAft>
              <a:buClr>
                <a:schemeClr val="lt1"/>
              </a:buClr>
              <a:buSzPts val="1800"/>
              <a:buNone/>
              <a:defRPr sz="1800">
                <a:solidFill>
                  <a:schemeClr val="lt1"/>
                </a:solidFill>
              </a:defRPr>
            </a:lvl4pPr>
            <a:lvl5pPr lvl="4" rtl="0">
              <a:spcBef>
                <a:spcPts val="0"/>
              </a:spcBef>
              <a:spcAft>
                <a:spcPts val="0"/>
              </a:spcAft>
              <a:buClr>
                <a:schemeClr val="lt1"/>
              </a:buClr>
              <a:buSzPts val="1800"/>
              <a:buNone/>
              <a:defRPr sz="1800">
                <a:solidFill>
                  <a:schemeClr val="lt1"/>
                </a:solidFill>
              </a:defRPr>
            </a:lvl5pPr>
            <a:lvl6pPr lvl="5" rtl="0">
              <a:spcBef>
                <a:spcPts val="0"/>
              </a:spcBef>
              <a:spcAft>
                <a:spcPts val="0"/>
              </a:spcAft>
              <a:buClr>
                <a:schemeClr val="lt1"/>
              </a:buClr>
              <a:buSzPts val="1800"/>
              <a:buNone/>
              <a:defRPr sz="1800">
                <a:solidFill>
                  <a:schemeClr val="lt1"/>
                </a:solidFill>
              </a:defRPr>
            </a:lvl6pPr>
            <a:lvl7pPr lvl="6" rtl="0">
              <a:spcBef>
                <a:spcPts val="0"/>
              </a:spcBef>
              <a:spcAft>
                <a:spcPts val="0"/>
              </a:spcAft>
              <a:buClr>
                <a:schemeClr val="lt1"/>
              </a:buClr>
              <a:buSzPts val="1800"/>
              <a:buNone/>
              <a:defRPr sz="1800">
                <a:solidFill>
                  <a:schemeClr val="lt1"/>
                </a:solidFill>
              </a:defRPr>
            </a:lvl7pPr>
            <a:lvl8pPr lvl="7" rtl="0">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5483" name="Google Shape;5483;p717"/>
          <p:cNvSpPr txBox="1"/>
          <p:nvPr>
            <p:ph idx="1" type="subTitle"/>
          </p:nvPr>
        </p:nvSpPr>
        <p:spPr>
          <a:xfrm>
            <a:off x="948875" y="2274200"/>
            <a:ext cx="2518200" cy="1233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600"/>
              <a:buNone/>
              <a:defRPr sz="1400">
                <a:solidFill>
                  <a:schemeClr val="lt1"/>
                </a:solidFill>
              </a:defRPr>
            </a:lvl1pPr>
            <a:lvl2pPr lvl="1" rtl="0">
              <a:lnSpc>
                <a:spcPct val="100000"/>
              </a:lnSpc>
              <a:spcBef>
                <a:spcPts val="0"/>
              </a:spcBef>
              <a:spcAft>
                <a:spcPts val="0"/>
              </a:spcAft>
              <a:buClr>
                <a:schemeClr val="lt1"/>
              </a:buClr>
              <a:buSzPts val="2800"/>
              <a:buNone/>
              <a:defRPr sz="2800">
                <a:solidFill>
                  <a:schemeClr val="lt1"/>
                </a:solidFill>
              </a:defRPr>
            </a:lvl2pPr>
            <a:lvl3pPr lvl="2" rtl="0">
              <a:lnSpc>
                <a:spcPct val="100000"/>
              </a:lnSpc>
              <a:spcBef>
                <a:spcPts val="0"/>
              </a:spcBef>
              <a:spcAft>
                <a:spcPts val="0"/>
              </a:spcAft>
              <a:buClr>
                <a:schemeClr val="lt1"/>
              </a:buClr>
              <a:buSzPts val="2800"/>
              <a:buNone/>
              <a:defRPr sz="2800">
                <a:solidFill>
                  <a:schemeClr val="lt1"/>
                </a:solidFill>
              </a:defRPr>
            </a:lvl3pPr>
            <a:lvl4pPr lvl="3" rtl="0">
              <a:lnSpc>
                <a:spcPct val="100000"/>
              </a:lnSpc>
              <a:spcBef>
                <a:spcPts val="0"/>
              </a:spcBef>
              <a:spcAft>
                <a:spcPts val="0"/>
              </a:spcAft>
              <a:buClr>
                <a:schemeClr val="lt1"/>
              </a:buClr>
              <a:buSzPts val="2800"/>
              <a:buNone/>
              <a:defRPr sz="2800">
                <a:solidFill>
                  <a:schemeClr val="lt1"/>
                </a:solidFill>
              </a:defRPr>
            </a:lvl4pPr>
            <a:lvl5pPr lvl="4" rtl="0">
              <a:lnSpc>
                <a:spcPct val="100000"/>
              </a:lnSpc>
              <a:spcBef>
                <a:spcPts val="0"/>
              </a:spcBef>
              <a:spcAft>
                <a:spcPts val="0"/>
              </a:spcAft>
              <a:buClr>
                <a:schemeClr val="lt1"/>
              </a:buClr>
              <a:buSzPts val="2800"/>
              <a:buNone/>
              <a:defRPr sz="2800">
                <a:solidFill>
                  <a:schemeClr val="lt1"/>
                </a:solidFill>
              </a:defRPr>
            </a:lvl5pPr>
            <a:lvl6pPr lvl="5" rtl="0">
              <a:lnSpc>
                <a:spcPct val="100000"/>
              </a:lnSpc>
              <a:spcBef>
                <a:spcPts val="0"/>
              </a:spcBef>
              <a:spcAft>
                <a:spcPts val="0"/>
              </a:spcAft>
              <a:buClr>
                <a:schemeClr val="lt1"/>
              </a:buClr>
              <a:buSzPts val="2800"/>
              <a:buNone/>
              <a:defRPr sz="2800">
                <a:solidFill>
                  <a:schemeClr val="lt1"/>
                </a:solidFill>
              </a:defRPr>
            </a:lvl6pPr>
            <a:lvl7pPr lvl="6" rtl="0">
              <a:lnSpc>
                <a:spcPct val="100000"/>
              </a:lnSpc>
              <a:spcBef>
                <a:spcPts val="0"/>
              </a:spcBef>
              <a:spcAft>
                <a:spcPts val="0"/>
              </a:spcAft>
              <a:buClr>
                <a:schemeClr val="lt1"/>
              </a:buClr>
              <a:buSzPts val="2800"/>
              <a:buNone/>
              <a:defRPr sz="2800">
                <a:solidFill>
                  <a:schemeClr val="lt1"/>
                </a:solidFill>
              </a:defRPr>
            </a:lvl7pPr>
            <a:lvl8pPr lvl="7" rtl="0">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7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1_1_1_2_1_1_1">
    <p:bg>
      <p:bgPr>
        <a:solidFill>
          <a:schemeClr val="dk1"/>
        </a:solidFill>
      </p:bgPr>
    </p:bg>
    <p:spTree>
      <p:nvGrpSpPr>
        <p:cNvPr id="5484" name="Shape 5484"/>
        <p:cNvGrpSpPr/>
        <p:nvPr/>
      </p:nvGrpSpPr>
      <p:grpSpPr>
        <a:xfrm>
          <a:off x="0" y="0"/>
          <a:ext cx="0" cy="0"/>
          <a:chOff x="0" y="0"/>
          <a:chExt cx="0" cy="0"/>
        </a:xfrm>
      </p:grpSpPr>
      <p:grpSp>
        <p:nvGrpSpPr>
          <p:cNvPr id="5485" name="Google Shape;5485;p718"/>
          <p:cNvGrpSpPr/>
          <p:nvPr/>
        </p:nvGrpSpPr>
        <p:grpSpPr>
          <a:xfrm>
            <a:off x="713225" y="539500"/>
            <a:ext cx="7717500" cy="4064400"/>
            <a:chOff x="713225" y="539500"/>
            <a:chExt cx="7717500" cy="4064400"/>
          </a:xfrm>
        </p:grpSpPr>
        <p:sp>
          <p:nvSpPr>
            <p:cNvPr id="5486" name="Google Shape;5486;p71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87" name="Google Shape;5487;p71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488" name="Google Shape;5488;p71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489" name="Google Shape;5489;p718"/>
          <p:cNvSpPr txBox="1"/>
          <p:nvPr>
            <p:ph idx="1" type="subTitle"/>
          </p:nvPr>
        </p:nvSpPr>
        <p:spPr>
          <a:xfrm>
            <a:off x="862402" y="2181950"/>
            <a:ext cx="7477800" cy="389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2800"/>
              <a:buNone/>
              <a:defRPr b="1">
                <a:solidFill>
                  <a:schemeClr val="lt1"/>
                </a:solidFill>
              </a:defRPr>
            </a:lvl1pPr>
            <a:lvl2pPr lvl="1" rtl="0">
              <a:lnSpc>
                <a:spcPct val="100000"/>
              </a:lnSpc>
              <a:spcBef>
                <a:spcPts val="0"/>
              </a:spcBef>
              <a:spcAft>
                <a:spcPts val="0"/>
              </a:spcAft>
              <a:buClr>
                <a:schemeClr val="lt1"/>
              </a:buClr>
              <a:buSzPts val="2800"/>
              <a:buNone/>
              <a:defRPr b="1" sz="2800">
                <a:solidFill>
                  <a:schemeClr val="lt1"/>
                </a:solidFill>
              </a:defRPr>
            </a:lvl2pPr>
            <a:lvl3pPr lvl="2" rtl="0">
              <a:lnSpc>
                <a:spcPct val="100000"/>
              </a:lnSpc>
              <a:spcBef>
                <a:spcPts val="0"/>
              </a:spcBef>
              <a:spcAft>
                <a:spcPts val="0"/>
              </a:spcAft>
              <a:buClr>
                <a:schemeClr val="lt1"/>
              </a:buClr>
              <a:buSzPts val="2800"/>
              <a:buNone/>
              <a:defRPr b="1" sz="2800">
                <a:solidFill>
                  <a:schemeClr val="lt1"/>
                </a:solidFill>
              </a:defRPr>
            </a:lvl3pPr>
            <a:lvl4pPr lvl="3" rtl="0">
              <a:lnSpc>
                <a:spcPct val="100000"/>
              </a:lnSpc>
              <a:spcBef>
                <a:spcPts val="0"/>
              </a:spcBef>
              <a:spcAft>
                <a:spcPts val="0"/>
              </a:spcAft>
              <a:buClr>
                <a:schemeClr val="lt1"/>
              </a:buClr>
              <a:buSzPts val="2800"/>
              <a:buNone/>
              <a:defRPr b="1" sz="2800">
                <a:solidFill>
                  <a:schemeClr val="lt1"/>
                </a:solidFill>
              </a:defRPr>
            </a:lvl4pPr>
            <a:lvl5pPr lvl="4" rtl="0">
              <a:lnSpc>
                <a:spcPct val="100000"/>
              </a:lnSpc>
              <a:spcBef>
                <a:spcPts val="0"/>
              </a:spcBef>
              <a:spcAft>
                <a:spcPts val="0"/>
              </a:spcAft>
              <a:buClr>
                <a:schemeClr val="lt1"/>
              </a:buClr>
              <a:buSzPts val="2800"/>
              <a:buNone/>
              <a:defRPr b="1" sz="2800">
                <a:solidFill>
                  <a:schemeClr val="lt1"/>
                </a:solidFill>
              </a:defRPr>
            </a:lvl5pPr>
            <a:lvl6pPr lvl="5" rtl="0">
              <a:lnSpc>
                <a:spcPct val="100000"/>
              </a:lnSpc>
              <a:spcBef>
                <a:spcPts val="0"/>
              </a:spcBef>
              <a:spcAft>
                <a:spcPts val="0"/>
              </a:spcAft>
              <a:buClr>
                <a:schemeClr val="lt1"/>
              </a:buClr>
              <a:buSzPts val="2800"/>
              <a:buNone/>
              <a:defRPr b="1" sz="2800">
                <a:solidFill>
                  <a:schemeClr val="lt1"/>
                </a:solidFill>
              </a:defRPr>
            </a:lvl6pPr>
            <a:lvl7pPr lvl="6" rtl="0">
              <a:lnSpc>
                <a:spcPct val="100000"/>
              </a:lnSpc>
              <a:spcBef>
                <a:spcPts val="0"/>
              </a:spcBef>
              <a:spcAft>
                <a:spcPts val="0"/>
              </a:spcAft>
              <a:buClr>
                <a:schemeClr val="lt1"/>
              </a:buClr>
              <a:buSzPts val="2800"/>
              <a:buNone/>
              <a:defRPr b="1" sz="2800">
                <a:solidFill>
                  <a:schemeClr val="lt1"/>
                </a:solidFill>
              </a:defRPr>
            </a:lvl7pPr>
            <a:lvl8pPr lvl="7" rtl="0">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5490" name="Google Shape;5490;p718"/>
          <p:cNvSpPr txBox="1"/>
          <p:nvPr>
            <p:ph idx="2" type="subTitle"/>
          </p:nvPr>
        </p:nvSpPr>
        <p:spPr>
          <a:xfrm>
            <a:off x="853775" y="2571350"/>
            <a:ext cx="7477800" cy="19371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400"/>
              <a:buChar char="●"/>
              <a:defRPr sz="1400" u="sng">
                <a:solidFill>
                  <a:schemeClr val="lt1"/>
                </a:solidFill>
              </a:defRPr>
            </a:lvl1pPr>
            <a:lvl2pPr lvl="1" rtl="0">
              <a:lnSpc>
                <a:spcPct val="100000"/>
              </a:lnSpc>
              <a:spcBef>
                <a:spcPts val="0"/>
              </a:spcBef>
              <a:spcAft>
                <a:spcPts val="0"/>
              </a:spcAft>
              <a:buClr>
                <a:schemeClr val="lt1"/>
              </a:buClr>
              <a:buSzPts val="1400"/>
              <a:buChar char="○"/>
              <a:defRPr>
                <a:solidFill>
                  <a:schemeClr val="lt1"/>
                </a:solidFill>
              </a:defRPr>
            </a:lvl2pPr>
            <a:lvl3pPr lvl="2" rtl="0">
              <a:lnSpc>
                <a:spcPct val="100000"/>
              </a:lnSpc>
              <a:spcBef>
                <a:spcPts val="0"/>
              </a:spcBef>
              <a:spcAft>
                <a:spcPts val="0"/>
              </a:spcAft>
              <a:buClr>
                <a:schemeClr val="lt1"/>
              </a:buClr>
              <a:buSzPts val="1400"/>
              <a:buChar char="■"/>
              <a:defRPr>
                <a:solidFill>
                  <a:schemeClr val="lt1"/>
                </a:solidFill>
              </a:defRPr>
            </a:lvl3pPr>
            <a:lvl4pPr lvl="3" rtl="0">
              <a:lnSpc>
                <a:spcPct val="100000"/>
              </a:lnSpc>
              <a:spcBef>
                <a:spcPts val="0"/>
              </a:spcBef>
              <a:spcAft>
                <a:spcPts val="0"/>
              </a:spcAft>
              <a:buClr>
                <a:schemeClr val="lt1"/>
              </a:buClr>
              <a:buSzPts val="1400"/>
              <a:buChar char="●"/>
              <a:defRPr>
                <a:solidFill>
                  <a:schemeClr val="lt1"/>
                </a:solidFill>
              </a:defRPr>
            </a:lvl4pPr>
            <a:lvl5pPr lvl="4" rtl="0">
              <a:lnSpc>
                <a:spcPct val="100000"/>
              </a:lnSpc>
              <a:spcBef>
                <a:spcPts val="0"/>
              </a:spcBef>
              <a:spcAft>
                <a:spcPts val="0"/>
              </a:spcAft>
              <a:buClr>
                <a:schemeClr val="lt1"/>
              </a:buClr>
              <a:buSzPts val="1400"/>
              <a:buChar char="○"/>
              <a:defRPr>
                <a:solidFill>
                  <a:schemeClr val="lt1"/>
                </a:solidFill>
              </a:defRPr>
            </a:lvl5pPr>
            <a:lvl6pPr lvl="5" rtl="0">
              <a:lnSpc>
                <a:spcPct val="100000"/>
              </a:lnSpc>
              <a:spcBef>
                <a:spcPts val="0"/>
              </a:spcBef>
              <a:spcAft>
                <a:spcPts val="0"/>
              </a:spcAft>
              <a:buClr>
                <a:schemeClr val="lt1"/>
              </a:buClr>
              <a:buSzPts val="1400"/>
              <a:buChar char="■"/>
              <a:defRPr>
                <a:solidFill>
                  <a:schemeClr val="lt1"/>
                </a:solidFill>
              </a:defRPr>
            </a:lvl6pPr>
            <a:lvl7pPr lvl="6" rtl="0">
              <a:lnSpc>
                <a:spcPct val="100000"/>
              </a:lnSpc>
              <a:spcBef>
                <a:spcPts val="0"/>
              </a:spcBef>
              <a:spcAft>
                <a:spcPts val="0"/>
              </a:spcAft>
              <a:buClr>
                <a:schemeClr val="lt1"/>
              </a:buClr>
              <a:buSzPts val="1400"/>
              <a:buChar char="●"/>
              <a:defRPr>
                <a:solidFill>
                  <a:schemeClr val="lt1"/>
                </a:solidFill>
              </a:defRPr>
            </a:lvl7pPr>
            <a:lvl8pPr lvl="7" rtl="0">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5491" name="Google Shape;5491;p718"/>
          <p:cNvSpPr txBox="1"/>
          <p:nvPr>
            <p:ph idx="3" type="subTitle"/>
          </p:nvPr>
        </p:nvSpPr>
        <p:spPr>
          <a:xfrm>
            <a:off x="821225" y="1404325"/>
            <a:ext cx="7609500" cy="572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2800"/>
              <a:buNone/>
              <a:defRPr b="1">
                <a:solidFill>
                  <a:schemeClr val="lt1"/>
                </a:solidFill>
              </a:defRPr>
            </a:lvl1pPr>
            <a:lvl2pPr lvl="1" rtl="0">
              <a:lnSpc>
                <a:spcPct val="100000"/>
              </a:lnSpc>
              <a:spcBef>
                <a:spcPts val="0"/>
              </a:spcBef>
              <a:spcAft>
                <a:spcPts val="0"/>
              </a:spcAft>
              <a:buClr>
                <a:schemeClr val="lt1"/>
              </a:buClr>
              <a:buSzPts val="2800"/>
              <a:buNone/>
              <a:defRPr b="1" sz="2800">
                <a:solidFill>
                  <a:schemeClr val="lt1"/>
                </a:solidFill>
              </a:defRPr>
            </a:lvl2pPr>
            <a:lvl3pPr lvl="2" rtl="0">
              <a:lnSpc>
                <a:spcPct val="100000"/>
              </a:lnSpc>
              <a:spcBef>
                <a:spcPts val="0"/>
              </a:spcBef>
              <a:spcAft>
                <a:spcPts val="0"/>
              </a:spcAft>
              <a:buClr>
                <a:schemeClr val="lt1"/>
              </a:buClr>
              <a:buSzPts val="2800"/>
              <a:buNone/>
              <a:defRPr b="1" sz="2800">
                <a:solidFill>
                  <a:schemeClr val="lt1"/>
                </a:solidFill>
              </a:defRPr>
            </a:lvl3pPr>
            <a:lvl4pPr lvl="3" rtl="0">
              <a:lnSpc>
                <a:spcPct val="100000"/>
              </a:lnSpc>
              <a:spcBef>
                <a:spcPts val="0"/>
              </a:spcBef>
              <a:spcAft>
                <a:spcPts val="0"/>
              </a:spcAft>
              <a:buClr>
                <a:schemeClr val="lt1"/>
              </a:buClr>
              <a:buSzPts val="2800"/>
              <a:buNone/>
              <a:defRPr b="1" sz="2800">
                <a:solidFill>
                  <a:schemeClr val="lt1"/>
                </a:solidFill>
              </a:defRPr>
            </a:lvl4pPr>
            <a:lvl5pPr lvl="4" rtl="0">
              <a:lnSpc>
                <a:spcPct val="100000"/>
              </a:lnSpc>
              <a:spcBef>
                <a:spcPts val="0"/>
              </a:spcBef>
              <a:spcAft>
                <a:spcPts val="0"/>
              </a:spcAft>
              <a:buClr>
                <a:schemeClr val="lt1"/>
              </a:buClr>
              <a:buSzPts val="2800"/>
              <a:buNone/>
              <a:defRPr b="1" sz="2800">
                <a:solidFill>
                  <a:schemeClr val="lt1"/>
                </a:solidFill>
              </a:defRPr>
            </a:lvl5pPr>
            <a:lvl6pPr lvl="5" rtl="0">
              <a:lnSpc>
                <a:spcPct val="100000"/>
              </a:lnSpc>
              <a:spcBef>
                <a:spcPts val="0"/>
              </a:spcBef>
              <a:spcAft>
                <a:spcPts val="0"/>
              </a:spcAft>
              <a:buClr>
                <a:schemeClr val="lt1"/>
              </a:buClr>
              <a:buSzPts val="2800"/>
              <a:buNone/>
              <a:defRPr b="1" sz="2800">
                <a:solidFill>
                  <a:schemeClr val="lt1"/>
                </a:solidFill>
              </a:defRPr>
            </a:lvl6pPr>
            <a:lvl7pPr lvl="6" rtl="0">
              <a:lnSpc>
                <a:spcPct val="100000"/>
              </a:lnSpc>
              <a:spcBef>
                <a:spcPts val="0"/>
              </a:spcBef>
              <a:spcAft>
                <a:spcPts val="0"/>
              </a:spcAft>
              <a:buClr>
                <a:schemeClr val="lt1"/>
              </a:buClr>
              <a:buSzPts val="2800"/>
              <a:buNone/>
              <a:defRPr b="1" sz="2800">
                <a:solidFill>
                  <a:schemeClr val="lt1"/>
                </a:solidFill>
              </a:defRPr>
            </a:lvl7pPr>
            <a:lvl8pPr lvl="7" rtl="0">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Tree>
  </p:cSld>
  <p:clrMapOvr>
    <a:masterClrMapping/>
  </p:clrMapOvr>
</p:sldLayout>
</file>

<file path=ppt/slideLayouts/slideLayout7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bg>
      <p:bgPr>
        <a:solidFill>
          <a:schemeClr val="dk1"/>
        </a:solidFill>
      </p:bgPr>
    </p:bg>
    <p:spTree>
      <p:nvGrpSpPr>
        <p:cNvPr id="5492" name="Shape 5492"/>
        <p:cNvGrpSpPr/>
        <p:nvPr/>
      </p:nvGrpSpPr>
      <p:grpSpPr>
        <a:xfrm>
          <a:off x="0" y="0"/>
          <a:ext cx="0" cy="0"/>
          <a:chOff x="0" y="0"/>
          <a:chExt cx="0" cy="0"/>
        </a:xfrm>
      </p:grpSpPr>
      <p:sp>
        <p:nvSpPr>
          <p:cNvPr id="5493" name="Google Shape;5493;p719"/>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19"/>
          <p:cNvSpPr txBox="1"/>
          <p:nvPr>
            <p:ph type="title"/>
          </p:nvPr>
        </p:nvSpPr>
        <p:spPr>
          <a:xfrm>
            <a:off x="4762538" y="1024043"/>
            <a:ext cx="3159900" cy="20289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1800"/>
              <a:buNone/>
              <a:defRPr>
                <a:solidFill>
                  <a:schemeClr val="lt1"/>
                </a:solidFill>
              </a:defRPr>
            </a:lvl1pPr>
            <a:lvl2pPr lvl="1" rtl="0">
              <a:spcBef>
                <a:spcPts val="0"/>
              </a:spcBef>
              <a:spcAft>
                <a:spcPts val="0"/>
              </a:spcAft>
              <a:buClr>
                <a:schemeClr val="lt1"/>
              </a:buClr>
              <a:buSzPts val="1800"/>
              <a:buNone/>
              <a:defRPr sz="1800">
                <a:solidFill>
                  <a:schemeClr val="lt1"/>
                </a:solidFill>
              </a:defRPr>
            </a:lvl2pPr>
            <a:lvl3pPr lvl="2" rtl="0">
              <a:spcBef>
                <a:spcPts val="0"/>
              </a:spcBef>
              <a:spcAft>
                <a:spcPts val="0"/>
              </a:spcAft>
              <a:buClr>
                <a:schemeClr val="lt1"/>
              </a:buClr>
              <a:buSzPts val="1800"/>
              <a:buNone/>
              <a:defRPr sz="1800">
                <a:solidFill>
                  <a:schemeClr val="lt1"/>
                </a:solidFill>
              </a:defRPr>
            </a:lvl3pPr>
            <a:lvl4pPr lvl="3" rtl="0">
              <a:spcBef>
                <a:spcPts val="0"/>
              </a:spcBef>
              <a:spcAft>
                <a:spcPts val="0"/>
              </a:spcAft>
              <a:buClr>
                <a:schemeClr val="lt1"/>
              </a:buClr>
              <a:buSzPts val="1800"/>
              <a:buNone/>
              <a:defRPr sz="1800">
                <a:solidFill>
                  <a:schemeClr val="lt1"/>
                </a:solidFill>
              </a:defRPr>
            </a:lvl4pPr>
            <a:lvl5pPr lvl="4" rtl="0">
              <a:spcBef>
                <a:spcPts val="0"/>
              </a:spcBef>
              <a:spcAft>
                <a:spcPts val="0"/>
              </a:spcAft>
              <a:buClr>
                <a:schemeClr val="lt1"/>
              </a:buClr>
              <a:buSzPts val="1800"/>
              <a:buNone/>
              <a:defRPr sz="1800">
                <a:solidFill>
                  <a:schemeClr val="lt1"/>
                </a:solidFill>
              </a:defRPr>
            </a:lvl5pPr>
            <a:lvl6pPr lvl="5" rtl="0">
              <a:spcBef>
                <a:spcPts val="0"/>
              </a:spcBef>
              <a:spcAft>
                <a:spcPts val="0"/>
              </a:spcAft>
              <a:buClr>
                <a:schemeClr val="lt1"/>
              </a:buClr>
              <a:buSzPts val="1800"/>
              <a:buNone/>
              <a:defRPr sz="1800">
                <a:solidFill>
                  <a:schemeClr val="lt1"/>
                </a:solidFill>
              </a:defRPr>
            </a:lvl6pPr>
            <a:lvl7pPr lvl="6" rtl="0">
              <a:spcBef>
                <a:spcPts val="0"/>
              </a:spcBef>
              <a:spcAft>
                <a:spcPts val="0"/>
              </a:spcAft>
              <a:buClr>
                <a:schemeClr val="lt1"/>
              </a:buClr>
              <a:buSzPts val="1800"/>
              <a:buNone/>
              <a:defRPr sz="1800">
                <a:solidFill>
                  <a:schemeClr val="lt1"/>
                </a:solidFill>
              </a:defRPr>
            </a:lvl7pPr>
            <a:lvl8pPr lvl="7" rtl="0">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5495" name="Google Shape;5495;p719"/>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600"/>
              <a:buNone/>
              <a:defRPr sz="1400">
                <a:solidFill>
                  <a:schemeClr val="lt1"/>
                </a:solidFill>
              </a:defRPr>
            </a:lvl1pPr>
            <a:lvl2pPr lvl="1" rtl="0">
              <a:lnSpc>
                <a:spcPct val="100000"/>
              </a:lnSpc>
              <a:spcBef>
                <a:spcPts val="0"/>
              </a:spcBef>
              <a:spcAft>
                <a:spcPts val="0"/>
              </a:spcAft>
              <a:buClr>
                <a:schemeClr val="lt1"/>
              </a:buClr>
              <a:buSzPts val="2800"/>
              <a:buNone/>
              <a:defRPr sz="2800">
                <a:solidFill>
                  <a:schemeClr val="lt1"/>
                </a:solidFill>
              </a:defRPr>
            </a:lvl2pPr>
            <a:lvl3pPr lvl="2" rtl="0">
              <a:lnSpc>
                <a:spcPct val="100000"/>
              </a:lnSpc>
              <a:spcBef>
                <a:spcPts val="0"/>
              </a:spcBef>
              <a:spcAft>
                <a:spcPts val="0"/>
              </a:spcAft>
              <a:buClr>
                <a:schemeClr val="lt1"/>
              </a:buClr>
              <a:buSzPts val="2800"/>
              <a:buNone/>
              <a:defRPr sz="2800">
                <a:solidFill>
                  <a:schemeClr val="lt1"/>
                </a:solidFill>
              </a:defRPr>
            </a:lvl3pPr>
            <a:lvl4pPr lvl="3" rtl="0">
              <a:lnSpc>
                <a:spcPct val="100000"/>
              </a:lnSpc>
              <a:spcBef>
                <a:spcPts val="0"/>
              </a:spcBef>
              <a:spcAft>
                <a:spcPts val="0"/>
              </a:spcAft>
              <a:buClr>
                <a:schemeClr val="lt1"/>
              </a:buClr>
              <a:buSzPts val="2800"/>
              <a:buNone/>
              <a:defRPr sz="2800">
                <a:solidFill>
                  <a:schemeClr val="lt1"/>
                </a:solidFill>
              </a:defRPr>
            </a:lvl4pPr>
            <a:lvl5pPr lvl="4" rtl="0">
              <a:lnSpc>
                <a:spcPct val="100000"/>
              </a:lnSpc>
              <a:spcBef>
                <a:spcPts val="0"/>
              </a:spcBef>
              <a:spcAft>
                <a:spcPts val="0"/>
              </a:spcAft>
              <a:buClr>
                <a:schemeClr val="lt1"/>
              </a:buClr>
              <a:buSzPts val="2800"/>
              <a:buNone/>
              <a:defRPr sz="2800">
                <a:solidFill>
                  <a:schemeClr val="lt1"/>
                </a:solidFill>
              </a:defRPr>
            </a:lvl5pPr>
            <a:lvl6pPr lvl="5" rtl="0">
              <a:lnSpc>
                <a:spcPct val="100000"/>
              </a:lnSpc>
              <a:spcBef>
                <a:spcPts val="0"/>
              </a:spcBef>
              <a:spcAft>
                <a:spcPts val="0"/>
              </a:spcAft>
              <a:buClr>
                <a:schemeClr val="lt1"/>
              </a:buClr>
              <a:buSzPts val="2800"/>
              <a:buNone/>
              <a:defRPr sz="2800">
                <a:solidFill>
                  <a:schemeClr val="lt1"/>
                </a:solidFill>
              </a:defRPr>
            </a:lvl6pPr>
            <a:lvl7pPr lvl="6" rtl="0">
              <a:lnSpc>
                <a:spcPct val="100000"/>
              </a:lnSpc>
              <a:spcBef>
                <a:spcPts val="0"/>
              </a:spcBef>
              <a:spcAft>
                <a:spcPts val="0"/>
              </a:spcAft>
              <a:buClr>
                <a:schemeClr val="lt1"/>
              </a:buClr>
              <a:buSzPts val="2800"/>
              <a:buNone/>
              <a:defRPr sz="2800">
                <a:solidFill>
                  <a:schemeClr val="lt1"/>
                </a:solidFill>
              </a:defRPr>
            </a:lvl7pPr>
            <a:lvl8pPr lvl="7" rtl="0">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7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bg>
      <p:bgPr>
        <a:solidFill>
          <a:schemeClr val="dk1"/>
        </a:solidFill>
      </p:bgPr>
    </p:bg>
    <p:spTree>
      <p:nvGrpSpPr>
        <p:cNvPr id="5496" name="Shape 5496"/>
        <p:cNvGrpSpPr/>
        <p:nvPr/>
      </p:nvGrpSpPr>
      <p:grpSpPr>
        <a:xfrm>
          <a:off x="0" y="0"/>
          <a:ext cx="0" cy="0"/>
          <a:chOff x="0" y="0"/>
          <a:chExt cx="0" cy="0"/>
        </a:xfrm>
      </p:grpSpPr>
      <p:sp>
        <p:nvSpPr>
          <p:cNvPr id="5497" name="Google Shape;5497;p720"/>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20"/>
          <p:cNvSpPr txBox="1"/>
          <p:nvPr>
            <p:ph type="title"/>
          </p:nvPr>
        </p:nvSpPr>
        <p:spPr>
          <a:xfrm>
            <a:off x="954338" y="1773175"/>
            <a:ext cx="2518200" cy="5070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1800"/>
              <a:buNone/>
              <a:defRPr sz="1800">
                <a:solidFill>
                  <a:schemeClr val="lt1"/>
                </a:solidFill>
              </a:defRPr>
            </a:lvl1pPr>
            <a:lvl2pPr lvl="1" rtl="0">
              <a:spcBef>
                <a:spcPts val="0"/>
              </a:spcBef>
              <a:spcAft>
                <a:spcPts val="0"/>
              </a:spcAft>
              <a:buClr>
                <a:schemeClr val="lt1"/>
              </a:buClr>
              <a:buSzPts val="1800"/>
              <a:buNone/>
              <a:defRPr sz="1800">
                <a:solidFill>
                  <a:schemeClr val="lt1"/>
                </a:solidFill>
              </a:defRPr>
            </a:lvl2pPr>
            <a:lvl3pPr lvl="2" rtl="0">
              <a:spcBef>
                <a:spcPts val="0"/>
              </a:spcBef>
              <a:spcAft>
                <a:spcPts val="0"/>
              </a:spcAft>
              <a:buClr>
                <a:schemeClr val="lt1"/>
              </a:buClr>
              <a:buSzPts val="1800"/>
              <a:buNone/>
              <a:defRPr sz="1800">
                <a:solidFill>
                  <a:schemeClr val="lt1"/>
                </a:solidFill>
              </a:defRPr>
            </a:lvl3pPr>
            <a:lvl4pPr lvl="3" rtl="0">
              <a:spcBef>
                <a:spcPts val="0"/>
              </a:spcBef>
              <a:spcAft>
                <a:spcPts val="0"/>
              </a:spcAft>
              <a:buClr>
                <a:schemeClr val="lt1"/>
              </a:buClr>
              <a:buSzPts val="1800"/>
              <a:buNone/>
              <a:defRPr sz="1800">
                <a:solidFill>
                  <a:schemeClr val="lt1"/>
                </a:solidFill>
              </a:defRPr>
            </a:lvl4pPr>
            <a:lvl5pPr lvl="4" rtl="0">
              <a:spcBef>
                <a:spcPts val="0"/>
              </a:spcBef>
              <a:spcAft>
                <a:spcPts val="0"/>
              </a:spcAft>
              <a:buClr>
                <a:schemeClr val="lt1"/>
              </a:buClr>
              <a:buSzPts val="1800"/>
              <a:buNone/>
              <a:defRPr sz="1800">
                <a:solidFill>
                  <a:schemeClr val="lt1"/>
                </a:solidFill>
              </a:defRPr>
            </a:lvl5pPr>
            <a:lvl6pPr lvl="5" rtl="0">
              <a:spcBef>
                <a:spcPts val="0"/>
              </a:spcBef>
              <a:spcAft>
                <a:spcPts val="0"/>
              </a:spcAft>
              <a:buClr>
                <a:schemeClr val="lt1"/>
              </a:buClr>
              <a:buSzPts val="1800"/>
              <a:buNone/>
              <a:defRPr sz="1800">
                <a:solidFill>
                  <a:schemeClr val="lt1"/>
                </a:solidFill>
              </a:defRPr>
            </a:lvl6pPr>
            <a:lvl7pPr lvl="6" rtl="0">
              <a:spcBef>
                <a:spcPts val="0"/>
              </a:spcBef>
              <a:spcAft>
                <a:spcPts val="0"/>
              </a:spcAft>
              <a:buClr>
                <a:schemeClr val="lt1"/>
              </a:buClr>
              <a:buSzPts val="1800"/>
              <a:buNone/>
              <a:defRPr sz="1800">
                <a:solidFill>
                  <a:schemeClr val="lt1"/>
                </a:solidFill>
              </a:defRPr>
            </a:lvl7pPr>
            <a:lvl8pPr lvl="7" rtl="0">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5499" name="Google Shape;5499;p720"/>
          <p:cNvSpPr txBox="1"/>
          <p:nvPr>
            <p:ph idx="1" type="subTitle"/>
          </p:nvPr>
        </p:nvSpPr>
        <p:spPr>
          <a:xfrm>
            <a:off x="954338" y="2279975"/>
            <a:ext cx="2518200" cy="1233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600"/>
              <a:buNone/>
              <a:defRPr sz="1400">
                <a:solidFill>
                  <a:schemeClr val="lt1"/>
                </a:solidFill>
              </a:defRPr>
            </a:lvl1pPr>
            <a:lvl2pPr lvl="1" rtl="0">
              <a:lnSpc>
                <a:spcPct val="100000"/>
              </a:lnSpc>
              <a:spcBef>
                <a:spcPts val="0"/>
              </a:spcBef>
              <a:spcAft>
                <a:spcPts val="0"/>
              </a:spcAft>
              <a:buClr>
                <a:schemeClr val="lt1"/>
              </a:buClr>
              <a:buSzPts val="2800"/>
              <a:buNone/>
              <a:defRPr sz="2800">
                <a:solidFill>
                  <a:schemeClr val="lt1"/>
                </a:solidFill>
              </a:defRPr>
            </a:lvl2pPr>
            <a:lvl3pPr lvl="2" rtl="0">
              <a:lnSpc>
                <a:spcPct val="100000"/>
              </a:lnSpc>
              <a:spcBef>
                <a:spcPts val="0"/>
              </a:spcBef>
              <a:spcAft>
                <a:spcPts val="0"/>
              </a:spcAft>
              <a:buClr>
                <a:schemeClr val="lt1"/>
              </a:buClr>
              <a:buSzPts val="2800"/>
              <a:buNone/>
              <a:defRPr sz="2800">
                <a:solidFill>
                  <a:schemeClr val="lt1"/>
                </a:solidFill>
              </a:defRPr>
            </a:lvl3pPr>
            <a:lvl4pPr lvl="3" rtl="0">
              <a:lnSpc>
                <a:spcPct val="100000"/>
              </a:lnSpc>
              <a:spcBef>
                <a:spcPts val="0"/>
              </a:spcBef>
              <a:spcAft>
                <a:spcPts val="0"/>
              </a:spcAft>
              <a:buClr>
                <a:schemeClr val="lt1"/>
              </a:buClr>
              <a:buSzPts val="2800"/>
              <a:buNone/>
              <a:defRPr sz="2800">
                <a:solidFill>
                  <a:schemeClr val="lt1"/>
                </a:solidFill>
              </a:defRPr>
            </a:lvl4pPr>
            <a:lvl5pPr lvl="4" rtl="0">
              <a:lnSpc>
                <a:spcPct val="100000"/>
              </a:lnSpc>
              <a:spcBef>
                <a:spcPts val="0"/>
              </a:spcBef>
              <a:spcAft>
                <a:spcPts val="0"/>
              </a:spcAft>
              <a:buClr>
                <a:schemeClr val="lt1"/>
              </a:buClr>
              <a:buSzPts val="2800"/>
              <a:buNone/>
              <a:defRPr sz="2800">
                <a:solidFill>
                  <a:schemeClr val="lt1"/>
                </a:solidFill>
              </a:defRPr>
            </a:lvl5pPr>
            <a:lvl6pPr lvl="5" rtl="0">
              <a:lnSpc>
                <a:spcPct val="100000"/>
              </a:lnSpc>
              <a:spcBef>
                <a:spcPts val="0"/>
              </a:spcBef>
              <a:spcAft>
                <a:spcPts val="0"/>
              </a:spcAft>
              <a:buClr>
                <a:schemeClr val="lt1"/>
              </a:buClr>
              <a:buSzPts val="2800"/>
              <a:buNone/>
              <a:defRPr sz="2800">
                <a:solidFill>
                  <a:schemeClr val="lt1"/>
                </a:solidFill>
              </a:defRPr>
            </a:lvl6pPr>
            <a:lvl7pPr lvl="6" rtl="0">
              <a:lnSpc>
                <a:spcPct val="100000"/>
              </a:lnSpc>
              <a:spcBef>
                <a:spcPts val="0"/>
              </a:spcBef>
              <a:spcAft>
                <a:spcPts val="0"/>
              </a:spcAft>
              <a:buClr>
                <a:schemeClr val="lt1"/>
              </a:buClr>
              <a:buSzPts val="2800"/>
              <a:buNone/>
              <a:defRPr sz="2800">
                <a:solidFill>
                  <a:schemeClr val="lt1"/>
                </a:solidFill>
              </a:defRPr>
            </a:lvl7pPr>
            <a:lvl8pPr lvl="7" rtl="0">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7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
    <p:bg>
      <p:bgPr>
        <a:solidFill>
          <a:schemeClr val="dk1"/>
        </a:solidFill>
      </p:bgPr>
    </p:bg>
    <p:spTree>
      <p:nvGrpSpPr>
        <p:cNvPr id="5500" name="Shape 5500"/>
        <p:cNvGrpSpPr/>
        <p:nvPr/>
      </p:nvGrpSpPr>
      <p:grpSpPr>
        <a:xfrm>
          <a:off x="0" y="0"/>
          <a:ext cx="0" cy="0"/>
          <a:chOff x="0" y="0"/>
          <a:chExt cx="0" cy="0"/>
        </a:xfrm>
      </p:grpSpPr>
      <p:grpSp>
        <p:nvGrpSpPr>
          <p:cNvPr id="5501" name="Google Shape;5501;p721"/>
          <p:cNvGrpSpPr/>
          <p:nvPr/>
        </p:nvGrpSpPr>
        <p:grpSpPr>
          <a:xfrm>
            <a:off x="713225" y="539500"/>
            <a:ext cx="7717500" cy="4064400"/>
            <a:chOff x="713225" y="539500"/>
            <a:chExt cx="7717500" cy="4064400"/>
          </a:xfrm>
        </p:grpSpPr>
        <p:sp>
          <p:nvSpPr>
            <p:cNvPr id="5502" name="Google Shape;5502;p72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03" name="Google Shape;5503;p72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504" name="Google Shape;5504;p72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505" name="Google Shape;5505;p721"/>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2800"/>
              <a:buNone/>
              <a:defRPr b="1">
                <a:solidFill>
                  <a:schemeClr val="lt1"/>
                </a:solidFill>
              </a:defRPr>
            </a:lvl1pPr>
            <a:lvl2pPr lvl="1" rtl="0">
              <a:lnSpc>
                <a:spcPct val="100000"/>
              </a:lnSpc>
              <a:spcBef>
                <a:spcPts val="0"/>
              </a:spcBef>
              <a:spcAft>
                <a:spcPts val="0"/>
              </a:spcAft>
              <a:buClr>
                <a:schemeClr val="lt1"/>
              </a:buClr>
              <a:buSzPts val="2800"/>
              <a:buNone/>
              <a:defRPr b="1" sz="2800">
                <a:solidFill>
                  <a:schemeClr val="lt1"/>
                </a:solidFill>
              </a:defRPr>
            </a:lvl2pPr>
            <a:lvl3pPr lvl="2" rtl="0">
              <a:lnSpc>
                <a:spcPct val="100000"/>
              </a:lnSpc>
              <a:spcBef>
                <a:spcPts val="0"/>
              </a:spcBef>
              <a:spcAft>
                <a:spcPts val="0"/>
              </a:spcAft>
              <a:buClr>
                <a:schemeClr val="lt1"/>
              </a:buClr>
              <a:buSzPts val="2800"/>
              <a:buNone/>
              <a:defRPr b="1" sz="2800">
                <a:solidFill>
                  <a:schemeClr val="lt1"/>
                </a:solidFill>
              </a:defRPr>
            </a:lvl3pPr>
            <a:lvl4pPr lvl="3" rtl="0">
              <a:lnSpc>
                <a:spcPct val="100000"/>
              </a:lnSpc>
              <a:spcBef>
                <a:spcPts val="0"/>
              </a:spcBef>
              <a:spcAft>
                <a:spcPts val="0"/>
              </a:spcAft>
              <a:buClr>
                <a:schemeClr val="lt1"/>
              </a:buClr>
              <a:buSzPts val="2800"/>
              <a:buNone/>
              <a:defRPr b="1" sz="2800">
                <a:solidFill>
                  <a:schemeClr val="lt1"/>
                </a:solidFill>
              </a:defRPr>
            </a:lvl4pPr>
            <a:lvl5pPr lvl="4" rtl="0">
              <a:lnSpc>
                <a:spcPct val="100000"/>
              </a:lnSpc>
              <a:spcBef>
                <a:spcPts val="0"/>
              </a:spcBef>
              <a:spcAft>
                <a:spcPts val="0"/>
              </a:spcAft>
              <a:buClr>
                <a:schemeClr val="lt1"/>
              </a:buClr>
              <a:buSzPts val="2800"/>
              <a:buNone/>
              <a:defRPr b="1" sz="2800">
                <a:solidFill>
                  <a:schemeClr val="lt1"/>
                </a:solidFill>
              </a:defRPr>
            </a:lvl5pPr>
            <a:lvl6pPr lvl="5" rtl="0">
              <a:lnSpc>
                <a:spcPct val="100000"/>
              </a:lnSpc>
              <a:spcBef>
                <a:spcPts val="0"/>
              </a:spcBef>
              <a:spcAft>
                <a:spcPts val="0"/>
              </a:spcAft>
              <a:buClr>
                <a:schemeClr val="lt1"/>
              </a:buClr>
              <a:buSzPts val="2800"/>
              <a:buNone/>
              <a:defRPr b="1" sz="2800">
                <a:solidFill>
                  <a:schemeClr val="lt1"/>
                </a:solidFill>
              </a:defRPr>
            </a:lvl6pPr>
            <a:lvl7pPr lvl="6" rtl="0">
              <a:lnSpc>
                <a:spcPct val="100000"/>
              </a:lnSpc>
              <a:spcBef>
                <a:spcPts val="0"/>
              </a:spcBef>
              <a:spcAft>
                <a:spcPts val="0"/>
              </a:spcAft>
              <a:buClr>
                <a:schemeClr val="lt1"/>
              </a:buClr>
              <a:buSzPts val="2800"/>
              <a:buNone/>
              <a:defRPr b="1" sz="2800">
                <a:solidFill>
                  <a:schemeClr val="lt1"/>
                </a:solidFill>
              </a:defRPr>
            </a:lvl7pPr>
            <a:lvl8pPr lvl="7" rtl="0">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5506" name="Google Shape;5506;p721"/>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2800"/>
              <a:buNone/>
              <a:defRPr b="1">
                <a:solidFill>
                  <a:schemeClr val="lt1"/>
                </a:solidFill>
              </a:defRPr>
            </a:lvl1pPr>
            <a:lvl2pPr lvl="1" rtl="0">
              <a:lnSpc>
                <a:spcPct val="100000"/>
              </a:lnSpc>
              <a:spcBef>
                <a:spcPts val="0"/>
              </a:spcBef>
              <a:spcAft>
                <a:spcPts val="0"/>
              </a:spcAft>
              <a:buClr>
                <a:schemeClr val="lt1"/>
              </a:buClr>
              <a:buSzPts val="2800"/>
              <a:buNone/>
              <a:defRPr b="1" sz="2800">
                <a:solidFill>
                  <a:schemeClr val="lt1"/>
                </a:solidFill>
              </a:defRPr>
            </a:lvl2pPr>
            <a:lvl3pPr lvl="2" rtl="0">
              <a:lnSpc>
                <a:spcPct val="100000"/>
              </a:lnSpc>
              <a:spcBef>
                <a:spcPts val="0"/>
              </a:spcBef>
              <a:spcAft>
                <a:spcPts val="0"/>
              </a:spcAft>
              <a:buClr>
                <a:schemeClr val="lt1"/>
              </a:buClr>
              <a:buSzPts val="2800"/>
              <a:buNone/>
              <a:defRPr b="1" sz="2800">
                <a:solidFill>
                  <a:schemeClr val="lt1"/>
                </a:solidFill>
              </a:defRPr>
            </a:lvl3pPr>
            <a:lvl4pPr lvl="3" rtl="0">
              <a:lnSpc>
                <a:spcPct val="100000"/>
              </a:lnSpc>
              <a:spcBef>
                <a:spcPts val="0"/>
              </a:spcBef>
              <a:spcAft>
                <a:spcPts val="0"/>
              </a:spcAft>
              <a:buClr>
                <a:schemeClr val="lt1"/>
              </a:buClr>
              <a:buSzPts val="2800"/>
              <a:buNone/>
              <a:defRPr b="1" sz="2800">
                <a:solidFill>
                  <a:schemeClr val="lt1"/>
                </a:solidFill>
              </a:defRPr>
            </a:lvl4pPr>
            <a:lvl5pPr lvl="4" rtl="0">
              <a:lnSpc>
                <a:spcPct val="100000"/>
              </a:lnSpc>
              <a:spcBef>
                <a:spcPts val="0"/>
              </a:spcBef>
              <a:spcAft>
                <a:spcPts val="0"/>
              </a:spcAft>
              <a:buClr>
                <a:schemeClr val="lt1"/>
              </a:buClr>
              <a:buSzPts val="2800"/>
              <a:buNone/>
              <a:defRPr b="1" sz="2800">
                <a:solidFill>
                  <a:schemeClr val="lt1"/>
                </a:solidFill>
              </a:defRPr>
            </a:lvl5pPr>
            <a:lvl6pPr lvl="5" rtl="0">
              <a:lnSpc>
                <a:spcPct val="100000"/>
              </a:lnSpc>
              <a:spcBef>
                <a:spcPts val="0"/>
              </a:spcBef>
              <a:spcAft>
                <a:spcPts val="0"/>
              </a:spcAft>
              <a:buClr>
                <a:schemeClr val="lt1"/>
              </a:buClr>
              <a:buSzPts val="2800"/>
              <a:buNone/>
              <a:defRPr b="1" sz="2800">
                <a:solidFill>
                  <a:schemeClr val="lt1"/>
                </a:solidFill>
              </a:defRPr>
            </a:lvl6pPr>
            <a:lvl7pPr lvl="6" rtl="0">
              <a:lnSpc>
                <a:spcPct val="100000"/>
              </a:lnSpc>
              <a:spcBef>
                <a:spcPts val="0"/>
              </a:spcBef>
              <a:spcAft>
                <a:spcPts val="0"/>
              </a:spcAft>
              <a:buClr>
                <a:schemeClr val="lt1"/>
              </a:buClr>
              <a:buSzPts val="2800"/>
              <a:buNone/>
              <a:defRPr b="1" sz="2800">
                <a:solidFill>
                  <a:schemeClr val="lt1"/>
                </a:solidFill>
              </a:defRPr>
            </a:lvl7pPr>
            <a:lvl8pPr lvl="7" rtl="0">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5507" name="Google Shape;5507;p721"/>
          <p:cNvSpPr txBox="1"/>
          <p:nvPr>
            <p:ph idx="3" type="subTitle"/>
          </p:nvPr>
        </p:nvSpPr>
        <p:spPr>
          <a:xfrm>
            <a:off x="853775" y="2571192"/>
            <a:ext cx="3599100" cy="1542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400"/>
              <a:buChar char="●"/>
              <a:defRPr sz="1400" u="sng">
                <a:solidFill>
                  <a:schemeClr val="lt1"/>
                </a:solidFill>
              </a:defRPr>
            </a:lvl1pPr>
            <a:lvl2pPr lvl="1" rtl="0">
              <a:lnSpc>
                <a:spcPct val="100000"/>
              </a:lnSpc>
              <a:spcBef>
                <a:spcPts val="0"/>
              </a:spcBef>
              <a:spcAft>
                <a:spcPts val="0"/>
              </a:spcAft>
              <a:buClr>
                <a:schemeClr val="lt1"/>
              </a:buClr>
              <a:buSzPts val="1400"/>
              <a:buChar char="○"/>
              <a:defRPr>
                <a:solidFill>
                  <a:schemeClr val="lt1"/>
                </a:solidFill>
              </a:defRPr>
            </a:lvl2pPr>
            <a:lvl3pPr lvl="2" rtl="0">
              <a:lnSpc>
                <a:spcPct val="100000"/>
              </a:lnSpc>
              <a:spcBef>
                <a:spcPts val="0"/>
              </a:spcBef>
              <a:spcAft>
                <a:spcPts val="0"/>
              </a:spcAft>
              <a:buClr>
                <a:schemeClr val="lt1"/>
              </a:buClr>
              <a:buSzPts val="1400"/>
              <a:buChar char="■"/>
              <a:defRPr>
                <a:solidFill>
                  <a:schemeClr val="lt1"/>
                </a:solidFill>
              </a:defRPr>
            </a:lvl3pPr>
            <a:lvl4pPr lvl="3" rtl="0">
              <a:lnSpc>
                <a:spcPct val="100000"/>
              </a:lnSpc>
              <a:spcBef>
                <a:spcPts val="0"/>
              </a:spcBef>
              <a:spcAft>
                <a:spcPts val="0"/>
              </a:spcAft>
              <a:buClr>
                <a:schemeClr val="lt1"/>
              </a:buClr>
              <a:buSzPts val="1400"/>
              <a:buChar char="●"/>
              <a:defRPr>
                <a:solidFill>
                  <a:schemeClr val="lt1"/>
                </a:solidFill>
              </a:defRPr>
            </a:lvl4pPr>
            <a:lvl5pPr lvl="4" rtl="0">
              <a:lnSpc>
                <a:spcPct val="100000"/>
              </a:lnSpc>
              <a:spcBef>
                <a:spcPts val="0"/>
              </a:spcBef>
              <a:spcAft>
                <a:spcPts val="0"/>
              </a:spcAft>
              <a:buClr>
                <a:schemeClr val="lt1"/>
              </a:buClr>
              <a:buSzPts val="1400"/>
              <a:buChar char="○"/>
              <a:defRPr>
                <a:solidFill>
                  <a:schemeClr val="lt1"/>
                </a:solidFill>
              </a:defRPr>
            </a:lvl5pPr>
            <a:lvl6pPr lvl="5" rtl="0">
              <a:lnSpc>
                <a:spcPct val="100000"/>
              </a:lnSpc>
              <a:spcBef>
                <a:spcPts val="0"/>
              </a:spcBef>
              <a:spcAft>
                <a:spcPts val="0"/>
              </a:spcAft>
              <a:buClr>
                <a:schemeClr val="lt1"/>
              </a:buClr>
              <a:buSzPts val="1400"/>
              <a:buChar char="■"/>
              <a:defRPr>
                <a:solidFill>
                  <a:schemeClr val="lt1"/>
                </a:solidFill>
              </a:defRPr>
            </a:lvl6pPr>
            <a:lvl7pPr lvl="6" rtl="0">
              <a:lnSpc>
                <a:spcPct val="100000"/>
              </a:lnSpc>
              <a:spcBef>
                <a:spcPts val="0"/>
              </a:spcBef>
              <a:spcAft>
                <a:spcPts val="0"/>
              </a:spcAft>
              <a:buClr>
                <a:schemeClr val="lt1"/>
              </a:buClr>
              <a:buSzPts val="1400"/>
              <a:buChar char="●"/>
              <a:defRPr>
                <a:solidFill>
                  <a:schemeClr val="lt1"/>
                </a:solidFill>
              </a:defRPr>
            </a:lvl7pPr>
            <a:lvl8pPr lvl="7" rtl="0">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5508" name="Google Shape;5508;p721"/>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2800"/>
              <a:buNone/>
              <a:defRPr b="1">
                <a:solidFill>
                  <a:schemeClr val="lt1"/>
                </a:solidFill>
              </a:defRPr>
            </a:lvl1pPr>
            <a:lvl2pPr lvl="1" rtl="0">
              <a:lnSpc>
                <a:spcPct val="100000"/>
              </a:lnSpc>
              <a:spcBef>
                <a:spcPts val="0"/>
              </a:spcBef>
              <a:spcAft>
                <a:spcPts val="0"/>
              </a:spcAft>
              <a:buClr>
                <a:schemeClr val="lt1"/>
              </a:buClr>
              <a:buSzPts val="2800"/>
              <a:buNone/>
              <a:defRPr b="1" sz="2800">
                <a:solidFill>
                  <a:schemeClr val="lt1"/>
                </a:solidFill>
              </a:defRPr>
            </a:lvl2pPr>
            <a:lvl3pPr lvl="2" rtl="0">
              <a:lnSpc>
                <a:spcPct val="100000"/>
              </a:lnSpc>
              <a:spcBef>
                <a:spcPts val="0"/>
              </a:spcBef>
              <a:spcAft>
                <a:spcPts val="0"/>
              </a:spcAft>
              <a:buClr>
                <a:schemeClr val="lt1"/>
              </a:buClr>
              <a:buSzPts val="2800"/>
              <a:buNone/>
              <a:defRPr b="1" sz="2800">
                <a:solidFill>
                  <a:schemeClr val="lt1"/>
                </a:solidFill>
              </a:defRPr>
            </a:lvl3pPr>
            <a:lvl4pPr lvl="3" rtl="0">
              <a:lnSpc>
                <a:spcPct val="100000"/>
              </a:lnSpc>
              <a:spcBef>
                <a:spcPts val="0"/>
              </a:spcBef>
              <a:spcAft>
                <a:spcPts val="0"/>
              </a:spcAft>
              <a:buClr>
                <a:schemeClr val="lt1"/>
              </a:buClr>
              <a:buSzPts val="2800"/>
              <a:buNone/>
              <a:defRPr b="1" sz="2800">
                <a:solidFill>
                  <a:schemeClr val="lt1"/>
                </a:solidFill>
              </a:defRPr>
            </a:lvl4pPr>
            <a:lvl5pPr lvl="4" rtl="0">
              <a:lnSpc>
                <a:spcPct val="100000"/>
              </a:lnSpc>
              <a:spcBef>
                <a:spcPts val="0"/>
              </a:spcBef>
              <a:spcAft>
                <a:spcPts val="0"/>
              </a:spcAft>
              <a:buClr>
                <a:schemeClr val="lt1"/>
              </a:buClr>
              <a:buSzPts val="2800"/>
              <a:buNone/>
              <a:defRPr b="1" sz="2800">
                <a:solidFill>
                  <a:schemeClr val="lt1"/>
                </a:solidFill>
              </a:defRPr>
            </a:lvl5pPr>
            <a:lvl6pPr lvl="5" rtl="0">
              <a:lnSpc>
                <a:spcPct val="100000"/>
              </a:lnSpc>
              <a:spcBef>
                <a:spcPts val="0"/>
              </a:spcBef>
              <a:spcAft>
                <a:spcPts val="0"/>
              </a:spcAft>
              <a:buClr>
                <a:schemeClr val="lt1"/>
              </a:buClr>
              <a:buSzPts val="2800"/>
              <a:buNone/>
              <a:defRPr b="1" sz="2800">
                <a:solidFill>
                  <a:schemeClr val="lt1"/>
                </a:solidFill>
              </a:defRPr>
            </a:lvl6pPr>
            <a:lvl7pPr lvl="6" rtl="0">
              <a:lnSpc>
                <a:spcPct val="100000"/>
              </a:lnSpc>
              <a:spcBef>
                <a:spcPts val="0"/>
              </a:spcBef>
              <a:spcAft>
                <a:spcPts val="0"/>
              </a:spcAft>
              <a:buClr>
                <a:schemeClr val="lt1"/>
              </a:buClr>
              <a:buSzPts val="2800"/>
              <a:buNone/>
              <a:defRPr b="1" sz="2800">
                <a:solidFill>
                  <a:schemeClr val="lt1"/>
                </a:solidFill>
              </a:defRPr>
            </a:lvl7pPr>
            <a:lvl8pPr lvl="7" rtl="0">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5509" name="Google Shape;5509;p721"/>
          <p:cNvSpPr txBox="1"/>
          <p:nvPr>
            <p:ph idx="5" type="subTitle"/>
          </p:nvPr>
        </p:nvSpPr>
        <p:spPr>
          <a:xfrm>
            <a:off x="4615325" y="2570500"/>
            <a:ext cx="3599100" cy="1542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400"/>
              <a:buChar char="●"/>
              <a:defRPr sz="1400" u="sng">
                <a:solidFill>
                  <a:schemeClr val="lt1"/>
                </a:solidFill>
              </a:defRPr>
            </a:lvl1pPr>
            <a:lvl2pPr lvl="1" rtl="0">
              <a:lnSpc>
                <a:spcPct val="100000"/>
              </a:lnSpc>
              <a:spcBef>
                <a:spcPts val="0"/>
              </a:spcBef>
              <a:spcAft>
                <a:spcPts val="0"/>
              </a:spcAft>
              <a:buClr>
                <a:schemeClr val="lt1"/>
              </a:buClr>
              <a:buSzPts val="1400"/>
              <a:buChar char="○"/>
              <a:defRPr>
                <a:solidFill>
                  <a:schemeClr val="lt1"/>
                </a:solidFill>
              </a:defRPr>
            </a:lvl2pPr>
            <a:lvl3pPr lvl="2" rtl="0">
              <a:lnSpc>
                <a:spcPct val="100000"/>
              </a:lnSpc>
              <a:spcBef>
                <a:spcPts val="0"/>
              </a:spcBef>
              <a:spcAft>
                <a:spcPts val="0"/>
              </a:spcAft>
              <a:buClr>
                <a:schemeClr val="lt1"/>
              </a:buClr>
              <a:buSzPts val="1400"/>
              <a:buChar char="■"/>
              <a:defRPr>
                <a:solidFill>
                  <a:schemeClr val="lt1"/>
                </a:solidFill>
              </a:defRPr>
            </a:lvl3pPr>
            <a:lvl4pPr lvl="3" rtl="0">
              <a:lnSpc>
                <a:spcPct val="100000"/>
              </a:lnSpc>
              <a:spcBef>
                <a:spcPts val="0"/>
              </a:spcBef>
              <a:spcAft>
                <a:spcPts val="0"/>
              </a:spcAft>
              <a:buClr>
                <a:schemeClr val="lt1"/>
              </a:buClr>
              <a:buSzPts val="1400"/>
              <a:buChar char="●"/>
              <a:defRPr>
                <a:solidFill>
                  <a:schemeClr val="lt1"/>
                </a:solidFill>
              </a:defRPr>
            </a:lvl4pPr>
            <a:lvl5pPr lvl="4" rtl="0">
              <a:lnSpc>
                <a:spcPct val="100000"/>
              </a:lnSpc>
              <a:spcBef>
                <a:spcPts val="0"/>
              </a:spcBef>
              <a:spcAft>
                <a:spcPts val="0"/>
              </a:spcAft>
              <a:buClr>
                <a:schemeClr val="lt1"/>
              </a:buClr>
              <a:buSzPts val="1400"/>
              <a:buChar char="○"/>
              <a:defRPr>
                <a:solidFill>
                  <a:schemeClr val="lt1"/>
                </a:solidFill>
              </a:defRPr>
            </a:lvl5pPr>
            <a:lvl6pPr lvl="5" rtl="0">
              <a:lnSpc>
                <a:spcPct val="100000"/>
              </a:lnSpc>
              <a:spcBef>
                <a:spcPts val="0"/>
              </a:spcBef>
              <a:spcAft>
                <a:spcPts val="0"/>
              </a:spcAft>
              <a:buClr>
                <a:schemeClr val="lt1"/>
              </a:buClr>
              <a:buSzPts val="1400"/>
              <a:buChar char="■"/>
              <a:defRPr>
                <a:solidFill>
                  <a:schemeClr val="lt1"/>
                </a:solidFill>
              </a:defRPr>
            </a:lvl6pPr>
            <a:lvl7pPr lvl="6" rtl="0">
              <a:lnSpc>
                <a:spcPct val="100000"/>
              </a:lnSpc>
              <a:spcBef>
                <a:spcPts val="0"/>
              </a:spcBef>
              <a:spcAft>
                <a:spcPts val="0"/>
              </a:spcAft>
              <a:buClr>
                <a:schemeClr val="lt1"/>
              </a:buClr>
              <a:buSzPts val="1400"/>
              <a:buChar char="●"/>
              <a:defRPr>
                <a:solidFill>
                  <a:schemeClr val="lt1"/>
                </a:solidFill>
              </a:defRPr>
            </a:lvl7pPr>
            <a:lvl8pPr lvl="7" rtl="0">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7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1_1_1_1">
    <p:bg>
      <p:bgPr>
        <a:solidFill>
          <a:schemeClr val="dk1"/>
        </a:solidFill>
      </p:bgPr>
    </p:bg>
    <p:spTree>
      <p:nvGrpSpPr>
        <p:cNvPr id="5510" name="Shape 5510"/>
        <p:cNvGrpSpPr/>
        <p:nvPr/>
      </p:nvGrpSpPr>
      <p:grpSpPr>
        <a:xfrm>
          <a:off x="0" y="0"/>
          <a:ext cx="0" cy="0"/>
          <a:chOff x="0" y="0"/>
          <a:chExt cx="0" cy="0"/>
        </a:xfrm>
      </p:grpSpPr>
      <p:grpSp>
        <p:nvGrpSpPr>
          <p:cNvPr id="5511" name="Google Shape;5511;p722"/>
          <p:cNvGrpSpPr/>
          <p:nvPr/>
        </p:nvGrpSpPr>
        <p:grpSpPr>
          <a:xfrm>
            <a:off x="713225" y="539500"/>
            <a:ext cx="7717500" cy="4064400"/>
            <a:chOff x="713225" y="539500"/>
            <a:chExt cx="7717500" cy="4064400"/>
          </a:xfrm>
        </p:grpSpPr>
        <p:sp>
          <p:nvSpPr>
            <p:cNvPr id="5512" name="Google Shape;5512;p72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13" name="Google Shape;5513;p72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514" name="Google Shape;5514;p72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515" name="Google Shape;5515;p722"/>
          <p:cNvSpPr txBox="1"/>
          <p:nvPr>
            <p:ph idx="1" type="subTitle"/>
          </p:nvPr>
        </p:nvSpPr>
        <p:spPr>
          <a:xfrm>
            <a:off x="1422663" y="3527586"/>
            <a:ext cx="2384700" cy="809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516" name="Google Shape;5516;p722"/>
          <p:cNvSpPr txBox="1"/>
          <p:nvPr>
            <p:ph idx="2" type="subTitle"/>
          </p:nvPr>
        </p:nvSpPr>
        <p:spPr>
          <a:xfrm>
            <a:off x="1422663" y="3098062"/>
            <a:ext cx="2384700" cy="431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517" name="Google Shape;5517;p722"/>
          <p:cNvSpPr txBox="1"/>
          <p:nvPr>
            <p:ph idx="3" type="subTitle"/>
          </p:nvPr>
        </p:nvSpPr>
        <p:spPr>
          <a:xfrm>
            <a:off x="5336638" y="3527925"/>
            <a:ext cx="2384700" cy="809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518" name="Google Shape;5518;p722"/>
          <p:cNvSpPr txBox="1"/>
          <p:nvPr>
            <p:ph idx="4" type="subTitle"/>
          </p:nvPr>
        </p:nvSpPr>
        <p:spPr>
          <a:xfrm>
            <a:off x="5336638" y="3098050"/>
            <a:ext cx="2384700" cy="431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8">
    <p:bg>
      <p:bgPr>
        <a:solidFill>
          <a:schemeClr val="dk1"/>
        </a:solidFill>
      </p:bgPr>
    </p:bg>
    <p:spTree>
      <p:nvGrpSpPr>
        <p:cNvPr id="5519" name="Shape 5519"/>
        <p:cNvGrpSpPr/>
        <p:nvPr/>
      </p:nvGrpSpPr>
      <p:grpSpPr>
        <a:xfrm>
          <a:off x="0" y="0"/>
          <a:ext cx="0" cy="0"/>
          <a:chOff x="0" y="0"/>
          <a:chExt cx="0" cy="0"/>
        </a:xfrm>
      </p:grpSpPr>
      <p:grpSp>
        <p:nvGrpSpPr>
          <p:cNvPr id="5520" name="Google Shape;5520;p723"/>
          <p:cNvGrpSpPr/>
          <p:nvPr/>
        </p:nvGrpSpPr>
        <p:grpSpPr>
          <a:xfrm>
            <a:off x="713225" y="539500"/>
            <a:ext cx="7717500" cy="4064400"/>
            <a:chOff x="713225" y="539500"/>
            <a:chExt cx="7717500" cy="4064400"/>
          </a:xfrm>
        </p:grpSpPr>
        <p:sp>
          <p:nvSpPr>
            <p:cNvPr id="5521" name="Google Shape;5521;p72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22" name="Google Shape;5522;p72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523" name="Google Shape;5523;p72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524" name="Google Shape;5524;p723"/>
          <p:cNvSpPr txBox="1"/>
          <p:nvPr>
            <p:ph idx="1" type="subTitle"/>
          </p:nvPr>
        </p:nvSpPr>
        <p:spPr>
          <a:xfrm>
            <a:off x="2965993" y="1780597"/>
            <a:ext cx="3506400" cy="809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525" name="Google Shape;5525;p723"/>
          <p:cNvSpPr txBox="1"/>
          <p:nvPr>
            <p:ph idx="2" type="subTitle"/>
          </p:nvPr>
        </p:nvSpPr>
        <p:spPr>
          <a:xfrm>
            <a:off x="2965993" y="1351073"/>
            <a:ext cx="3506400" cy="431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526" name="Google Shape;5526;p723"/>
          <p:cNvSpPr txBox="1"/>
          <p:nvPr>
            <p:ph idx="3" type="subTitle"/>
          </p:nvPr>
        </p:nvSpPr>
        <p:spPr>
          <a:xfrm>
            <a:off x="2280193" y="3541819"/>
            <a:ext cx="3506400" cy="809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527" name="Google Shape;5527;p723"/>
          <p:cNvSpPr txBox="1"/>
          <p:nvPr>
            <p:ph idx="4" type="subTitle"/>
          </p:nvPr>
        </p:nvSpPr>
        <p:spPr>
          <a:xfrm>
            <a:off x="2280193" y="3111944"/>
            <a:ext cx="3506400" cy="431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bg>
      <p:bgPr>
        <a:solidFill>
          <a:schemeClr val="dk1"/>
        </a:solidFill>
      </p:bgPr>
    </p:bg>
    <p:spTree>
      <p:nvGrpSpPr>
        <p:cNvPr id="5528" name="Shape 5528"/>
        <p:cNvGrpSpPr/>
        <p:nvPr/>
      </p:nvGrpSpPr>
      <p:grpSpPr>
        <a:xfrm>
          <a:off x="0" y="0"/>
          <a:ext cx="0" cy="0"/>
          <a:chOff x="0" y="0"/>
          <a:chExt cx="0" cy="0"/>
        </a:xfrm>
      </p:grpSpPr>
      <p:grpSp>
        <p:nvGrpSpPr>
          <p:cNvPr id="5529" name="Google Shape;5529;p724"/>
          <p:cNvGrpSpPr/>
          <p:nvPr/>
        </p:nvGrpSpPr>
        <p:grpSpPr>
          <a:xfrm>
            <a:off x="713225" y="539500"/>
            <a:ext cx="7717500" cy="4064400"/>
            <a:chOff x="713225" y="539500"/>
            <a:chExt cx="7717500" cy="4064400"/>
          </a:xfrm>
        </p:grpSpPr>
        <p:sp>
          <p:nvSpPr>
            <p:cNvPr id="5530" name="Google Shape;5530;p72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31" name="Google Shape;5531;p72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532" name="Google Shape;5532;p72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533" name="Google Shape;5533;p724"/>
          <p:cNvSpPr txBox="1"/>
          <p:nvPr>
            <p:ph idx="1" type="subTitle"/>
          </p:nvPr>
        </p:nvSpPr>
        <p:spPr>
          <a:xfrm>
            <a:off x="1041662" y="2850162"/>
            <a:ext cx="1664400" cy="809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534" name="Google Shape;5534;p724"/>
          <p:cNvSpPr txBox="1"/>
          <p:nvPr>
            <p:ph idx="2" type="subTitle"/>
          </p:nvPr>
        </p:nvSpPr>
        <p:spPr>
          <a:xfrm>
            <a:off x="1041662" y="2192038"/>
            <a:ext cx="1664400" cy="431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535" name="Google Shape;5535;p724"/>
          <p:cNvSpPr txBox="1"/>
          <p:nvPr>
            <p:ph idx="3" type="subTitle"/>
          </p:nvPr>
        </p:nvSpPr>
        <p:spPr>
          <a:xfrm>
            <a:off x="6437934" y="2850513"/>
            <a:ext cx="1664400" cy="809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536" name="Google Shape;5536;p724"/>
          <p:cNvSpPr txBox="1"/>
          <p:nvPr>
            <p:ph idx="4" type="subTitle"/>
          </p:nvPr>
        </p:nvSpPr>
        <p:spPr>
          <a:xfrm>
            <a:off x="6437934" y="2192038"/>
            <a:ext cx="1664400" cy="431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6">
    <p:bg>
      <p:bgPr>
        <a:solidFill>
          <a:schemeClr val="dk1"/>
        </a:solidFill>
      </p:bgPr>
    </p:bg>
    <p:spTree>
      <p:nvGrpSpPr>
        <p:cNvPr id="5537" name="Shape 5537"/>
        <p:cNvGrpSpPr/>
        <p:nvPr/>
      </p:nvGrpSpPr>
      <p:grpSpPr>
        <a:xfrm>
          <a:off x="0" y="0"/>
          <a:ext cx="0" cy="0"/>
          <a:chOff x="0" y="0"/>
          <a:chExt cx="0" cy="0"/>
        </a:xfrm>
      </p:grpSpPr>
      <p:grpSp>
        <p:nvGrpSpPr>
          <p:cNvPr id="5538" name="Google Shape;5538;p725"/>
          <p:cNvGrpSpPr/>
          <p:nvPr/>
        </p:nvGrpSpPr>
        <p:grpSpPr>
          <a:xfrm>
            <a:off x="713225" y="539500"/>
            <a:ext cx="7717500" cy="4064400"/>
            <a:chOff x="713225" y="539500"/>
            <a:chExt cx="7717500" cy="4064400"/>
          </a:xfrm>
        </p:grpSpPr>
        <p:sp>
          <p:nvSpPr>
            <p:cNvPr id="5539" name="Google Shape;5539;p72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40" name="Google Shape;5540;p72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541" name="Google Shape;5541;p72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542" name="Google Shape;5542;p725"/>
          <p:cNvSpPr txBox="1"/>
          <p:nvPr>
            <p:ph idx="1" type="subTitle"/>
          </p:nvPr>
        </p:nvSpPr>
        <p:spPr>
          <a:xfrm>
            <a:off x="1425525" y="1808851"/>
            <a:ext cx="2384700" cy="2377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accent1"/>
              </a:buClr>
              <a:buSzPts val="1400"/>
              <a:buChar char="●"/>
              <a:defRPr sz="1400">
                <a:solidFill>
                  <a:schemeClr val="lt1"/>
                </a:solidFill>
              </a:defRPr>
            </a:lvl1pPr>
            <a:lvl2pPr lvl="1" rtl="0" algn="ctr">
              <a:lnSpc>
                <a:spcPct val="100000"/>
              </a:lnSpc>
              <a:spcBef>
                <a:spcPts val="0"/>
              </a:spcBef>
              <a:spcAft>
                <a:spcPts val="0"/>
              </a:spcAft>
              <a:buClr>
                <a:schemeClr val="lt1"/>
              </a:buClr>
              <a:buSzPts val="1400"/>
              <a:buChar char="○"/>
              <a:defRPr>
                <a:solidFill>
                  <a:schemeClr val="lt1"/>
                </a:solidFill>
              </a:defRPr>
            </a:lvl2pPr>
            <a:lvl3pPr lvl="2" rtl="0" algn="ctr">
              <a:lnSpc>
                <a:spcPct val="100000"/>
              </a:lnSpc>
              <a:spcBef>
                <a:spcPts val="0"/>
              </a:spcBef>
              <a:spcAft>
                <a:spcPts val="0"/>
              </a:spcAft>
              <a:buClr>
                <a:schemeClr val="lt1"/>
              </a:buClr>
              <a:buSzPts val="1400"/>
              <a:buChar char="■"/>
              <a:defRPr>
                <a:solidFill>
                  <a:schemeClr val="lt1"/>
                </a:solidFill>
              </a:defRPr>
            </a:lvl3pPr>
            <a:lvl4pPr lvl="3" rtl="0" algn="ctr">
              <a:lnSpc>
                <a:spcPct val="100000"/>
              </a:lnSpc>
              <a:spcBef>
                <a:spcPts val="0"/>
              </a:spcBef>
              <a:spcAft>
                <a:spcPts val="0"/>
              </a:spcAft>
              <a:buClr>
                <a:schemeClr val="lt1"/>
              </a:buClr>
              <a:buSzPts val="1400"/>
              <a:buChar char="●"/>
              <a:defRPr>
                <a:solidFill>
                  <a:schemeClr val="lt1"/>
                </a:solidFill>
              </a:defRPr>
            </a:lvl4pPr>
            <a:lvl5pPr lvl="4" rtl="0" algn="ctr">
              <a:lnSpc>
                <a:spcPct val="100000"/>
              </a:lnSpc>
              <a:spcBef>
                <a:spcPts val="0"/>
              </a:spcBef>
              <a:spcAft>
                <a:spcPts val="0"/>
              </a:spcAft>
              <a:buClr>
                <a:schemeClr val="lt1"/>
              </a:buClr>
              <a:buSzPts val="1400"/>
              <a:buChar char="○"/>
              <a:defRPr>
                <a:solidFill>
                  <a:schemeClr val="lt1"/>
                </a:solidFill>
              </a:defRPr>
            </a:lvl5pPr>
            <a:lvl6pPr lvl="5" rtl="0" algn="ctr">
              <a:lnSpc>
                <a:spcPct val="100000"/>
              </a:lnSpc>
              <a:spcBef>
                <a:spcPts val="0"/>
              </a:spcBef>
              <a:spcAft>
                <a:spcPts val="0"/>
              </a:spcAft>
              <a:buClr>
                <a:schemeClr val="lt1"/>
              </a:buClr>
              <a:buSzPts val="1400"/>
              <a:buChar char="■"/>
              <a:defRPr>
                <a:solidFill>
                  <a:schemeClr val="lt1"/>
                </a:solidFill>
              </a:defRPr>
            </a:lvl6pPr>
            <a:lvl7pPr lvl="6" rtl="0" algn="ctr">
              <a:lnSpc>
                <a:spcPct val="100000"/>
              </a:lnSpc>
              <a:spcBef>
                <a:spcPts val="0"/>
              </a:spcBef>
              <a:spcAft>
                <a:spcPts val="0"/>
              </a:spcAft>
              <a:buClr>
                <a:schemeClr val="lt1"/>
              </a:buClr>
              <a:buSzPts val="1400"/>
              <a:buChar char="●"/>
              <a:defRPr>
                <a:solidFill>
                  <a:schemeClr val="lt1"/>
                </a:solidFill>
              </a:defRPr>
            </a:lvl7pPr>
            <a:lvl8pPr lvl="7" rtl="0"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
        <p:nvSpPr>
          <p:cNvPr id="5543" name="Google Shape;5543;p725"/>
          <p:cNvSpPr txBox="1"/>
          <p:nvPr>
            <p:ph idx="2" type="subTitle"/>
          </p:nvPr>
        </p:nvSpPr>
        <p:spPr>
          <a:xfrm>
            <a:off x="5333725" y="1808850"/>
            <a:ext cx="2384700" cy="2356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accent1"/>
              </a:buClr>
              <a:buSzPts val="1400"/>
              <a:buChar char="●"/>
              <a:defRPr sz="1400">
                <a:solidFill>
                  <a:schemeClr val="lt1"/>
                </a:solidFill>
              </a:defRPr>
            </a:lvl1pPr>
            <a:lvl2pPr lvl="1" rtl="0" algn="ctr">
              <a:lnSpc>
                <a:spcPct val="100000"/>
              </a:lnSpc>
              <a:spcBef>
                <a:spcPts val="0"/>
              </a:spcBef>
              <a:spcAft>
                <a:spcPts val="0"/>
              </a:spcAft>
              <a:buClr>
                <a:schemeClr val="lt1"/>
              </a:buClr>
              <a:buSzPts val="1400"/>
              <a:buChar char="○"/>
              <a:defRPr>
                <a:solidFill>
                  <a:schemeClr val="lt1"/>
                </a:solidFill>
              </a:defRPr>
            </a:lvl2pPr>
            <a:lvl3pPr lvl="2" rtl="0" algn="ctr">
              <a:lnSpc>
                <a:spcPct val="100000"/>
              </a:lnSpc>
              <a:spcBef>
                <a:spcPts val="0"/>
              </a:spcBef>
              <a:spcAft>
                <a:spcPts val="0"/>
              </a:spcAft>
              <a:buClr>
                <a:schemeClr val="lt1"/>
              </a:buClr>
              <a:buSzPts val="1400"/>
              <a:buChar char="■"/>
              <a:defRPr>
                <a:solidFill>
                  <a:schemeClr val="lt1"/>
                </a:solidFill>
              </a:defRPr>
            </a:lvl3pPr>
            <a:lvl4pPr lvl="3" rtl="0" algn="ctr">
              <a:lnSpc>
                <a:spcPct val="100000"/>
              </a:lnSpc>
              <a:spcBef>
                <a:spcPts val="0"/>
              </a:spcBef>
              <a:spcAft>
                <a:spcPts val="0"/>
              </a:spcAft>
              <a:buClr>
                <a:schemeClr val="lt1"/>
              </a:buClr>
              <a:buSzPts val="1400"/>
              <a:buChar char="●"/>
              <a:defRPr>
                <a:solidFill>
                  <a:schemeClr val="lt1"/>
                </a:solidFill>
              </a:defRPr>
            </a:lvl4pPr>
            <a:lvl5pPr lvl="4" rtl="0" algn="ctr">
              <a:lnSpc>
                <a:spcPct val="100000"/>
              </a:lnSpc>
              <a:spcBef>
                <a:spcPts val="0"/>
              </a:spcBef>
              <a:spcAft>
                <a:spcPts val="0"/>
              </a:spcAft>
              <a:buClr>
                <a:schemeClr val="lt1"/>
              </a:buClr>
              <a:buSzPts val="1400"/>
              <a:buChar char="○"/>
              <a:defRPr>
                <a:solidFill>
                  <a:schemeClr val="lt1"/>
                </a:solidFill>
              </a:defRPr>
            </a:lvl5pPr>
            <a:lvl6pPr lvl="5" rtl="0" algn="ctr">
              <a:lnSpc>
                <a:spcPct val="100000"/>
              </a:lnSpc>
              <a:spcBef>
                <a:spcPts val="0"/>
              </a:spcBef>
              <a:spcAft>
                <a:spcPts val="0"/>
              </a:spcAft>
              <a:buClr>
                <a:schemeClr val="lt1"/>
              </a:buClr>
              <a:buSzPts val="1400"/>
              <a:buChar char="■"/>
              <a:defRPr>
                <a:solidFill>
                  <a:schemeClr val="lt1"/>
                </a:solidFill>
              </a:defRPr>
            </a:lvl6pPr>
            <a:lvl7pPr lvl="6" rtl="0" algn="ctr">
              <a:lnSpc>
                <a:spcPct val="100000"/>
              </a:lnSpc>
              <a:spcBef>
                <a:spcPts val="0"/>
              </a:spcBef>
              <a:spcAft>
                <a:spcPts val="0"/>
              </a:spcAft>
              <a:buClr>
                <a:schemeClr val="lt1"/>
              </a:buClr>
              <a:buSzPts val="1400"/>
              <a:buChar char="●"/>
              <a:defRPr>
                <a:solidFill>
                  <a:schemeClr val="lt1"/>
                </a:solidFill>
              </a:defRPr>
            </a:lvl7pPr>
            <a:lvl8pPr lvl="7" rtl="0"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7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_1_1_1">
    <p:bg>
      <p:bgPr>
        <a:solidFill>
          <a:schemeClr val="dk1"/>
        </a:solidFill>
      </p:bgPr>
    </p:bg>
    <p:spTree>
      <p:nvGrpSpPr>
        <p:cNvPr id="5544" name="Shape 5544"/>
        <p:cNvGrpSpPr/>
        <p:nvPr/>
      </p:nvGrpSpPr>
      <p:grpSpPr>
        <a:xfrm>
          <a:off x="0" y="0"/>
          <a:ext cx="0" cy="0"/>
          <a:chOff x="0" y="0"/>
          <a:chExt cx="0" cy="0"/>
        </a:xfrm>
      </p:grpSpPr>
      <p:grpSp>
        <p:nvGrpSpPr>
          <p:cNvPr id="5545" name="Google Shape;5545;p726"/>
          <p:cNvGrpSpPr/>
          <p:nvPr/>
        </p:nvGrpSpPr>
        <p:grpSpPr>
          <a:xfrm>
            <a:off x="713225" y="539500"/>
            <a:ext cx="7717500" cy="4064400"/>
            <a:chOff x="713225" y="539500"/>
            <a:chExt cx="7717500" cy="4064400"/>
          </a:xfrm>
        </p:grpSpPr>
        <p:sp>
          <p:nvSpPr>
            <p:cNvPr id="5546" name="Google Shape;5546;p72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47" name="Google Shape;5547;p72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548" name="Google Shape;5548;p72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549" name="Google Shape;5549;p726"/>
          <p:cNvSpPr txBox="1"/>
          <p:nvPr>
            <p:ph idx="1" type="subTitle"/>
          </p:nvPr>
        </p:nvSpPr>
        <p:spPr>
          <a:xfrm>
            <a:off x="852300" y="1647337"/>
            <a:ext cx="3348600" cy="572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400"/>
              <a:buNone/>
              <a:defRPr sz="1400">
                <a:solidFill>
                  <a:schemeClr val="lt1"/>
                </a:solidFill>
              </a:defRPr>
            </a:lvl1pPr>
            <a:lvl2pPr lvl="1" rtl="0">
              <a:lnSpc>
                <a:spcPct val="100000"/>
              </a:lnSpc>
              <a:spcBef>
                <a:spcPts val="0"/>
              </a:spcBef>
              <a:spcAft>
                <a:spcPts val="0"/>
              </a:spcAft>
              <a:buClr>
                <a:schemeClr val="lt1"/>
              </a:buClr>
              <a:buSzPts val="1400"/>
              <a:buNone/>
              <a:defRPr>
                <a:solidFill>
                  <a:schemeClr val="lt1"/>
                </a:solidFill>
              </a:defRPr>
            </a:lvl2pPr>
            <a:lvl3pPr lvl="2" rtl="0">
              <a:lnSpc>
                <a:spcPct val="100000"/>
              </a:lnSpc>
              <a:spcBef>
                <a:spcPts val="0"/>
              </a:spcBef>
              <a:spcAft>
                <a:spcPts val="0"/>
              </a:spcAft>
              <a:buClr>
                <a:schemeClr val="lt1"/>
              </a:buClr>
              <a:buSzPts val="1400"/>
              <a:buNone/>
              <a:defRPr>
                <a:solidFill>
                  <a:schemeClr val="lt1"/>
                </a:solidFill>
              </a:defRPr>
            </a:lvl3pPr>
            <a:lvl4pPr lvl="3" rtl="0">
              <a:lnSpc>
                <a:spcPct val="100000"/>
              </a:lnSpc>
              <a:spcBef>
                <a:spcPts val="0"/>
              </a:spcBef>
              <a:spcAft>
                <a:spcPts val="0"/>
              </a:spcAft>
              <a:buClr>
                <a:schemeClr val="lt1"/>
              </a:buClr>
              <a:buSzPts val="1400"/>
              <a:buNone/>
              <a:defRPr>
                <a:solidFill>
                  <a:schemeClr val="lt1"/>
                </a:solidFill>
              </a:defRPr>
            </a:lvl4pPr>
            <a:lvl5pPr lvl="4" rtl="0">
              <a:lnSpc>
                <a:spcPct val="100000"/>
              </a:lnSpc>
              <a:spcBef>
                <a:spcPts val="0"/>
              </a:spcBef>
              <a:spcAft>
                <a:spcPts val="0"/>
              </a:spcAft>
              <a:buClr>
                <a:schemeClr val="lt1"/>
              </a:buClr>
              <a:buSzPts val="1400"/>
              <a:buNone/>
              <a:defRPr>
                <a:solidFill>
                  <a:schemeClr val="lt1"/>
                </a:solidFill>
              </a:defRPr>
            </a:lvl5pPr>
            <a:lvl6pPr lvl="5" rtl="0">
              <a:lnSpc>
                <a:spcPct val="100000"/>
              </a:lnSpc>
              <a:spcBef>
                <a:spcPts val="0"/>
              </a:spcBef>
              <a:spcAft>
                <a:spcPts val="0"/>
              </a:spcAft>
              <a:buClr>
                <a:schemeClr val="lt1"/>
              </a:buClr>
              <a:buSzPts val="1400"/>
              <a:buNone/>
              <a:defRPr>
                <a:solidFill>
                  <a:schemeClr val="lt1"/>
                </a:solidFill>
              </a:defRPr>
            </a:lvl6pPr>
            <a:lvl7pPr lvl="6" rtl="0">
              <a:lnSpc>
                <a:spcPct val="100000"/>
              </a:lnSpc>
              <a:spcBef>
                <a:spcPts val="0"/>
              </a:spcBef>
              <a:spcAft>
                <a:spcPts val="0"/>
              </a:spcAft>
              <a:buClr>
                <a:schemeClr val="lt1"/>
              </a:buClr>
              <a:buSzPts val="1400"/>
              <a:buNone/>
              <a:defRPr>
                <a:solidFill>
                  <a:schemeClr val="lt1"/>
                </a:solidFill>
              </a:defRPr>
            </a:lvl7pPr>
            <a:lvl8pPr lvl="7" rtl="0">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5550" name="Google Shape;5550;p726"/>
          <p:cNvSpPr txBox="1"/>
          <p:nvPr>
            <p:ph idx="2" type="subTitle"/>
          </p:nvPr>
        </p:nvSpPr>
        <p:spPr>
          <a:xfrm>
            <a:off x="852300" y="1217813"/>
            <a:ext cx="3348600" cy="431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5551" name="Google Shape;5551;p726"/>
          <p:cNvSpPr txBox="1"/>
          <p:nvPr>
            <p:ph idx="3" type="subTitle"/>
          </p:nvPr>
        </p:nvSpPr>
        <p:spPr>
          <a:xfrm>
            <a:off x="852300" y="2781937"/>
            <a:ext cx="3348600" cy="572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400"/>
              <a:buNone/>
              <a:defRPr sz="1400">
                <a:solidFill>
                  <a:schemeClr val="lt1"/>
                </a:solidFill>
              </a:defRPr>
            </a:lvl1pPr>
            <a:lvl2pPr lvl="1" rtl="0">
              <a:lnSpc>
                <a:spcPct val="100000"/>
              </a:lnSpc>
              <a:spcBef>
                <a:spcPts val="0"/>
              </a:spcBef>
              <a:spcAft>
                <a:spcPts val="0"/>
              </a:spcAft>
              <a:buClr>
                <a:schemeClr val="lt1"/>
              </a:buClr>
              <a:buSzPts val="1400"/>
              <a:buNone/>
              <a:defRPr>
                <a:solidFill>
                  <a:schemeClr val="lt1"/>
                </a:solidFill>
              </a:defRPr>
            </a:lvl2pPr>
            <a:lvl3pPr lvl="2" rtl="0">
              <a:lnSpc>
                <a:spcPct val="100000"/>
              </a:lnSpc>
              <a:spcBef>
                <a:spcPts val="0"/>
              </a:spcBef>
              <a:spcAft>
                <a:spcPts val="0"/>
              </a:spcAft>
              <a:buClr>
                <a:schemeClr val="lt1"/>
              </a:buClr>
              <a:buSzPts val="1400"/>
              <a:buNone/>
              <a:defRPr>
                <a:solidFill>
                  <a:schemeClr val="lt1"/>
                </a:solidFill>
              </a:defRPr>
            </a:lvl3pPr>
            <a:lvl4pPr lvl="3" rtl="0">
              <a:lnSpc>
                <a:spcPct val="100000"/>
              </a:lnSpc>
              <a:spcBef>
                <a:spcPts val="0"/>
              </a:spcBef>
              <a:spcAft>
                <a:spcPts val="0"/>
              </a:spcAft>
              <a:buClr>
                <a:schemeClr val="lt1"/>
              </a:buClr>
              <a:buSzPts val="1400"/>
              <a:buNone/>
              <a:defRPr>
                <a:solidFill>
                  <a:schemeClr val="lt1"/>
                </a:solidFill>
              </a:defRPr>
            </a:lvl4pPr>
            <a:lvl5pPr lvl="4" rtl="0">
              <a:lnSpc>
                <a:spcPct val="100000"/>
              </a:lnSpc>
              <a:spcBef>
                <a:spcPts val="0"/>
              </a:spcBef>
              <a:spcAft>
                <a:spcPts val="0"/>
              </a:spcAft>
              <a:buClr>
                <a:schemeClr val="lt1"/>
              </a:buClr>
              <a:buSzPts val="1400"/>
              <a:buNone/>
              <a:defRPr>
                <a:solidFill>
                  <a:schemeClr val="lt1"/>
                </a:solidFill>
              </a:defRPr>
            </a:lvl5pPr>
            <a:lvl6pPr lvl="5" rtl="0">
              <a:lnSpc>
                <a:spcPct val="100000"/>
              </a:lnSpc>
              <a:spcBef>
                <a:spcPts val="0"/>
              </a:spcBef>
              <a:spcAft>
                <a:spcPts val="0"/>
              </a:spcAft>
              <a:buClr>
                <a:schemeClr val="lt1"/>
              </a:buClr>
              <a:buSzPts val="1400"/>
              <a:buNone/>
              <a:defRPr>
                <a:solidFill>
                  <a:schemeClr val="lt1"/>
                </a:solidFill>
              </a:defRPr>
            </a:lvl6pPr>
            <a:lvl7pPr lvl="6" rtl="0">
              <a:lnSpc>
                <a:spcPct val="100000"/>
              </a:lnSpc>
              <a:spcBef>
                <a:spcPts val="0"/>
              </a:spcBef>
              <a:spcAft>
                <a:spcPts val="0"/>
              </a:spcAft>
              <a:buClr>
                <a:schemeClr val="lt1"/>
              </a:buClr>
              <a:buSzPts val="1400"/>
              <a:buNone/>
              <a:defRPr>
                <a:solidFill>
                  <a:schemeClr val="lt1"/>
                </a:solidFill>
              </a:defRPr>
            </a:lvl7pPr>
            <a:lvl8pPr lvl="7" rtl="0">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5552" name="Google Shape;5552;p726"/>
          <p:cNvSpPr txBox="1"/>
          <p:nvPr>
            <p:ph idx="4" type="subTitle"/>
          </p:nvPr>
        </p:nvSpPr>
        <p:spPr>
          <a:xfrm>
            <a:off x="852300" y="2352413"/>
            <a:ext cx="3348600" cy="431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5553" name="Google Shape;5553;p726"/>
          <p:cNvSpPr txBox="1"/>
          <p:nvPr>
            <p:ph idx="5" type="subTitle"/>
          </p:nvPr>
        </p:nvSpPr>
        <p:spPr>
          <a:xfrm>
            <a:off x="852300" y="3916538"/>
            <a:ext cx="3348600" cy="572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400"/>
              <a:buNone/>
              <a:defRPr sz="1400">
                <a:solidFill>
                  <a:schemeClr val="lt1"/>
                </a:solidFill>
              </a:defRPr>
            </a:lvl1pPr>
            <a:lvl2pPr lvl="1" rtl="0">
              <a:lnSpc>
                <a:spcPct val="100000"/>
              </a:lnSpc>
              <a:spcBef>
                <a:spcPts val="0"/>
              </a:spcBef>
              <a:spcAft>
                <a:spcPts val="0"/>
              </a:spcAft>
              <a:buClr>
                <a:schemeClr val="lt1"/>
              </a:buClr>
              <a:buSzPts val="1400"/>
              <a:buNone/>
              <a:defRPr>
                <a:solidFill>
                  <a:schemeClr val="lt1"/>
                </a:solidFill>
              </a:defRPr>
            </a:lvl2pPr>
            <a:lvl3pPr lvl="2" rtl="0">
              <a:lnSpc>
                <a:spcPct val="100000"/>
              </a:lnSpc>
              <a:spcBef>
                <a:spcPts val="0"/>
              </a:spcBef>
              <a:spcAft>
                <a:spcPts val="0"/>
              </a:spcAft>
              <a:buClr>
                <a:schemeClr val="lt1"/>
              </a:buClr>
              <a:buSzPts val="1400"/>
              <a:buNone/>
              <a:defRPr>
                <a:solidFill>
                  <a:schemeClr val="lt1"/>
                </a:solidFill>
              </a:defRPr>
            </a:lvl3pPr>
            <a:lvl4pPr lvl="3" rtl="0">
              <a:lnSpc>
                <a:spcPct val="100000"/>
              </a:lnSpc>
              <a:spcBef>
                <a:spcPts val="0"/>
              </a:spcBef>
              <a:spcAft>
                <a:spcPts val="0"/>
              </a:spcAft>
              <a:buClr>
                <a:schemeClr val="lt1"/>
              </a:buClr>
              <a:buSzPts val="1400"/>
              <a:buNone/>
              <a:defRPr>
                <a:solidFill>
                  <a:schemeClr val="lt1"/>
                </a:solidFill>
              </a:defRPr>
            </a:lvl4pPr>
            <a:lvl5pPr lvl="4" rtl="0">
              <a:lnSpc>
                <a:spcPct val="100000"/>
              </a:lnSpc>
              <a:spcBef>
                <a:spcPts val="0"/>
              </a:spcBef>
              <a:spcAft>
                <a:spcPts val="0"/>
              </a:spcAft>
              <a:buClr>
                <a:schemeClr val="lt1"/>
              </a:buClr>
              <a:buSzPts val="1400"/>
              <a:buNone/>
              <a:defRPr>
                <a:solidFill>
                  <a:schemeClr val="lt1"/>
                </a:solidFill>
              </a:defRPr>
            </a:lvl5pPr>
            <a:lvl6pPr lvl="5" rtl="0">
              <a:lnSpc>
                <a:spcPct val="100000"/>
              </a:lnSpc>
              <a:spcBef>
                <a:spcPts val="0"/>
              </a:spcBef>
              <a:spcAft>
                <a:spcPts val="0"/>
              </a:spcAft>
              <a:buClr>
                <a:schemeClr val="lt1"/>
              </a:buClr>
              <a:buSzPts val="1400"/>
              <a:buNone/>
              <a:defRPr>
                <a:solidFill>
                  <a:schemeClr val="lt1"/>
                </a:solidFill>
              </a:defRPr>
            </a:lvl6pPr>
            <a:lvl7pPr lvl="6" rtl="0">
              <a:lnSpc>
                <a:spcPct val="100000"/>
              </a:lnSpc>
              <a:spcBef>
                <a:spcPts val="0"/>
              </a:spcBef>
              <a:spcAft>
                <a:spcPts val="0"/>
              </a:spcAft>
              <a:buClr>
                <a:schemeClr val="lt1"/>
              </a:buClr>
              <a:buSzPts val="1400"/>
              <a:buNone/>
              <a:defRPr>
                <a:solidFill>
                  <a:schemeClr val="lt1"/>
                </a:solidFill>
              </a:defRPr>
            </a:lvl7pPr>
            <a:lvl8pPr lvl="7" rtl="0">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5554" name="Google Shape;5554;p726"/>
          <p:cNvSpPr txBox="1"/>
          <p:nvPr>
            <p:ph idx="6" type="subTitle"/>
          </p:nvPr>
        </p:nvSpPr>
        <p:spPr>
          <a:xfrm>
            <a:off x="852300" y="3487013"/>
            <a:ext cx="3348600" cy="431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7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bg>
      <p:bgPr>
        <a:solidFill>
          <a:schemeClr val="dk1"/>
        </a:solidFill>
      </p:bgPr>
    </p:bg>
    <p:spTree>
      <p:nvGrpSpPr>
        <p:cNvPr id="5555" name="Shape 5555"/>
        <p:cNvGrpSpPr/>
        <p:nvPr/>
      </p:nvGrpSpPr>
      <p:grpSpPr>
        <a:xfrm>
          <a:off x="0" y="0"/>
          <a:ext cx="0" cy="0"/>
          <a:chOff x="0" y="0"/>
          <a:chExt cx="0" cy="0"/>
        </a:xfrm>
      </p:grpSpPr>
      <p:grpSp>
        <p:nvGrpSpPr>
          <p:cNvPr id="5556" name="Google Shape;5556;p727"/>
          <p:cNvGrpSpPr/>
          <p:nvPr/>
        </p:nvGrpSpPr>
        <p:grpSpPr>
          <a:xfrm>
            <a:off x="713225" y="539500"/>
            <a:ext cx="7717500" cy="4064400"/>
            <a:chOff x="713225" y="539500"/>
            <a:chExt cx="7717500" cy="4064400"/>
          </a:xfrm>
        </p:grpSpPr>
        <p:sp>
          <p:nvSpPr>
            <p:cNvPr id="5557" name="Google Shape;5557;p72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58" name="Google Shape;5558;p72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559" name="Google Shape;5559;p72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560" name="Google Shape;5560;p727"/>
          <p:cNvSpPr txBox="1"/>
          <p:nvPr>
            <p:ph idx="1" type="subTitle"/>
          </p:nvPr>
        </p:nvSpPr>
        <p:spPr>
          <a:xfrm>
            <a:off x="919850" y="3316050"/>
            <a:ext cx="2142600" cy="1088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561" name="Google Shape;5561;p727"/>
          <p:cNvSpPr txBox="1"/>
          <p:nvPr>
            <p:ph idx="2" type="subTitle"/>
          </p:nvPr>
        </p:nvSpPr>
        <p:spPr>
          <a:xfrm>
            <a:off x="919850" y="2818775"/>
            <a:ext cx="2142600" cy="49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562" name="Google Shape;5562;p727"/>
          <p:cNvSpPr txBox="1"/>
          <p:nvPr>
            <p:ph idx="3" type="subTitle"/>
          </p:nvPr>
        </p:nvSpPr>
        <p:spPr>
          <a:xfrm>
            <a:off x="3500699" y="3316050"/>
            <a:ext cx="2142600" cy="1088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563" name="Google Shape;5563;p727"/>
          <p:cNvSpPr txBox="1"/>
          <p:nvPr>
            <p:ph idx="4" type="subTitle"/>
          </p:nvPr>
        </p:nvSpPr>
        <p:spPr>
          <a:xfrm>
            <a:off x="3500697" y="2818775"/>
            <a:ext cx="2142600" cy="49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564" name="Google Shape;5564;p727"/>
          <p:cNvSpPr txBox="1"/>
          <p:nvPr>
            <p:ph idx="5" type="subTitle"/>
          </p:nvPr>
        </p:nvSpPr>
        <p:spPr>
          <a:xfrm>
            <a:off x="6069048" y="3316050"/>
            <a:ext cx="2142600" cy="1088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565" name="Google Shape;5565;p727"/>
          <p:cNvSpPr txBox="1"/>
          <p:nvPr>
            <p:ph idx="6" type="subTitle"/>
          </p:nvPr>
        </p:nvSpPr>
        <p:spPr>
          <a:xfrm>
            <a:off x="6069043" y="2818775"/>
            <a:ext cx="2142600" cy="49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1_1_1_1_1_1">
    <p:bg>
      <p:bgPr>
        <a:solidFill>
          <a:schemeClr val="dk1"/>
        </a:solidFill>
      </p:bgPr>
    </p:bg>
    <p:spTree>
      <p:nvGrpSpPr>
        <p:cNvPr id="5566" name="Shape 5566"/>
        <p:cNvGrpSpPr/>
        <p:nvPr/>
      </p:nvGrpSpPr>
      <p:grpSpPr>
        <a:xfrm>
          <a:off x="0" y="0"/>
          <a:ext cx="0" cy="0"/>
          <a:chOff x="0" y="0"/>
          <a:chExt cx="0" cy="0"/>
        </a:xfrm>
      </p:grpSpPr>
      <p:grpSp>
        <p:nvGrpSpPr>
          <p:cNvPr id="5567" name="Google Shape;5567;p728"/>
          <p:cNvGrpSpPr/>
          <p:nvPr/>
        </p:nvGrpSpPr>
        <p:grpSpPr>
          <a:xfrm>
            <a:off x="713225" y="539500"/>
            <a:ext cx="7717500" cy="4064400"/>
            <a:chOff x="713225" y="539500"/>
            <a:chExt cx="7717500" cy="4064400"/>
          </a:xfrm>
        </p:grpSpPr>
        <p:sp>
          <p:nvSpPr>
            <p:cNvPr id="5568" name="Google Shape;5568;p72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69" name="Google Shape;5569;p72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570" name="Google Shape;5570;p72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571" name="Google Shape;5571;p728"/>
          <p:cNvSpPr txBox="1"/>
          <p:nvPr>
            <p:ph idx="1" type="subTitle"/>
          </p:nvPr>
        </p:nvSpPr>
        <p:spPr>
          <a:xfrm>
            <a:off x="919850" y="2895567"/>
            <a:ext cx="2142600" cy="850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572" name="Google Shape;5572;p728"/>
          <p:cNvSpPr txBox="1"/>
          <p:nvPr>
            <p:ph idx="2" type="subTitle"/>
          </p:nvPr>
        </p:nvSpPr>
        <p:spPr>
          <a:xfrm>
            <a:off x="919850" y="2398292"/>
            <a:ext cx="2142600" cy="49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573" name="Google Shape;5573;p728"/>
          <p:cNvSpPr txBox="1"/>
          <p:nvPr>
            <p:ph idx="3" type="subTitle"/>
          </p:nvPr>
        </p:nvSpPr>
        <p:spPr>
          <a:xfrm>
            <a:off x="3500700" y="3200367"/>
            <a:ext cx="2142600" cy="850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574" name="Google Shape;5574;p728"/>
          <p:cNvSpPr txBox="1"/>
          <p:nvPr>
            <p:ph idx="4" type="subTitle"/>
          </p:nvPr>
        </p:nvSpPr>
        <p:spPr>
          <a:xfrm>
            <a:off x="3500697" y="2703092"/>
            <a:ext cx="2142600" cy="49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575" name="Google Shape;5575;p728"/>
          <p:cNvSpPr txBox="1"/>
          <p:nvPr>
            <p:ph idx="5" type="subTitle"/>
          </p:nvPr>
        </p:nvSpPr>
        <p:spPr>
          <a:xfrm>
            <a:off x="6069049" y="3505167"/>
            <a:ext cx="2142600" cy="850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576" name="Google Shape;5576;p728"/>
          <p:cNvSpPr txBox="1"/>
          <p:nvPr>
            <p:ph idx="6" type="subTitle"/>
          </p:nvPr>
        </p:nvSpPr>
        <p:spPr>
          <a:xfrm>
            <a:off x="6069043" y="3007892"/>
            <a:ext cx="2142600" cy="49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BLANK_1_1_1_1_1_1_1_1_1_1">
    <p:bg>
      <p:bgPr>
        <a:solidFill>
          <a:schemeClr val="dk1"/>
        </a:solidFill>
      </p:bgPr>
    </p:bg>
    <p:spTree>
      <p:nvGrpSpPr>
        <p:cNvPr id="5577" name="Shape 5577"/>
        <p:cNvGrpSpPr/>
        <p:nvPr/>
      </p:nvGrpSpPr>
      <p:grpSpPr>
        <a:xfrm>
          <a:off x="0" y="0"/>
          <a:ext cx="0" cy="0"/>
          <a:chOff x="0" y="0"/>
          <a:chExt cx="0" cy="0"/>
        </a:xfrm>
      </p:grpSpPr>
      <p:grpSp>
        <p:nvGrpSpPr>
          <p:cNvPr id="5578" name="Google Shape;5578;p729"/>
          <p:cNvGrpSpPr/>
          <p:nvPr/>
        </p:nvGrpSpPr>
        <p:grpSpPr>
          <a:xfrm>
            <a:off x="713225" y="539500"/>
            <a:ext cx="7717500" cy="4064400"/>
            <a:chOff x="713225" y="539500"/>
            <a:chExt cx="7717500" cy="4064400"/>
          </a:xfrm>
        </p:grpSpPr>
        <p:sp>
          <p:nvSpPr>
            <p:cNvPr id="5579" name="Google Shape;5579;p72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80" name="Google Shape;5580;p72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581" name="Google Shape;5581;p72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582" name="Google Shape;5582;p729"/>
          <p:cNvSpPr txBox="1"/>
          <p:nvPr>
            <p:ph idx="1" type="subTitle"/>
          </p:nvPr>
        </p:nvSpPr>
        <p:spPr>
          <a:xfrm>
            <a:off x="1112975" y="3232800"/>
            <a:ext cx="2149500" cy="1008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583" name="Google Shape;5583;p729"/>
          <p:cNvSpPr txBox="1"/>
          <p:nvPr>
            <p:ph idx="2" type="subTitle"/>
          </p:nvPr>
        </p:nvSpPr>
        <p:spPr>
          <a:xfrm>
            <a:off x="1112975" y="2735525"/>
            <a:ext cx="2149500" cy="49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584" name="Google Shape;5584;p729"/>
          <p:cNvSpPr txBox="1"/>
          <p:nvPr>
            <p:ph idx="3" type="subTitle"/>
          </p:nvPr>
        </p:nvSpPr>
        <p:spPr>
          <a:xfrm>
            <a:off x="3497250" y="1861200"/>
            <a:ext cx="2149500" cy="1008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585" name="Google Shape;5585;p729"/>
          <p:cNvSpPr txBox="1"/>
          <p:nvPr>
            <p:ph idx="4" type="subTitle"/>
          </p:nvPr>
        </p:nvSpPr>
        <p:spPr>
          <a:xfrm>
            <a:off x="3497250" y="1363925"/>
            <a:ext cx="2149500" cy="49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586" name="Google Shape;5586;p729"/>
          <p:cNvSpPr txBox="1"/>
          <p:nvPr>
            <p:ph idx="5" type="subTitle"/>
          </p:nvPr>
        </p:nvSpPr>
        <p:spPr>
          <a:xfrm>
            <a:off x="5881525" y="3232800"/>
            <a:ext cx="2149500" cy="1008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587" name="Google Shape;5587;p729"/>
          <p:cNvSpPr txBox="1"/>
          <p:nvPr>
            <p:ph idx="6" type="subTitle"/>
          </p:nvPr>
        </p:nvSpPr>
        <p:spPr>
          <a:xfrm>
            <a:off x="5881525" y="2735525"/>
            <a:ext cx="2149500" cy="49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2">
    <p:bg>
      <p:bgPr>
        <a:solidFill>
          <a:schemeClr val="dk1"/>
        </a:solidFill>
      </p:bgPr>
    </p:bg>
    <p:spTree>
      <p:nvGrpSpPr>
        <p:cNvPr id="5588" name="Shape 5588"/>
        <p:cNvGrpSpPr/>
        <p:nvPr/>
      </p:nvGrpSpPr>
      <p:grpSpPr>
        <a:xfrm>
          <a:off x="0" y="0"/>
          <a:ext cx="0" cy="0"/>
          <a:chOff x="0" y="0"/>
          <a:chExt cx="0" cy="0"/>
        </a:xfrm>
      </p:grpSpPr>
      <p:grpSp>
        <p:nvGrpSpPr>
          <p:cNvPr id="5589" name="Google Shape;5589;p730"/>
          <p:cNvGrpSpPr/>
          <p:nvPr/>
        </p:nvGrpSpPr>
        <p:grpSpPr>
          <a:xfrm>
            <a:off x="713225" y="539500"/>
            <a:ext cx="7717500" cy="4064400"/>
            <a:chOff x="713225" y="539500"/>
            <a:chExt cx="7717500" cy="4064400"/>
          </a:xfrm>
        </p:grpSpPr>
        <p:sp>
          <p:nvSpPr>
            <p:cNvPr id="5590" name="Google Shape;5590;p73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91" name="Google Shape;5591;p73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592" name="Google Shape;5592;p73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593" name="Google Shape;5593;p730"/>
          <p:cNvSpPr txBox="1"/>
          <p:nvPr>
            <p:ph idx="1" type="subTitle"/>
          </p:nvPr>
        </p:nvSpPr>
        <p:spPr>
          <a:xfrm>
            <a:off x="945800" y="1875950"/>
            <a:ext cx="3044400" cy="572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lt1"/>
              </a:buClr>
              <a:buSzPts val="1400"/>
              <a:buNone/>
              <a:defRPr sz="1400">
                <a:solidFill>
                  <a:schemeClr val="lt1"/>
                </a:solidFill>
              </a:defRPr>
            </a:lvl1pPr>
            <a:lvl2pPr lvl="1" rtl="0">
              <a:lnSpc>
                <a:spcPct val="100000"/>
              </a:lnSpc>
              <a:spcBef>
                <a:spcPts val="0"/>
              </a:spcBef>
              <a:spcAft>
                <a:spcPts val="0"/>
              </a:spcAft>
              <a:buClr>
                <a:schemeClr val="lt1"/>
              </a:buClr>
              <a:buSzPts val="1400"/>
              <a:buNone/>
              <a:defRPr>
                <a:solidFill>
                  <a:schemeClr val="lt1"/>
                </a:solidFill>
              </a:defRPr>
            </a:lvl2pPr>
            <a:lvl3pPr lvl="2" rtl="0">
              <a:lnSpc>
                <a:spcPct val="100000"/>
              </a:lnSpc>
              <a:spcBef>
                <a:spcPts val="0"/>
              </a:spcBef>
              <a:spcAft>
                <a:spcPts val="0"/>
              </a:spcAft>
              <a:buClr>
                <a:schemeClr val="lt1"/>
              </a:buClr>
              <a:buSzPts val="1400"/>
              <a:buNone/>
              <a:defRPr>
                <a:solidFill>
                  <a:schemeClr val="lt1"/>
                </a:solidFill>
              </a:defRPr>
            </a:lvl3pPr>
            <a:lvl4pPr lvl="3" rtl="0">
              <a:lnSpc>
                <a:spcPct val="100000"/>
              </a:lnSpc>
              <a:spcBef>
                <a:spcPts val="0"/>
              </a:spcBef>
              <a:spcAft>
                <a:spcPts val="0"/>
              </a:spcAft>
              <a:buClr>
                <a:schemeClr val="lt1"/>
              </a:buClr>
              <a:buSzPts val="1400"/>
              <a:buNone/>
              <a:defRPr>
                <a:solidFill>
                  <a:schemeClr val="lt1"/>
                </a:solidFill>
              </a:defRPr>
            </a:lvl4pPr>
            <a:lvl5pPr lvl="4" rtl="0">
              <a:lnSpc>
                <a:spcPct val="100000"/>
              </a:lnSpc>
              <a:spcBef>
                <a:spcPts val="0"/>
              </a:spcBef>
              <a:spcAft>
                <a:spcPts val="0"/>
              </a:spcAft>
              <a:buClr>
                <a:schemeClr val="lt1"/>
              </a:buClr>
              <a:buSzPts val="1400"/>
              <a:buNone/>
              <a:defRPr>
                <a:solidFill>
                  <a:schemeClr val="lt1"/>
                </a:solidFill>
              </a:defRPr>
            </a:lvl5pPr>
            <a:lvl6pPr lvl="5" rtl="0">
              <a:lnSpc>
                <a:spcPct val="100000"/>
              </a:lnSpc>
              <a:spcBef>
                <a:spcPts val="0"/>
              </a:spcBef>
              <a:spcAft>
                <a:spcPts val="0"/>
              </a:spcAft>
              <a:buClr>
                <a:schemeClr val="lt1"/>
              </a:buClr>
              <a:buSzPts val="1400"/>
              <a:buNone/>
              <a:defRPr>
                <a:solidFill>
                  <a:schemeClr val="lt1"/>
                </a:solidFill>
              </a:defRPr>
            </a:lvl6pPr>
            <a:lvl7pPr lvl="6" rtl="0">
              <a:lnSpc>
                <a:spcPct val="100000"/>
              </a:lnSpc>
              <a:spcBef>
                <a:spcPts val="0"/>
              </a:spcBef>
              <a:spcAft>
                <a:spcPts val="0"/>
              </a:spcAft>
              <a:buClr>
                <a:schemeClr val="lt1"/>
              </a:buClr>
              <a:buSzPts val="1400"/>
              <a:buNone/>
              <a:defRPr>
                <a:solidFill>
                  <a:schemeClr val="lt1"/>
                </a:solidFill>
              </a:defRPr>
            </a:lvl7pPr>
            <a:lvl8pPr lvl="7" rtl="0">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5594" name="Google Shape;5594;p730"/>
          <p:cNvSpPr txBox="1"/>
          <p:nvPr>
            <p:ph idx="2" type="subTitle"/>
          </p:nvPr>
        </p:nvSpPr>
        <p:spPr>
          <a:xfrm>
            <a:off x="945800" y="1446425"/>
            <a:ext cx="3044400" cy="431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5595" name="Google Shape;5595;p730"/>
          <p:cNvSpPr txBox="1"/>
          <p:nvPr>
            <p:ph idx="3" type="subTitle"/>
          </p:nvPr>
        </p:nvSpPr>
        <p:spPr>
          <a:xfrm>
            <a:off x="5153800" y="2781950"/>
            <a:ext cx="3044400" cy="572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400"/>
              <a:buNone/>
              <a:defRPr sz="1400">
                <a:solidFill>
                  <a:schemeClr val="lt1"/>
                </a:solidFill>
              </a:defRPr>
            </a:lvl1pPr>
            <a:lvl2pPr lvl="1" rtl="0">
              <a:lnSpc>
                <a:spcPct val="100000"/>
              </a:lnSpc>
              <a:spcBef>
                <a:spcPts val="0"/>
              </a:spcBef>
              <a:spcAft>
                <a:spcPts val="0"/>
              </a:spcAft>
              <a:buClr>
                <a:schemeClr val="lt1"/>
              </a:buClr>
              <a:buSzPts val="1400"/>
              <a:buNone/>
              <a:defRPr>
                <a:solidFill>
                  <a:schemeClr val="lt1"/>
                </a:solidFill>
              </a:defRPr>
            </a:lvl2pPr>
            <a:lvl3pPr lvl="2" rtl="0">
              <a:lnSpc>
                <a:spcPct val="100000"/>
              </a:lnSpc>
              <a:spcBef>
                <a:spcPts val="0"/>
              </a:spcBef>
              <a:spcAft>
                <a:spcPts val="0"/>
              </a:spcAft>
              <a:buClr>
                <a:schemeClr val="lt1"/>
              </a:buClr>
              <a:buSzPts val="1400"/>
              <a:buNone/>
              <a:defRPr>
                <a:solidFill>
                  <a:schemeClr val="lt1"/>
                </a:solidFill>
              </a:defRPr>
            </a:lvl3pPr>
            <a:lvl4pPr lvl="3" rtl="0">
              <a:lnSpc>
                <a:spcPct val="100000"/>
              </a:lnSpc>
              <a:spcBef>
                <a:spcPts val="0"/>
              </a:spcBef>
              <a:spcAft>
                <a:spcPts val="0"/>
              </a:spcAft>
              <a:buClr>
                <a:schemeClr val="lt1"/>
              </a:buClr>
              <a:buSzPts val="1400"/>
              <a:buNone/>
              <a:defRPr>
                <a:solidFill>
                  <a:schemeClr val="lt1"/>
                </a:solidFill>
              </a:defRPr>
            </a:lvl4pPr>
            <a:lvl5pPr lvl="4" rtl="0">
              <a:lnSpc>
                <a:spcPct val="100000"/>
              </a:lnSpc>
              <a:spcBef>
                <a:spcPts val="0"/>
              </a:spcBef>
              <a:spcAft>
                <a:spcPts val="0"/>
              </a:spcAft>
              <a:buClr>
                <a:schemeClr val="lt1"/>
              </a:buClr>
              <a:buSzPts val="1400"/>
              <a:buNone/>
              <a:defRPr>
                <a:solidFill>
                  <a:schemeClr val="lt1"/>
                </a:solidFill>
              </a:defRPr>
            </a:lvl5pPr>
            <a:lvl6pPr lvl="5" rtl="0">
              <a:lnSpc>
                <a:spcPct val="100000"/>
              </a:lnSpc>
              <a:spcBef>
                <a:spcPts val="0"/>
              </a:spcBef>
              <a:spcAft>
                <a:spcPts val="0"/>
              </a:spcAft>
              <a:buClr>
                <a:schemeClr val="lt1"/>
              </a:buClr>
              <a:buSzPts val="1400"/>
              <a:buNone/>
              <a:defRPr>
                <a:solidFill>
                  <a:schemeClr val="lt1"/>
                </a:solidFill>
              </a:defRPr>
            </a:lvl6pPr>
            <a:lvl7pPr lvl="6" rtl="0">
              <a:lnSpc>
                <a:spcPct val="100000"/>
              </a:lnSpc>
              <a:spcBef>
                <a:spcPts val="0"/>
              </a:spcBef>
              <a:spcAft>
                <a:spcPts val="0"/>
              </a:spcAft>
              <a:buClr>
                <a:schemeClr val="lt1"/>
              </a:buClr>
              <a:buSzPts val="1400"/>
              <a:buNone/>
              <a:defRPr>
                <a:solidFill>
                  <a:schemeClr val="lt1"/>
                </a:solidFill>
              </a:defRPr>
            </a:lvl7pPr>
            <a:lvl8pPr lvl="7" rtl="0">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5596" name="Google Shape;5596;p730"/>
          <p:cNvSpPr txBox="1"/>
          <p:nvPr>
            <p:ph idx="4" type="subTitle"/>
          </p:nvPr>
        </p:nvSpPr>
        <p:spPr>
          <a:xfrm>
            <a:off x="5153800" y="2352425"/>
            <a:ext cx="3044400" cy="431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5597" name="Google Shape;5597;p730"/>
          <p:cNvSpPr txBox="1"/>
          <p:nvPr>
            <p:ph idx="5" type="subTitle"/>
          </p:nvPr>
        </p:nvSpPr>
        <p:spPr>
          <a:xfrm>
            <a:off x="945800" y="3687950"/>
            <a:ext cx="3044400" cy="572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lt1"/>
              </a:buClr>
              <a:buSzPts val="1400"/>
              <a:buNone/>
              <a:defRPr sz="1400">
                <a:solidFill>
                  <a:schemeClr val="lt1"/>
                </a:solidFill>
              </a:defRPr>
            </a:lvl1pPr>
            <a:lvl2pPr lvl="1" rtl="0">
              <a:lnSpc>
                <a:spcPct val="100000"/>
              </a:lnSpc>
              <a:spcBef>
                <a:spcPts val="0"/>
              </a:spcBef>
              <a:spcAft>
                <a:spcPts val="0"/>
              </a:spcAft>
              <a:buClr>
                <a:schemeClr val="lt1"/>
              </a:buClr>
              <a:buSzPts val="1400"/>
              <a:buNone/>
              <a:defRPr>
                <a:solidFill>
                  <a:schemeClr val="lt1"/>
                </a:solidFill>
              </a:defRPr>
            </a:lvl2pPr>
            <a:lvl3pPr lvl="2" rtl="0">
              <a:lnSpc>
                <a:spcPct val="100000"/>
              </a:lnSpc>
              <a:spcBef>
                <a:spcPts val="0"/>
              </a:spcBef>
              <a:spcAft>
                <a:spcPts val="0"/>
              </a:spcAft>
              <a:buClr>
                <a:schemeClr val="lt1"/>
              </a:buClr>
              <a:buSzPts val="1400"/>
              <a:buNone/>
              <a:defRPr>
                <a:solidFill>
                  <a:schemeClr val="lt1"/>
                </a:solidFill>
              </a:defRPr>
            </a:lvl3pPr>
            <a:lvl4pPr lvl="3" rtl="0">
              <a:lnSpc>
                <a:spcPct val="100000"/>
              </a:lnSpc>
              <a:spcBef>
                <a:spcPts val="0"/>
              </a:spcBef>
              <a:spcAft>
                <a:spcPts val="0"/>
              </a:spcAft>
              <a:buClr>
                <a:schemeClr val="lt1"/>
              </a:buClr>
              <a:buSzPts val="1400"/>
              <a:buNone/>
              <a:defRPr>
                <a:solidFill>
                  <a:schemeClr val="lt1"/>
                </a:solidFill>
              </a:defRPr>
            </a:lvl4pPr>
            <a:lvl5pPr lvl="4" rtl="0">
              <a:lnSpc>
                <a:spcPct val="100000"/>
              </a:lnSpc>
              <a:spcBef>
                <a:spcPts val="0"/>
              </a:spcBef>
              <a:spcAft>
                <a:spcPts val="0"/>
              </a:spcAft>
              <a:buClr>
                <a:schemeClr val="lt1"/>
              </a:buClr>
              <a:buSzPts val="1400"/>
              <a:buNone/>
              <a:defRPr>
                <a:solidFill>
                  <a:schemeClr val="lt1"/>
                </a:solidFill>
              </a:defRPr>
            </a:lvl5pPr>
            <a:lvl6pPr lvl="5" rtl="0">
              <a:lnSpc>
                <a:spcPct val="100000"/>
              </a:lnSpc>
              <a:spcBef>
                <a:spcPts val="0"/>
              </a:spcBef>
              <a:spcAft>
                <a:spcPts val="0"/>
              </a:spcAft>
              <a:buClr>
                <a:schemeClr val="lt1"/>
              </a:buClr>
              <a:buSzPts val="1400"/>
              <a:buNone/>
              <a:defRPr>
                <a:solidFill>
                  <a:schemeClr val="lt1"/>
                </a:solidFill>
              </a:defRPr>
            </a:lvl6pPr>
            <a:lvl7pPr lvl="6" rtl="0">
              <a:lnSpc>
                <a:spcPct val="100000"/>
              </a:lnSpc>
              <a:spcBef>
                <a:spcPts val="0"/>
              </a:spcBef>
              <a:spcAft>
                <a:spcPts val="0"/>
              </a:spcAft>
              <a:buClr>
                <a:schemeClr val="lt1"/>
              </a:buClr>
              <a:buSzPts val="1400"/>
              <a:buNone/>
              <a:defRPr>
                <a:solidFill>
                  <a:schemeClr val="lt1"/>
                </a:solidFill>
              </a:defRPr>
            </a:lvl7pPr>
            <a:lvl8pPr lvl="7" rtl="0">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5598" name="Google Shape;5598;p730"/>
          <p:cNvSpPr txBox="1"/>
          <p:nvPr>
            <p:ph idx="6" type="subTitle"/>
          </p:nvPr>
        </p:nvSpPr>
        <p:spPr>
          <a:xfrm>
            <a:off x="945800" y="3258425"/>
            <a:ext cx="3044400" cy="431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7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5">
    <p:bg>
      <p:bgPr>
        <a:solidFill>
          <a:schemeClr val="dk1"/>
        </a:solidFill>
      </p:bgPr>
    </p:bg>
    <p:spTree>
      <p:nvGrpSpPr>
        <p:cNvPr id="5599" name="Shape 5599"/>
        <p:cNvGrpSpPr/>
        <p:nvPr/>
      </p:nvGrpSpPr>
      <p:grpSpPr>
        <a:xfrm>
          <a:off x="0" y="0"/>
          <a:ext cx="0" cy="0"/>
          <a:chOff x="0" y="0"/>
          <a:chExt cx="0" cy="0"/>
        </a:xfrm>
      </p:grpSpPr>
      <p:grpSp>
        <p:nvGrpSpPr>
          <p:cNvPr id="5600" name="Google Shape;5600;p731"/>
          <p:cNvGrpSpPr/>
          <p:nvPr/>
        </p:nvGrpSpPr>
        <p:grpSpPr>
          <a:xfrm>
            <a:off x="713225" y="539500"/>
            <a:ext cx="7717500" cy="4064400"/>
            <a:chOff x="713225" y="539500"/>
            <a:chExt cx="7717500" cy="4064400"/>
          </a:xfrm>
        </p:grpSpPr>
        <p:sp>
          <p:nvSpPr>
            <p:cNvPr id="5601" name="Google Shape;5601;p73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02" name="Google Shape;5602;p73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603" name="Google Shape;5603;p73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604" name="Google Shape;5604;p731"/>
          <p:cNvSpPr txBox="1"/>
          <p:nvPr>
            <p:ph idx="1" type="subTitle"/>
          </p:nvPr>
        </p:nvSpPr>
        <p:spPr>
          <a:xfrm>
            <a:off x="1658100" y="1978846"/>
            <a:ext cx="6285000" cy="572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lt1"/>
              </a:buClr>
              <a:buSzPts val="1400"/>
              <a:buNone/>
              <a:defRPr sz="1400">
                <a:solidFill>
                  <a:schemeClr val="lt1"/>
                </a:solidFill>
              </a:defRPr>
            </a:lvl1pPr>
            <a:lvl2pPr lvl="1" rtl="0">
              <a:lnSpc>
                <a:spcPct val="100000"/>
              </a:lnSpc>
              <a:spcBef>
                <a:spcPts val="0"/>
              </a:spcBef>
              <a:spcAft>
                <a:spcPts val="0"/>
              </a:spcAft>
              <a:buClr>
                <a:schemeClr val="lt1"/>
              </a:buClr>
              <a:buSzPts val="1400"/>
              <a:buNone/>
              <a:defRPr>
                <a:solidFill>
                  <a:schemeClr val="lt1"/>
                </a:solidFill>
              </a:defRPr>
            </a:lvl2pPr>
            <a:lvl3pPr lvl="2" rtl="0">
              <a:lnSpc>
                <a:spcPct val="100000"/>
              </a:lnSpc>
              <a:spcBef>
                <a:spcPts val="0"/>
              </a:spcBef>
              <a:spcAft>
                <a:spcPts val="0"/>
              </a:spcAft>
              <a:buClr>
                <a:schemeClr val="lt1"/>
              </a:buClr>
              <a:buSzPts val="1400"/>
              <a:buNone/>
              <a:defRPr>
                <a:solidFill>
                  <a:schemeClr val="lt1"/>
                </a:solidFill>
              </a:defRPr>
            </a:lvl3pPr>
            <a:lvl4pPr lvl="3" rtl="0">
              <a:lnSpc>
                <a:spcPct val="100000"/>
              </a:lnSpc>
              <a:spcBef>
                <a:spcPts val="0"/>
              </a:spcBef>
              <a:spcAft>
                <a:spcPts val="0"/>
              </a:spcAft>
              <a:buClr>
                <a:schemeClr val="lt1"/>
              </a:buClr>
              <a:buSzPts val="1400"/>
              <a:buNone/>
              <a:defRPr>
                <a:solidFill>
                  <a:schemeClr val="lt1"/>
                </a:solidFill>
              </a:defRPr>
            </a:lvl4pPr>
            <a:lvl5pPr lvl="4" rtl="0">
              <a:lnSpc>
                <a:spcPct val="100000"/>
              </a:lnSpc>
              <a:spcBef>
                <a:spcPts val="0"/>
              </a:spcBef>
              <a:spcAft>
                <a:spcPts val="0"/>
              </a:spcAft>
              <a:buClr>
                <a:schemeClr val="lt1"/>
              </a:buClr>
              <a:buSzPts val="1400"/>
              <a:buNone/>
              <a:defRPr>
                <a:solidFill>
                  <a:schemeClr val="lt1"/>
                </a:solidFill>
              </a:defRPr>
            </a:lvl5pPr>
            <a:lvl6pPr lvl="5" rtl="0">
              <a:lnSpc>
                <a:spcPct val="100000"/>
              </a:lnSpc>
              <a:spcBef>
                <a:spcPts val="0"/>
              </a:spcBef>
              <a:spcAft>
                <a:spcPts val="0"/>
              </a:spcAft>
              <a:buClr>
                <a:schemeClr val="lt1"/>
              </a:buClr>
              <a:buSzPts val="1400"/>
              <a:buNone/>
              <a:defRPr>
                <a:solidFill>
                  <a:schemeClr val="lt1"/>
                </a:solidFill>
              </a:defRPr>
            </a:lvl6pPr>
            <a:lvl7pPr lvl="6" rtl="0">
              <a:lnSpc>
                <a:spcPct val="100000"/>
              </a:lnSpc>
              <a:spcBef>
                <a:spcPts val="0"/>
              </a:spcBef>
              <a:spcAft>
                <a:spcPts val="0"/>
              </a:spcAft>
              <a:buClr>
                <a:schemeClr val="lt1"/>
              </a:buClr>
              <a:buSzPts val="1400"/>
              <a:buNone/>
              <a:defRPr>
                <a:solidFill>
                  <a:schemeClr val="lt1"/>
                </a:solidFill>
              </a:defRPr>
            </a:lvl7pPr>
            <a:lvl8pPr lvl="7" rtl="0">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5605" name="Google Shape;5605;p731"/>
          <p:cNvSpPr txBox="1"/>
          <p:nvPr>
            <p:ph idx="2" type="subTitle"/>
          </p:nvPr>
        </p:nvSpPr>
        <p:spPr>
          <a:xfrm>
            <a:off x="1658100" y="1549321"/>
            <a:ext cx="6285000" cy="431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5606" name="Google Shape;5606;p731"/>
          <p:cNvSpPr txBox="1"/>
          <p:nvPr>
            <p:ph idx="3" type="subTitle"/>
          </p:nvPr>
        </p:nvSpPr>
        <p:spPr>
          <a:xfrm>
            <a:off x="1658100" y="2884846"/>
            <a:ext cx="6285000" cy="572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400"/>
              <a:buNone/>
              <a:defRPr sz="1400">
                <a:solidFill>
                  <a:schemeClr val="lt1"/>
                </a:solidFill>
              </a:defRPr>
            </a:lvl1pPr>
            <a:lvl2pPr lvl="1" rtl="0">
              <a:lnSpc>
                <a:spcPct val="100000"/>
              </a:lnSpc>
              <a:spcBef>
                <a:spcPts val="0"/>
              </a:spcBef>
              <a:spcAft>
                <a:spcPts val="0"/>
              </a:spcAft>
              <a:buClr>
                <a:schemeClr val="lt1"/>
              </a:buClr>
              <a:buSzPts val="1400"/>
              <a:buNone/>
              <a:defRPr>
                <a:solidFill>
                  <a:schemeClr val="lt1"/>
                </a:solidFill>
              </a:defRPr>
            </a:lvl2pPr>
            <a:lvl3pPr lvl="2" rtl="0">
              <a:lnSpc>
                <a:spcPct val="100000"/>
              </a:lnSpc>
              <a:spcBef>
                <a:spcPts val="0"/>
              </a:spcBef>
              <a:spcAft>
                <a:spcPts val="0"/>
              </a:spcAft>
              <a:buClr>
                <a:schemeClr val="lt1"/>
              </a:buClr>
              <a:buSzPts val="1400"/>
              <a:buNone/>
              <a:defRPr>
                <a:solidFill>
                  <a:schemeClr val="lt1"/>
                </a:solidFill>
              </a:defRPr>
            </a:lvl3pPr>
            <a:lvl4pPr lvl="3" rtl="0">
              <a:lnSpc>
                <a:spcPct val="100000"/>
              </a:lnSpc>
              <a:spcBef>
                <a:spcPts val="0"/>
              </a:spcBef>
              <a:spcAft>
                <a:spcPts val="0"/>
              </a:spcAft>
              <a:buClr>
                <a:schemeClr val="lt1"/>
              </a:buClr>
              <a:buSzPts val="1400"/>
              <a:buNone/>
              <a:defRPr>
                <a:solidFill>
                  <a:schemeClr val="lt1"/>
                </a:solidFill>
              </a:defRPr>
            </a:lvl4pPr>
            <a:lvl5pPr lvl="4" rtl="0">
              <a:lnSpc>
                <a:spcPct val="100000"/>
              </a:lnSpc>
              <a:spcBef>
                <a:spcPts val="0"/>
              </a:spcBef>
              <a:spcAft>
                <a:spcPts val="0"/>
              </a:spcAft>
              <a:buClr>
                <a:schemeClr val="lt1"/>
              </a:buClr>
              <a:buSzPts val="1400"/>
              <a:buNone/>
              <a:defRPr>
                <a:solidFill>
                  <a:schemeClr val="lt1"/>
                </a:solidFill>
              </a:defRPr>
            </a:lvl5pPr>
            <a:lvl6pPr lvl="5" rtl="0">
              <a:lnSpc>
                <a:spcPct val="100000"/>
              </a:lnSpc>
              <a:spcBef>
                <a:spcPts val="0"/>
              </a:spcBef>
              <a:spcAft>
                <a:spcPts val="0"/>
              </a:spcAft>
              <a:buClr>
                <a:schemeClr val="lt1"/>
              </a:buClr>
              <a:buSzPts val="1400"/>
              <a:buNone/>
              <a:defRPr>
                <a:solidFill>
                  <a:schemeClr val="lt1"/>
                </a:solidFill>
              </a:defRPr>
            </a:lvl6pPr>
            <a:lvl7pPr lvl="6" rtl="0">
              <a:lnSpc>
                <a:spcPct val="100000"/>
              </a:lnSpc>
              <a:spcBef>
                <a:spcPts val="0"/>
              </a:spcBef>
              <a:spcAft>
                <a:spcPts val="0"/>
              </a:spcAft>
              <a:buClr>
                <a:schemeClr val="lt1"/>
              </a:buClr>
              <a:buSzPts val="1400"/>
              <a:buNone/>
              <a:defRPr>
                <a:solidFill>
                  <a:schemeClr val="lt1"/>
                </a:solidFill>
              </a:defRPr>
            </a:lvl7pPr>
            <a:lvl8pPr lvl="7" rtl="0">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5607" name="Google Shape;5607;p731"/>
          <p:cNvSpPr txBox="1"/>
          <p:nvPr>
            <p:ph idx="4" type="subTitle"/>
          </p:nvPr>
        </p:nvSpPr>
        <p:spPr>
          <a:xfrm>
            <a:off x="1658100" y="2455321"/>
            <a:ext cx="6285000" cy="431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5608" name="Google Shape;5608;p731"/>
          <p:cNvSpPr txBox="1"/>
          <p:nvPr>
            <p:ph idx="5" type="subTitle"/>
          </p:nvPr>
        </p:nvSpPr>
        <p:spPr>
          <a:xfrm>
            <a:off x="1658100" y="3790846"/>
            <a:ext cx="6285000" cy="572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lt1"/>
              </a:buClr>
              <a:buSzPts val="1400"/>
              <a:buNone/>
              <a:defRPr sz="1400">
                <a:solidFill>
                  <a:schemeClr val="lt1"/>
                </a:solidFill>
              </a:defRPr>
            </a:lvl1pPr>
            <a:lvl2pPr lvl="1" rtl="0">
              <a:lnSpc>
                <a:spcPct val="100000"/>
              </a:lnSpc>
              <a:spcBef>
                <a:spcPts val="0"/>
              </a:spcBef>
              <a:spcAft>
                <a:spcPts val="0"/>
              </a:spcAft>
              <a:buClr>
                <a:schemeClr val="lt1"/>
              </a:buClr>
              <a:buSzPts val="1400"/>
              <a:buNone/>
              <a:defRPr>
                <a:solidFill>
                  <a:schemeClr val="lt1"/>
                </a:solidFill>
              </a:defRPr>
            </a:lvl2pPr>
            <a:lvl3pPr lvl="2" rtl="0">
              <a:lnSpc>
                <a:spcPct val="100000"/>
              </a:lnSpc>
              <a:spcBef>
                <a:spcPts val="0"/>
              </a:spcBef>
              <a:spcAft>
                <a:spcPts val="0"/>
              </a:spcAft>
              <a:buClr>
                <a:schemeClr val="lt1"/>
              </a:buClr>
              <a:buSzPts val="1400"/>
              <a:buNone/>
              <a:defRPr>
                <a:solidFill>
                  <a:schemeClr val="lt1"/>
                </a:solidFill>
              </a:defRPr>
            </a:lvl3pPr>
            <a:lvl4pPr lvl="3" rtl="0">
              <a:lnSpc>
                <a:spcPct val="100000"/>
              </a:lnSpc>
              <a:spcBef>
                <a:spcPts val="0"/>
              </a:spcBef>
              <a:spcAft>
                <a:spcPts val="0"/>
              </a:spcAft>
              <a:buClr>
                <a:schemeClr val="lt1"/>
              </a:buClr>
              <a:buSzPts val="1400"/>
              <a:buNone/>
              <a:defRPr>
                <a:solidFill>
                  <a:schemeClr val="lt1"/>
                </a:solidFill>
              </a:defRPr>
            </a:lvl4pPr>
            <a:lvl5pPr lvl="4" rtl="0">
              <a:lnSpc>
                <a:spcPct val="100000"/>
              </a:lnSpc>
              <a:spcBef>
                <a:spcPts val="0"/>
              </a:spcBef>
              <a:spcAft>
                <a:spcPts val="0"/>
              </a:spcAft>
              <a:buClr>
                <a:schemeClr val="lt1"/>
              </a:buClr>
              <a:buSzPts val="1400"/>
              <a:buNone/>
              <a:defRPr>
                <a:solidFill>
                  <a:schemeClr val="lt1"/>
                </a:solidFill>
              </a:defRPr>
            </a:lvl5pPr>
            <a:lvl6pPr lvl="5" rtl="0">
              <a:lnSpc>
                <a:spcPct val="100000"/>
              </a:lnSpc>
              <a:spcBef>
                <a:spcPts val="0"/>
              </a:spcBef>
              <a:spcAft>
                <a:spcPts val="0"/>
              </a:spcAft>
              <a:buClr>
                <a:schemeClr val="lt1"/>
              </a:buClr>
              <a:buSzPts val="1400"/>
              <a:buNone/>
              <a:defRPr>
                <a:solidFill>
                  <a:schemeClr val="lt1"/>
                </a:solidFill>
              </a:defRPr>
            </a:lvl6pPr>
            <a:lvl7pPr lvl="6" rtl="0">
              <a:lnSpc>
                <a:spcPct val="100000"/>
              </a:lnSpc>
              <a:spcBef>
                <a:spcPts val="0"/>
              </a:spcBef>
              <a:spcAft>
                <a:spcPts val="0"/>
              </a:spcAft>
              <a:buClr>
                <a:schemeClr val="lt1"/>
              </a:buClr>
              <a:buSzPts val="1400"/>
              <a:buNone/>
              <a:defRPr>
                <a:solidFill>
                  <a:schemeClr val="lt1"/>
                </a:solidFill>
              </a:defRPr>
            </a:lvl7pPr>
            <a:lvl8pPr lvl="7" rtl="0">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5609" name="Google Shape;5609;p731"/>
          <p:cNvSpPr txBox="1"/>
          <p:nvPr>
            <p:ph idx="6" type="subTitle"/>
          </p:nvPr>
        </p:nvSpPr>
        <p:spPr>
          <a:xfrm>
            <a:off x="1658100" y="3361321"/>
            <a:ext cx="6285000" cy="431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7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24">
    <p:bg>
      <p:bgPr>
        <a:solidFill>
          <a:schemeClr val="dk1"/>
        </a:solidFill>
      </p:bgPr>
    </p:bg>
    <p:spTree>
      <p:nvGrpSpPr>
        <p:cNvPr id="5610" name="Shape 5610"/>
        <p:cNvGrpSpPr/>
        <p:nvPr/>
      </p:nvGrpSpPr>
      <p:grpSpPr>
        <a:xfrm>
          <a:off x="0" y="0"/>
          <a:ext cx="0" cy="0"/>
          <a:chOff x="0" y="0"/>
          <a:chExt cx="0" cy="0"/>
        </a:xfrm>
      </p:grpSpPr>
      <p:grpSp>
        <p:nvGrpSpPr>
          <p:cNvPr id="5611" name="Google Shape;5611;p732"/>
          <p:cNvGrpSpPr/>
          <p:nvPr/>
        </p:nvGrpSpPr>
        <p:grpSpPr>
          <a:xfrm>
            <a:off x="713225" y="539500"/>
            <a:ext cx="7717500" cy="4064400"/>
            <a:chOff x="713225" y="539500"/>
            <a:chExt cx="7717500" cy="4064400"/>
          </a:xfrm>
        </p:grpSpPr>
        <p:sp>
          <p:nvSpPr>
            <p:cNvPr id="5612" name="Google Shape;5612;p73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13" name="Google Shape;5613;p73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614" name="Google Shape;5614;p73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615" name="Google Shape;5615;p732"/>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2800"/>
              <a:buNone/>
              <a:defRPr b="1">
                <a:solidFill>
                  <a:schemeClr val="lt1"/>
                </a:solidFill>
              </a:defRPr>
            </a:lvl1pPr>
            <a:lvl2pPr lvl="1" rtl="0">
              <a:lnSpc>
                <a:spcPct val="100000"/>
              </a:lnSpc>
              <a:spcBef>
                <a:spcPts val="0"/>
              </a:spcBef>
              <a:spcAft>
                <a:spcPts val="0"/>
              </a:spcAft>
              <a:buClr>
                <a:schemeClr val="lt1"/>
              </a:buClr>
              <a:buSzPts val="2800"/>
              <a:buNone/>
              <a:defRPr b="1" sz="2800">
                <a:solidFill>
                  <a:schemeClr val="lt1"/>
                </a:solidFill>
              </a:defRPr>
            </a:lvl2pPr>
            <a:lvl3pPr lvl="2" rtl="0">
              <a:lnSpc>
                <a:spcPct val="100000"/>
              </a:lnSpc>
              <a:spcBef>
                <a:spcPts val="0"/>
              </a:spcBef>
              <a:spcAft>
                <a:spcPts val="0"/>
              </a:spcAft>
              <a:buClr>
                <a:schemeClr val="lt1"/>
              </a:buClr>
              <a:buSzPts val="2800"/>
              <a:buNone/>
              <a:defRPr b="1" sz="2800">
                <a:solidFill>
                  <a:schemeClr val="lt1"/>
                </a:solidFill>
              </a:defRPr>
            </a:lvl3pPr>
            <a:lvl4pPr lvl="3" rtl="0">
              <a:lnSpc>
                <a:spcPct val="100000"/>
              </a:lnSpc>
              <a:spcBef>
                <a:spcPts val="0"/>
              </a:spcBef>
              <a:spcAft>
                <a:spcPts val="0"/>
              </a:spcAft>
              <a:buClr>
                <a:schemeClr val="lt1"/>
              </a:buClr>
              <a:buSzPts val="2800"/>
              <a:buNone/>
              <a:defRPr b="1" sz="2800">
                <a:solidFill>
                  <a:schemeClr val="lt1"/>
                </a:solidFill>
              </a:defRPr>
            </a:lvl4pPr>
            <a:lvl5pPr lvl="4" rtl="0">
              <a:lnSpc>
                <a:spcPct val="100000"/>
              </a:lnSpc>
              <a:spcBef>
                <a:spcPts val="0"/>
              </a:spcBef>
              <a:spcAft>
                <a:spcPts val="0"/>
              </a:spcAft>
              <a:buClr>
                <a:schemeClr val="lt1"/>
              </a:buClr>
              <a:buSzPts val="2800"/>
              <a:buNone/>
              <a:defRPr b="1" sz="2800">
                <a:solidFill>
                  <a:schemeClr val="lt1"/>
                </a:solidFill>
              </a:defRPr>
            </a:lvl5pPr>
            <a:lvl6pPr lvl="5" rtl="0">
              <a:lnSpc>
                <a:spcPct val="100000"/>
              </a:lnSpc>
              <a:spcBef>
                <a:spcPts val="0"/>
              </a:spcBef>
              <a:spcAft>
                <a:spcPts val="0"/>
              </a:spcAft>
              <a:buClr>
                <a:schemeClr val="lt1"/>
              </a:buClr>
              <a:buSzPts val="2800"/>
              <a:buNone/>
              <a:defRPr b="1" sz="2800">
                <a:solidFill>
                  <a:schemeClr val="lt1"/>
                </a:solidFill>
              </a:defRPr>
            </a:lvl6pPr>
            <a:lvl7pPr lvl="6" rtl="0">
              <a:lnSpc>
                <a:spcPct val="100000"/>
              </a:lnSpc>
              <a:spcBef>
                <a:spcPts val="0"/>
              </a:spcBef>
              <a:spcAft>
                <a:spcPts val="0"/>
              </a:spcAft>
              <a:buClr>
                <a:schemeClr val="lt1"/>
              </a:buClr>
              <a:buSzPts val="2800"/>
              <a:buNone/>
              <a:defRPr b="1" sz="2800">
                <a:solidFill>
                  <a:schemeClr val="lt1"/>
                </a:solidFill>
              </a:defRPr>
            </a:lvl7pPr>
            <a:lvl8pPr lvl="7" rtl="0">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5616" name="Google Shape;5616;p732"/>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2800"/>
              <a:buNone/>
              <a:defRPr b="1">
                <a:solidFill>
                  <a:schemeClr val="lt1"/>
                </a:solidFill>
              </a:defRPr>
            </a:lvl1pPr>
            <a:lvl2pPr lvl="1" rtl="0">
              <a:lnSpc>
                <a:spcPct val="100000"/>
              </a:lnSpc>
              <a:spcBef>
                <a:spcPts val="0"/>
              </a:spcBef>
              <a:spcAft>
                <a:spcPts val="0"/>
              </a:spcAft>
              <a:buClr>
                <a:schemeClr val="lt1"/>
              </a:buClr>
              <a:buSzPts val="2800"/>
              <a:buNone/>
              <a:defRPr b="1" sz="2800">
                <a:solidFill>
                  <a:schemeClr val="lt1"/>
                </a:solidFill>
              </a:defRPr>
            </a:lvl2pPr>
            <a:lvl3pPr lvl="2" rtl="0">
              <a:lnSpc>
                <a:spcPct val="100000"/>
              </a:lnSpc>
              <a:spcBef>
                <a:spcPts val="0"/>
              </a:spcBef>
              <a:spcAft>
                <a:spcPts val="0"/>
              </a:spcAft>
              <a:buClr>
                <a:schemeClr val="lt1"/>
              </a:buClr>
              <a:buSzPts val="2800"/>
              <a:buNone/>
              <a:defRPr b="1" sz="2800">
                <a:solidFill>
                  <a:schemeClr val="lt1"/>
                </a:solidFill>
              </a:defRPr>
            </a:lvl3pPr>
            <a:lvl4pPr lvl="3" rtl="0">
              <a:lnSpc>
                <a:spcPct val="100000"/>
              </a:lnSpc>
              <a:spcBef>
                <a:spcPts val="0"/>
              </a:spcBef>
              <a:spcAft>
                <a:spcPts val="0"/>
              </a:spcAft>
              <a:buClr>
                <a:schemeClr val="lt1"/>
              </a:buClr>
              <a:buSzPts val="2800"/>
              <a:buNone/>
              <a:defRPr b="1" sz="2800">
                <a:solidFill>
                  <a:schemeClr val="lt1"/>
                </a:solidFill>
              </a:defRPr>
            </a:lvl4pPr>
            <a:lvl5pPr lvl="4" rtl="0">
              <a:lnSpc>
                <a:spcPct val="100000"/>
              </a:lnSpc>
              <a:spcBef>
                <a:spcPts val="0"/>
              </a:spcBef>
              <a:spcAft>
                <a:spcPts val="0"/>
              </a:spcAft>
              <a:buClr>
                <a:schemeClr val="lt1"/>
              </a:buClr>
              <a:buSzPts val="2800"/>
              <a:buNone/>
              <a:defRPr b="1" sz="2800">
                <a:solidFill>
                  <a:schemeClr val="lt1"/>
                </a:solidFill>
              </a:defRPr>
            </a:lvl5pPr>
            <a:lvl6pPr lvl="5" rtl="0">
              <a:lnSpc>
                <a:spcPct val="100000"/>
              </a:lnSpc>
              <a:spcBef>
                <a:spcPts val="0"/>
              </a:spcBef>
              <a:spcAft>
                <a:spcPts val="0"/>
              </a:spcAft>
              <a:buClr>
                <a:schemeClr val="lt1"/>
              </a:buClr>
              <a:buSzPts val="2800"/>
              <a:buNone/>
              <a:defRPr b="1" sz="2800">
                <a:solidFill>
                  <a:schemeClr val="lt1"/>
                </a:solidFill>
              </a:defRPr>
            </a:lvl6pPr>
            <a:lvl7pPr lvl="6" rtl="0">
              <a:lnSpc>
                <a:spcPct val="100000"/>
              </a:lnSpc>
              <a:spcBef>
                <a:spcPts val="0"/>
              </a:spcBef>
              <a:spcAft>
                <a:spcPts val="0"/>
              </a:spcAft>
              <a:buClr>
                <a:schemeClr val="lt1"/>
              </a:buClr>
              <a:buSzPts val="2800"/>
              <a:buNone/>
              <a:defRPr b="1" sz="2800">
                <a:solidFill>
                  <a:schemeClr val="lt1"/>
                </a:solidFill>
              </a:defRPr>
            </a:lvl7pPr>
            <a:lvl8pPr lvl="7" rtl="0">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5617" name="Google Shape;5617;p732"/>
          <p:cNvSpPr txBox="1"/>
          <p:nvPr>
            <p:ph idx="3" type="subTitle"/>
          </p:nvPr>
        </p:nvSpPr>
        <p:spPr>
          <a:xfrm>
            <a:off x="853775" y="2571196"/>
            <a:ext cx="3599100" cy="666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400"/>
              <a:buChar char="●"/>
              <a:defRPr sz="1400" u="sng">
                <a:solidFill>
                  <a:schemeClr val="hlink"/>
                </a:solidFill>
              </a:defRPr>
            </a:lvl1pPr>
            <a:lvl2pPr lvl="1" rtl="0">
              <a:lnSpc>
                <a:spcPct val="100000"/>
              </a:lnSpc>
              <a:spcBef>
                <a:spcPts val="0"/>
              </a:spcBef>
              <a:spcAft>
                <a:spcPts val="0"/>
              </a:spcAft>
              <a:buClr>
                <a:schemeClr val="lt1"/>
              </a:buClr>
              <a:buSzPts val="1400"/>
              <a:buChar char="○"/>
              <a:defRPr>
                <a:solidFill>
                  <a:schemeClr val="lt1"/>
                </a:solidFill>
              </a:defRPr>
            </a:lvl2pPr>
            <a:lvl3pPr lvl="2" rtl="0">
              <a:lnSpc>
                <a:spcPct val="100000"/>
              </a:lnSpc>
              <a:spcBef>
                <a:spcPts val="0"/>
              </a:spcBef>
              <a:spcAft>
                <a:spcPts val="0"/>
              </a:spcAft>
              <a:buClr>
                <a:schemeClr val="lt1"/>
              </a:buClr>
              <a:buSzPts val="1400"/>
              <a:buChar char="■"/>
              <a:defRPr>
                <a:solidFill>
                  <a:schemeClr val="lt1"/>
                </a:solidFill>
              </a:defRPr>
            </a:lvl3pPr>
            <a:lvl4pPr lvl="3" rtl="0">
              <a:lnSpc>
                <a:spcPct val="100000"/>
              </a:lnSpc>
              <a:spcBef>
                <a:spcPts val="0"/>
              </a:spcBef>
              <a:spcAft>
                <a:spcPts val="0"/>
              </a:spcAft>
              <a:buClr>
                <a:schemeClr val="lt1"/>
              </a:buClr>
              <a:buSzPts val="1400"/>
              <a:buChar char="●"/>
              <a:defRPr>
                <a:solidFill>
                  <a:schemeClr val="lt1"/>
                </a:solidFill>
              </a:defRPr>
            </a:lvl4pPr>
            <a:lvl5pPr lvl="4" rtl="0">
              <a:lnSpc>
                <a:spcPct val="100000"/>
              </a:lnSpc>
              <a:spcBef>
                <a:spcPts val="0"/>
              </a:spcBef>
              <a:spcAft>
                <a:spcPts val="0"/>
              </a:spcAft>
              <a:buClr>
                <a:schemeClr val="lt1"/>
              </a:buClr>
              <a:buSzPts val="1400"/>
              <a:buChar char="○"/>
              <a:defRPr>
                <a:solidFill>
                  <a:schemeClr val="lt1"/>
                </a:solidFill>
              </a:defRPr>
            </a:lvl5pPr>
            <a:lvl6pPr lvl="5" rtl="0">
              <a:lnSpc>
                <a:spcPct val="100000"/>
              </a:lnSpc>
              <a:spcBef>
                <a:spcPts val="0"/>
              </a:spcBef>
              <a:spcAft>
                <a:spcPts val="0"/>
              </a:spcAft>
              <a:buClr>
                <a:schemeClr val="lt1"/>
              </a:buClr>
              <a:buSzPts val="1400"/>
              <a:buChar char="■"/>
              <a:defRPr>
                <a:solidFill>
                  <a:schemeClr val="lt1"/>
                </a:solidFill>
              </a:defRPr>
            </a:lvl6pPr>
            <a:lvl7pPr lvl="6" rtl="0">
              <a:lnSpc>
                <a:spcPct val="100000"/>
              </a:lnSpc>
              <a:spcBef>
                <a:spcPts val="0"/>
              </a:spcBef>
              <a:spcAft>
                <a:spcPts val="0"/>
              </a:spcAft>
              <a:buClr>
                <a:schemeClr val="lt1"/>
              </a:buClr>
              <a:buSzPts val="1400"/>
              <a:buChar char="●"/>
              <a:defRPr>
                <a:solidFill>
                  <a:schemeClr val="lt1"/>
                </a:solidFill>
              </a:defRPr>
            </a:lvl7pPr>
            <a:lvl8pPr lvl="7" rtl="0">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5618" name="Google Shape;5618;p732"/>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2800"/>
              <a:buNone/>
              <a:defRPr b="1">
                <a:solidFill>
                  <a:schemeClr val="lt1"/>
                </a:solidFill>
              </a:defRPr>
            </a:lvl1pPr>
            <a:lvl2pPr lvl="1" rtl="0">
              <a:lnSpc>
                <a:spcPct val="100000"/>
              </a:lnSpc>
              <a:spcBef>
                <a:spcPts val="0"/>
              </a:spcBef>
              <a:spcAft>
                <a:spcPts val="0"/>
              </a:spcAft>
              <a:buClr>
                <a:schemeClr val="lt1"/>
              </a:buClr>
              <a:buSzPts val="2800"/>
              <a:buNone/>
              <a:defRPr b="1" sz="2800">
                <a:solidFill>
                  <a:schemeClr val="lt1"/>
                </a:solidFill>
              </a:defRPr>
            </a:lvl2pPr>
            <a:lvl3pPr lvl="2" rtl="0">
              <a:lnSpc>
                <a:spcPct val="100000"/>
              </a:lnSpc>
              <a:spcBef>
                <a:spcPts val="0"/>
              </a:spcBef>
              <a:spcAft>
                <a:spcPts val="0"/>
              </a:spcAft>
              <a:buClr>
                <a:schemeClr val="lt1"/>
              </a:buClr>
              <a:buSzPts val="2800"/>
              <a:buNone/>
              <a:defRPr b="1" sz="2800">
                <a:solidFill>
                  <a:schemeClr val="lt1"/>
                </a:solidFill>
              </a:defRPr>
            </a:lvl3pPr>
            <a:lvl4pPr lvl="3" rtl="0">
              <a:lnSpc>
                <a:spcPct val="100000"/>
              </a:lnSpc>
              <a:spcBef>
                <a:spcPts val="0"/>
              </a:spcBef>
              <a:spcAft>
                <a:spcPts val="0"/>
              </a:spcAft>
              <a:buClr>
                <a:schemeClr val="lt1"/>
              </a:buClr>
              <a:buSzPts val="2800"/>
              <a:buNone/>
              <a:defRPr b="1" sz="2800">
                <a:solidFill>
                  <a:schemeClr val="lt1"/>
                </a:solidFill>
              </a:defRPr>
            </a:lvl4pPr>
            <a:lvl5pPr lvl="4" rtl="0">
              <a:lnSpc>
                <a:spcPct val="100000"/>
              </a:lnSpc>
              <a:spcBef>
                <a:spcPts val="0"/>
              </a:spcBef>
              <a:spcAft>
                <a:spcPts val="0"/>
              </a:spcAft>
              <a:buClr>
                <a:schemeClr val="lt1"/>
              </a:buClr>
              <a:buSzPts val="2800"/>
              <a:buNone/>
              <a:defRPr b="1" sz="2800">
                <a:solidFill>
                  <a:schemeClr val="lt1"/>
                </a:solidFill>
              </a:defRPr>
            </a:lvl5pPr>
            <a:lvl6pPr lvl="5" rtl="0">
              <a:lnSpc>
                <a:spcPct val="100000"/>
              </a:lnSpc>
              <a:spcBef>
                <a:spcPts val="0"/>
              </a:spcBef>
              <a:spcAft>
                <a:spcPts val="0"/>
              </a:spcAft>
              <a:buClr>
                <a:schemeClr val="lt1"/>
              </a:buClr>
              <a:buSzPts val="2800"/>
              <a:buNone/>
              <a:defRPr b="1" sz="2800">
                <a:solidFill>
                  <a:schemeClr val="lt1"/>
                </a:solidFill>
              </a:defRPr>
            </a:lvl6pPr>
            <a:lvl7pPr lvl="6" rtl="0">
              <a:lnSpc>
                <a:spcPct val="100000"/>
              </a:lnSpc>
              <a:spcBef>
                <a:spcPts val="0"/>
              </a:spcBef>
              <a:spcAft>
                <a:spcPts val="0"/>
              </a:spcAft>
              <a:buClr>
                <a:schemeClr val="lt1"/>
              </a:buClr>
              <a:buSzPts val="2800"/>
              <a:buNone/>
              <a:defRPr b="1" sz="2800">
                <a:solidFill>
                  <a:schemeClr val="lt1"/>
                </a:solidFill>
              </a:defRPr>
            </a:lvl7pPr>
            <a:lvl8pPr lvl="7" rtl="0">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5619" name="Google Shape;5619;p732"/>
          <p:cNvSpPr txBox="1"/>
          <p:nvPr>
            <p:ph idx="5" type="subTitle"/>
          </p:nvPr>
        </p:nvSpPr>
        <p:spPr>
          <a:xfrm>
            <a:off x="4452875" y="2570500"/>
            <a:ext cx="3761700" cy="1722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400"/>
              <a:buChar char="●"/>
              <a:defRPr sz="1400">
                <a:solidFill>
                  <a:schemeClr val="lt1"/>
                </a:solidFill>
              </a:defRPr>
            </a:lvl1pPr>
            <a:lvl2pPr lvl="1" rtl="0">
              <a:lnSpc>
                <a:spcPct val="100000"/>
              </a:lnSpc>
              <a:spcBef>
                <a:spcPts val="0"/>
              </a:spcBef>
              <a:spcAft>
                <a:spcPts val="0"/>
              </a:spcAft>
              <a:buClr>
                <a:schemeClr val="lt1"/>
              </a:buClr>
              <a:buSzPts val="1400"/>
              <a:buChar char="○"/>
              <a:defRPr>
                <a:solidFill>
                  <a:schemeClr val="lt1"/>
                </a:solidFill>
              </a:defRPr>
            </a:lvl2pPr>
            <a:lvl3pPr lvl="2" rtl="0">
              <a:lnSpc>
                <a:spcPct val="100000"/>
              </a:lnSpc>
              <a:spcBef>
                <a:spcPts val="0"/>
              </a:spcBef>
              <a:spcAft>
                <a:spcPts val="0"/>
              </a:spcAft>
              <a:buClr>
                <a:schemeClr val="lt1"/>
              </a:buClr>
              <a:buSzPts val="1400"/>
              <a:buChar char="■"/>
              <a:defRPr>
                <a:solidFill>
                  <a:schemeClr val="lt1"/>
                </a:solidFill>
              </a:defRPr>
            </a:lvl3pPr>
            <a:lvl4pPr lvl="3" rtl="0">
              <a:lnSpc>
                <a:spcPct val="100000"/>
              </a:lnSpc>
              <a:spcBef>
                <a:spcPts val="0"/>
              </a:spcBef>
              <a:spcAft>
                <a:spcPts val="0"/>
              </a:spcAft>
              <a:buClr>
                <a:schemeClr val="lt1"/>
              </a:buClr>
              <a:buSzPts val="1400"/>
              <a:buChar char="●"/>
              <a:defRPr>
                <a:solidFill>
                  <a:schemeClr val="lt1"/>
                </a:solidFill>
              </a:defRPr>
            </a:lvl4pPr>
            <a:lvl5pPr lvl="4" rtl="0">
              <a:lnSpc>
                <a:spcPct val="100000"/>
              </a:lnSpc>
              <a:spcBef>
                <a:spcPts val="0"/>
              </a:spcBef>
              <a:spcAft>
                <a:spcPts val="0"/>
              </a:spcAft>
              <a:buClr>
                <a:schemeClr val="lt1"/>
              </a:buClr>
              <a:buSzPts val="1400"/>
              <a:buChar char="○"/>
              <a:defRPr>
                <a:solidFill>
                  <a:schemeClr val="lt1"/>
                </a:solidFill>
              </a:defRPr>
            </a:lvl5pPr>
            <a:lvl6pPr lvl="5" rtl="0">
              <a:lnSpc>
                <a:spcPct val="100000"/>
              </a:lnSpc>
              <a:spcBef>
                <a:spcPts val="0"/>
              </a:spcBef>
              <a:spcAft>
                <a:spcPts val="0"/>
              </a:spcAft>
              <a:buClr>
                <a:schemeClr val="lt1"/>
              </a:buClr>
              <a:buSzPts val="1400"/>
              <a:buChar char="■"/>
              <a:defRPr>
                <a:solidFill>
                  <a:schemeClr val="lt1"/>
                </a:solidFill>
              </a:defRPr>
            </a:lvl6pPr>
            <a:lvl7pPr lvl="6" rtl="0">
              <a:lnSpc>
                <a:spcPct val="100000"/>
              </a:lnSpc>
              <a:spcBef>
                <a:spcPts val="0"/>
              </a:spcBef>
              <a:spcAft>
                <a:spcPts val="0"/>
              </a:spcAft>
              <a:buClr>
                <a:schemeClr val="lt1"/>
              </a:buClr>
              <a:buSzPts val="1400"/>
              <a:buChar char="●"/>
              <a:defRPr>
                <a:solidFill>
                  <a:schemeClr val="lt1"/>
                </a:solidFill>
              </a:defRPr>
            </a:lvl7pPr>
            <a:lvl8pPr lvl="7" rtl="0">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5620" name="Google Shape;5620;p732"/>
          <p:cNvSpPr txBox="1"/>
          <p:nvPr>
            <p:ph idx="6" type="subTitle"/>
          </p:nvPr>
        </p:nvSpPr>
        <p:spPr>
          <a:xfrm>
            <a:off x="853775" y="3237500"/>
            <a:ext cx="3599100" cy="389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2800"/>
              <a:buNone/>
              <a:defRPr b="1">
                <a:solidFill>
                  <a:schemeClr val="lt1"/>
                </a:solidFill>
              </a:defRPr>
            </a:lvl1pPr>
            <a:lvl2pPr lvl="1" rtl="0">
              <a:lnSpc>
                <a:spcPct val="100000"/>
              </a:lnSpc>
              <a:spcBef>
                <a:spcPts val="0"/>
              </a:spcBef>
              <a:spcAft>
                <a:spcPts val="0"/>
              </a:spcAft>
              <a:buClr>
                <a:schemeClr val="lt1"/>
              </a:buClr>
              <a:buSzPts val="2800"/>
              <a:buNone/>
              <a:defRPr b="1" sz="2800">
                <a:solidFill>
                  <a:schemeClr val="lt1"/>
                </a:solidFill>
              </a:defRPr>
            </a:lvl2pPr>
            <a:lvl3pPr lvl="2" rtl="0">
              <a:lnSpc>
                <a:spcPct val="100000"/>
              </a:lnSpc>
              <a:spcBef>
                <a:spcPts val="0"/>
              </a:spcBef>
              <a:spcAft>
                <a:spcPts val="0"/>
              </a:spcAft>
              <a:buClr>
                <a:schemeClr val="lt1"/>
              </a:buClr>
              <a:buSzPts val="2800"/>
              <a:buNone/>
              <a:defRPr b="1" sz="2800">
                <a:solidFill>
                  <a:schemeClr val="lt1"/>
                </a:solidFill>
              </a:defRPr>
            </a:lvl3pPr>
            <a:lvl4pPr lvl="3" rtl="0">
              <a:lnSpc>
                <a:spcPct val="100000"/>
              </a:lnSpc>
              <a:spcBef>
                <a:spcPts val="0"/>
              </a:spcBef>
              <a:spcAft>
                <a:spcPts val="0"/>
              </a:spcAft>
              <a:buClr>
                <a:schemeClr val="lt1"/>
              </a:buClr>
              <a:buSzPts val="2800"/>
              <a:buNone/>
              <a:defRPr b="1" sz="2800">
                <a:solidFill>
                  <a:schemeClr val="lt1"/>
                </a:solidFill>
              </a:defRPr>
            </a:lvl4pPr>
            <a:lvl5pPr lvl="4" rtl="0">
              <a:lnSpc>
                <a:spcPct val="100000"/>
              </a:lnSpc>
              <a:spcBef>
                <a:spcPts val="0"/>
              </a:spcBef>
              <a:spcAft>
                <a:spcPts val="0"/>
              </a:spcAft>
              <a:buClr>
                <a:schemeClr val="lt1"/>
              </a:buClr>
              <a:buSzPts val="2800"/>
              <a:buNone/>
              <a:defRPr b="1" sz="2800">
                <a:solidFill>
                  <a:schemeClr val="lt1"/>
                </a:solidFill>
              </a:defRPr>
            </a:lvl5pPr>
            <a:lvl6pPr lvl="5" rtl="0">
              <a:lnSpc>
                <a:spcPct val="100000"/>
              </a:lnSpc>
              <a:spcBef>
                <a:spcPts val="0"/>
              </a:spcBef>
              <a:spcAft>
                <a:spcPts val="0"/>
              </a:spcAft>
              <a:buClr>
                <a:schemeClr val="lt1"/>
              </a:buClr>
              <a:buSzPts val="2800"/>
              <a:buNone/>
              <a:defRPr b="1" sz="2800">
                <a:solidFill>
                  <a:schemeClr val="lt1"/>
                </a:solidFill>
              </a:defRPr>
            </a:lvl6pPr>
            <a:lvl7pPr lvl="6" rtl="0">
              <a:lnSpc>
                <a:spcPct val="100000"/>
              </a:lnSpc>
              <a:spcBef>
                <a:spcPts val="0"/>
              </a:spcBef>
              <a:spcAft>
                <a:spcPts val="0"/>
              </a:spcAft>
              <a:buClr>
                <a:schemeClr val="lt1"/>
              </a:buClr>
              <a:buSzPts val="2800"/>
              <a:buNone/>
              <a:defRPr b="1" sz="2800">
                <a:solidFill>
                  <a:schemeClr val="lt1"/>
                </a:solidFill>
              </a:defRPr>
            </a:lvl7pPr>
            <a:lvl8pPr lvl="7" rtl="0">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5621" name="Google Shape;5621;p732"/>
          <p:cNvSpPr txBox="1"/>
          <p:nvPr>
            <p:ph idx="7" type="subTitle"/>
          </p:nvPr>
        </p:nvSpPr>
        <p:spPr>
          <a:xfrm>
            <a:off x="853775" y="3626746"/>
            <a:ext cx="3599100" cy="666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400"/>
              <a:buChar char="●"/>
              <a:defRPr sz="1400" u="sng">
                <a:solidFill>
                  <a:schemeClr val="hlink"/>
                </a:solidFill>
              </a:defRPr>
            </a:lvl1pPr>
            <a:lvl2pPr lvl="1" rtl="0">
              <a:lnSpc>
                <a:spcPct val="100000"/>
              </a:lnSpc>
              <a:spcBef>
                <a:spcPts val="0"/>
              </a:spcBef>
              <a:spcAft>
                <a:spcPts val="0"/>
              </a:spcAft>
              <a:buClr>
                <a:schemeClr val="lt1"/>
              </a:buClr>
              <a:buSzPts val="1400"/>
              <a:buChar char="○"/>
              <a:defRPr>
                <a:solidFill>
                  <a:schemeClr val="lt1"/>
                </a:solidFill>
              </a:defRPr>
            </a:lvl2pPr>
            <a:lvl3pPr lvl="2" rtl="0">
              <a:lnSpc>
                <a:spcPct val="100000"/>
              </a:lnSpc>
              <a:spcBef>
                <a:spcPts val="0"/>
              </a:spcBef>
              <a:spcAft>
                <a:spcPts val="0"/>
              </a:spcAft>
              <a:buClr>
                <a:schemeClr val="lt1"/>
              </a:buClr>
              <a:buSzPts val="1400"/>
              <a:buChar char="■"/>
              <a:defRPr>
                <a:solidFill>
                  <a:schemeClr val="lt1"/>
                </a:solidFill>
              </a:defRPr>
            </a:lvl3pPr>
            <a:lvl4pPr lvl="3" rtl="0">
              <a:lnSpc>
                <a:spcPct val="100000"/>
              </a:lnSpc>
              <a:spcBef>
                <a:spcPts val="0"/>
              </a:spcBef>
              <a:spcAft>
                <a:spcPts val="0"/>
              </a:spcAft>
              <a:buClr>
                <a:schemeClr val="lt1"/>
              </a:buClr>
              <a:buSzPts val="1400"/>
              <a:buChar char="●"/>
              <a:defRPr>
                <a:solidFill>
                  <a:schemeClr val="lt1"/>
                </a:solidFill>
              </a:defRPr>
            </a:lvl4pPr>
            <a:lvl5pPr lvl="4" rtl="0">
              <a:lnSpc>
                <a:spcPct val="100000"/>
              </a:lnSpc>
              <a:spcBef>
                <a:spcPts val="0"/>
              </a:spcBef>
              <a:spcAft>
                <a:spcPts val="0"/>
              </a:spcAft>
              <a:buClr>
                <a:schemeClr val="lt1"/>
              </a:buClr>
              <a:buSzPts val="1400"/>
              <a:buChar char="○"/>
              <a:defRPr>
                <a:solidFill>
                  <a:schemeClr val="lt1"/>
                </a:solidFill>
              </a:defRPr>
            </a:lvl5pPr>
            <a:lvl6pPr lvl="5" rtl="0">
              <a:lnSpc>
                <a:spcPct val="100000"/>
              </a:lnSpc>
              <a:spcBef>
                <a:spcPts val="0"/>
              </a:spcBef>
              <a:spcAft>
                <a:spcPts val="0"/>
              </a:spcAft>
              <a:buClr>
                <a:schemeClr val="lt1"/>
              </a:buClr>
              <a:buSzPts val="1400"/>
              <a:buChar char="■"/>
              <a:defRPr>
                <a:solidFill>
                  <a:schemeClr val="lt1"/>
                </a:solidFill>
              </a:defRPr>
            </a:lvl6pPr>
            <a:lvl7pPr lvl="6" rtl="0">
              <a:lnSpc>
                <a:spcPct val="100000"/>
              </a:lnSpc>
              <a:spcBef>
                <a:spcPts val="0"/>
              </a:spcBef>
              <a:spcAft>
                <a:spcPts val="0"/>
              </a:spcAft>
              <a:buClr>
                <a:schemeClr val="lt1"/>
              </a:buClr>
              <a:buSzPts val="1400"/>
              <a:buChar char="●"/>
              <a:defRPr>
                <a:solidFill>
                  <a:schemeClr val="lt1"/>
                </a:solidFill>
              </a:defRPr>
            </a:lvl7pPr>
            <a:lvl8pPr lvl="7" rtl="0">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7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_1_1_1_1">
    <p:bg>
      <p:bgPr>
        <a:solidFill>
          <a:schemeClr val="dk1"/>
        </a:solidFill>
      </p:bgPr>
    </p:bg>
    <p:spTree>
      <p:nvGrpSpPr>
        <p:cNvPr id="5622" name="Shape 5622"/>
        <p:cNvGrpSpPr/>
        <p:nvPr/>
      </p:nvGrpSpPr>
      <p:grpSpPr>
        <a:xfrm>
          <a:off x="0" y="0"/>
          <a:ext cx="0" cy="0"/>
          <a:chOff x="0" y="0"/>
          <a:chExt cx="0" cy="0"/>
        </a:xfrm>
      </p:grpSpPr>
      <p:grpSp>
        <p:nvGrpSpPr>
          <p:cNvPr id="5623" name="Google Shape;5623;p733"/>
          <p:cNvGrpSpPr/>
          <p:nvPr/>
        </p:nvGrpSpPr>
        <p:grpSpPr>
          <a:xfrm>
            <a:off x="713225" y="539500"/>
            <a:ext cx="7717500" cy="4064400"/>
            <a:chOff x="713225" y="539500"/>
            <a:chExt cx="7717500" cy="4064400"/>
          </a:xfrm>
        </p:grpSpPr>
        <p:sp>
          <p:nvSpPr>
            <p:cNvPr id="5624" name="Google Shape;5624;p73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25" name="Google Shape;5625;p73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626" name="Google Shape;5626;p73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627" name="Google Shape;5627;p733"/>
          <p:cNvSpPr txBox="1"/>
          <p:nvPr>
            <p:ph idx="1" type="subTitle"/>
          </p:nvPr>
        </p:nvSpPr>
        <p:spPr>
          <a:xfrm>
            <a:off x="1112425" y="1982250"/>
            <a:ext cx="2447400" cy="64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None/>
              <a:defRPr sz="16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5628" name="Google Shape;5628;p733"/>
          <p:cNvSpPr txBox="1"/>
          <p:nvPr>
            <p:ph idx="2" type="subTitle"/>
          </p:nvPr>
        </p:nvSpPr>
        <p:spPr>
          <a:xfrm>
            <a:off x="1112425" y="1463550"/>
            <a:ext cx="2447400" cy="51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629" name="Google Shape;5629;p733"/>
          <p:cNvSpPr txBox="1"/>
          <p:nvPr>
            <p:ph idx="3" type="subTitle"/>
          </p:nvPr>
        </p:nvSpPr>
        <p:spPr>
          <a:xfrm>
            <a:off x="5584150" y="1982250"/>
            <a:ext cx="2447400" cy="64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None/>
              <a:defRPr sz="16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5630" name="Google Shape;5630;p733"/>
          <p:cNvSpPr txBox="1"/>
          <p:nvPr>
            <p:ph idx="4" type="subTitle"/>
          </p:nvPr>
        </p:nvSpPr>
        <p:spPr>
          <a:xfrm>
            <a:off x="5584150" y="1463550"/>
            <a:ext cx="2447400" cy="51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631" name="Google Shape;5631;p733"/>
          <p:cNvSpPr txBox="1"/>
          <p:nvPr>
            <p:ph idx="5" type="subTitle"/>
          </p:nvPr>
        </p:nvSpPr>
        <p:spPr>
          <a:xfrm>
            <a:off x="1112425" y="3636625"/>
            <a:ext cx="2447400" cy="64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None/>
              <a:defRPr sz="16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5632" name="Google Shape;5632;p733"/>
          <p:cNvSpPr txBox="1"/>
          <p:nvPr>
            <p:ph idx="6" type="subTitle"/>
          </p:nvPr>
        </p:nvSpPr>
        <p:spPr>
          <a:xfrm>
            <a:off x="1112425" y="3117925"/>
            <a:ext cx="2447400" cy="51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633" name="Google Shape;5633;p733"/>
          <p:cNvSpPr txBox="1"/>
          <p:nvPr>
            <p:ph idx="7" type="subTitle"/>
          </p:nvPr>
        </p:nvSpPr>
        <p:spPr>
          <a:xfrm>
            <a:off x="5584150" y="3636625"/>
            <a:ext cx="2447400" cy="64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None/>
              <a:defRPr sz="16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5634" name="Google Shape;5634;p733"/>
          <p:cNvSpPr txBox="1"/>
          <p:nvPr>
            <p:ph idx="8" type="subTitle"/>
          </p:nvPr>
        </p:nvSpPr>
        <p:spPr>
          <a:xfrm>
            <a:off x="5584150" y="3117925"/>
            <a:ext cx="2447400" cy="51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1_1_1_1_1">
    <p:bg>
      <p:bgPr>
        <a:solidFill>
          <a:schemeClr val="dk1"/>
        </a:solidFill>
      </p:bgPr>
    </p:bg>
    <p:spTree>
      <p:nvGrpSpPr>
        <p:cNvPr id="5635" name="Shape 5635"/>
        <p:cNvGrpSpPr/>
        <p:nvPr/>
      </p:nvGrpSpPr>
      <p:grpSpPr>
        <a:xfrm>
          <a:off x="0" y="0"/>
          <a:ext cx="0" cy="0"/>
          <a:chOff x="0" y="0"/>
          <a:chExt cx="0" cy="0"/>
        </a:xfrm>
      </p:grpSpPr>
      <p:grpSp>
        <p:nvGrpSpPr>
          <p:cNvPr id="5636" name="Google Shape;5636;p734"/>
          <p:cNvGrpSpPr/>
          <p:nvPr/>
        </p:nvGrpSpPr>
        <p:grpSpPr>
          <a:xfrm>
            <a:off x="713300" y="539550"/>
            <a:ext cx="7717500" cy="4064400"/>
            <a:chOff x="713300" y="539550"/>
            <a:chExt cx="7717500" cy="4064400"/>
          </a:xfrm>
        </p:grpSpPr>
        <p:cxnSp>
          <p:nvCxnSpPr>
            <p:cNvPr id="5637" name="Google Shape;5637;p734"/>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5638" name="Google Shape;5638;p734"/>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9" name="Google Shape;5639;p73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640" name="Google Shape;5640;p734"/>
          <p:cNvSpPr txBox="1"/>
          <p:nvPr>
            <p:ph idx="1" type="subTitle"/>
          </p:nvPr>
        </p:nvSpPr>
        <p:spPr>
          <a:xfrm>
            <a:off x="1016600" y="1940562"/>
            <a:ext cx="33180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641" name="Google Shape;5641;p734"/>
          <p:cNvSpPr txBox="1"/>
          <p:nvPr>
            <p:ph idx="2" type="subTitle"/>
          </p:nvPr>
        </p:nvSpPr>
        <p:spPr>
          <a:xfrm>
            <a:off x="1016600" y="1511038"/>
            <a:ext cx="3318000" cy="431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642" name="Google Shape;5642;p734"/>
          <p:cNvSpPr txBox="1"/>
          <p:nvPr>
            <p:ph idx="3" type="subTitle"/>
          </p:nvPr>
        </p:nvSpPr>
        <p:spPr>
          <a:xfrm>
            <a:off x="1016625" y="3708400"/>
            <a:ext cx="33180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643" name="Google Shape;5643;p734"/>
          <p:cNvSpPr txBox="1"/>
          <p:nvPr>
            <p:ph idx="4" type="subTitle"/>
          </p:nvPr>
        </p:nvSpPr>
        <p:spPr>
          <a:xfrm>
            <a:off x="1016625" y="3278875"/>
            <a:ext cx="3318000" cy="431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644" name="Google Shape;5644;p734"/>
          <p:cNvSpPr txBox="1"/>
          <p:nvPr>
            <p:ph idx="5" type="subTitle"/>
          </p:nvPr>
        </p:nvSpPr>
        <p:spPr>
          <a:xfrm>
            <a:off x="4809400" y="1940562"/>
            <a:ext cx="33180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645" name="Google Shape;5645;p734"/>
          <p:cNvSpPr txBox="1"/>
          <p:nvPr>
            <p:ph idx="6" type="subTitle"/>
          </p:nvPr>
        </p:nvSpPr>
        <p:spPr>
          <a:xfrm>
            <a:off x="4809400" y="1511038"/>
            <a:ext cx="3318000" cy="431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646" name="Google Shape;5646;p734"/>
          <p:cNvSpPr txBox="1"/>
          <p:nvPr>
            <p:ph idx="7" type="subTitle"/>
          </p:nvPr>
        </p:nvSpPr>
        <p:spPr>
          <a:xfrm>
            <a:off x="4809425" y="3708400"/>
            <a:ext cx="33180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647" name="Google Shape;5647;p734"/>
          <p:cNvSpPr txBox="1"/>
          <p:nvPr>
            <p:ph idx="8" type="subTitle"/>
          </p:nvPr>
        </p:nvSpPr>
        <p:spPr>
          <a:xfrm>
            <a:off x="4809425" y="3278875"/>
            <a:ext cx="3318000" cy="431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1_1_1_1_1_1_1_1_1">
    <p:bg>
      <p:bgPr>
        <a:solidFill>
          <a:schemeClr val="dk1"/>
        </a:solidFill>
      </p:bgPr>
    </p:bg>
    <p:spTree>
      <p:nvGrpSpPr>
        <p:cNvPr id="5648" name="Shape 5648"/>
        <p:cNvGrpSpPr/>
        <p:nvPr/>
      </p:nvGrpSpPr>
      <p:grpSpPr>
        <a:xfrm>
          <a:off x="0" y="0"/>
          <a:ext cx="0" cy="0"/>
          <a:chOff x="0" y="0"/>
          <a:chExt cx="0" cy="0"/>
        </a:xfrm>
      </p:grpSpPr>
      <p:grpSp>
        <p:nvGrpSpPr>
          <p:cNvPr id="5649" name="Google Shape;5649;p735"/>
          <p:cNvGrpSpPr/>
          <p:nvPr/>
        </p:nvGrpSpPr>
        <p:grpSpPr>
          <a:xfrm>
            <a:off x="713225" y="539500"/>
            <a:ext cx="7717500" cy="4064400"/>
            <a:chOff x="713225" y="539500"/>
            <a:chExt cx="7717500" cy="4064400"/>
          </a:xfrm>
        </p:grpSpPr>
        <p:sp>
          <p:nvSpPr>
            <p:cNvPr id="5650" name="Google Shape;5650;p73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51" name="Google Shape;5651;p73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652" name="Google Shape;5652;p73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653" name="Google Shape;5653;p735"/>
          <p:cNvSpPr txBox="1"/>
          <p:nvPr>
            <p:ph idx="1" type="subTitle"/>
          </p:nvPr>
        </p:nvSpPr>
        <p:spPr>
          <a:xfrm>
            <a:off x="884475" y="3415925"/>
            <a:ext cx="1725300" cy="877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654" name="Google Shape;5654;p735"/>
          <p:cNvSpPr txBox="1"/>
          <p:nvPr>
            <p:ph idx="2" type="subTitle"/>
          </p:nvPr>
        </p:nvSpPr>
        <p:spPr>
          <a:xfrm>
            <a:off x="884474" y="2674200"/>
            <a:ext cx="1725300" cy="743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655" name="Google Shape;5655;p735"/>
          <p:cNvSpPr txBox="1"/>
          <p:nvPr>
            <p:ph idx="3" type="subTitle"/>
          </p:nvPr>
        </p:nvSpPr>
        <p:spPr>
          <a:xfrm>
            <a:off x="2767708" y="3415925"/>
            <a:ext cx="1725300" cy="877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656" name="Google Shape;5656;p735"/>
          <p:cNvSpPr txBox="1"/>
          <p:nvPr>
            <p:ph idx="4" type="subTitle"/>
          </p:nvPr>
        </p:nvSpPr>
        <p:spPr>
          <a:xfrm>
            <a:off x="2767709" y="2674200"/>
            <a:ext cx="1725300" cy="743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657" name="Google Shape;5657;p735"/>
          <p:cNvSpPr txBox="1"/>
          <p:nvPr>
            <p:ph idx="5" type="subTitle"/>
          </p:nvPr>
        </p:nvSpPr>
        <p:spPr>
          <a:xfrm>
            <a:off x="4650942" y="3415925"/>
            <a:ext cx="1725300" cy="877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658" name="Google Shape;5658;p735"/>
          <p:cNvSpPr txBox="1"/>
          <p:nvPr>
            <p:ph idx="6" type="subTitle"/>
          </p:nvPr>
        </p:nvSpPr>
        <p:spPr>
          <a:xfrm>
            <a:off x="4650945" y="2674200"/>
            <a:ext cx="1725300" cy="743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659" name="Google Shape;5659;p735"/>
          <p:cNvSpPr txBox="1"/>
          <p:nvPr>
            <p:ph idx="7" type="subTitle"/>
          </p:nvPr>
        </p:nvSpPr>
        <p:spPr>
          <a:xfrm>
            <a:off x="6534175" y="3415925"/>
            <a:ext cx="1725300" cy="877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660" name="Google Shape;5660;p735"/>
          <p:cNvSpPr txBox="1"/>
          <p:nvPr>
            <p:ph idx="8" type="subTitle"/>
          </p:nvPr>
        </p:nvSpPr>
        <p:spPr>
          <a:xfrm>
            <a:off x="6534180" y="2674200"/>
            <a:ext cx="1725300" cy="743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7">
    <p:bg>
      <p:bgPr>
        <a:solidFill>
          <a:schemeClr val="dk1"/>
        </a:solidFill>
      </p:bgPr>
    </p:bg>
    <p:spTree>
      <p:nvGrpSpPr>
        <p:cNvPr id="5661" name="Shape 5661"/>
        <p:cNvGrpSpPr/>
        <p:nvPr/>
      </p:nvGrpSpPr>
      <p:grpSpPr>
        <a:xfrm>
          <a:off x="0" y="0"/>
          <a:ext cx="0" cy="0"/>
          <a:chOff x="0" y="0"/>
          <a:chExt cx="0" cy="0"/>
        </a:xfrm>
      </p:grpSpPr>
      <p:grpSp>
        <p:nvGrpSpPr>
          <p:cNvPr id="5662" name="Google Shape;5662;p736"/>
          <p:cNvGrpSpPr/>
          <p:nvPr/>
        </p:nvGrpSpPr>
        <p:grpSpPr>
          <a:xfrm>
            <a:off x="713225" y="539500"/>
            <a:ext cx="7717500" cy="4064400"/>
            <a:chOff x="713225" y="539500"/>
            <a:chExt cx="7717500" cy="4064400"/>
          </a:xfrm>
        </p:grpSpPr>
        <p:sp>
          <p:nvSpPr>
            <p:cNvPr id="5663" name="Google Shape;5663;p73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64" name="Google Shape;5664;p73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665" name="Google Shape;5665;p73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666" name="Google Shape;5666;p736"/>
          <p:cNvSpPr txBox="1"/>
          <p:nvPr>
            <p:ph idx="1" type="subTitle"/>
          </p:nvPr>
        </p:nvSpPr>
        <p:spPr>
          <a:xfrm>
            <a:off x="1909431" y="1906051"/>
            <a:ext cx="2263200" cy="642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800"/>
              <a:buNone/>
              <a:defRPr sz="16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5667" name="Google Shape;5667;p736"/>
          <p:cNvSpPr txBox="1"/>
          <p:nvPr>
            <p:ph idx="2" type="subTitle"/>
          </p:nvPr>
        </p:nvSpPr>
        <p:spPr>
          <a:xfrm>
            <a:off x="1909431" y="1387350"/>
            <a:ext cx="2263200" cy="51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668" name="Google Shape;5668;p736"/>
          <p:cNvSpPr txBox="1"/>
          <p:nvPr>
            <p:ph idx="3" type="subTitle"/>
          </p:nvPr>
        </p:nvSpPr>
        <p:spPr>
          <a:xfrm>
            <a:off x="4971369" y="1906050"/>
            <a:ext cx="2263200" cy="642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lt1"/>
              </a:buClr>
              <a:buSzPts val="1800"/>
              <a:buNone/>
              <a:defRPr sz="16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5669" name="Google Shape;5669;p736"/>
          <p:cNvSpPr txBox="1"/>
          <p:nvPr>
            <p:ph idx="4" type="subTitle"/>
          </p:nvPr>
        </p:nvSpPr>
        <p:spPr>
          <a:xfrm>
            <a:off x="4971369" y="1387350"/>
            <a:ext cx="2263200" cy="518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670" name="Google Shape;5670;p736"/>
          <p:cNvSpPr txBox="1"/>
          <p:nvPr>
            <p:ph idx="5" type="subTitle"/>
          </p:nvPr>
        </p:nvSpPr>
        <p:spPr>
          <a:xfrm>
            <a:off x="1909431" y="3654425"/>
            <a:ext cx="2263200" cy="642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800"/>
              <a:buNone/>
              <a:defRPr sz="16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5671" name="Google Shape;5671;p736"/>
          <p:cNvSpPr txBox="1"/>
          <p:nvPr>
            <p:ph idx="6" type="subTitle"/>
          </p:nvPr>
        </p:nvSpPr>
        <p:spPr>
          <a:xfrm>
            <a:off x="1909431" y="3135724"/>
            <a:ext cx="2263200" cy="51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672" name="Google Shape;5672;p736"/>
          <p:cNvSpPr txBox="1"/>
          <p:nvPr>
            <p:ph idx="7" type="subTitle"/>
          </p:nvPr>
        </p:nvSpPr>
        <p:spPr>
          <a:xfrm>
            <a:off x="4971369" y="3654424"/>
            <a:ext cx="2263200" cy="642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lt1"/>
              </a:buClr>
              <a:buSzPts val="1800"/>
              <a:buNone/>
              <a:defRPr sz="16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5673" name="Google Shape;5673;p736"/>
          <p:cNvSpPr txBox="1"/>
          <p:nvPr>
            <p:ph idx="8" type="subTitle"/>
          </p:nvPr>
        </p:nvSpPr>
        <p:spPr>
          <a:xfrm>
            <a:off x="4971369" y="3135724"/>
            <a:ext cx="2263200" cy="518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1_1_1_1_1_2">
    <p:bg>
      <p:bgPr>
        <a:solidFill>
          <a:schemeClr val="dk1"/>
        </a:solidFill>
      </p:bgPr>
    </p:bg>
    <p:spTree>
      <p:nvGrpSpPr>
        <p:cNvPr id="5674" name="Shape 5674"/>
        <p:cNvGrpSpPr/>
        <p:nvPr/>
      </p:nvGrpSpPr>
      <p:grpSpPr>
        <a:xfrm>
          <a:off x="0" y="0"/>
          <a:ext cx="0" cy="0"/>
          <a:chOff x="0" y="0"/>
          <a:chExt cx="0" cy="0"/>
        </a:xfrm>
      </p:grpSpPr>
      <p:grpSp>
        <p:nvGrpSpPr>
          <p:cNvPr id="5675" name="Google Shape;5675;p737"/>
          <p:cNvGrpSpPr/>
          <p:nvPr/>
        </p:nvGrpSpPr>
        <p:grpSpPr>
          <a:xfrm>
            <a:off x="713225" y="539500"/>
            <a:ext cx="7717500" cy="4064400"/>
            <a:chOff x="713225" y="539500"/>
            <a:chExt cx="7717500" cy="4064400"/>
          </a:xfrm>
        </p:grpSpPr>
        <p:sp>
          <p:nvSpPr>
            <p:cNvPr id="5676" name="Google Shape;5676;p73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77" name="Google Shape;5677;p73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678" name="Google Shape;5678;p73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679" name="Google Shape;5679;p737"/>
          <p:cNvSpPr txBox="1"/>
          <p:nvPr>
            <p:ph idx="1" type="subTitle"/>
          </p:nvPr>
        </p:nvSpPr>
        <p:spPr>
          <a:xfrm>
            <a:off x="958125" y="1906025"/>
            <a:ext cx="2304000" cy="78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680" name="Google Shape;5680;p737"/>
          <p:cNvSpPr txBox="1"/>
          <p:nvPr>
            <p:ph idx="2" type="subTitle"/>
          </p:nvPr>
        </p:nvSpPr>
        <p:spPr>
          <a:xfrm>
            <a:off x="958125" y="1387325"/>
            <a:ext cx="2304000" cy="51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681" name="Google Shape;5681;p737"/>
          <p:cNvSpPr txBox="1"/>
          <p:nvPr>
            <p:ph idx="3" type="subTitle"/>
          </p:nvPr>
        </p:nvSpPr>
        <p:spPr>
          <a:xfrm>
            <a:off x="3420000" y="1906025"/>
            <a:ext cx="2304000" cy="78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682" name="Google Shape;5682;p737"/>
          <p:cNvSpPr txBox="1"/>
          <p:nvPr>
            <p:ph idx="4" type="subTitle"/>
          </p:nvPr>
        </p:nvSpPr>
        <p:spPr>
          <a:xfrm>
            <a:off x="3420000" y="1387325"/>
            <a:ext cx="2304000" cy="51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683" name="Google Shape;5683;p737"/>
          <p:cNvSpPr txBox="1"/>
          <p:nvPr>
            <p:ph idx="5" type="subTitle"/>
          </p:nvPr>
        </p:nvSpPr>
        <p:spPr>
          <a:xfrm>
            <a:off x="5881875" y="1906025"/>
            <a:ext cx="2304000" cy="78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684" name="Google Shape;5684;p737"/>
          <p:cNvSpPr txBox="1"/>
          <p:nvPr>
            <p:ph idx="6" type="subTitle"/>
          </p:nvPr>
        </p:nvSpPr>
        <p:spPr>
          <a:xfrm>
            <a:off x="5881875" y="1387325"/>
            <a:ext cx="2304000" cy="51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685" name="Google Shape;5685;p737"/>
          <p:cNvSpPr txBox="1"/>
          <p:nvPr>
            <p:ph idx="7" type="subTitle"/>
          </p:nvPr>
        </p:nvSpPr>
        <p:spPr>
          <a:xfrm>
            <a:off x="2189050" y="3626000"/>
            <a:ext cx="2304000" cy="78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686" name="Google Shape;5686;p737"/>
          <p:cNvSpPr txBox="1"/>
          <p:nvPr>
            <p:ph idx="8" type="subTitle"/>
          </p:nvPr>
        </p:nvSpPr>
        <p:spPr>
          <a:xfrm>
            <a:off x="2189050" y="3107300"/>
            <a:ext cx="2304000" cy="51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687" name="Google Shape;5687;p737"/>
          <p:cNvSpPr txBox="1"/>
          <p:nvPr>
            <p:ph idx="9" type="subTitle"/>
          </p:nvPr>
        </p:nvSpPr>
        <p:spPr>
          <a:xfrm>
            <a:off x="4650925" y="3626000"/>
            <a:ext cx="2304000" cy="78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688" name="Google Shape;5688;p737"/>
          <p:cNvSpPr txBox="1"/>
          <p:nvPr>
            <p:ph idx="13" type="subTitle"/>
          </p:nvPr>
        </p:nvSpPr>
        <p:spPr>
          <a:xfrm>
            <a:off x="4650925" y="3107300"/>
            <a:ext cx="2304000" cy="51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_1_1_1_1_1_1">
    <p:bg>
      <p:bgPr>
        <a:solidFill>
          <a:schemeClr val="dk1"/>
        </a:solidFill>
      </p:bgPr>
    </p:bg>
    <p:spTree>
      <p:nvGrpSpPr>
        <p:cNvPr id="5689" name="Shape 5689"/>
        <p:cNvGrpSpPr/>
        <p:nvPr/>
      </p:nvGrpSpPr>
      <p:grpSpPr>
        <a:xfrm>
          <a:off x="0" y="0"/>
          <a:ext cx="0" cy="0"/>
          <a:chOff x="0" y="0"/>
          <a:chExt cx="0" cy="0"/>
        </a:xfrm>
      </p:grpSpPr>
      <p:grpSp>
        <p:nvGrpSpPr>
          <p:cNvPr id="5690" name="Google Shape;5690;p738"/>
          <p:cNvGrpSpPr/>
          <p:nvPr/>
        </p:nvGrpSpPr>
        <p:grpSpPr>
          <a:xfrm>
            <a:off x="713225" y="539500"/>
            <a:ext cx="7717500" cy="4064400"/>
            <a:chOff x="713225" y="539500"/>
            <a:chExt cx="7717500" cy="4064400"/>
          </a:xfrm>
        </p:grpSpPr>
        <p:sp>
          <p:nvSpPr>
            <p:cNvPr id="5691" name="Google Shape;5691;p73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92" name="Google Shape;5692;p73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693" name="Google Shape;5693;p73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694" name="Google Shape;5694;p738"/>
          <p:cNvSpPr txBox="1"/>
          <p:nvPr>
            <p:ph idx="1" type="subTitle"/>
          </p:nvPr>
        </p:nvSpPr>
        <p:spPr>
          <a:xfrm>
            <a:off x="1134425" y="2232500"/>
            <a:ext cx="2152500" cy="665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695" name="Google Shape;5695;p738"/>
          <p:cNvSpPr txBox="1"/>
          <p:nvPr>
            <p:ph idx="2" type="subTitle"/>
          </p:nvPr>
        </p:nvSpPr>
        <p:spPr>
          <a:xfrm>
            <a:off x="1134425" y="1885275"/>
            <a:ext cx="2152500" cy="349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696" name="Google Shape;5696;p738"/>
          <p:cNvSpPr txBox="1"/>
          <p:nvPr>
            <p:ph idx="3" type="subTitle"/>
          </p:nvPr>
        </p:nvSpPr>
        <p:spPr>
          <a:xfrm>
            <a:off x="3495738" y="2232500"/>
            <a:ext cx="2152500" cy="665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697" name="Google Shape;5697;p738"/>
          <p:cNvSpPr txBox="1"/>
          <p:nvPr>
            <p:ph idx="4" type="subTitle"/>
          </p:nvPr>
        </p:nvSpPr>
        <p:spPr>
          <a:xfrm>
            <a:off x="3495750" y="1885275"/>
            <a:ext cx="2152500" cy="349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698" name="Google Shape;5698;p738"/>
          <p:cNvSpPr txBox="1"/>
          <p:nvPr>
            <p:ph idx="5" type="subTitle"/>
          </p:nvPr>
        </p:nvSpPr>
        <p:spPr>
          <a:xfrm>
            <a:off x="5857051" y="2232500"/>
            <a:ext cx="2152500" cy="665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699" name="Google Shape;5699;p738"/>
          <p:cNvSpPr txBox="1"/>
          <p:nvPr>
            <p:ph idx="6" type="subTitle"/>
          </p:nvPr>
        </p:nvSpPr>
        <p:spPr>
          <a:xfrm>
            <a:off x="5857075" y="1885275"/>
            <a:ext cx="2152500" cy="349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700" name="Google Shape;5700;p738"/>
          <p:cNvSpPr txBox="1"/>
          <p:nvPr>
            <p:ph idx="7" type="subTitle"/>
          </p:nvPr>
        </p:nvSpPr>
        <p:spPr>
          <a:xfrm>
            <a:off x="1134425" y="3744750"/>
            <a:ext cx="2152500" cy="665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701" name="Google Shape;5701;p738"/>
          <p:cNvSpPr txBox="1"/>
          <p:nvPr>
            <p:ph idx="8" type="subTitle"/>
          </p:nvPr>
        </p:nvSpPr>
        <p:spPr>
          <a:xfrm>
            <a:off x="1134425" y="3397550"/>
            <a:ext cx="2152500" cy="349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702" name="Google Shape;5702;p738"/>
          <p:cNvSpPr txBox="1"/>
          <p:nvPr>
            <p:ph idx="9" type="subTitle"/>
          </p:nvPr>
        </p:nvSpPr>
        <p:spPr>
          <a:xfrm>
            <a:off x="3495738" y="3744750"/>
            <a:ext cx="2152500" cy="665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703" name="Google Shape;5703;p738"/>
          <p:cNvSpPr txBox="1"/>
          <p:nvPr>
            <p:ph idx="13" type="subTitle"/>
          </p:nvPr>
        </p:nvSpPr>
        <p:spPr>
          <a:xfrm>
            <a:off x="3495750" y="3397550"/>
            <a:ext cx="2152500" cy="349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704" name="Google Shape;5704;p738"/>
          <p:cNvSpPr txBox="1"/>
          <p:nvPr>
            <p:ph idx="14" type="subTitle"/>
          </p:nvPr>
        </p:nvSpPr>
        <p:spPr>
          <a:xfrm>
            <a:off x="5857051" y="3744750"/>
            <a:ext cx="2152500" cy="665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705" name="Google Shape;5705;p738"/>
          <p:cNvSpPr txBox="1"/>
          <p:nvPr>
            <p:ph idx="15" type="subTitle"/>
          </p:nvPr>
        </p:nvSpPr>
        <p:spPr>
          <a:xfrm>
            <a:off x="5857075" y="3397550"/>
            <a:ext cx="2152500" cy="349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21">
    <p:bg>
      <p:bgPr>
        <a:solidFill>
          <a:schemeClr val="dk1"/>
        </a:solidFill>
      </p:bgPr>
    </p:bg>
    <p:spTree>
      <p:nvGrpSpPr>
        <p:cNvPr id="5706" name="Shape 5706"/>
        <p:cNvGrpSpPr/>
        <p:nvPr/>
      </p:nvGrpSpPr>
      <p:grpSpPr>
        <a:xfrm>
          <a:off x="0" y="0"/>
          <a:ext cx="0" cy="0"/>
          <a:chOff x="0" y="0"/>
          <a:chExt cx="0" cy="0"/>
        </a:xfrm>
      </p:grpSpPr>
      <p:grpSp>
        <p:nvGrpSpPr>
          <p:cNvPr id="5707" name="Google Shape;5707;p739"/>
          <p:cNvGrpSpPr/>
          <p:nvPr/>
        </p:nvGrpSpPr>
        <p:grpSpPr>
          <a:xfrm>
            <a:off x="713225" y="539500"/>
            <a:ext cx="7717500" cy="4064400"/>
            <a:chOff x="713225" y="539500"/>
            <a:chExt cx="7717500" cy="4064400"/>
          </a:xfrm>
        </p:grpSpPr>
        <p:sp>
          <p:nvSpPr>
            <p:cNvPr id="5708" name="Google Shape;5708;p73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09" name="Google Shape;5709;p73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710" name="Google Shape;5710;p73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711" name="Google Shape;5711;p739"/>
          <p:cNvSpPr txBox="1"/>
          <p:nvPr>
            <p:ph idx="1" type="subTitle"/>
          </p:nvPr>
        </p:nvSpPr>
        <p:spPr>
          <a:xfrm>
            <a:off x="1059065" y="1748192"/>
            <a:ext cx="3042300" cy="502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712" name="Google Shape;5712;p739"/>
          <p:cNvSpPr txBox="1"/>
          <p:nvPr>
            <p:ph idx="2" type="subTitle"/>
          </p:nvPr>
        </p:nvSpPr>
        <p:spPr>
          <a:xfrm>
            <a:off x="1059065" y="1395867"/>
            <a:ext cx="3042300" cy="349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713" name="Google Shape;5713;p739"/>
          <p:cNvSpPr txBox="1"/>
          <p:nvPr>
            <p:ph idx="3" type="subTitle"/>
          </p:nvPr>
        </p:nvSpPr>
        <p:spPr>
          <a:xfrm>
            <a:off x="1059052" y="2806879"/>
            <a:ext cx="3042300" cy="502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714" name="Google Shape;5714;p739"/>
          <p:cNvSpPr txBox="1"/>
          <p:nvPr>
            <p:ph idx="4" type="subTitle"/>
          </p:nvPr>
        </p:nvSpPr>
        <p:spPr>
          <a:xfrm>
            <a:off x="1059070" y="2454554"/>
            <a:ext cx="3042300" cy="349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715" name="Google Shape;5715;p739"/>
          <p:cNvSpPr txBox="1"/>
          <p:nvPr>
            <p:ph idx="5" type="subTitle"/>
          </p:nvPr>
        </p:nvSpPr>
        <p:spPr>
          <a:xfrm>
            <a:off x="5042599" y="1748192"/>
            <a:ext cx="3042300" cy="502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716" name="Google Shape;5716;p739"/>
          <p:cNvSpPr txBox="1"/>
          <p:nvPr>
            <p:ph idx="6" type="subTitle"/>
          </p:nvPr>
        </p:nvSpPr>
        <p:spPr>
          <a:xfrm>
            <a:off x="5042634" y="1395867"/>
            <a:ext cx="3042300" cy="349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717" name="Google Shape;5717;p739"/>
          <p:cNvSpPr txBox="1"/>
          <p:nvPr>
            <p:ph idx="7" type="subTitle"/>
          </p:nvPr>
        </p:nvSpPr>
        <p:spPr>
          <a:xfrm>
            <a:off x="1059065" y="3865542"/>
            <a:ext cx="3042300" cy="502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718" name="Google Shape;5718;p739"/>
          <p:cNvSpPr txBox="1"/>
          <p:nvPr>
            <p:ph idx="8" type="subTitle"/>
          </p:nvPr>
        </p:nvSpPr>
        <p:spPr>
          <a:xfrm>
            <a:off x="1059065" y="3513242"/>
            <a:ext cx="3042300" cy="349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719" name="Google Shape;5719;p739"/>
          <p:cNvSpPr txBox="1"/>
          <p:nvPr>
            <p:ph idx="9" type="subTitle"/>
          </p:nvPr>
        </p:nvSpPr>
        <p:spPr>
          <a:xfrm>
            <a:off x="5042630" y="2806867"/>
            <a:ext cx="3042300" cy="502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720" name="Google Shape;5720;p739"/>
          <p:cNvSpPr txBox="1"/>
          <p:nvPr>
            <p:ph idx="13" type="subTitle"/>
          </p:nvPr>
        </p:nvSpPr>
        <p:spPr>
          <a:xfrm>
            <a:off x="5042648" y="2454567"/>
            <a:ext cx="3042300" cy="349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721" name="Google Shape;5721;p739"/>
          <p:cNvSpPr txBox="1"/>
          <p:nvPr>
            <p:ph idx="14" type="subTitle"/>
          </p:nvPr>
        </p:nvSpPr>
        <p:spPr>
          <a:xfrm>
            <a:off x="5042599" y="3865542"/>
            <a:ext cx="3042300" cy="502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722" name="Google Shape;5722;p739"/>
          <p:cNvSpPr txBox="1"/>
          <p:nvPr>
            <p:ph idx="15" type="subTitle"/>
          </p:nvPr>
        </p:nvSpPr>
        <p:spPr>
          <a:xfrm>
            <a:off x="5042634" y="3513242"/>
            <a:ext cx="3042300" cy="349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_1_1_1_1_1">
    <p:bg>
      <p:bgPr>
        <a:solidFill>
          <a:schemeClr val="dk1"/>
        </a:solidFill>
      </p:bgPr>
    </p:bg>
    <p:spTree>
      <p:nvGrpSpPr>
        <p:cNvPr id="5723" name="Shape 5723"/>
        <p:cNvGrpSpPr/>
        <p:nvPr/>
      </p:nvGrpSpPr>
      <p:grpSpPr>
        <a:xfrm>
          <a:off x="0" y="0"/>
          <a:ext cx="0" cy="0"/>
          <a:chOff x="0" y="0"/>
          <a:chExt cx="0" cy="0"/>
        </a:xfrm>
      </p:grpSpPr>
      <p:grpSp>
        <p:nvGrpSpPr>
          <p:cNvPr id="5724" name="Google Shape;5724;p740"/>
          <p:cNvGrpSpPr/>
          <p:nvPr/>
        </p:nvGrpSpPr>
        <p:grpSpPr>
          <a:xfrm>
            <a:off x="713225" y="539500"/>
            <a:ext cx="7717500" cy="4064400"/>
            <a:chOff x="713225" y="539500"/>
            <a:chExt cx="7717500" cy="4064400"/>
          </a:xfrm>
        </p:grpSpPr>
        <p:sp>
          <p:nvSpPr>
            <p:cNvPr id="5725" name="Google Shape;5725;p74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26" name="Google Shape;5726;p740"/>
            <p:cNvCxnSpPr/>
            <p:nvPr/>
          </p:nvCxnSpPr>
          <p:spPr>
            <a:xfrm>
              <a:off x="734825" y="1483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727" name="Google Shape;5727;p740"/>
          <p:cNvSpPr txBox="1"/>
          <p:nvPr>
            <p:ph type="title"/>
          </p:nvPr>
        </p:nvSpPr>
        <p:spPr>
          <a:xfrm>
            <a:off x="3607800" y="539500"/>
            <a:ext cx="4519200" cy="939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4800"/>
              <a:buNone/>
              <a:defRPr sz="4800">
                <a:solidFill>
                  <a:schemeClr val="lt1"/>
                </a:solidFill>
              </a:defRPr>
            </a:lvl1pPr>
            <a:lvl2pPr lvl="1" rtl="0" algn="r">
              <a:spcBef>
                <a:spcPts val="0"/>
              </a:spcBef>
              <a:spcAft>
                <a:spcPts val="0"/>
              </a:spcAft>
              <a:buClr>
                <a:schemeClr val="lt1"/>
              </a:buClr>
              <a:buSzPts val="4800"/>
              <a:buNone/>
              <a:defRPr sz="4800">
                <a:solidFill>
                  <a:schemeClr val="lt1"/>
                </a:solidFill>
              </a:defRPr>
            </a:lvl2pPr>
            <a:lvl3pPr lvl="2" rtl="0" algn="r">
              <a:spcBef>
                <a:spcPts val="0"/>
              </a:spcBef>
              <a:spcAft>
                <a:spcPts val="0"/>
              </a:spcAft>
              <a:buClr>
                <a:schemeClr val="lt1"/>
              </a:buClr>
              <a:buSzPts val="4800"/>
              <a:buNone/>
              <a:defRPr sz="4800">
                <a:solidFill>
                  <a:schemeClr val="lt1"/>
                </a:solidFill>
              </a:defRPr>
            </a:lvl3pPr>
            <a:lvl4pPr lvl="3" rtl="0" algn="r">
              <a:spcBef>
                <a:spcPts val="0"/>
              </a:spcBef>
              <a:spcAft>
                <a:spcPts val="0"/>
              </a:spcAft>
              <a:buClr>
                <a:schemeClr val="lt1"/>
              </a:buClr>
              <a:buSzPts val="4800"/>
              <a:buNone/>
              <a:defRPr sz="4800">
                <a:solidFill>
                  <a:schemeClr val="lt1"/>
                </a:solidFill>
              </a:defRPr>
            </a:lvl4pPr>
            <a:lvl5pPr lvl="4" rtl="0" algn="r">
              <a:spcBef>
                <a:spcPts val="0"/>
              </a:spcBef>
              <a:spcAft>
                <a:spcPts val="0"/>
              </a:spcAft>
              <a:buClr>
                <a:schemeClr val="lt1"/>
              </a:buClr>
              <a:buSzPts val="4800"/>
              <a:buNone/>
              <a:defRPr sz="4800">
                <a:solidFill>
                  <a:schemeClr val="lt1"/>
                </a:solidFill>
              </a:defRPr>
            </a:lvl5pPr>
            <a:lvl6pPr lvl="5" rtl="0" algn="r">
              <a:spcBef>
                <a:spcPts val="0"/>
              </a:spcBef>
              <a:spcAft>
                <a:spcPts val="0"/>
              </a:spcAft>
              <a:buClr>
                <a:schemeClr val="lt1"/>
              </a:buClr>
              <a:buSzPts val="4800"/>
              <a:buNone/>
              <a:defRPr sz="4800">
                <a:solidFill>
                  <a:schemeClr val="lt1"/>
                </a:solidFill>
              </a:defRPr>
            </a:lvl6pPr>
            <a:lvl7pPr lvl="6" rtl="0" algn="r">
              <a:spcBef>
                <a:spcPts val="0"/>
              </a:spcBef>
              <a:spcAft>
                <a:spcPts val="0"/>
              </a:spcAft>
              <a:buClr>
                <a:schemeClr val="lt1"/>
              </a:buClr>
              <a:buSzPts val="4800"/>
              <a:buNone/>
              <a:defRPr sz="4800">
                <a:solidFill>
                  <a:schemeClr val="lt1"/>
                </a:solidFill>
              </a:defRPr>
            </a:lvl7pPr>
            <a:lvl8pPr lvl="7" rtl="0" algn="r">
              <a:spcBef>
                <a:spcPts val="0"/>
              </a:spcBef>
              <a:spcAft>
                <a:spcPts val="0"/>
              </a:spcAft>
              <a:buClr>
                <a:schemeClr val="lt1"/>
              </a:buClr>
              <a:buSzPts val="4800"/>
              <a:buNone/>
              <a:defRPr sz="4800">
                <a:solidFill>
                  <a:schemeClr val="lt1"/>
                </a:solidFill>
              </a:defRPr>
            </a:lvl8pPr>
            <a:lvl9pPr lvl="8" algn="r">
              <a:spcBef>
                <a:spcPts val="0"/>
              </a:spcBef>
              <a:spcAft>
                <a:spcPts val="0"/>
              </a:spcAft>
              <a:buClr>
                <a:schemeClr val="lt1"/>
              </a:buClr>
              <a:buSzPts val="4800"/>
              <a:buNone/>
              <a:defRPr sz="4800">
                <a:solidFill>
                  <a:schemeClr val="lt1"/>
                </a:solidFill>
              </a:defRPr>
            </a:lvl9pPr>
          </a:lstStyle>
          <a:p/>
        </p:txBody>
      </p:sp>
      <p:sp>
        <p:nvSpPr>
          <p:cNvPr id="5728" name="Google Shape;5728;p740"/>
          <p:cNvSpPr txBox="1"/>
          <p:nvPr>
            <p:ph idx="1" type="subTitle"/>
          </p:nvPr>
        </p:nvSpPr>
        <p:spPr>
          <a:xfrm>
            <a:off x="3607800" y="2278000"/>
            <a:ext cx="4519200" cy="744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600"/>
              <a:buNone/>
              <a:defRPr sz="1400">
                <a:solidFill>
                  <a:schemeClr val="lt1"/>
                </a:solidFill>
              </a:defRPr>
            </a:lvl1pPr>
            <a:lvl2pPr lvl="1" rtl="0" algn="r">
              <a:lnSpc>
                <a:spcPct val="100000"/>
              </a:lnSpc>
              <a:spcBef>
                <a:spcPts val="0"/>
              </a:spcBef>
              <a:spcAft>
                <a:spcPts val="0"/>
              </a:spcAft>
              <a:buClr>
                <a:schemeClr val="lt1"/>
              </a:buClr>
              <a:buSzPts val="2800"/>
              <a:buNone/>
              <a:defRPr sz="2800">
                <a:solidFill>
                  <a:schemeClr val="lt1"/>
                </a:solidFill>
              </a:defRPr>
            </a:lvl2pPr>
            <a:lvl3pPr lvl="2" rtl="0" algn="r">
              <a:lnSpc>
                <a:spcPct val="100000"/>
              </a:lnSpc>
              <a:spcBef>
                <a:spcPts val="0"/>
              </a:spcBef>
              <a:spcAft>
                <a:spcPts val="0"/>
              </a:spcAft>
              <a:buClr>
                <a:schemeClr val="lt1"/>
              </a:buClr>
              <a:buSzPts val="2800"/>
              <a:buNone/>
              <a:defRPr sz="2800">
                <a:solidFill>
                  <a:schemeClr val="lt1"/>
                </a:solidFill>
              </a:defRPr>
            </a:lvl3pPr>
            <a:lvl4pPr lvl="3" rtl="0" algn="r">
              <a:lnSpc>
                <a:spcPct val="100000"/>
              </a:lnSpc>
              <a:spcBef>
                <a:spcPts val="0"/>
              </a:spcBef>
              <a:spcAft>
                <a:spcPts val="0"/>
              </a:spcAft>
              <a:buClr>
                <a:schemeClr val="lt1"/>
              </a:buClr>
              <a:buSzPts val="2800"/>
              <a:buNone/>
              <a:defRPr sz="2800">
                <a:solidFill>
                  <a:schemeClr val="lt1"/>
                </a:solidFill>
              </a:defRPr>
            </a:lvl4pPr>
            <a:lvl5pPr lvl="4" rtl="0" algn="r">
              <a:lnSpc>
                <a:spcPct val="100000"/>
              </a:lnSpc>
              <a:spcBef>
                <a:spcPts val="0"/>
              </a:spcBef>
              <a:spcAft>
                <a:spcPts val="0"/>
              </a:spcAft>
              <a:buClr>
                <a:schemeClr val="lt1"/>
              </a:buClr>
              <a:buSzPts val="2800"/>
              <a:buNone/>
              <a:defRPr sz="2800">
                <a:solidFill>
                  <a:schemeClr val="lt1"/>
                </a:solidFill>
              </a:defRPr>
            </a:lvl5pPr>
            <a:lvl6pPr lvl="5" rtl="0" algn="r">
              <a:lnSpc>
                <a:spcPct val="100000"/>
              </a:lnSpc>
              <a:spcBef>
                <a:spcPts val="0"/>
              </a:spcBef>
              <a:spcAft>
                <a:spcPts val="0"/>
              </a:spcAft>
              <a:buClr>
                <a:schemeClr val="lt1"/>
              </a:buClr>
              <a:buSzPts val="2800"/>
              <a:buNone/>
              <a:defRPr sz="2800">
                <a:solidFill>
                  <a:schemeClr val="lt1"/>
                </a:solidFill>
              </a:defRPr>
            </a:lvl6pPr>
            <a:lvl7pPr lvl="6" rtl="0" algn="r">
              <a:lnSpc>
                <a:spcPct val="100000"/>
              </a:lnSpc>
              <a:spcBef>
                <a:spcPts val="0"/>
              </a:spcBef>
              <a:spcAft>
                <a:spcPts val="0"/>
              </a:spcAft>
              <a:buClr>
                <a:schemeClr val="lt1"/>
              </a:buClr>
              <a:buSzPts val="2800"/>
              <a:buNone/>
              <a:defRPr sz="2800">
                <a:solidFill>
                  <a:schemeClr val="lt1"/>
                </a:solidFill>
              </a:defRPr>
            </a:lvl7pPr>
            <a:lvl8pPr lvl="7" rtl="0"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sp>
        <p:nvSpPr>
          <p:cNvPr id="5729" name="Google Shape;5729;p740"/>
          <p:cNvSpPr txBox="1"/>
          <p:nvPr>
            <p:ph idx="2" type="subTitle"/>
          </p:nvPr>
        </p:nvSpPr>
        <p:spPr>
          <a:xfrm>
            <a:off x="3607800" y="1769750"/>
            <a:ext cx="4519200" cy="510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5730" name="Google Shape;5730;p740"/>
          <p:cNvSpPr txBox="1"/>
          <p:nvPr/>
        </p:nvSpPr>
        <p:spPr>
          <a:xfrm>
            <a:off x="3508050" y="3477600"/>
            <a:ext cx="4718700" cy="554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Roboto"/>
                <a:ea typeface="Roboto"/>
                <a:cs typeface="Roboto"/>
                <a:sym typeface="Roboto"/>
              </a:rPr>
              <a:t>CREDITS:</a:t>
            </a:r>
            <a:r>
              <a:rPr lang="en" sz="1200">
                <a:solidFill>
                  <a:schemeClr val="lt1"/>
                </a:solidFill>
                <a:latin typeface="Roboto"/>
                <a:ea typeface="Roboto"/>
                <a:cs typeface="Roboto"/>
                <a:sym typeface="Roboto"/>
              </a:rPr>
              <a:t> This presentation template was created by </a:t>
            </a:r>
            <a:r>
              <a:rPr b="1" lang="en" sz="1200">
                <a:solidFill>
                  <a:schemeClr val="accent1"/>
                </a:solidFill>
                <a:uFill>
                  <a:noFill/>
                </a:uFill>
                <a:latin typeface="Roboto"/>
                <a:ea typeface="Roboto"/>
                <a:cs typeface="Roboto"/>
                <a:sym typeface="Roboto"/>
                <a:hlinkClick r:id="rId2">
                  <a:extLst>
                    <a:ext uri="{A12FA001-AC4F-418D-AE19-62706E023703}">
                      <ahyp:hlinkClr val="tx"/>
                    </a:ext>
                  </a:extLst>
                </a:hlinkClick>
              </a:rPr>
              <a:t>Slidesgo</a:t>
            </a:r>
            <a:r>
              <a:rPr b="1" lang="en" sz="1200">
                <a:solidFill>
                  <a:schemeClr val="accent6"/>
                </a:solidFill>
                <a:latin typeface="Roboto"/>
                <a:ea typeface="Roboto"/>
                <a:cs typeface="Roboto"/>
                <a:sym typeface="Roboto"/>
              </a:rPr>
              <a:t>,</a:t>
            </a:r>
            <a:r>
              <a:rPr lang="en" sz="1200">
                <a:solidFill>
                  <a:schemeClr val="lt1"/>
                </a:solidFill>
                <a:latin typeface="Roboto"/>
                <a:ea typeface="Roboto"/>
                <a:cs typeface="Roboto"/>
                <a:sym typeface="Roboto"/>
              </a:rPr>
              <a:t> including icons by </a:t>
            </a:r>
            <a:r>
              <a:rPr b="1" lang="en" sz="1200">
                <a:solidFill>
                  <a:schemeClr val="accent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1"/>
                </a:solidFill>
                <a:latin typeface="Roboto"/>
                <a:ea typeface="Roboto"/>
                <a:cs typeface="Roboto"/>
                <a:sym typeface="Roboto"/>
              </a:rPr>
              <a:t>, and infographics &amp; images by </a:t>
            </a:r>
            <a:r>
              <a:rPr b="1" lang="en" sz="1200">
                <a:solidFill>
                  <a:schemeClr val="accent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accent1"/>
              </a:solidFill>
              <a:latin typeface="Roboto"/>
              <a:ea typeface="Roboto"/>
              <a:cs typeface="Roboto"/>
              <a:sym typeface="Roboto"/>
            </a:endParaRPr>
          </a:p>
        </p:txBody>
      </p:sp>
    </p:spTree>
  </p:cSld>
  <p:clrMapOvr>
    <a:masterClrMapping/>
  </p:clrMapOvr>
</p:sldLayout>
</file>

<file path=ppt/slideLayouts/slideLayout7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_1_1_1_1_1">
    <p:bg>
      <p:bgPr>
        <a:solidFill>
          <a:schemeClr val="dk1"/>
        </a:solidFill>
      </p:bgPr>
    </p:bg>
    <p:spTree>
      <p:nvGrpSpPr>
        <p:cNvPr id="5731" name="Shape 5731"/>
        <p:cNvGrpSpPr/>
        <p:nvPr/>
      </p:nvGrpSpPr>
      <p:grpSpPr>
        <a:xfrm>
          <a:off x="0" y="0"/>
          <a:ext cx="0" cy="0"/>
          <a:chOff x="0" y="0"/>
          <a:chExt cx="0" cy="0"/>
        </a:xfrm>
      </p:grpSpPr>
      <p:sp>
        <p:nvSpPr>
          <p:cNvPr id="5732" name="Google Shape;5732;p74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_1_1_1_1_1">
    <p:bg>
      <p:bgPr>
        <a:solidFill>
          <a:schemeClr val="dk1"/>
        </a:solidFill>
      </p:bgPr>
    </p:bg>
    <p:spTree>
      <p:nvGrpSpPr>
        <p:cNvPr id="5733" name="Shape 5733"/>
        <p:cNvGrpSpPr/>
        <p:nvPr/>
      </p:nvGrpSpPr>
      <p:grpSpPr>
        <a:xfrm>
          <a:off x="0" y="0"/>
          <a:ext cx="0" cy="0"/>
          <a:chOff x="0" y="0"/>
          <a:chExt cx="0" cy="0"/>
        </a:xfrm>
      </p:grpSpPr>
      <p:grpSp>
        <p:nvGrpSpPr>
          <p:cNvPr id="5734" name="Google Shape;5734;p742"/>
          <p:cNvGrpSpPr/>
          <p:nvPr/>
        </p:nvGrpSpPr>
        <p:grpSpPr>
          <a:xfrm>
            <a:off x="713225" y="539500"/>
            <a:ext cx="7717500" cy="4064400"/>
            <a:chOff x="713225" y="539500"/>
            <a:chExt cx="7717500" cy="4064400"/>
          </a:xfrm>
        </p:grpSpPr>
        <p:sp>
          <p:nvSpPr>
            <p:cNvPr id="5735" name="Google Shape;5735;p74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36" name="Google Shape;5736;p74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Layouts/slideLayout7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5741" name="Shape 5741"/>
        <p:cNvGrpSpPr/>
        <p:nvPr/>
      </p:nvGrpSpPr>
      <p:grpSpPr>
        <a:xfrm>
          <a:off x="0" y="0"/>
          <a:ext cx="0" cy="0"/>
          <a:chOff x="0" y="0"/>
          <a:chExt cx="0" cy="0"/>
        </a:xfrm>
      </p:grpSpPr>
      <p:sp>
        <p:nvSpPr>
          <p:cNvPr id="5742" name="Google Shape;5742;p74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44"/>
          <p:cNvSpPr txBox="1"/>
          <p:nvPr>
            <p:ph type="ctrTitle"/>
          </p:nvPr>
        </p:nvSpPr>
        <p:spPr>
          <a:xfrm>
            <a:off x="2048825" y="848600"/>
            <a:ext cx="5046300" cy="10305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5744" name="Google Shape;5744;p744"/>
          <p:cNvSpPr txBox="1"/>
          <p:nvPr>
            <p:ph idx="1" type="subTitle"/>
          </p:nvPr>
        </p:nvSpPr>
        <p:spPr>
          <a:xfrm>
            <a:off x="2048825" y="3798375"/>
            <a:ext cx="50463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5745" name="Google Shape;5745;p744"/>
          <p:cNvSpPr txBox="1"/>
          <p:nvPr>
            <p:ph idx="2" type="subTitle"/>
          </p:nvPr>
        </p:nvSpPr>
        <p:spPr>
          <a:xfrm>
            <a:off x="2902475" y="1879100"/>
            <a:ext cx="3339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7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5746" name="Shape 5746"/>
        <p:cNvGrpSpPr/>
        <p:nvPr/>
      </p:nvGrpSpPr>
      <p:grpSpPr>
        <a:xfrm>
          <a:off x="0" y="0"/>
          <a:ext cx="0" cy="0"/>
          <a:chOff x="0" y="0"/>
          <a:chExt cx="0" cy="0"/>
        </a:xfrm>
      </p:grpSpPr>
      <p:sp>
        <p:nvSpPr>
          <p:cNvPr id="5747" name="Google Shape;5747;p74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45"/>
          <p:cNvSpPr/>
          <p:nvPr/>
        </p:nvSpPr>
        <p:spPr>
          <a:xfrm flipH="1" rot="-5400000">
            <a:off x="-1114550" y="743900"/>
            <a:ext cx="3655500" cy="3655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45"/>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5750" name="Google Shape;5750;p745"/>
          <p:cNvSpPr txBox="1"/>
          <p:nvPr>
            <p:ph hasCustomPrompt="1" idx="2" type="title"/>
          </p:nvPr>
        </p:nvSpPr>
        <p:spPr>
          <a:xfrm>
            <a:off x="821288" y="157487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5751" name="Google Shape;5751;p745"/>
          <p:cNvSpPr txBox="1"/>
          <p:nvPr>
            <p:ph idx="1" type="subTitle"/>
          </p:nvPr>
        </p:nvSpPr>
        <p:spPr>
          <a:xfrm>
            <a:off x="2971613" y="32407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7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5752" name="Shape 5752"/>
        <p:cNvGrpSpPr/>
        <p:nvPr/>
      </p:nvGrpSpPr>
      <p:grpSpPr>
        <a:xfrm>
          <a:off x="0" y="0"/>
          <a:ext cx="0" cy="0"/>
          <a:chOff x="0" y="0"/>
          <a:chExt cx="0" cy="0"/>
        </a:xfrm>
      </p:grpSpPr>
      <p:grpSp>
        <p:nvGrpSpPr>
          <p:cNvPr id="5753" name="Google Shape;5753;p746"/>
          <p:cNvGrpSpPr/>
          <p:nvPr/>
        </p:nvGrpSpPr>
        <p:grpSpPr>
          <a:xfrm>
            <a:off x="713225" y="539500"/>
            <a:ext cx="7717500" cy="4064400"/>
            <a:chOff x="713225" y="539500"/>
            <a:chExt cx="7717500" cy="4064400"/>
          </a:xfrm>
        </p:grpSpPr>
        <p:cxnSp>
          <p:nvCxnSpPr>
            <p:cNvPr id="5754" name="Google Shape;5754;p74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5755" name="Google Shape;5755;p74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6" name="Google Shape;5756;p74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757" name="Google Shape;5757;p746"/>
          <p:cNvSpPr txBox="1"/>
          <p:nvPr>
            <p:ph idx="1" type="subTitle"/>
          </p:nvPr>
        </p:nvSpPr>
        <p:spPr>
          <a:xfrm>
            <a:off x="2817300" y="2114400"/>
            <a:ext cx="3509400" cy="1529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6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7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5758" name="Shape 5758"/>
        <p:cNvGrpSpPr/>
        <p:nvPr/>
      </p:nvGrpSpPr>
      <p:grpSpPr>
        <a:xfrm>
          <a:off x="0" y="0"/>
          <a:ext cx="0" cy="0"/>
          <a:chOff x="0" y="0"/>
          <a:chExt cx="0" cy="0"/>
        </a:xfrm>
      </p:grpSpPr>
      <p:grpSp>
        <p:nvGrpSpPr>
          <p:cNvPr id="5759" name="Google Shape;5759;p747"/>
          <p:cNvGrpSpPr/>
          <p:nvPr/>
        </p:nvGrpSpPr>
        <p:grpSpPr>
          <a:xfrm>
            <a:off x="713225" y="539500"/>
            <a:ext cx="7717500" cy="4064400"/>
            <a:chOff x="713225" y="539500"/>
            <a:chExt cx="7717500" cy="4064400"/>
          </a:xfrm>
        </p:grpSpPr>
        <p:sp>
          <p:nvSpPr>
            <p:cNvPr id="5760" name="Google Shape;5760;p74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61" name="Google Shape;5761;p74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762" name="Google Shape;5762;p74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763" name="Google Shape;5763;p747"/>
          <p:cNvSpPr txBox="1"/>
          <p:nvPr>
            <p:ph idx="1" type="subTitle"/>
          </p:nvPr>
        </p:nvSpPr>
        <p:spPr>
          <a:xfrm>
            <a:off x="1425525" y="32987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764" name="Google Shape;5764;p747"/>
          <p:cNvSpPr txBox="1"/>
          <p:nvPr>
            <p:ph idx="2" type="subTitle"/>
          </p:nvPr>
        </p:nvSpPr>
        <p:spPr>
          <a:xfrm>
            <a:off x="1425525" y="2867137"/>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765" name="Google Shape;5765;p747"/>
          <p:cNvSpPr txBox="1"/>
          <p:nvPr>
            <p:ph idx="3" type="subTitle"/>
          </p:nvPr>
        </p:nvSpPr>
        <p:spPr>
          <a:xfrm>
            <a:off x="5333725" y="32885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766" name="Google Shape;5766;p747"/>
          <p:cNvSpPr txBox="1"/>
          <p:nvPr>
            <p:ph idx="4" type="subTitle"/>
          </p:nvPr>
        </p:nvSpPr>
        <p:spPr>
          <a:xfrm>
            <a:off x="5333725" y="28586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5767" name="Shape 5767"/>
        <p:cNvGrpSpPr/>
        <p:nvPr/>
      </p:nvGrpSpPr>
      <p:grpSpPr>
        <a:xfrm>
          <a:off x="0" y="0"/>
          <a:ext cx="0" cy="0"/>
          <a:chOff x="0" y="0"/>
          <a:chExt cx="0" cy="0"/>
        </a:xfrm>
      </p:grpSpPr>
      <p:grpSp>
        <p:nvGrpSpPr>
          <p:cNvPr id="5768" name="Google Shape;5768;p748"/>
          <p:cNvGrpSpPr/>
          <p:nvPr/>
        </p:nvGrpSpPr>
        <p:grpSpPr>
          <a:xfrm>
            <a:off x="713225" y="539500"/>
            <a:ext cx="7717500" cy="4064400"/>
            <a:chOff x="713225" y="539500"/>
            <a:chExt cx="7717500" cy="4064400"/>
          </a:xfrm>
        </p:grpSpPr>
        <p:sp>
          <p:nvSpPr>
            <p:cNvPr id="5769" name="Google Shape;5769;p74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70" name="Google Shape;5770;p74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771" name="Google Shape;5771;p74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7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5772" name="Shape 5772"/>
        <p:cNvGrpSpPr/>
        <p:nvPr/>
      </p:nvGrpSpPr>
      <p:grpSpPr>
        <a:xfrm>
          <a:off x="0" y="0"/>
          <a:ext cx="0" cy="0"/>
          <a:chOff x="0" y="0"/>
          <a:chExt cx="0" cy="0"/>
        </a:xfrm>
      </p:grpSpPr>
      <p:grpSp>
        <p:nvGrpSpPr>
          <p:cNvPr id="5773" name="Google Shape;5773;p749"/>
          <p:cNvGrpSpPr/>
          <p:nvPr/>
        </p:nvGrpSpPr>
        <p:grpSpPr>
          <a:xfrm>
            <a:off x="713225" y="539500"/>
            <a:ext cx="7717500" cy="4064400"/>
            <a:chOff x="713225" y="539500"/>
            <a:chExt cx="7717500" cy="4064400"/>
          </a:xfrm>
        </p:grpSpPr>
        <p:cxnSp>
          <p:nvCxnSpPr>
            <p:cNvPr id="5774" name="Google Shape;5774;p74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5775" name="Google Shape;5775;p74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76" name="Google Shape;5776;p74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777" name="Google Shape;5777;p749"/>
          <p:cNvSpPr txBox="1"/>
          <p:nvPr>
            <p:ph idx="1" type="subTitle"/>
          </p:nvPr>
        </p:nvSpPr>
        <p:spPr>
          <a:xfrm>
            <a:off x="2105700" y="1543900"/>
            <a:ext cx="4932600" cy="2550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800"/>
              <a:buChar char="●"/>
              <a:defRPr sz="1600">
                <a:solidFill>
                  <a:schemeClr val="lt1"/>
                </a:solidFill>
              </a:defRPr>
            </a:lvl1pPr>
            <a:lvl2pPr lvl="1">
              <a:lnSpc>
                <a:spcPct val="100000"/>
              </a:lnSpc>
              <a:spcBef>
                <a:spcPts val="0"/>
              </a:spcBef>
              <a:spcAft>
                <a:spcPts val="0"/>
              </a:spcAft>
              <a:buClr>
                <a:schemeClr val="lt1"/>
              </a:buClr>
              <a:buSzPts val="2800"/>
              <a:buChar char="○"/>
              <a:defRPr sz="2800">
                <a:solidFill>
                  <a:schemeClr val="lt1"/>
                </a:solidFill>
              </a:defRPr>
            </a:lvl2pPr>
            <a:lvl3pPr lvl="2">
              <a:lnSpc>
                <a:spcPct val="100000"/>
              </a:lnSpc>
              <a:spcBef>
                <a:spcPts val="0"/>
              </a:spcBef>
              <a:spcAft>
                <a:spcPts val="0"/>
              </a:spcAft>
              <a:buClr>
                <a:schemeClr val="lt1"/>
              </a:buClr>
              <a:buSzPts val="2800"/>
              <a:buChar char="■"/>
              <a:defRPr sz="2800">
                <a:solidFill>
                  <a:schemeClr val="lt1"/>
                </a:solidFill>
              </a:defRPr>
            </a:lvl3pPr>
            <a:lvl4pPr lvl="3">
              <a:lnSpc>
                <a:spcPct val="100000"/>
              </a:lnSpc>
              <a:spcBef>
                <a:spcPts val="0"/>
              </a:spcBef>
              <a:spcAft>
                <a:spcPts val="0"/>
              </a:spcAft>
              <a:buClr>
                <a:schemeClr val="lt1"/>
              </a:buClr>
              <a:buSzPts val="2800"/>
              <a:buChar char="●"/>
              <a:defRPr sz="2800">
                <a:solidFill>
                  <a:schemeClr val="lt1"/>
                </a:solidFill>
              </a:defRPr>
            </a:lvl4pPr>
            <a:lvl5pPr lvl="4">
              <a:lnSpc>
                <a:spcPct val="100000"/>
              </a:lnSpc>
              <a:spcBef>
                <a:spcPts val="0"/>
              </a:spcBef>
              <a:spcAft>
                <a:spcPts val="0"/>
              </a:spcAft>
              <a:buClr>
                <a:schemeClr val="lt1"/>
              </a:buClr>
              <a:buSzPts val="2800"/>
              <a:buChar char="○"/>
              <a:defRPr sz="2800">
                <a:solidFill>
                  <a:schemeClr val="lt1"/>
                </a:solidFill>
              </a:defRPr>
            </a:lvl5pPr>
            <a:lvl6pPr lvl="5">
              <a:lnSpc>
                <a:spcPct val="100000"/>
              </a:lnSpc>
              <a:spcBef>
                <a:spcPts val="0"/>
              </a:spcBef>
              <a:spcAft>
                <a:spcPts val="0"/>
              </a:spcAft>
              <a:buClr>
                <a:schemeClr val="lt1"/>
              </a:buClr>
              <a:buSzPts val="2800"/>
              <a:buChar char="■"/>
              <a:defRPr sz="2800">
                <a:solidFill>
                  <a:schemeClr val="lt1"/>
                </a:solidFill>
              </a:defRPr>
            </a:lvl6pPr>
            <a:lvl7pPr lvl="6">
              <a:lnSpc>
                <a:spcPct val="100000"/>
              </a:lnSpc>
              <a:spcBef>
                <a:spcPts val="0"/>
              </a:spcBef>
              <a:spcAft>
                <a:spcPts val="0"/>
              </a:spcAft>
              <a:buClr>
                <a:schemeClr val="lt1"/>
              </a:buClr>
              <a:buSzPts val="2800"/>
              <a:buChar char="●"/>
              <a:defRPr sz="2800">
                <a:solidFill>
                  <a:schemeClr val="lt1"/>
                </a:solidFill>
              </a:defRPr>
            </a:lvl7pPr>
            <a:lvl8pPr lvl="7">
              <a:lnSpc>
                <a:spcPct val="100000"/>
              </a:lnSpc>
              <a:spcBef>
                <a:spcPts val="0"/>
              </a:spcBef>
              <a:spcAft>
                <a:spcPts val="0"/>
              </a:spcAft>
              <a:buClr>
                <a:schemeClr val="lt1"/>
              </a:buClr>
              <a:buSzPts val="2800"/>
              <a:buChar char="○"/>
              <a:defRPr sz="2800">
                <a:solidFill>
                  <a:schemeClr val="lt1"/>
                </a:solidFill>
              </a:defRPr>
            </a:lvl8pPr>
            <a:lvl9pPr lvl="8">
              <a:lnSpc>
                <a:spcPct val="100000"/>
              </a:lnSpc>
              <a:spcBef>
                <a:spcPts val="0"/>
              </a:spcBef>
              <a:spcAft>
                <a:spcPts val="0"/>
              </a:spcAft>
              <a:buClr>
                <a:schemeClr val="lt1"/>
              </a:buClr>
              <a:buSzPts val="2800"/>
              <a:buChar char="■"/>
              <a:defRPr sz="2800">
                <a:solidFill>
                  <a:schemeClr val="lt1"/>
                </a:solidFill>
              </a:defRPr>
            </a:lvl9pPr>
          </a:lstStyle>
          <a:p/>
        </p:txBody>
      </p:sp>
    </p:spTree>
  </p:cSld>
  <p:clrMapOvr>
    <a:masterClrMapping/>
  </p:clrMapOvr>
</p:sldLayout>
</file>

<file path=ppt/slideLayouts/slideLayout7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5778" name="Shape 5778"/>
        <p:cNvGrpSpPr/>
        <p:nvPr/>
      </p:nvGrpSpPr>
      <p:grpSpPr>
        <a:xfrm>
          <a:off x="0" y="0"/>
          <a:ext cx="0" cy="0"/>
          <a:chOff x="0" y="0"/>
          <a:chExt cx="0" cy="0"/>
        </a:xfrm>
      </p:grpSpPr>
      <p:sp>
        <p:nvSpPr>
          <p:cNvPr id="5779" name="Google Shape;5779;p75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50"/>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7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5781" name="Shape 5781"/>
        <p:cNvGrpSpPr/>
        <p:nvPr/>
      </p:nvGrpSpPr>
      <p:grpSpPr>
        <a:xfrm>
          <a:off x="0" y="0"/>
          <a:ext cx="0" cy="0"/>
          <a:chOff x="0" y="0"/>
          <a:chExt cx="0" cy="0"/>
        </a:xfrm>
      </p:grpSpPr>
      <p:grpSp>
        <p:nvGrpSpPr>
          <p:cNvPr id="5782" name="Google Shape;5782;p751"/>
          <p:cNvGrpSpPr/>
          <p:nvPr/>
        </p:nvGrpSpPr>
        <p:grpSpPr>
          <a:xfrm>
            <a:off x="713225" y="539500"/>
            <a:ext cx="7717500" cy="4064400"/>
            <a:chOff x="713225" y="539500"/>
            <a:chExt cx="7717500" cy="4064400"/>
          </a:xfrm>
        </p:grpSpPr>
        <p:cxnSp>
          <p:nvCxnSpPr>
            <p:cNvPr id="5783" name="Google Shape;5783;p75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5784" name="Google Shape;5784;p75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85" name="Google Shape;5785;p751"/>
            <p:cNvCxnSpPr/>
            <p:nvPr/>
          </p:nvCxnSpPr>
          <p:spPr>
            <a:xfrm rot="10800000">
              <a:off x="4876775" y="1096300"/>
              <a:ext cx="0" cy="3507600"/>
            </a:xfrm>
            <a:prstGeom prst="straightConnector1">
              <a:avLst/>
            </a:prstGeom>
            <a:noFill/>
            <a:ln cap="flat" cmpd="sng" w="38100">
              <a:solidFill>
                <a:schemeClr val="accent1"/>
              </a:solidFill>
              <a:prstDash val="solid"/>
              <a:round/>
              <a:headEnd len="med" w="med" type="none"/>
              <a:tailEnd len="med" w="med" type="none"/>
            </a:ln>
          </p:spPr>
        </p:cxnSp>
      </p:grpSp>
      <p:sp>
        <p:nvSpPr>
          <p:cNvPr id="5786" name="Google Shape;5786;p75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787" name="Google Shape;5787;p751"/>
          <p:cNvSpPr txBox="1"/>
          <p:nvPr>
            <p:ph idx="1" type="subTitle"/>
          </p:nvPr>
        </p:nvSpPr>
        <p:spPr>
          <a:xfrm>
            <a:off x="1312950" y="2327975"/>
            <a:ext cx="2973000" cy="13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5788" name="Google Shape;5788;p751"/>
          <p:cNvSpPr txBox="1"/>
          <p:nvPr>
            <p:ph idx="2" type="subTitle"/>
          </p:nvPr>
        </p:nvSpPr>
        <p:spPr>
          <a:xfrm>
            <a:off x="1312950" y="1809275"/>
            <a:ext cx="29730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7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5789" name="Shape 5789"/>
        <p:cNvGrpSpPr/>
        <p:nvPr/>
      </p:nvGrpSpPr>
      <p:grpSpPr>
        <a:xfrm>
          <a:off x="0" y="0"/>
          <a:ext cx="0" cy="0"/>
          <a:chOff x="0" y="0"/>
          <a:chExt cx="0" cy="0"/>
        </a:xfrm>
      </p:grpSpPr>
      <p:sp>
        <p:nvSpPr>
          <p:cNvPr id="5790" name="Google Shape;5790;p752"/>
          <p:cNvSpPr txBox="1"/>
          <p:nvPr>
            <p:ph type="title"/>
          </p:nvPr>
        </p:nvSpPr>
        <p:spPr>
          <a:xfrm>
            <a:off x="865625" y="3328700"/>
            <a:ext cx="6367800" cy="1427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3600"/>
              <a:buNone/>
              <a:defRPr sz="3600">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7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5791" name="Shape 5791"/>
        <p:cNvGrpSpPr/>
        <p:nvPr/>
      </p:nvGrpSpPr>
      <p:grpSpPr>
        <a:xfrm>
          <a:off x="0" y="0"/>
          <a:ext cx="0" cy="0"/>
          <a:chOff x="0" y="0"/>
          <a:chExt cx="0" cy="0"/>
        </a:xfrm>
      </p:grpSpPr>
      <p:sp>
        <p:nvSpPr>
          <p:cNvPr id="5792" name="Google Shape;5792;p75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53"/>
          <p:cNvSpPr txBox="1"/>
          <p:nvPr>
            <p:ph hasCustomPrompt="1" type="title"/>
          </p:nvPr>
        </p:nvSpPr>
        <p:spPr>
          <a:xfrm>
            <a:off x="994200" y="1505850"/>
            <a:ext cx="7155600" cy="13323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5794" name="Google Shape;5794;p753"/>
          <p:cNvSpPr txBox="1"/>
          <p:nvPr>
            <p:ph idx="1" type="subTitle"/>
          </p:nvPr>
        </p:nvSpPr>
        <p:spPr>
          <a:xfrm>
            <a:off x="994200" y="2838150"/>
            <a:ext cx="4774200" cy="79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5795" name="Shape 5795"/>
        <p:cNvGrpSpPr/>
        <p:nvPr/>
      </p:nvGrpSpPr>
      <p:grpSpPr>
        <a:xfrm>
          <a:off x="0" y="0"/>
          <a:ext cx="0" cy="0"/>
          <a:chOff x="0" y="0"/>
          <a:chExt cx="0" cy="0"/>
        </a:xfrm>
      </p:grpSpPr>
    </p:spTree>
  </p:cSld>
  <p:clrMapOvr>
    <a:masterClrMapping/>
  </p:clrMapOvr>
</p:sldLayout>
</file>

<file path=ppt/slideLayouts/slideLayout7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5796" name="Shape 5796"/>
        <p:cNvGrpSpPr/>
        <p:nvPr/>
      </p:nvGrpSpPr>
      <p:grpSpPr>
        <a:xfrm>
          <a:off x="0" y="0"/>
          <a:ext cx="0" cy="0"/>
          <a:chOff x="0" y="0"/>
          <a:chExt cx="0" cy="0"/>
        </a:xfrm>
      </p:grpSpPr>
      <p:sp>
        <p:nvSpPr>
          <p:cNvPr id="5797" name="Google Shape;5797;p755"/>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7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5798" name="Shape 5798"/>
        <p:cNvGrpSpPr/>
        <p:nvPr/>
      </p:nvGrpSpPr>
      <p:grpSpPr>
        <a:xfrm>
          <a:off x="0" y="0"/>
          <a:ext cx="0" cy="0"/>
          <a:chOff x="0" y="0"/>
          <a:chExt cx="0" cy="0"/>
        </a:xfrm>
      </p:grpSpPr>
      <p:grpSp>
        <p:nvGrpSpPr>
          <p:cNvPr id="5799" name="Google Shape;5799;p756"/>
          <p:cNvGrpSpPr/>
          <p:nvPr/>
        </p:nvGrpSpPr>
        <p:grpSpPr>
          <a:xfrm>
            <a:off x="713200" y="539513"/>
            <a:ext cx="7717600" cy="4064400"/>
            <a:chOff x="713125" y="539500"/>
            <a:chExt cx="7717600" cy="4064400"/>
          </a:xfrm>
        </p:grpSpPr>
        <p:cxnSp>
          <p:nvCxnSpPr>
            <p:cNvPr id="5800" name="Google Shape;5800;p756"/>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5801" name="Google Shape;5801;p75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02" name="Google Shape;5802;p756"/>
            <p:cNvCxnSpPr>
              <a:stCxn id="5801" idx="2"/>
            </p:cNvCxnSpPr>
            <p:nvPr/>
          </p:nvCxnSpPr>
          <p:spPr>
            <a:xfrm rot="10800000">
              <a:off x="45719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5803" name="Google Shape;5803;p756"/>
            <p:cNvCxnSpPr/>
            <p:nvPr/>
          </p:nvCxnSpPr>
          <p:spPr>
            <a:xfrm rot="10800000">
              <a:off x="713125" y="2912025"/>
              <a:ext cx="7709100" cy="0"/>
            </a:xfrm>
            <a:prstGeom prst="straightConnector1">
              <a:avLst/>
            </a:prstGeom>
            <a:noFill/>
            <a:ln cap="flat" cmpd="sng" w="38100">
              <a:solidFill>
                <a:schemeClr val="accent1"/>
              </a:solidFill>
              <a:prstDash val="solid"/>
              <a:round/>
              <a:headEnd len="med" w="med" type="none"/>
              <a:tailEnd len="med" w="med" type="none"/>
            </a:ln>
          </p:spPr>
        </p:cxnSp>
        <p:cxnSp>
          <p:nvCxnSpPr>
            <p:cNvPr id="5804" name="Google Shape;5804;p756"/>
            <p:cNvCxnSpPr/>
            <p:nvPr/>
          </p:nvCxnSpPr>
          <p:spPr>
            <a:xfrm rot="10800000">
              <a:off x="17602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5805" name="Google Shape;5805;p756"/>
            <p:cNvCxnSpPr/>
            <p:nvPr/>
          </p:nvCxnSpPr>
          <p:spPr>
            <a:xfrm rot="10800000">
              <a:off x="7378100" y="1254400"/>
              <a:ext cx="0" cy="3349500"/>
            </a:xfrm>
            <a:prstGeom prst="straightConnector1">
              <a:avLst/>
            </a:prstGeom>
            <a:noFill/>
            <a:ln cap="flat" cmpd="sng" w="38100">
              <a:solidFill>
                <a:schemeClr val="accent1"/>
              </a:solidFill>
              <a:prstDash val="solid"/>
              <a:round/>
              <a:headEnd len="med" w="med" type="none"/>
              <a:tailEnd len="med" w="med" type="none"/>
            </a:ln>
          </p:spPr>
        </p:cxnSp>
      </p:grpSp>
      <p:sp>
        <p:nvSpPr>
          <p:cNvPr id="5806" name="Google Shape;5806;p756"/>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807" name="Google Shape;5807;p756"/>
          <p:cNvSpPr txBox="1"/>
          <p:nvPr>
            <p:ph idx="1" type="subTitle"/>
          </p:nvPr>
        </p:nvSpPr>
        <p:spPr>
          <a:xfrm>
            <a:off x="1924988" y="2036825"/>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808" name="Google Shape;5808;p756"/>
          <p:cNvSpPr txBox="1"/>
          <p:nvPr>
            <p:ph idx="2" type="subTitle"/>
          </p:nvPr>
        </p:nvSpPr>
        <p:spPr>
          <a:xfrm>
            <a:off x="1924988" y="1518125"/>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809" name="Google Shape;5809;p756"/>
          <p:cNvSpPr txBox="1"/>
          <p:nvPr>
            <p:ph hasCustomPrompt="1" idx="3" type="title"/>
          </p:nvPr>
        </p:nvSpPr>
        <p:spPr>
          <a:xfrm>
            <a:off x="8197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5810" name="Google Shape;5810;p756"/>
          <p:cNvSpPr txBox="1"/>
          <p:nvPr>
            <p:ph idx="4" type="subTitle"/>
          </p:nvPr>
        </p:nvSpPr>
        <p:spPr>
          <a:xfrm>
            <a:off x="4760188" y="2036825"/>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5811" name="Google Shape;5811;p756"/>
          <p:cNvSpPr txBox="1"/>
          <p:nvPr>
            <p:ph idx="5" type="subTitle"/>
          </p:nvPr>
        </p:nvSpPr>
        <p:spPr>
          <a:xfrm>
            <a:off x="4760188" y="1518125"/>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5812" name="Google Shape;5812;p756"/>
          <p:cNvSpPr txBox="1"/>
          <p:nvPr>
            <p:ph hasCustomPrompt="1" idx="6" type="title"/>
          </p:nvPr>
        </p:nvSpPr>
        <p:spPr>
          <a:xfrm>
            <a:off x="74842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5813" name="Google Shape;5813;p756"/>
          <p:cNvSpPr txBox="1"/>
          <p:nvPr>
            <p:ph idx="7" type="subTitle"/>
          </p:nvPr>
        </p:nvSpPr>
        <p:spPr>
          <a:xfrm>
            <a:off x="1924988" y="3691200"/>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814" name="Google Shape;5814;p756"/>
          <p:cNvSpPr txBox="1"/>
          <p:nvPr>
            <p:ph idx="8" type="subTitle"/>
          </p:nvPr>
        </p:nvSpPr>
        <p:spPr>
          <a:xfrm>
            <a:off x="1924988" y="3172500"/>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815" name="Google Shape;5815;p756"/>
          <p:cNvSpPr txBox="1"/>
          <p:nvPr>
            <p:ph hasCustomPrompt="1" idx="9" type="title"/>
          </p:nvPr>
        </p:nvSpPr>
        <p:spPr>
          <a:xfrm>
            <a:off x="819800" y="346450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5816" name="Google Shape;5816;p756"/>
          <p:cNvSpPr txBox="1"/>
          <p:nvPr>
            <p:ph idx="13" type="subTitle"/>
          </p:nvPr>
        </p:nvSpPr>
        <p:spPr>
          <a:xfrm>
            <a:off x="4760200" y="3673200"/>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5817" name="Google Shape;5817;p756"/>
          <p:cNvSpPr txBox="1"/>
          <p:nvPr>
            <p:ph idx="14" type="subTitle"/>
          </p:nvPr>
        </p:nvSpPr>
        <p:spPr>
          <a:xfrm>
            <a:off x="4760200" y="3154500"/>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5818" name="Google Shape;5818;p756"/>
          <p:cNvSpPr txBox="1"/>
          <p:nvPr>
            <p:ph hasCustomPrompt="1" idx="15" type="title"/>
          </p:nvPr>
        </p:nvSpPr>
        <p:spPr>
          <a:xfrm>
            <a:off x="7488624" y="3475788"/>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7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
    <p:bg>
      <p:bgPr>
        <a:solidFill>
          <a:schemeClr val="dk1"/>
        </a:solidFill>
      </p:bgPr>
    </p:bg>
    <p:spTree>
      <p:nvGrpSpPr>
        <p:cNvPr id="5819" name="Shape 5819"/>
        <p:cNvGrpSpPr/>
        <p:nvPr/>
      </p:nvGrpSpPr>
      <p:grpSpPr>
        <a:xfrm>
          <a:off x="0" y="0"/>
          <a:ext cx="0" cy="0"/>
          <a:chOff x="0" y="0"/>
          <a:chExt cx="0" cy="0"/>
        </a:xfrm>
      </p:grpSpPr>
      <p:grpSp>
        <p:nvGrpSpPr>
          <p:cNvPr id="5820" name="Google Shape;5820;p757"/>
          <p:cNvGrpSpPr/>
          <p:nvPr/>
        </p:nvGrpSpPr>
        <p:grpSpPr>
          <a:xfrm>
            <a:off x="713300" y="539513"/>
            <a:ext cx="7717500" cy="4064400"/>
            <a:chOff x="713225" y="539500"/>
            <a:chExt cx="7717500" cy="4064400"/>
          </a:xfrm>
        </p:grpSpPr>
        <p:cxnSp>
          <p:nvCxnSpPr>
            <p:cNvPr id="5821" name="Google Shape;5821;p757"/>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5822" name="Google Shape;5822;p75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3" name="Google Shape;5823;p757"/>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824" name="Google Shape;5824;p757"/>
          <p:cNvSpPr txBox="1"/>
          <p:nvPr>
            <p:ph idx="1" type="subTitle"/>
          </p:nvPr>
        </p:nvSpPr>
        <p:spPr>
          <a:xfrm>
            <a:off x="897170"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825" name="Google Shape;5825;p757"/>
          <p:cNvSpPr txBox="1"/>
          <p:nvPr>
            <p:ph idx="2" type="subTitle"/>
          </p:nvPr>
        </p:nvSpPr>
        <p:spPr>
          <a:xfrm>
            <a:off x="897170"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826" name="Google Shape;5826;p757"/>
          <p:cNvSpPr txBox="1"/>
          <p:nvPr>
            <p:ph hasCustomPrompt="1" idx="3" type="title"/>
          </p:nvPr>
        </p:nvSpPr>
        <p:spPr>
          <a:xfrm>
            <a:off x="1261666"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5827" name="Google Shape;5827;p757"/>
          <p:cNvSpPr txBox="1"/>
          <p:nvPr>
            <p:ph idx="4" type="subTitle"/>
          </p:nvPr>
        </p:nvSpPr>
        <p:spPr>
          <a:xfrm>
            <a:off x="47527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5828" name="Google Shape;5828;p757"/>
          <p:cNvSpPr txBox="1"/>
          <p:nvPr>
            <p:ph idx="5" type="subTitle"/>
          </p:nvPr>
        </p:nvSpPr>
        <p:spPr>
          <a:xfrm>
            <a:off x="47527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5829" name="Google Shape;5829;p757"/>
          <p:cNvSpPr txBox="1"/>
          <p:nvPr>
            <p:ph hasCustomPrompt="1" idx="6" type="title"/>
          </p:nvPr>
        </p:nvSpPr>
        <p:spPr>
          <a:xfrm>
            <a:off x="5117252"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5830" name="Google Shape;5830;p757"/>
          <p:cNvSpPr txBox="1"/>
          <p:nvPr>
            <p:ph idx="7" type="subTitle"/>
          </p:nvPr>
        </p:nvSpPr>
        <p:spPr>
          <a:xfrm>
            <a:off x="28249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831" name="Google Shape;5831;p757"/>
          <p:cNvSpPr txBox="1"/>
          <p:nvPr>
            <p:ph idx="8" type="subTitle"/>
          </p:nvPr>
        </p:nvSpPr>
        <p:spPr>
          <a:xfrm>
            <a:off x="28249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832" name="Google Shape;5832;p757"/>
          <p:cNvSpPr txBox="1"/>
          <p:nvPr>
            <p:ph hasCustomPrompt="1" idx="9" type="title"/>
          </p:nvPr>
        </p:nvSpPr>
        <p:spPr>
          <a:xfrm>
            <a:off x="3189459"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5833" name="Google Shape;5833;p757"/>
          <p:cNvSpPr txBox="1"/>
          <p:nvPr>
            <p:ph idx="13" type="subTitle"/>
          </p:nvPr>
        </p:nvSpPr>
        <p:spPr>
          <a:xfrm>
            <a:off x="6680545"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5834" name="Google Shape;5834;p757"/>
          <p:cNvSpPr txBox="1"/>
          <p:nvPr>
            <p:ph idx="14" type="subTitle"/>
          </p:nvPr>
        </p:nvSpPr>
        <p:spPr>
          <a:xfrm>
            <a:off x="6680545"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5835" name="Google Shape;5835;p757"/>
          <p:cNvSpPr txBox="1"/>
          <p:nvPr>
            <p:ph hasCustomPrompt="1" idx="15" type="title"/>
          </p:nvPr>
        </p:nvSpPr>
        <p:spPr>
          <a:xfrm>
            <a:off x="7045045" y="1975647"/>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7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dk1"/>
        </a:solidFill>
      </p:bgPr>
    </p:bg>
    <p:spTree>
      <p:nvGrpSpPr>
        <p:cNvPr id="5836" name="Shape 5836"/>
        <p:cNvGrpSpPr/>
        <p:nvPr/>
      </p:nvGrpSpPr>
      <p:grpSpPr>
        <a:xfrm>
          <a:off x="0" y="0"/>
          <a:ext cx="0" cy="0"/>
          <a:chOff x="0" y="0"/>
          <a:chExt cx="0" cy="0"/>
        </a:xfrm>
      </p:grpSpPr>
      <p:sp>
        <p:nvSpPr>
          <p:cNvPr id="5837" name="Google Shape;5837;p75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58"/>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5839" name="Google Shape;5839;p758"/>
          <p:cNvSpPr txBox="1"/>
          <p:nvPr>
            <p:ph hasCustomPrompt="1" idx="2" type="title"/>
          </p:nvPr>
        </p:nvSpPr>
        <p:spPr>
          <a:xfrm>
            <a:off x="1131163" y="96802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5840" name="Google Shape;5840;p758"/>
          <p:cNvSpPr txBox="1"/>
          <p:nvPr>
            <p:ph idx="1" type="subTitle"/>
          </p:nvPr>
        </p:nvSpPr>
        <p:spPr>
          <a:xfrm>
            <a:off x="1131163" y="37284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7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
    <p:bg>
      <p:bgPr>
        <a:solidFill>
          <a:schemeClr val="dk1"/>
        </a:solidFill>
      </p:bgPr>
    </p:bg>
    <p:spTree>
      <p:nvGrpSpPr>
        <p:cNvPr id="5841" name="Shape 5841"/>
        <p:cNvGrpSpPr/>
        <p:nvPr/>
      </p:nvGrpSpPr>
      <p:grpSpPr>
        <a:xfrm>
          <a:off x="0" y="0"/>
          <a:ext cx="0" cy="0"/>
          <a:chOff x="0" y="0"/>
          <a:chExt cx="0" cy="0"/>
        </a:xfrm>
      </p:grpSpPr>
      <p:sp>
        <p:nvSpPr>
          <p:cNvPr id="5842" name="Google Shape;5842;p75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59"/>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5844" name="Google Shape;5844;p759"/>
          <p:cNvSpPr txBox="1"/>
          <p:nvPr>
            <p:ph hasCustomPrompt="1" idx="2" type="title"/>
          </p:nvPr>
        </p:nvSpPr>
        <p:spPr>
          <a:xfrm>
            <a:off x="3496800" y="894025"/>
            <a:ext cx="2150400" cy="1665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5845" name="Google Shape;5845;p759"/>
          <p:cNvSpPr txBox="1"/>
          <p:nvPr>
            <p:ph idx="1" type="subTitle"/>
          </p:nvPr>
        </p:nvSpPr>
        <p:spPr>
          <a:xfrm>
            <a:off x="1896450" y="3802475"/>
            <a:ext cx="53511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7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5846" name="Shape 5846"/>
        <p:cNvGrpSpPr/>
        <p:nvPr/>
      </p:nvGrpSpPr>
      <p:grpSpPr>
        <a:xfrm>
          <a:off x="0" y="0"/>
          <a:ext cx="0" cy="0"/>
          <a:chOff x="0" y="0"/>
          <a:chExt cx="0" cy="0"/>
        </a:xfrm>
      </p:grpSpPr>
      <p:sp>
        <p:nvSpPr>
          <p:cNvPr id="5847" name="Google Shape;5847;p76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60"/>
          <p:cNvSpPr txBox="1"/>
          <p:nvPr>
            <p:ph type="title"/>
          </p:nvPr>
        </p:nvSpPr>
        <p:spPr>
          <a:xfrm>
            <a:off x="1952375" y="3189813"/>
            <a:ext cx="4629600" cy="491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849" name="Google Shape;5849;p760"/>
          <p:cNvSpPr txBox="1"/>
          <p:nvPr>
            <p:ph idx="1" type="subTitle"/>
          </p:nvPr>
        </p:nvSpPr>
        <p:spPr>
          <a:xfrm>
            <a:off x="1952375" y="1995238"/>
            <a:ext cx="4629600" cy="111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7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
    <p:bg>
      <p:bgPr>
        <a:solidFill>
          <a:schemeClr val="dk1"/>
        </a:solidFill>
      </p:bgPr>
    </p:bg>
    <p:spTree>
      <p:nvGrpSpPr>
        <p:cNvPr id="5850" name="Shape 5850"/>
        <p:cNvGrpSpPr/>
        <p:nvPr/>
      </p:nvGrpSpPr>
      <p:grpSpPr>
        <a:xfrm>
          <a:off x="0" y="0"/>
          <a:ext cx="0" cy="0"/>
          <a:chOff x="0" y="0"/>
          <a:chExt cx="0" cy="0"/>
        </a:xfrm>
      </p:grpSpPr>
      <p:sp>
        <p:nvSpPr>
          <p:cNvPr id="5851" name="Google Shape;5851;p761"/>
          <p:cNvSpPr txBox="1"/>
          <p:nvPr>
            <p:ph type="title"/>
          </p:nvPr>
        </p:nvSpPr>
        <p:spPr>
          <a:xfrm>
            <a:off x="713250" y="5395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atin typeface="Roboto"/>
                <a:ea typeface="Roboto"/>
                <a:cs typeface="Roboto"/>
                <a:sym typeface="Roboto"/>
              </a:defRPr>
            </a:lvl1pPr>
            <a:lvl2pPr lvl="1">
              <a:spcBef>
                <a:spcPts val="0"/>
              </a:spcBef>
              <a:spcAft>
                <a:spcPts val="0"/>
              </a:spcAft>
              <a:buSzPts val="2800"/>
              <a:buNone/>
              <a:defRPr>
                <a:latin typeface="Roboto"/>
                <a:ea typeface="Roboto"/>
                <a:cs typeface="Roboto"/>
                <a:sym typeface="Roboto"/>
              </a:defRPr>
            </a:lvl2pPr>
            <a:lvl3pPr lvl="2">
              <a:spcBef>
                <a:spcPts val="0"/>
              </a:spcBef>
              <a:spcAft>
                <a:spcPts val="0"/>
              </a:spcAft>
              <a:buSzPts val="2800"/>
              <a:buNone/>
              <a:defRPr>
                <a:latin typeface="Roboto"/>
                <a:ea typeface="Roboto"/>
                <a:cs typeface="Roboto"/>
                <a:sym typeface="Roboto"/>
              </a:defRPr>
            </a:lvl3pPr>
            <a:lvl4pPr lvl="3">
              <a:spcBef>
                <a:spcPts val="0"/>
              </a:spcBef>
              <a:spcAft>
                <a:spcPts val="0"/>
              </a:spcAft>
              <a:buSzPts val="2800"/>
              <a:buNone/>
              <a:defRPr>
                <a:latin typeface="Roboto"/>
                <a:ea typeface="Roboto"/>
                <a:cs typeface="Roboto"/>
                <a:sym typeface="Roboto"/>
              </a:defRPr>
            </a:lvl4pPr>
            <a:lvl5pPr lvl="4">
              <a:spcBef>
                <a:spcPts val="0"/>
              </a:spcBef>
              <a:spcAft>
                <a:spcPts val="0"/>
              </a:spcAft>
              <a:buSzPts val="2800"/>
              <a:buNone/>
              <a:defRPr>
                <a:latin typeface="Roboto"/>
                <a:ea typeface="Roboto"/>
                <a:cs typeface="Roboto"/>
                <a:sym typeface="Roboto"/>
              </a:defRPr>
            </a:lvl5pPr>
            <a:lvl6pPr lvl="5">
              <a:spcBef>
                <a:spcPts val="0"/>
              </a:spcBef>
              <a:spcAft>
                <a:spcPts val="0"/>
              </a:spcAft>
              <a:buSzPts val="2800"/>
              <a:buNone/>
              <a:defRPr>
                <a:latin typeface="Roboto"/>
                <a:ea typeface="Roboto"/>
                <a:cs typeface="Roboto"/>
                <a:sym typeface="Roboto"/>
              </a:defRPr>
            </a:lvl6pPr>
            <a:lvl7pPr lvl="6">
              <a:spcBef>
                <a:spcPts val="0"/>
              </a:spcBef>
              <a:spcAft>
                <a:spcPts val="0"/>
              </a:spcAft>
              <a:buSzPts val="2800"/>
              <a:buNone/>
              <a:defRPr>
                <a:latin typeface="Roboto"/>
                <a:ea typeface="Roboto"/>
                <a:cs typeface="Roboto"/>
                <a:sym typeface="Roboto"/>
              </a:defRPr>
            </a:lvl7pPr>
            <a:lvl8pPr lvl="7">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5852" name="Google Shape;5852;p76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61"/>
          <p:cNvSpPr txBox="1"/>
          <p:nvPr>
            <p:ph idx="2" type="title"/>
          </p:nvPr>
        </p:nvSpPr>
        <p:spPr>
          <a:xfrm>
            <a:off x="3364525" y="3430088"/>
            <a:ext cx="4629600" cy="491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854" name="Google Shape;5854;p761"/>
          <p:cNvSpPr txBox="1"/>
          <p:nvPr>
            <p:ph idx="1" type="subTitle"/>
          </p:nvPr>
        </p:nvSpPr>
        <p:spPr>
          <a:xfrm>
            <a:off x="3364525" y="2235513"/>
            <a:ext cx="4629600" cy="111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7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0">
    <p:bg>
      <p:bgPr>
        <a:solidFill>
          <a:schemeClr val="dk1"/>
        </a:solidFill>
      </p:bgPr>
    </p:bg>
    <p:spTree>
      <p:nvGrpSpPr>
        <p:cNvPr id="5855" name="Shape 5855"/>
        <p:cNvGrpSpPr/>
        <p:nvPr/>
      </p:nvGrpSpPr>
      <p:grpSpPr>
        <a:xfrm>
          <a:off x="0" y="0"/>
          <a:ext cx="0" cy="0"/>
          <a:chOff x="0" y="0"/>
          <a:chExt cx="0" cy="0"/>
        </a:xfrm>
      </p:grpSpPr>
      <p:sp>
        <p:nvSpPr>
          <p:cNvPr id="5856" name="Google Shape;5856;p76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62"/>
          <p:cNvSpPr txBox="1"/>
          <p:nvPr>
            <p:ph hasCustomPrompt="1" type="title"/>
          </p:nvPr>
        </p:nvSpPr>
        <p:spPr>
          <a:xfrm>
            <a:off x="2070613" y="1505850"/>
            <a:ext cx="4774200" cy="1332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5858" name="Google Shape;5858;p762"/>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22">
    <p:bg>
      <p:bgPr>
        <a:solidFill>
          <a:schemeClr val="dk1"/>
        </a:solidFill>
      </p:bgPr>
    </p:bg>
    <p:spTree>
      <p:nvGrpSpPr>
        <p:cNvPr id="5859" name="Shape 5859"/>
        <p:cNvGrpSpPr/>
        <p:nvPr/>
      </p:nvGrpSpPr>
      <p:grpSpPr>
        <a:xfrm>
          <a:off x="0" y="0"/>
          <a:ext cx="0" cy="0"/>
          <a:chOff x="0" y="0"/>
          <a:chExt cx="0" cy="0"/>
        </a:xfrm>
      </p:grpSpPr>
      <p:sp>
        <p:nvSpPr>
          <p:cNvPr id="5860" name="Google Shape;5860;p763"/>
          <p:cNvSpPr txBox="1"/>
          <p:nvPr>
            <p:ph hasCustomPrompt="1" type="title"/>
          </p:nvPr>
        </p:nvSpPr>
        <p:spPr>
          <a:xfrm>
            <a:off x="2337663" y="1768700"/>
            <a:ext cx="2299800" cy="1209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5861" name="Google Shape;5861;p763"/>
          <p:cNvSpPr txBox="1"/>
          <p:nvPr>
            <p:ph idx="1" type="subTitle"/>
          </p:nvPr>
        </p:nvSpPr>
        <p:spPr>
          <a:xfrm>
            <a:off x="4989538" y="1768700"/>
            <a:ext cx="3188400" cy="1209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862" name="Google Shape;5862;p763"/>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63" name="Google Shape;5863;p763"/>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5864" name="Google Shape;5864;p763"/>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7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bg>
      <p:bgPr>
        <a:solidFill>
          <a:schemeClr val="dk1"/>
        </a:solidFill>
      </p:bgPr>
    </p:bg>
    <p:spTree>
      <p:nvGrpSpPr>
        <p:cNvPr id="5865" name="Shape 5865"/>
        <p:cNvGrpSpPr/>
        <p:nvPr/>
      </p:nvGrpSpPr>
      <p:grpSpPr>
        <a:xfrm>
          <a:off x="0" y="0"/>
          <a:ext cx="0" cy="0"/>
          <a:chOff x="0" y="0"/>
          <a:chExt cx="0" cy="0"/>
        </a:xfrm>
      </p:grpSpPr>
      <p:sp>
        <p:nvSpPr>
          <p:cNvPr id="5866" name="Google Shape;5866;p764"/>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67" name="Google Shape;5867;p764"/>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5868" name="Google Shape;5868;p76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869" name="Google Shape;5869;p764"/>
          <p:cNvSpPr txBox="1"/>
          <p:nvPr>
            <p:ph hasCustomPrompt="1" idx="2" type="title"/>
          </p:nvPr>
        </p:nvSpPr>
        <p:spPr>
          <a:xfrm>
            <a:off x="1153250" y="1714350"/>
            <a:ext cx="2299800" cy="103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5870" name="Google Shape;5870;p764"/>
          <p:cNvSpPr txBox="1"/>
          <p:nvPr>
            <p:ph idx="1" type="subTitle"/>
          </p:nvPr>
        </p:nvSpPr>
        <p:spPr>
          <a:xfrm>
            <a:off x="1153250" y="2750550"/>
            <a:ext cx="2299800" cy="1058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871" name="Google Shape;5871;p764"/>
          <p:cNvSpPr txBox="1"/>
          <p:nvPr>
            <p:ph hasCustomPrompt="1" idx="3" type="title"/>
          </p:nvPr>
        </p:nvSpPr>
        <p:spPr>
          <a:xfrm>
            <a:off x="5006988" y="1378188"/>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5872" name="Google Shape;5872;p764"/>
          <p:cNvSpPr txBox="1"/>
          <p:nvPr>
            <p:ph idx="4" type="subTitle"/>
          </p:nvPr>
        </p:nvSpPr>
        <p:spPr>
          <a:xfrm>
            <a:off x="5006988" y="202385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873" name="Google Shape;5873;p764"/>
          <p:cNvSpPr txBox="1"/>
          <p:nvPr>
            <p:ph hasCustomPrompt="1" idx="5" type="title"/>
          </p:nvPr>
        </p:nvSpPr>
        <p:spPr>
          <a:xfrm>
            <a:off x="5006988" y="3133450"/>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5874" name="Google Shape;5874;p764"/>
          <p:cNvSpPr txBox="1"/>
          <p:nvPr>
            <p:ph idx="6" type="subTitle"/>
          </p:nvPr>
        </p:nvSpPr>
        <p:spPr>
          <a:xfrm>
            <a:off x="5006988" y="377900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3">
    <p:bg>
      <p:bgPr>
        <a:solidFill>
          <a:schemeClr val="dk1"/>
        </a:solidFill>
      </p:bgPr>
    </p:bg>
    <p:spTree>
      <p:nvGrpSpPr>
        <p:cNvPr id="5875" name="Shape 5875"/>
        <p:cNvGrpSpPr/>
        <p:nvPr/>
      </p:nvGrpSpPr>
      <p:grpSpPr>
        <a:xfrm>
          <a:off x="0" y="0"/>
          <a:ext cx="0" cy="0"/>
          <a:chOff x="0" y="0"/>
          <a:chExt cx="0" cy="0"/>
        </a:xfrm>
      </p:grpSpPr>
      <p:sp>
        <p:nvSpPr>
          <p:cNvPr id="5876" name="Google Shape;5876;p765"/>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77" name="Google Shape;5877;p765"/>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5878" name="Google Shape;5878;p76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879" name="Google Shape;5879;p765"/>
          <p:cNvSpPr txBox="1"/>
          <p:nvPr>
            <p:ph hasCustomPrompt="1" idx="2" type="title"/>
          </p:nvPr>
        </p:nvSpPr>
        <p:spPr>
          <a:xfrm>
            <a:off x="1153250"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5880" name="Google Shape;5880;p765"/>
          <p:cNvSpPr txBox="1"/>
          <p:nvPr>
            <p:ph idx="1" type="subTitle"/>
          </p:nvPr>
        </p:nvSpPr>
        <p:spPr>
          <a:xfrm>
            <a:off x="1153250" y="3575299"/>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881" name="Google Shape;5881;p765"/>
          <p:cNvSpPr txBox="1"/>
          <p:nvPr>
            <p:ph hasCustomPrompt="1" idx="3" type="title"/>
          </p:nvPr>
        </p:nvSpPr>
        <p:spPr>
          <a:xfrm>
            <a:off x="3476088"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5882" name="Google Shape;5882;p765"/>
          <p:cNvSpPr txBox="1"/>
          <p:nvPr>
            <p:ph idx="4" type="subTitle"/>
          </p:nvPr>
        </p:nvSpPr>
        <p:spPr>
          <a:xfrm>
            <a:off x="3476100" y="3575295"/>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883" name="Google Shape;5883;p765"/>
          <p:cNvSpPr txBox="1"/>
          <p:nvPr>
            <p:ph hasCustomPrompt="1" idx="5" type="title"/>
          </p:nvPr>
        </p:nvSpPr>
        <p:spPr>
          <a:xfrm>
            <a:off x="5798944" y="2777254"/>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5884" name="Google Shape;5884;p765"/>
          <p:cNvSpPr txBox="1"/>
          <p:nvPr>
            <p:ph idx="6" type="subTitle"/>
          </p:nvPr>
        </p:nvSpPr>
        <p:spPr>
          <a:xfrm>
            <a:off x="5798944" y="3575198"/>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_1_1">
    <p:bg>
      <p:bgPr>
        <a:solidFill>
          <a:schemeClr val="dk1"/>
        </a:solidFill>
      </p:bgPr>
    </p:bg>
    <p:spTree>
      <p:nvGrpSpPr>
        <p:cNvPr id="5885" name="Shape 5885"/>
        <p:cNvGrpSpPr/>
        <p:nvPr/>
      </p:nvGrpSpPr>
      <p:grpSpPr>
        <a:xfrm>
          <a:off x="0" y="0"/>
          <a:ext cx="0" cy="0"/>
          <a:chOff x="0" y="0"/>
          <a:chExt cx="0" cy="0"/>
        </a:xfrm>
      </p:grpSpPr>
      <p:grpSp>
        <p:nvGrpSpPr>
          <p:cNvPr id="5886" name="Google Shape;5886;p766"/>
          <p:cNvGrpSpPr/>
          <p:nvPr/>
        </p:nvGrpSpPr>
        <p:grpSpPr>
          <a:xfrm>
            <a:off x="713225" y="539500"/>
            <a:ext cx="7717500" cy="4064400"/>
            <a:chOff x="713225" y="539500"/>
            <a:chExt cx="7717500" cy="4064400"/>
          </a:xfrm>
        </p:grpSpPr>
        <p:sp>
          <p:nvSpPr>
            <p:cNvPr id="5887" name="Google Shape;5887;p76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88" name="Google Shape;5888;p76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889" name="Google Shape;5889;p76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7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_1">
    <p:bg>
      <p:bgPr>
        <a:solidFill>
          <a:schemeClr val="dk1"/>
        </a:solidFill>
      </p:bgPr>
    </p:bg>
    <p:spTree>
      <p:nvGrpSpPr>
        <p:cNvPr id="5890" name="Shape 5890"/>
        <p:cNvGrpSpPr/>
        <p:nvPr/>
      </p:nvGrpSpPr>
      <p:grpSpPr>
        <a:xfrm>
          <a:off x="0" y="0"/>
          <a:ext cx="0" cy="0"/>
          <a:chOff x="0" y="0"/>
          <a:chExt cx="0" cy="0"/>
        </a:xfrm>
      </p:grpSpPr>
      <p:grpSp>
        <p:nvGrpSpPr>
          <p:cNvPr id="5891" name="Google Shape;5891;p767"/>
          <p:cNvGrpSpPr/>
          <p:nvPr/>
        </p:nvGrpSpPr>
        <p:grpSpPr>
          <a:xfrm>
            <a:off x="713225" y="539500"/>
            <a:ext cx="7717500" cy="4064400"/>
            <a:chOff x="713225" y="539500"/>
            <a:chExt cx="7717500" cy="4064400"/>
          </a:xfrm>
        </p:grpSpPr>
        <p:sp>
          <p:nvSpPr>
            <p:cNvPr id="5892" name="Google Shape;5892;p76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93" name="Google Shape;5893;p76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894" name="Google Shape;5894;p767"/>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7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1_1_1">
    <p:bg>
      <p:bgPr>
        <a:solidFill>
          <a:schemeClr val="dk1"/>
        </a:solidFill>
      </p:bgPr>
    </p:bg>
    <p:spTree>
      <p:nvGrpSpPr>
        <p:cNvPr id="5895" name="Shape 5895"/>
        <p:cNvGrpSpPr/>
        <p:nvPr/>
      </p:nvGrpSpPr>
      <p:grpSpPr>
        <a:xfrm>
          <a:off x="0" y="0"/>
          <a:ext cx="0" cy="0"/>
          <a:chOff x="0" y="0"/>
          <a:chExt cx="0" cy="0"/>
        </a:xfrm>
      </p:grpSpPr>
      <p:grpSp>
        <p:nvGrpSpPr>
          <p:cNvPr id="5896" name="Google Shape;5896;p768"/>
          <p:cNvGrpSpPr/>
          <p:nvPr/>
        </p:nvGrpSpPr>
        <p:grpSpPr>
          <a:xfrm>
            <a:off x="713225" y="539500"/>
            <a:ext cx="7717500" cy="4064400"/>
            <a:chOff x="713225" y="539500"/>
            <a:chExt cx="7717500" cy="4064400"/>
          </a:xfrm>
        </p:grpSpPr>
        <p:sp>
          <p:nvSpPr>
            <p:cNvPr id="5897" name="Google Shape;5897;p76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98" name="Google Shape;5898;p76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899" name="Google Shape;5899;p768"/>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7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BLANK_1_1_1_1_1_1_3">
    <p:bg>
      <p:bgPr>
        <a:solidFill>
          <a:schemeClr val="dk1"/>
        </a:solidFill>
      </p:bgPr>
    </p:bg>
    <p:spTree>
      <p:nvGrpSpPr>
        <p:cNvPr id="5900" name="Shape 5900"/>
        <p:cNvGrpSpPr/>
        <p:nvPr/>
      </p:nvGrpSpPr>
      <p:grpSpPr>
        <a:xfrm>
          <a:off x="0" y="0"/>
          <a:ext cx="0" cy="0"/>
          <a:chOff x="0" y="0"/>
          <a:chExt cx="0" cy="0"/>
        </a:xfrm>
      </p:grpSpPr>
      <p:grpSp>
        <p:nvGrpSpPr>
          <p:cNvPr id="5901" name="Google Shape;5901;p769"/>
          <p:cNvGrpSpPr/>
          <p:nvPr/>
        </p:nvGrpSpPr>
        <p:grpSpPr>
          <a:xfrm>
            <a:off x="713225" y="539500"/>
            <a:ext cx="7717500" cy="4064400"/>
            <a:chOff x="713225" y="539500"/>
            <a:chExt cx="7717500" cy="4064400"/>
          </a:xfrm>
        </p:grpSpPr>
        <p:sp>
          <p:nvSpPr>
            <p:cNvPr id="5902" name="Google Shape;5902;p76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03" name="Google Shape;5903;p76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904" name="Google Shape;5904;p769"/>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7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_1_3_1">
    <p:bg>
      <p:bgPr>
        <a:solidFill>
          <a:schemeClr val="dk1"/>
        </a:solidFill>
      </p:bgPr>
    </p:bg>
    <p:spTree>
      <p:nvGrpSpPr>
        <p:cNvPr id="5905" name="Shape 5905"/>
        <p:cNvGrpSpPr/>
        <p:nvPr/>
      </p:nvGrpSpPr>
      <p:grpSpPr>
        <a:xfrm>
          <a:off x="0" y="0"/>
          <a:ext cx="0" cy="0"/>
          <a:chOff x="0" y="0"/>
          <a:chExt cx="0" cy="0"/>
        </a:xfrm>
      </p:grpSpPr>
      <p:grpSp>
        <p:nvGrpSpPr>
          <p:cNvPr id="5906" name="Google Shape;5906;p770"/>
          <p:cNvGrpSpPr/>
          <p:nvPr/>
        </p:nvGrpSpPr>
        <p:grpSpPr>
          <a:xfrm>
            <a:off x="713225" y="539500"/>
            <a:ext cx="7717500" cy="4064400"/>
            <a:chOff x="713225" y="539500"/>
            <a:chExt cx="7717500" cy="4064400"/>
          </a:xfrm>
        </p:grpSpPr>
        <p:sp>
          <p:nvSpPr>
            <p:cNvPr id="5907" name="Google Shape;5907;p77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08" name="Google Shape;5908;p77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909" name="Google Shape;5909;p770"/>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7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0">
    <p:bg>
      <p:bgPr>
        <a:solidFill>
          <a:schemeClr val="dk1"/>
        </a:solidFill>
      </p:bgPr>
    </p:bg>
    <p:spTree>
      <p:nvGrpSpPr>
        <p:cNvPr id="5910" name="Shape 5910"/>
        <p:cNvGrpSpPr/>
        <p:nvPr/>
      </p:nvGrpSpPr>
      <p:grpSpPr>
        <a:xfrm>
          <a:off x="0" y="0"/>
          <a:ext cx="0" cy="0"/>
          <a:chOff x="0" y="0"/>
          <a:chExt cx="0" cy="0"/>
        </a:xfrm>
      </p:grpSpPr>
      <p:sp>
        <p:nvSpPr>
          <p:cNvPr id="5911" name="Google Shape;5911;p77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71"/>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7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_1_1_1_2">
    <p:bg>
      <p:bgPr>
        <a:solidFill>
          <a:schemeClr val="dk1"/>
        </a:solidFill>
      </p:bgPr>
    </p:bg>
    <p:spTree>
      <p:nvGrpSpPr>
        <p:cNvPr id="5913" name="Shape 5913"/>
        <p:cNvGrpSpPr/>
        <p:nvPr/>
      </p:nvGrpSpPr>
      <p:grpSpPr>
        <a:xfrm>
          <a:off x="0" y="0"/>
          <a:ext cx="0" cy="0"/>
          <a:chOff x="0" y="0"/>
          <a:chExt cx="0" cy="0"/>
        </a:xfrm>
      </p:grpSpPr>
      <p:sp>
        <p:nvSpPr>
          <p:cNvPr id="5914" name="Google Shape;5914;p772"/>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72"/>
          <p:cNvSpPr txBox="1"/>
          <p:nvPr>
            <p:ph type="title"/>
          </p:nvPr>
        </p:nvSpPr>
        <p:spPr>
          <a:xfrm>
            <a:off x="1263200" y="1298488"/>
            <a:ext cx="2732700" cy="109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5916" name="Google Shape;5916;p772"/>
          <p:cNvSpPr txBox="1"/>
          <p:nvPr>
            <p:ph idx="1" type="subTitle"/>
          </p:nvPr>
        </p:nvSpPr>
        <p:spPr>
          <a:xfrm>
            <a:off x="1263200" y="2394813"/>
            <a:ext cx="2732700" cy="1541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7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5917" name="Shape 5917"/>
        <p:cNvGrpSpPr/>
        <p:nvPr/>
      </p:nvGrpSpPr>
      <p:grpSpPr>
        <a:xfrm>
          <a:off x="0" y="0"/>
          <a:ext cx="0" cy="0"/>
          <a:chOff x="0" y="0"/>
          <a:chExt cx="0" cy="0"/>
        </a:xfrm>
      </p:grpSpPr>
      <p:sp>
        <p:nvSpPr>
          <p:cNvPr id="5918" name="Google Shape;5918;p773"/>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73"/>
          <p:cNvSpPr txBox="1"/>
          <p:nvPr>
            <p:ph type="title"/>
          </p:nvPr>
        </p:nvSpPr>
        <p:spPr>
          <a:xfrm>
            <a:off x="948875" y="1767400"/>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5920" name="Google Shape;5920;p773"/>
          <p:cNvSpPr txBox="1"/>
          <p:nvPr>
            <p:ph idx="1" type="subTitle"/>
          </p:nvPr>
        </p:nvSpPr>
        <p:spPr>
          <a:xfrm>
            <a:off x="948875" y="2274200"/>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7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1_1_1_2_1_1_1">
    <p:bg>
      <p:bgPr>
        <a:solidFill>
          <a:schemeClr val="dk1"/>
        </a:solidFill>
      </p:bgPr>
    </p:bg>
    <p:spTree>
      <p:nvGrpSpPr>
        <p:cNvPr id="5921" name="Shape 5921"/>
        <p:cNvGrpSpPr/>
        <p:nvPr/>
      </p:nvGrpSpPr>
      <p:grpSpPr>
        <a:xfrm>
          <a:off x="0" y="0"/>
          <a:ext cx="0" cy="0"/>
          <a:chOff x="0" y="0"/>
          <a:chExt cx="0" cy="0"/>
        </a:xfrm>
      </p:grpSpPr>
      <p:grpSp>
        <p:nvGrpSpPr>
          <p:cNvPr id="5922" name="Google Shape;5922;p774"/>
          <p:cNvGrpSpPr/>
          <p:nvPr/>
        </p:nvGrpSpPr>
        <p:grpSpPr>
          <a:xfrm>
            <a:off x="713225" y="539500"/>
            <a:ext cx="7717500" cy="4064400"/>
            <a:chOff x="713225" y="539500"/>
            <a:chExt cx="7717500" cy="4064400"/>
          </a:xfrm>
        </p:grpSpPr>
        <p:sp>
          <p:nvSpPr>
            <p:cNvPr id="5923" name="Google Shape;5923;p77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24" name="Google Shape;5924;p77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925" name="Google Shape;5925;p77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926" name="Google Shape;5926;p774"/>
          <p:cNvSpPr txBox="1"/>
          <p:nvPr>
            <p:ph idx="1" type="subTitle"/>
          </p:nvPr>
        </p:nvSpPr>
        <p:spPr>
          <a:xfrm>
            <a:off x="862402" y="2181950"/>
            <a:ext cx="74778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5927" name="Google Shape;5927;p774"/>
          <p:cNvSpPr txBox="1"/>
          <p:nvPr>
            <p:ph idx="2" type="subTitle"/>
          </p:nvPr>
        </p:nvSpPr>
        <p:spPr>
          <a:xfrm>
            <a:off x="853775" y="2571350"/>
            <a:ext cx="7477800" cy="1937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5928" name="Google Shape;5928;p774"/>
          <p:cNvSpPr txBox="1"/>
          <p:nvPr>
            <p:ph idx="3" type="subTitle"/>
          </p:nvPr>
        </p:nvSpPr>
        <p:spPr>
          <a:xfrm>
            <a:off x="821225" y="1404325"/>
            <a:ext cx="76095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Tree>
  </p:cSld>
  <p:clrMapOvr>
    <a:masterClrMapping/>
  </p:clrMapOvr>
</p:sldLayout>
</file>

<file path=ppt/slideLayouts/slideLayout7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bg>
      <p:bgPr>
        <a:solidFill>
          <a:schemeClr val="dk1"/>
        </a:solidFill>
      </p:bgPr>
    </p:bg>
    <p:spTree>
      <p:nvGrpSpPr>
        <p:cNvPr id="5929" name="Shape 5929"/>
        <p:cNvGrpSpPr/>
        <p:nvPr/>
      </p:nvGrpSpPr>
      <p:grpSpPr>
        <a:xfrm>
          <a:off x="0" y="0"/>
          <a:ext cx="0" cy="0"/>
          <a:chOff x="0" y="0"/>
          <a:chExt cx="0" cy="0"/>
        </a:xfrm>
      </p:grpSpPr>
      <p:sp>
        <p:nvSpPr>
          <p:cNvPr id="5930" name="Google Shape;5930;p775"/>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75"/>
          <p:cNvSpPr txBox="1"/>
          <p:nvPr>
            <p:ph type="title"/>
          </p:nvPr>
        </p:nvSpPr>
        <p:spPr>
          <a:xfrm>
            <a:off x="4762538" y="1024043"/>
            <a:ext cx="3159900" cy="2028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5932" name="Google Shape;5932;p775"/>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7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bg>
      <p:bgPr>
        <a:solidFill>
          <a:schemeClr val="dk1"/>
        </a:solidFill>
      </p:bgPr>
    </p:bg>
    <p:spTree>
      <p:nvGrpSpPr>
        <p:cNvPr id="5933" name="Shape 5933"/>
        <p:cNvGrpSpPr/>
        <p:nvPr/>
      </p:nvGrpSpPr>
      <p:grpSpPr>
        <a:xfrm>
          <a:off x="0" y="0"/>
          <a:ext cx="0" cy="0"/>
          <a:chOff x="0" y="0"/>
          <a:chExt cx="0" cy="0"/>
        </a:xfrm>
      </p:grpSpPr>
      <p:sp>
        <p:nvSpPr>
          <p:cNvPr id="5934" name="Google Shape;5934;p776"/>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76"/>
          <p:cNvSpPr txBox="1"/>
          <p:nvPr>
            <p:ph type="title"/>
          </p:nvPr>
        </p:nvSpPr>
        <p:spPr>
          <a:xfrm>
            <a:off x="954338" y="1773175"/>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5936" name="Google Shape;5936;p776"/>
          <p:cNvSpPr txBox="1"/>
          <p:nvPr>
            <p:ph idx="1" type="subTitle"/>
          </p:nvPr>
        </p:nvSpPr>
        <p:spPr>
          <a:xfrm>
            <a:off x="954338" y="2279975"/>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7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
    <p:bg>
      <p:bgPr>
        <a:solidFill>
          <a:schemeClr val="dk1"/>
        </a:solidFill>
      </p:bgPr>
    </p:bg>
    <p:spTree>
      <p:nvGrpSpPr>
        <p:cNvPr id="5937" name="Shape 5937"/>
        <p:cNvGrpSpPr/>
        <p:nvPr/>
      </p:nvGrpSpPr>
      <p:grpSpPr>
        <a:xfrm>
          <a:off x="0" y="0"/>
          <a:ext cx="0" cy="0"/>
          <a:chOff x="0" y="0"/>
          <a:chExt cx="0" cy="0"/>
        </a:xfrm>
      </p:grpSpPr>
      <p:grpSp>
        <p:nvGrpSpPr>
          <p:cNvPr id="5938" name="Google Shape;5938;p777"/>
          <p:cNvGrpSpPr/>
          <p:nvPr/>
        </p:nvGrpSpPr>
        <p:grpSpPr>
          <a:xfrm>
            <a:off x="713225" y="539500"/>
            <a:ext cx="7717500" cy="4064400"/>
            <a:chOff x="713225" y="539500"/>
            <a:chExt cx="7717500" cy="4064400"/>
          </a:xfrm>
        </p:grpSpPr>
        <p:sp>
          <p:nvSpPr>
            <p:cNvPr id="5939" name="Google Shape;5939;p77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40" name="Google Shape;5940;p77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941" name="Google Shape;5941;p77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942" name="Google Shape;5942;p777"/>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5943" name="Google Shape;5943;p777"/>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5944" name="Google Shape;5944;p777"/>
          <p:cNvSpPr txBox="1"/>
          <p:nvPr>
            <p:ph idx="3" type="subTitle"/>
          </p:nvPr>
        </p:nvSpPr>
        <p:spPr>
          <a:xfrm>
            <a:off x="853775" y="2571192"/>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5945" name="Google Shape;5945;p777"/>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5946" name="Google Shape;5946;p777"/>
          <p:cNvSpPr txBox="1"/>
          <p:nvPr>
            <p:ph idx="5" type="subTitle"/>
          </p:nvPr>
        </p:nvSpPr>
        <p:spPr>
          <a:xfrm>
            <a:off x="4615325" y="2570500"/>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7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1_1_1_1">
    <p:bg>
      <p:bgPr>
        <a:solidFill>
          <a:schemeClr val="dk1"/>
        </a:solidFill>
      </p:bgPr>
    </p:bg>
    <p:spTree>
      <p:nvGrpSpPr>
        <p:cNvPr id="5947" name="Shape 5947"/>
        <p:cNvGrpSpPr/>
        <p:nvPr/>
      </p:nvGrpSpPr>
      <p:grpSpPr>
        <a:xfrm>
          <a:off x="0" y="0"/>
          <a:ext cx="0" cy="0"/>
          <a:chOff x="0" y="0"/>
          <a:chExt cx="0" cy="0"/>
        </a:xfrm>
      </p:grpSpPr>
      <p:grpSp>
        <p:nvGrpSpPr>
          <p:cNvPr id="5948" name="Google Shape;5948;p778"/>
          <p:cNvGrpSpPr/>
          <p:nvPr/>
        </p:nvGrpSpPr>
        <p:grpSpPr>
          <a:xfrm>
            <a:off x="713225" y="539500"/>
            <a:ext cx="7717500" cy="4064400"/>
            <a:chOff x="713225" y="539500"/>
            <a:chExt cx="7717500" cy="4064400"/>
          </a:xfrm>
        </p:grpSpPr>
        <p:sp>
          <p:nvSpPr>
            <p:cNvPr id="5949" name="Google Shape;5949;p77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50" name="Google Shape;5950;p77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951" name="Google Shape;5951;p77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952" name="Google Shape;5952;p778"/>
          <p:cNvSpPr txBox="1"/>
          <p:nvPr>
            <p:ph idx="1" type="subTitle"/>
          </p:nvPr>
        </p:nvSpPr>
        <p:spPr>
          <a:xfrm>
            <a:off x="1422663" y="3527586"/>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953" name="Google Shape;5953;p778"/>
          <p:cNvSpPr txBox="1"/>
          <p:nvPr>
            <p:ph idx="2" type="subTitle"/>
          </p:nvPr>
        </p:nvSpPr>
        <p:spPr>
          <a:xfrm>
            <a:off x="1422663" y="3098062"/>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954" name="Google Shape;5954;p778"/>
          <p:cNvSpPr txBox="1"/>
          <p:nvPr>
            <p:ph idx="3" type="subTitle"/>
          </p:nvPr>
        </p:nvSpPr>
        <p:spPr>
          <a:xfrm>
            <a:off x="5336638" y="3527925"/>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955" name="Google Shape;5955;p778"/>
          <p:cNvSpPr txBox="1"/>
          <p:nvPr>
            <p:ph idx="4" type="subTitle"/>
          </p:nvPr>
        </p:nvSpPr>
        <p:spPr>
          <a:xfrm>
            <a:off x="5336638" y="30980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8">
    <p:bg>
      <p:bgPr>
        <a:solidFill>
          <a:schemeClr val="dk1"/>
        </a:solidFill>
      </p:bgPr>
    </p:bg>
    <p:spTree>
      <p:nvGrpSpPr>
        <p:cNvPr id="5956" name="Shape 5956"/>
        <p:cNvGrpSpPr/>
        <p:nvPr/>
      </p:nvGrpSpPr>
      <p:grpSpPr>
        <a:xfrm>
          <a:off x="0" y="0"/>
          <a:ext cx="0" cy="0"/>
          <a:chOff x="0" y="0"/>
          <a:chExt cx="0" cy="0"/>
        </a:xfrm>
      </p:grpSpPr>
      <p:grpSp>
        <p:nvGrpSpPr>
          <p:cNvPr id="5957" name="Google Shape;5957;p779"/>
          <p:cNvGrpSpPr/>
          <p:nvPr/>
        </p:nvGrpSpPr>
        <p:grpSpPr>
          <a:xfrm>
            <a:off x="713225" y="539500"/>
            <a:ext cx="7717500" cy="4064400"/>
            <a:chOff x="713225" y="539500"/>
            <a:chExt cx="7717500" cy="4064400"/>
          </a:xfrm>
        </p:grpSpPr>
        <p:sp>
          <p:nvSpPr>
            <p:cNvPr id="5958" name="Google Shape;5958;p77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59" name="Google Shape;5959;p77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960" name="Google Shape;5960;p77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961" name="Google Shape;5961;p779"/>
          <p:cNvSpPr txBox="1"/>
          <p:nvPr>
            <p:ph idx="1" type="subTitle"/>
          </p:nvPr>
        </p:nvSpPr>
        <p:spPr>
          <a:xfrm>
            <a:off x="2965993" y="1780597"/>
            <a:ext cx="3506400" cy="80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962" name="Google Shape;5962;p779"/>
          <p:cNvSpPr txBox="1"/>
          <p:nvPr>
            <p:ph idx="2" type="subTitle"/>
          </p:nvPr>
        </p:nvSpPr>
        <p:spPr>
          <a:xfrm>
            <a:off x="2965993" y="1351073"/>
            <a:ext cx="3506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963" name="Google Shape;5963;p779"/>
          <p:cNvSpPr txBox="1"/>
          <p:nvPr>
            <p:ph idx="3" type="subTitle"/>
          </p:nvPr>
        </p:nvSpPr>
        <p:spPr>
          <a:xfrm>
            <a:off x="2280193" y="3541819"/>
            <a:ext cx="3506400" cy="809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964" name="Google Shape;5964;p779"/>
          <p:cNvSpPr txBox="1"/>
          <p:nvPr>
            <p:ph idx="4" type="subTitle"/>
          </p:nvPr>
        </p:nvSpPr>
        <p:spPr>
          <a:xfrm>
            <a:off x="2280193" y="3111944"/>
            <a:ext cx="3506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bg>
      <p:bgPr>
        <a:solidFill>
          <a:schemeClr val="dk1"/>
        </a:solidFill>
      </p:bgPr>
    </p:bg>
    <p:spTree>
      <p:nvGrpSpPr>
        <p:cNvPr id="5965" name="Shape 5965"/>
        <p:cNvGrpSpPr/>
        <p:nvPr/>
      </p:nvGrpSpPr>
      <p:grpSpPr>
        <a:xfrm>
          <a:off x="0" y="0"/>
          <a:ext cx="0" cy="0"/>
          <a:chOff x="0" y="0"/>
          <a:chExt cx="0" cy="0"/>
        </a:xfrm>
      </p:grpSpPr>
      <p:grpSp>
        <p:nvGrpSpPr>
          <p:cNvPr id="5966" name="Google Shape;5966;p780"/>
          <p:cNvGrpSpPr/>
          <p:nvPr/>
        </p:nvGrpSpPr>
        <p:grpSpPr>
          <a:xfrm>
            <a:off x="713225" y="539500"/>
            <a:ext cx="7717500" cy="4064400"/>
            <a:chOff x="713225" y="539500"/>
            <a:chExt cx="7717500" cy="4064400"/>
          </a:xfrm>
        </p:grpSpPr>
        <p:sp>
          <p:nvSpPr>
            <p:cNvPr id="5967" name="Google Shape;5967;p78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68" name="Google Shape;5968;p78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969" name="Google Shape;5969;p78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970" name="Google Shape;5970;p780"/>
          <p:cNvSpPr txBox="1"/>
          <p:nvPr>
            <p:ph idx="1" type="subTitle"/>
          </p:nvPr>
        </p:nvSpPr>
        <p:spPr>
          <a:xfrm>
            <a:off x="1041662" y="2850162"/>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971" name="Google Shape;5971;p780"/>
          <p:cNvSpPr txBox="1"/>
          <p:nvPr>
            <p:ph idx="2" type="subTitle"/>
          </p:nvPr>
        </p:nvSpPr>
        <p:spPr>
          <a:xfrm>
            <a:off x="1041662"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972" name="Google Shape;5972;p780"/>
          <p:cNvSpPr txBox="1"/>
          <p:nvPr>
            <p:ph idx="3" type="subTitle"/>
          </p:nvPr>
        </p:nvSpPr>
        <p:spPr>
          <a:xfrm>
            <a:off x="6437934" y="2850513"/>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973" name="Google Shape;5973;p780"/>
          <p:cNvSpPr txBox="1"/>
          <p:nvPr>
            <p:ph idx="4" type="subTitle"/>
          </p:nvPr>
        </p:nvSpPr>
        <p:spPr>
          <a:xfrm>
            <a:off x="6437934"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6">
    <p:bg>
      <p:bgPr>
        <a:solidFill>
          <a:schemeClr val="dk1"/>
        </a:solidFill>
      </p:bgPr>
    </p:bg>
    <p:spTree>
      <p:nvGrpSpPr>
        <p:cNvPr id="5974" name="Shape 5974"/>
        <p:cNvGrpSpPr/>
        <p:nvPr/>
      </p:nvGrpSpPr>
      <p:grpSpPr>
        <a:xfrm>
          <a:off x="0" y="0"/>
          <a:ext cx="0" cy="0"/>
          <a:chOff x="0" y="0"/>
          <a:chExt cx="0" cy="0"/>
        </a:xfrm>
      </p:grpSpPr>
      <p:grpSp>
        <p:nvGrpSpPr>
          <p:cNvPr id="5975" name="Google Shape;5975;p781"/>
          <p:cNvGrpSpPr/>
          <p:nvPr/>
        </p:nvGrpSpPr>
        <p:grpSpPr>
          <a:xfrm>
            <a:off x="713225" y="539500"/>
            <a:ext cx="7717500" cy="4064400"/>
            <a:chOff x="713225" y="539500"/>
            <a:chExt cx="7717500" cy="4064400"/>
          </a:xfrm>
        </p:grpSpPr>
        <p:sp>
          <p:nvSpPr>
            <p:cNvPr id="5976" name="Google Shape;5976;p78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77" name="Google Shape;5977;p78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978" name="Google Shape;5978;p78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979" name="Google Shape;5979;p781"/>
          <p:cNvSpPr txBox="1"/>
          <p:nvPr>
            <p:ph idx="1" type="subTitle"/>
          </p:nvPr>
        </p:nvSpPr>
        <p:spPr>
          <a:xfrm>
            <a:off x="1425525" y="1808851"/>
            <a:ext cx="2384700" cy="2377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
        <p:nvSpPr>
          <p:cNvPr id="5980" name="Google Shape;5980;p781"/>
          <p:cNvSpPr txBox="1"/>
          <p:nvPr>
            <p:ph idx="2" type="subTitle"/>
          </p:nvPr>
        </p:nvSpPr>
        <p:spPr>
          <a:xfrm>
            <a:off x="5333725" y="1808850"/>
            <a:ext cx="2384700" cy="2356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7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_1_1_1">
    <p:bg>
      <p:bgPr>
        <a:solidFill>
          <a:schemeClr val="dk1"/>
        </a:solidFill>
      </p:bgPr>
    </p:bg>
    <p:spTree>
      <p:nvGrpSpPr>
        <p:cNvPr id="5981" name="Shape 5981"/>
        <p:cNvGrpSpPr/>
        <p:nvPr/>
      </p:nvGrpSpPr>
      <p:grpSpPr>
        <a:xfrm>
          <a:off x="0" y="0"/>
          <a:ext cx="0" cy="0"/>
          <a:chOff x="0" y="0"/>
          <a:chExt cx="0" cy="0"/>
        </a:xfrm>
      </p:grpSpPr>
      <p:grpSp>
        <p:nvGrpSpPr>
          <p:cNvPr id="5982" name="Google Shape;5982;p782"/>
          <p:cNvGrpSpPr/>
          <p:nvPr/>
        </p:nvGrpSpPr>
        <p:grpSpPr>
          <a:xfrm>
            <a:off x="713225" y="539500"/>
            <a:ext cx="7717500" cy="4064400"/>
            <a:chOff x="713225" y="539500"/>
            <a:chExt cx="7717500" cy="4064400"/>
          </a:xfrm>
        </p:grpSpPr>
        <p:sp>
          <p:nvSpPr>
            <p:cNvPr id="5983" name="Google Shape;5983;p78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84" name="Google Shape;5984;p78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985" name="Google Shape;5985;p78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986" name="Google Shape;5986;p782"/>
          <p:cNvSpPr txBox="1"/>
          <p:nvPr>
            <p:ph idx="1" type="subTitle"/>
          </p:nvPr>
        </p:nvSpPr>
        <p:spPr>
          <a:xfrm>
            <a:off x="852300" y="16473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5987" name="Google Shape;5987;p782"/>
          <p:cNvSpPr txBox="1"/>
          <p:nvPr>
            <p:ph idx="2" type="subTitle"/>
          </p:nvPr>
        </p:nvSpPr>
        <p:spPr>
          <a:xfrm>
            <a:off x="852300" y="12178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5988" name="Google Shape;5988;p782"/>
          <p:cNvSpPr txBox="1"/>
          <p:nvPr>
            <p:ph idx="3" type="subTitle"/>
          </p:nvPr>
        </p:nvSpPr>
        <p:spPr>
          <a:xfrm>
            <a:off x="852300" y="27819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5989" name="Google Shape;5989;p782"/>
          <p:cNvSpPr txBox="1"/>
          <p:nvPr>
            <p:ph idx="4" type="subTitle"/>
          </p:nvPr>
        </p:nvSpPr>
        <p:spPr>
          <a:xfrm>
            <a:off x="852300" y="23524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5990" name="Google Shape;5990;p782"/>
          <p:cNvSpPr txBox="1"/>
          <p:nvPr>
            <p:ph idx="5" type="subTitle"/>
          </p:nvPr>
        </p:nvSpPr>
        <p:spPr>
          <a:xfrm>
            <a:off x="852300" y="3916538"/>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5991" name="Google Shape;5991;p782"/>
          <p:cNvSpPr txBox="1"/>
          <p:nvPr>
            <p:ph idx="6" type="subTitle"/>
          </p:nvPr>
        </p:nvSpPr>
        <p:spPr>
          <a:xfrm>
            <a:off x="852300" y="34870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7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bg>
      <p:bgPr>
        <a:solidFill>
          <a:schemeClr val="dk1"/>
        </a:solidFill>
      </p:bgPr>
    </p:bg>
    <p:spTree>
      <p:nvGrpSpPr>
        <p:cNvPr id="5992" name="Shape 5992"/>
        <p:cNvGrpSpPr/>
        <p:nvPr/>
      </p:nvGrpSpPr>
      <p:grpSpPr>
        <a:xfrm>
          <a:off x="0" y="0"/>
          <a:ext cx="0" cy="0"/>
          <a:chOff x="0" y="0"/>
          <a:chExt cx="0" cy="0"/>
        </a:xfrm>
      </p:grpSpPr>
      <p:grpSp>
        <p:nvGrpSpPr>
          <p:cNvPr id="5993" name="Google Shape;5993;p783"/>
          <p:cNvGrpSpPr/>
          <p:nvPr/>
        </p:nvGrpSpPr>
        <p:grpSpPr>
          <a:xfrm>
            <a:off x="713225" y="539500"/>
            <a:ext cx="7717500" cy="4064400"/>
            <a:chOff x="713225" y="539500"/>
            <a:chExt cx="7717500" cy="4064400"/>
          </a:xfrm>
        </p:grpSpPr>
        <p:sp>
          <p:nvSpPr>
            <p:cNvPr id="5994" name="Google Shape;5994;p78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95" name="Google Shape;5995;p78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5996" name="Google Shape;5996;p78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5997" name="Google Shape;5997;p783"/>
          <p:cNvSpPr txBox="1"/>
          <p:nvPr>
            <p:ph idx="1" type="subTitle"/>
          </p:nvPr>
        </p:nvSpPr>
        <p:spPr>
          <a:xfrm>
            <a:off x="919850"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5998" name="Google Shape;5998;p783"/>
          <p:cNvSpPr txBox="1"/>
          <p:nvPr>
            <p:ph idx="2" type="subTitle"/>
          </p:nvPr>
        </p:nvSpPr>
        <p:spPr>
          <a:xfrm>
            <a:off x="919850"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999" name="Google Shape;5999;p783"/>
          <p:cNvSpPr txBox="1"/>
          <p:nvPr>
            <p:ph idx="3" type="subTitle"/>
          </p:nvPr>
        </p:nvSpPr>
        <p:spPr>
          <a:xfrm>
            <a:off x="3500699"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000" name="Google Shape;6000;p783"/>
          <p:cNvSpPr txBox="1"/>
          <p:nvPr>
            <p:ph idx="4" type="subTitle"/>
          </p:nvPr>
        </p:nvSpPr>
        <p:spPr>
          <a:xfrm>
            <a:off x="3500697"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001" name="Google Shape;6001;p783"/>
          <p:cNvSpPr txBox="1"/>
          <p:nvPr>
            <p:ph idx="5" type="subTitle"/>
          </p:nvPr>
        </p:nvSpPr>
        <p:spPr>
          <a:xfrm>
            <a:off x="6069048"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002" name="Google Shape;6002;p783"/>
          <p:cNvSpPr txBox="1"/>
          <p:nvPr>
            <p:ph idx="6" type="subTitle"/>
          </p:nvPr>
        </p:nvSpPr>
        <p:spPr>
          <a:xfrm>
            <a:off x="6069043"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1_1_1_1_1_1">
    <p:bg>
      <p:bgPr>
        <a:solidFill>
          <a:schemeClr val="dk1"/>
        </a:solidFill>
      </p:bgPr>
    </p:bg>
    <p:spTree>
      <p:nvGrpSpPr>
        <p:cNvPr id="6003" name="Shape 6003"/>
        <p:cNvGrpSpPr/>
        <p:nvPr/>
      </p:nvGrpSpPr>
      <p:grpSpPr>
        <a:xfrm>
          <a:off x="0" y="0"/>
          <a:ext cx="0" cy="0"/>
          <a:chOff x="0" y="0"/>
          <a:chExt cx="0" cy="0"/>
        </a:xfrm>
      </p:grpSpPr>
      <p:grpSp>
        <p:nvGrpSpPr>
          <p:cNvPr id="6004" name="Google Shape;6004;p784"/>
          <p:cNvGrpSpPr/>
          <p:nvPr/>
        </p:nvGrpSpPr>
        <p:grpSpPr>
          <a:xfrm>
            <a:off x="713225" y="539500"/>
            <a:ext cx="7717500" cy="4064400"/>
            <a:chOff x="713225" y="539500"/>
            <a:chExt cx="7717500" cy="4064400"/>
          </a:xfrm>
        </p:grpSpPr>
        <p:sp>
          <p:nvSpPr>
            <p:cNvPr id="6005" name="Google Shape;6005;p78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06" name="Google Shape;6006;p78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007" name="Google Shape;6007;p78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008" name="Google Shape;6008;p784"/>
          <p:cNvSpPr txBox="1"/>
          <p:nvPr>
            <p:ph idx="1" type="subTitle"/>
          </p:nvPr>
        </p:nvSpPr>
        <p:spPr>
          <a:xfrm>
            <a:off x="919850" y="28955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009" name="Google Shape;6009;p784"/>
          <p:cNvSpPr txBox="1"/>
          <p:nvPr>
            <p:ph idx="2" type="subTitle"/>
          </p:nvPr>
        </p:nvSpPr>
        <p:spPr>
          <a:xfrm>
            <a:off x="919850" y="23982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010" name="Google Shape;6010;p784"/>
          <p:cNvSpPr txBox="1"/>
          <p:nvPr>
            <p:ph idx="3" type="subTitle"/>
          </p:nvPr>
        </p:nvSpPr>
        <p:spPr>
          <a:xfrm>
            <a:off x="3500700" y="32003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011" name="Google Shape;6011;p784"/>
          <p:cNvSpPr txBox="1"/>
          <p:nvPr>
            <p:ph idx="4" type="subTitle"/>
          </p:nvPr>
        </p:nvSpPr>
        <p:spPr>
          <a:xfrm>
            <a:off x="3500697" y="27030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012" name="Google Shape;6012;p784"/>
          <p:cNvSpPr txBox="1"/>
          <p:nvPr>
            <p:ph idx="5" type="subTitle"/>
          </p:nvPr>
        </p:nvSpPr>
        <p:spPr>
          <a:xfrm>
            <a:off x="6069049" y="35051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013" name="Google Shape;6013;p784"/>
          <p:cNvSpPr txBox="1"/>
          <p:nvPr>
            <p:ph idx="6" type="subTitle"/>
          </p:nvPr>
        </p:nvSpPr>
        <p:spPr>
          <a:xfrm>
            <a:off x="6069043" y="30078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BLANK_1_1_1_1_1_1_1_1_1_1">
    <p:bg>
      <p:bgPr>
        <a:solidFill>
          <a:schemeClr val="dk1"/>
        </a:solidFill>
      </p:bgPr>
    </p:bg>
    <p:spTree>
      <p:nvGrpSpPr>
        <p:cNvPr id="6014" name="Shape 6014"/>
        <p:cNvGrpSpPr/>
        <p:nvPr/>
      </p:nvGrpSpPr>
      <p:grpSpPr>
        <a:xfrm>
          <a:off x="0" y="0"/>
          <a:ext cx="0" cy="0"/>
          <a:chOff x="0" y="0"/>
          <a:chExt cx="0" cy="0"/>
        </a:xfrm>
      </p:grpSpPr>
      <p:grpSp>
        <p:nvGrpSpPr>
          <p:cNvPr id="6015" name="Google Shape;6015;p785"/>
          <p:cNvGrpSpPr/>
          <p:nvPr/>
        </p:nvGrpSpPr>
        <p:grpSpPr>
          <a:xfrm>
            <a:off x="713225" y="539500"/>
            <a:ext cx="7717500" cy="4064400"/>
            <a:chOff x="713225" y="539500"/>
            <a:chExt cx="7717500" cy="4064400"/>
          </a:xfrm>
        </p:grpSpPr>
        <p:sp>
          <p:nvSpPr>
            <p:cNvPr id="6016" name="Google Shape;6016;p78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17" name="Google Shape;6017;p78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018" name="Google Shape;6018;p78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019" name="Google Shape;6019;p785"/>
          <p:cNvSpPr txBox="1"/>
          <p:nvPr>
            <p:ph idx="1" type="subTitle"/>
          </p:nvPr>
        </p:nvSpPr>
        <p:spPr>
          <a:xfrm>
            <a:off x="111297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020" name="Google Shape;6020;p785"/>
          <p:cNvSpPr txBox="1"/>
          <p:nvPr>
            <p:ph idx="2" type="subTitle"/>
          </p:nvPr>
        </p:nvSpPr>
        <p:spPr>
          <a:xfrm>
            <a:off x="111297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021" name="Google Shape;6021;p785"/>
          <p:cNvSpPr txBox="1"/>
          <p:nvPr>
            <p:ph idx="3" type="subTitle"/>
          </p:nvPr>
        </p:nvSpPr>
        <p:spPr>
          <a:xfrm>
            <a:off x="3497250" y="18612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022" name="Google Shape;6022;p785"/>
          <p:cNvSpPr txBox="1"/>
          <p:nvPr>
            <p:ph idx="4" type="subTitle"/>
          </p:nvPr>
        </p:nvSpPr>
        <p:spPr>
          <a:xfrm>
            <a:off x="3497250" y="13639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023" name="Google Shape;6023;p785"/>
          <p:cNvSpPr txBox="1"/>
          <p:nvPr>
            <p:ph idx="5" type="subTitle"/>
          </p:nvPr>
        </p:nvSpPr>
        <p:spPr>
          <a:xfrm>
            <a:off x="588152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024" name="Google Shape;6024;p785"/>
          <p:cNvSpPr txBox="1"/>
          <p:nvPr>
            <p:ph idx="6" type="subTitle"/>
          </p:nvPr>
        </p:nvSpPr>
        <p:spPr>
          <a:xfrm>
            <a:off x="588152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2">
    <p:bg>
      <p:bgPr>
        <a:solidFill>
          <a:schemeClr val="dk1"/>
        </a:solidFill>
      </p:bgPr>
    </p:bg>
    <p:spTree>
      <p:nvGrpSpPr>
        <p:cNvPr id="6025" name="Shape 6025"/>
        <p:cNvGrpSpPr/>
        <p:nvPr/>
      </p:nvGrpSpPr>
      <p:grpSpPr>
        <a:xfrm>
          <a:off x="0" y="0"/>
          <a:ext cx="0" cy="0"/>
          <a:chOff x="0" y="0"/>
          <a:chExt cx="0" cy="0"/>
        </a:xfrm>
      </p:grpSpPr>
      <p:grpSp>
        <p:nvGrpSpPr>
          <p:cNvPr id="6026" name="Google Shape;6026;p786"/>
          <p:cNvGrpSpPr/>
          <p:nvPr/>
        </p:nvGrpSpPr>
        <p:grpSpPr>
          <a:xfrm>
            <a:off x="713225" y="539500"/>
            <a:ext cx="7717500" cy="4064400"/>
            <a:chOff x="713225" y="539500"/>
            <a:chExt cx="7717500" cy="4064400"/>
          </a:xfrm>
        </p:grpSpPr>
        <p:sp>
          <p:nvSpPr>
            <p:cNvPr id="6027" name="Google Shape;6027;p78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28" name="Google Shape;6028;p78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029" name="Google Shape;6029;p78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030" name="Google Shape;6030;p786"/>
          <p:cNvSpPr txBox="1"/>
          <p:nvPr>
            <p:ph idx="1" type="subTitle"/>
          </p:nvPr>
        </p:nvSpPr>
        <p:spPr>
          <a:xfrm>
            <a:off x="945800" y="1875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031" name="Google Shape;6031;p786"/>
          <p:cNvSpPr txBox="1"/>
          <p:nvPr>
            <p:ph idx="2" type="subTitle"/>
          </p:nvPr>
        </p:nvSpPr>
        <p:spPr>
          <a:xfrm>
            <a:off x="945800" y="1446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6032" name="Google Shape;6032;p786"/>
          <p:cNvSpPr txBox="1"/>
          <p:nvPr>
            <p:ph idx="3" type="subTitle"/>
          </p:nvPr>
        </p:nvSpPr>
        <p:spPr>
          <a:xfrm>
            <a:off x="5153800" y="2781950"/>
            <a:ext cx="30444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033" name="Google Shape;6033;p786"/>
          <p:cNvSpPr txBox="1"/>
          <p:nvPr>
            <p:ph idx="4" type="subTitle"/>
          </p:nvPr>
        </p:nvSpPr>
        <p:spPr>
          <a:xfrm>
            <a:off x="5153800" y="2352425"/>
            <a:ext cx="3044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6034" name="Google Shape;6034;p786"/>
          <p:cNvSpPr txBox="1"/>
          <p:nvPr>
            <p:ph idx="5" type="subTitle"/>
          </p:nvPr>
        </p:nvSpPr>
        <p:spPr>
          <a:xfrm>
            <a:off x="945800" y="3687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035" name="Google Shape;6035;p786"/>
          <p:cNvSpPr txBox="1"/>
          <p:nvPr>
            <p:ph idx="6" type="subTitle"/>
          </p:nvPr>
        </p:nvSpPr>
        <p:spPr>
          <a:xfrm>
            <a:off x="945800" y="3258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7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5">
    <p:bg>
      <p:bgPr>
        <a:solidFill>
          <a:schemeClr val="dk1"/>
        </a:solidFill>
      </p:bgPr>
    </p:bg>
    <p:spTree>
      <p:nvGrpSpPr>
        <p:cNvPr id="6036" name="Shape 6036"/>
        <p:cNvGrpSpPr/>
        <p:nvPr/>
      </p:nvGrpSpPr>
      <p:grpSpPr>
        <a:xfrm>
          <a:off x="0" y="0"/>
          <a:ext cx="0" cy="0"/>
          <a:chOff x="0" y="0"/>
          <a:chExt cx="0" cy="0"/>
        </a:xfrm>
      </p:grpSpPr>
      <p:grpSp>
        <p:nvGrpSpPr>
          <p:cNvPr id="6037" name="Google Shape;6037;p787"/>
          <p:cNvGrpSpPr/>
          <p:nvPr/>
        </p:nvGrpSpPr>
        <p:grpSpPr>
          <a:xfrm>
            <a:off x="713225" y="539500"/>
            <a:ext cx="7717500" cy="4064400"/>
            <a:chOff x="713225" y="539500"/>
            <a:chExt cx="7717500" cy="4064400"/>
          </a:xfrm>
        </p:grpSpPr>
        <p:sp>
          <p:nvSpPr>
            <p:cNvPr id="6038" name="Google Shape;6038;p78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39" name="Google Shape;6039;p78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040" name="Google Shape;6040;p78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041" name="Google Shape;6041;p787"/>
          <p:cNvSpPr txBox="1"/>
          <p:nvPr>
            <p:ph idx="1" type="subTitle"/>
          </p:nvPr>
        </p:nvSpPr>
        <p:spPr>
          <a:xfrm>
            <a:off x="1658100" y="1978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042" name="Google Shape;6042;p787"/>
          <p:cNvSpPr txBox="1"/>
          <p:nvPr>
            <p:ph idx="2" type="subTitle"/>
          </p:nvPr>
        </p:nvSpPr>
        <p:spPr>
          <a:xfrm>
            <a:off x="1658100" y="1549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6043" name="Google Shape;6043;p787"/>
          <p:cNvSpPr txBox="1"/>
          <p:nvPr>
            <p:ph idx="3" type="subTitle"/>
          </p:nvPr>
        </p:nvSpPr>
        <p:spPr>
          <a:xfrm>
            <a:off x="1658100" y="2884846"/>
            <a:ext cx="62850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044" name="Google Shape;6044;p787"/>
          <p:cNvSpPr txBox="1"/>
          <p:nvPr>
            <p:ph idx="4" type="subTitle"/>
          </p:nvPr>
        </p:nvSpPr>
        <p:spPr>
          <a:xfrm>
            <a:off x="1658100" y="2455321"/>
            <a:ext cx="62850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6045" name="Google Shape;6045;p787"/>
          <p:cNvSpPr txBox="1"/>
          <p:nvPr>
            <p:ph idx="5" type="subTitle"/>
          </p:nvPr>
        </p:nvSpPr>
        <p:spPr>
          <a:xfrm>
            <a:off x="1658100" y="3790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046" name="Google Shape;6046;p787"/>
          <p:cNvSpPr txBox="1"/>
          <p:nvPr>
            <p:ph idx="6" type="subTitle"/>
          </p:nvPr>
        </p:nvSpPr>
        <p:spPr>
          <a:xfrm>
            <a:off x="1658100" y="3361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7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24">
    <p:bg>
      <p:bgPr>
        <a:solidFill>
          <a:schemeClr val="dk1"/>
        </a:solidFill>
      </p:bgPr>
    </p:bg>
    <p:spTree>
      <p:nvGrpSpPr>
        <p:cNvPr id="6047" name="Shape 6047"/>
        <p:cNvGrpSpPr/>
        <p:nvPr/>
      </p:nvGrpSpPr>
      <p:grpSpPr>
        <a:xfrm>
          <a:off x="0" y="0"/>
          <a:ext cx="0" cy="0"/>
          <a:chOff x="0" y="0"/>
          <a:chExt cx="0" cy="0"/>
        </a:xfrm>
      </p:grpSpPr>
      <p:grpSp>
        <p:nvGrpSpPr>
          <p:cNvPr id="6048" name="Google Shape;6048;p788"/>
          <p:cNvGrpSpPr/>
          <p:nvPr/>
        </p:nvGrpSpPr>
        <p:grpSpPr>
          <a:xfrm>
            <a:off x="713225" y="539500"/>
            <a:ext cx="7717500" cy="4064400"/>
            <a:chOff x="713225" y="539500"/>
            <a:chExt cx="7717500" cy="4064400"/>
          </a:xfrm>
        </p:grpSpPr>
        <p:sp>
          <p:nvSpPr>
            <p:cNvPr id="6049" name="Google Shape;6049;p78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50" name="Google Shape;6050;p78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051" name="Google Shape;6051;p78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052" name="Google Shape;6052;p788"/>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6053" name="Google Shape;6053;p788"/>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6054" name="Google Shape;6054;p788"/>
          <p:cNvSpPr txBox="1"/>
          <p:nvPr>
            <p:ph idx="3" type="subTitle"/>
          </p:nvPr>
        </p:nvSpPr>
        <p:spPr>
          <a:xfrm>
            <a:off x="853775" y="257119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6055" name="Google Shape;6055;p788"/>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6056" name="Google Shape;6056;p788"/>
          <p:cNvSpPr txBox="1"/>
          <p:nvPr>
            <p:ph idx="5" type="subTitle"/>
          </p:nvPr>
        </p:nvSpPr>
        <p:spPr>
          <a:xfrm>
            <a:off x="4452875" y="2570500"/>
            <a:ext cx="3761700" cy="172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6057" name="Google Shape;6057;p788"/>
          <p:cNvSpPr txBox="1"/>
          <p:nvPr>
            <p:ph idx="6" type="subTitle"/>
          </p:nvPr>
        </p:nvSpPr>
        <p:spPr>
          <a:xfrm>
            <a:off x="853775" y="323750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6058" name="Google Shape;6058;p788"/>
          <p:cNvSpPr txBox="1"/>
          <p:nvPr>
            <p:ph idx="7" type="subTitle"/>
          </p:nvPr>
        </p:nvSpPr>
        <p:spPr>
          <a:xfrm>
            <a:off x="853775" y="362674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7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_1_1_1_1">
    <p:bg>
      <p:bgPr>
        <a:solidFill>
          <a:schemeClr val="dk1"/>
        </a:solidFill>
      </p:bgPr>
    </p:bg>
    <p:spTree>
      <p:nvGrpSpPr>
        <p:cNvPr id="6059" name="Shape 6059"/>
        <p:cNvGrpSpPr/>
        <p:nvPr/>
      </p:nvGrpSpPr>
      <p:grpSpPr>
        <a:xfrm>
          <a:off x="0" y="0"/>
          <a:ext cx="0" cy="0"/>
          <a:chOff x="0" y="0"/>
          <a:chExt cx="0" cy="0"/>
        </a:xfrm>
      </p:grpSpPr>
      <p:grpSp>
        <p:nvGrpSpPr>
          <p:cNvPr id="6060" name="Google Shape;6060;p789"/>
          <p:cNvGrpSpPr/>
          <p:nvPr/>
        </p:nvGrpSpPr>
        <p:grpSpPr>
          <a:xfrm>
            <a:off x="713225" y="539500"/>
            <a:ext cx="7717500" cy="4064400"/>
            <a:chOff x="713225" y="539500"/>
            <a:chExt cx="7717500" cy="4064400"/>
          </a:xfrm>
        </p:grpSpPr>
        <p:sp>
          <p:nvSpPr>
            <p:cNvPr id="6061" name="Google Shape;6061;p78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62" name="Google Shape;6062;p78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063" name="Google Shape;6063;p78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064" name="Google Shape;6064;p789"/>
          <p:cNvSpPr txBox="1"/>
          <p:nvPr>
            <p:ph idx="1" type="subTitle"/>
          </p:nvPr>
        </p:nvSpPr>
        <p:spPr>
          <a:xfrm>
            <a:off x="1112425"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065" name="Google Shape;6065;p789"/>
          <p:cNvSpPr txBox="1"/>
          <p:nvPr>
            <p:ph idx="2" type="subTitle"/>
          </p:nvPr>
        </p:nvSpPr>
        <p:spPr>
          <a:xfrm>
            <a:off x="1112425"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066" name="Google Shape;6066;p789"/>
          <p:cNvSpPr txBox="1"/>
          <p:nvPr>
            <p:ph idx="3" type="subTitle"/>
          </p:nvPr>
        </p:nvSpPr>
        <p:spPr>
          <a:xfrm>
            <a:off x="5584150"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067" name="Google Shape;6067;p789"/>
          <p:cNvSpPr txBox="1"/>
          <p:nvPr>
            <p:ph idx="4" type="subTitle"/>
          </p:nvPr>
        </p:nvSpPr>
        <p:spPr>
          <a:xfrm>
            <a:off x="5584150"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068" name="Google Shape;6068;p789"/>
          <p:cNvSpPr txBox="1"/>
          <p:nvPr>
            <p:ph idx="5" type="subTitle"/>
          </p:nvPr>
        </p:nvSpPr>
        <p:spPr>
          <a:xfrm>
            <a:off x="1112425"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069" name="Google Shape;6069;p789"/>
          <p:cNvSpPr txBox="1"/>
          <p:nvPr>
            <p:ph idx="6" type="subTitle"/>
          </p:nvPr>
        </p:nvSpPr>
        <p:spPr>
          <a:xfrm>
            <a:off x="1112425"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070" name="Google Shape;6070;p789"/>
          <p:cNvSpPr txBox="1"/>
          <p:nvPr>
            <p:ph idx="7" type="subTitle"/>
          </p:nvPr>
        </p:nvSpPr>
        <p:spPr>
          <a:xfrm>
            <a:off x="5584150"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071" name="Google Shape;6071;p789"/>
          <p:cNvSpPr txBox="1"/>
          <p:nvPr>
            <p:ph idx="8" type="subTitle"/>
          </p:nvPr>
        </p:nvSpPr>
        <p:spPr>
          <a:xfrm>
            <a:off x="5584150"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1_1_1_1_1">
    <p:bg>
      <p:bgPr>
        <a:solidFill>
          <a:schemeClr val="dk1"/>
        </a:solidFill>
      </p:bgPr>
    </p:bg>
    <p:spTree>
      <p:nvGrpSpPr>
        <p:cNvPr id="6072" name="Shape 6072"/>
        <p:cNvGrpSpPr/>
        <p:nvPr/>
      </p:nvGrpSpPr>
      <p:grpSpPr>
        <a:xfrm>
          <a:off x="0" y="0"/>
          <a:ext cx="0" cy="0"/>
          <a:chOff x="0" y="0"/>
          <a:chExt cx="0" cy="0"/>
        </a:xfrm>
      </p:grpSpPr>
      <p:grpSp>
        <p:nvGrpSpPr>
          <p:cNvPr id="6073" name="Google Shape;6073;p790"/>
          <p:cNvGrpSpPr/>
          <p:nvPr/>
        </p:nvGrpSpPr>
        <p:grpSpPr>
          <a:xfrm>
            <a:off x="713300" y="539550"/>
            <a:ext cx="7717500" cy="4064400"/>
            <a:chOff x="713300" y="539550"/>
            <a:chExt cx="7717500" cy="4064400"/>
          </a:xfrm>
        </p:grpSpPr>
        <p:cxnSp>
          <p:nvCxnSpPr>
            <p:cNvPr id="6074" name="Google Shape;6074;p790"/>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6075" name="Google Shape;6075;p790"/>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6" name="Google Shape;6076;p79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077" name="Google Shape;6077;p790"/>
          <p:cNvSpPr txBox="1"/>
          <p:nvPr>
            <p:ph idx="1" type="subTitle"/>
          </p:nvPr>
        </p:nvSpPr>
        <p:spPr>
          <a:xfrm>
            <a:off x="10166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078" name="Google Shape;6078;p790"/>
          <p:cNvSpPr txBox="1"/>
          <p:nvPr>
            <p:ph idx="2" type="subTitle"/>
          </p:nvPr>
        </p:nvSpPr>
        <p:spPr>
          <a:xfrm>
            <a:off x="10166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079" name="Google Shape;6079;p790"/>
          <p:cNvSpPr txBox="1"/>
          <p:nvPr>
            <p:ph idx="3" type="subTitle"/>
          </p:nvPr>
        </p:nvSpPr>
        <p:spPr>
          <a:xfrm>
            <a:off x="10166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080" name="Google Shape;6080;p790"/>
          <p:cNvSpPr txBox="1"/>
          <p:nvPr>
            <p:ph idx="4" type="subTitle"/>
          </p:nvPr>
        </p:nvSpPr>
        <p:spPr>
          <a:xfrm>
            <a:off x="10166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081" name="Google Shape;6081;p790"/>
          <p:cNvSpPr txBox="1"/>
          <p:nvPr>
            <p:ph idx="5" type="subTitle"/>
          </p:nvPr>
        </p:nvSpPr>
        <p:spPr>
          <a:xfrm>
            <a:off x="48094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082" name="Google Shape;6082;p790"/>
          <p:cNvSpPr txBox="1"/>
          <p:nvPr>
            <p:ph idx="6" type="subTitle"/>
          </p:nvPr>
        </p:nvSpPr>
        <p:spPr>
          <a:xfrm>
            <a:off x="48094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083" name="Google Shape;6083;p790"/>
          <p:cNvSpPr txBox="1"/>
          <p:nvPr>
            <p:ph idx="7" type="subTitle"/>
          </p:nvPr>
        </p:nvSpPr>
        <p:spPr>
          <a:xfrm>
            <a:off x="48094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084" name="Google Shape;6084;p790"/>
          <p:cNvSpPr txBox="1"/>
          <p:nvPr>
            <p:ph idx="8" type="subTitle"/>
          </p:nvPr>
        </p:nvSpPr>
        <p:spPr>
          <a:xfrm>
            <a:off x="48094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1_1_1_1_1_1_1_1_1">
    <p:bg>
      <p:bgPr>
        <a:solidFill>
          <a:schemeClr val="dk1"/>
        </a:solidFill>
      </p:bgPr>
    </p:bg>
    <p:spTree>
      <p:nvGrpSpPr>
        <p:cNvPr id="6085" name="Shape 6085"/>
        <p:cNvGrpSpPr/>
        <p:nvPr/>
      </p:nvGrpSpPr>
      <p:grpSpPr>
        <a:xfrm>
          <a:off x="0" y="0"/>
          <a:ext cx="0" cy="0"/>
          <a:chOff x="0" y="0"/>
          <a:chExt cx="0" cy="0"/>
        </a:xfrm>
      </p:grpSpPr>
      <p:grpSp>
        <p:nvGrpSpPr>
          <p:cNvPr id="6086" name="Google Shape;6086;p791"/>
          <p:cNvGrpSpPr/>
          <p:nvPr/>
        </p:nvGrpSpPr>
        <p:grpSpPr>
          <a:xfrm>
            <a:off x="713225" y="539500"/>
            <a:ext cx="7717500" cy="4064400"/>
            <a:chOff x="713225" y="539500"/>
            <a:chExt cx="7717500" cy="4064400"/>
          </a:xfrm>
        </p:grpSpPr>
        <p:sp>
          <p:nvSpPr>
            <p:cNvPr id="6087" name="Google Shape;6087;p79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88" name="Google Shape;6088;p79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089" name="Google Shape;6089;p79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090" name="Google Shape;6090;p791"/>
          <p:cNvSpPr txBox="1"/>
          <p:nvPr>
            <p:ph idx="1" type="subTitle"/>
          </p:nvPr>
        </p:nvSpPr>
        <p:spPr>
          <a:xfrm>
            <a:off x="8844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091" name="Google Shape;6091;p791"/>
          <p:cNvSpPr txBox="1"/>
          <p:nvPr>
            <p:ph idx="2" type="subTitle"/>
          </p:nvPr>
        </p:nvSpPr>
        <p:spPr>
          <a:xfrm>
            <a:off x="884474"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092" name="Google Shape;6092;p791"/>
          <p:cNvSpPr txBox="1"/>
          <p:nvPr>
            <p:ph idx="3" type="subTitle"/>
          </p:nvPr>
        </p:nvSpPr>
        <p:spPr>
          <a:xfrm>
            <a:off x="2767708"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093" name="Google Shape;6093;p791"/>
          <p:cNvSpPr txBox="1"/>
          <p:nvPr>
            <p:ph idx="4" type="subTitle"/>
          </p:nvPr>
        </p:nvSpPr>
        <p:spPr>
          <a:xfrm>
            <a:off x="2767709"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094" name="Google Shape;6094;p791"/>
          <p:cNvSpPr txBox="1"/>
          <p:nvPr>
            <p:ph idx="5" type="subTitle"/>
          </p:nvPr>
        </p:nvSpPr>
        <p:spPr>
          <a:xfrm>
            <a:off x="4650942"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095" name="Google Shape;6095;p791"/>
          <p:cNvSpPr txBox="1"/>
          <p:nvPr>
            <p:ph idx="6" type="subTitle"/>
          </p:nvPr>
        </p:nvSpPr>
        <p:spPr>
          <a:xfrm>
            <a:off x="4650945"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096" name="Google Shape;6096;p791"/>
          <p:cNvSpPr txBox="1"/>
          <p:nvPr>
            <p:ph idx="7" type="subTitle"/>
          </p:nvPr>
        </p:nvSpPr>
        <p:spPr>
          <a:xfrm>
            <a:off x="65341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097" name="Google Shape;6097;p791"/>
          <p:cNvSpPr txBox="1"/>
          <p:nvPr>
            <p:ph idx="8" type="subTitle"/>
          </p:nvPr>
        </p:nvSpPr>
        <p:spPr>
          <a:xfrm>
            <a:off x="6534180"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7">
    <p:bg>
      <p:bgPr>
        <a:solidFill>
          <a:schemeClr val="dk1"/>
        </a:solidFill>
      </p:bgPr>
    </p:bg>
    <p:spTree>
      <p:nvGrpSpPr>
        <p:cNvPr id="6098" name="Shape 6098"/>
        <p:cNvGrpSpPr/>
        <p:nvPr/>
      </p:nvGrpSpPr>
      <p:grpSpPr>
        <a:xfrm>
          <a:off x="0" y="0"/>
          <a:ext cx="0" cy="0"/>
          <a:chOff x="0" y="0"/>
          <a:chExt cx="0" cy="0"/>
        </a:xfrm>
      </p:grpSpPr>
      <p:grpSp>
        <p:nvGrpSpPr>
          <p:cNvPr id="6099" name="Google Shape;6099;p792"/>
          <p:cNvGrpSpPr/>
          <p:nvPr/>
        </p:nvGrpSpPr>
        <p:grpSpPr>
          <a:xfrm>
            <a:off x="713225" y="539500"/>
            <a:ext cx="7717500" cy="4064400"/>
            <a:chOff x="713225" y="539500"/>
            <a:chExt cx="7717500" cy="4064400"/>
          </a:xfrm>
        </p:grpSpPr>
        <p:sp>
          <p:nvSpPr>
            <p:cNvPr id="6100" name="Google Shape;6100;p79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01" name="Google Shape;6101;p79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102" name="Google Shape;6102;p79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103" name="Google Shape;6103;p792"/>
          <p:cNvSpPr txBox="1"/>
          <p:nvPr>
            <p:ph idx="1" type="subTitle"/>
          </p:nvPr>
        </p:nvSpPr>
        <p:spPr>
          <a:xfrm>
            <a:off x="1909431" y="1906051"/>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104" name="Google Shape;6104;p792"/>
          <p:cNvSpPr txBox="1"/>
          <p:nvPr>
            <p:ph idx="2" type="subTitle"/>
          </p:nvPr>
        </p:nvSpPr>
        <p:spPr>
          <a:xfrm>
            <a:off x="1909431" y="1387350"/>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105" name="Google Shape;6105;p792"/>
          <p:cNvSpPr txBox="1"/>
          <p:nvPr>
            <p:ph idx="3" type="subTitle"/>
          </p:nvPr>
        </p:nvSpPr>
        <p:spPr>
          <a:xfrm>
            <a:off x="4971369" y="1906050"/>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106" name="Google Shape;6106;p792"/>
          <p:cNvSpPr txBox="1"/>
          <p:nvPr>
            <p:ph idx="4" type="subTitle"/>
          </p:nvPr>
        </p:nvSpPr>
        <p:spPr>
          <a:xfrm>
            <a:off x="4971369" y="1387350"/>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107" name="Google Shape;6107;p792"/>
          <p:cNvSpPr txBox="1"/>
          <p:nvPr>
            <p:ph idx="5" type="subTitle"/>
          </p:nvPr>
        </p:nvSpPr>
        <p:spPr>
          <a:xfrm>
            <a:off x="1909431" y="3654425"/>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108" name="Google Shape;6108;p792"/>
          <p:cNvSpPr txBox="1"/>
          <p:nvPr>
            <p:ph idx="6" type="subTitle"/>
          </p:nvPr>
        </p:nvSpPr>
        <p:spPr>
          <a:xfrm>
            <a:off x="1909431" y="3135724"/>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109" name="Google Shape;6109;p792"/>
          <p:cNvSpPr txBox="1"/>
          <p:nvPr>
            <p:ph idx="7" type="subTitle"/>
          </p:nvPr>
        </p:nvSpPr>
        <p:spPr>
          <a:xfrm>
            <a:off x="4971369" y="3654424"/>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110" name="Google Shape;6110;p792"/>
          <p:cNvSpPr txBox="1"/>
          <p:nvPr>
            <p:ph idx="8" type="subTitle"/>
          </p:nvPr>
        </p:nvSpPr>
        <p:spPr>
          <a:xfrm>
            <a:off x="4971369" y="3135724"/>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1_1_1_1_1_2">
    <p:bg>
      <p:bgPr>
        <a:solidFill>
          <a:schemeClr val="dk1"/>
        </a:solidFill>
      </p:bgPr>
    </p:bg>
    <p:spTree>
      <p:nvGrpSpPr>
        <p:cNvPr id="6111" name="Shape 6111"/>
        <p:cNvGrpSpPr/>
        <p:nvPr/>
      </p:nvGrpSpPr>
      <p:grpSpPr>
        <a:xfrm>
          <a:off x="0" y="0"/>
          <a:ext cx="0" cy="0"/>
          <a:chOff x="0" y="0"/>
          <a:chExt cx="0" cy="0"/>
        </a:xfrm>
      </p:grpSpPr>
      <p:grpSp>
        <p:nvGrpSpPr>
          <p:cNvPr id="6112" name="Google Shape;6112;p793"/>
          <p:cNvGrpSpPr/>
          <p:nvPr/>
        </p:nvGrpSpPr>
        <p:grpSpPr>
          <a:xfrm>
            <a:off x="713225" y="539500"/>
            <a:ext cx="7717500" cy="4064400"/>
            <a:chOff x="713225" y="539500"/>
            <a:chExt cx="7717500" cy="4064400"/>
          </a:xfrm>
        </p:grpSpPr>
        <p:sp>
          <p:nvSpPr>
            <p:cNvPr id="6113" name="Google Shape;6113;p79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14" name="Google Shape;6114;p79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115" name="Google Shape;6115;p79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116" name="Google Shape;6116;p793"/>
          <p:cNvSpPr txBox="1"/>
          <p:nvPr>
            <p:ph idx="1" type="subTitle"/>
          </p:nvPr>
        </p:nvSpPr>
        <p:spPr>
          <a:xfrm>
            <a:off x="95812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117" name="Google Shape;6117;p793"/>
          <p:cNvSpPr txBox="1"/>
          <p:nvPr>
            <p:ph idx="2" type="subTitle"/>
          </p:nvPr>
        </p:nvSpPr>
        <p:spPr>
          <a:xfrm>
            <a:off x="95812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118" name="Google Shape;6118;p793"/>
          <p:cNvSpPr txBox="1"/>
          <p:nvPr>
            <p:ph idx="3" type="subTitle"/>
          </p:nvPr>
        </p:nvSpPr>
        <p:spPr>
          <a:xfrm>
            <a:off x="3420000"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119" name="Google Shape;6119;p793"/>
          <p:cNvSpPr txBox="1"/>
          <p:nvPr>
            <p:ph idx="4" type="subTitle"/>
          </p:nvPr>
        </p:nvSpPr>
        <p:spPr>
          <a:xfrm>
            <a:off x="3420000"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120" name="Google Shape;6120;p793"/>
          <p:cNvSpPr txBox="1"/>
          <p:nvPr>
            <p:ph idx="5" type="subTitle"/>
          </p:nvPr>
        </p:nvSpPr>
        <p:spPr>
          <a:xfrm>
            <a:off x="588187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121" name="Google Shape;6121;p793"/>
          <p:cNvSpPr txBox="1"/>
          <p:nvPr>
            <p:ph idx="6" type="subTitle"/>
          </p:nvPr>
        </p:nvSpPr>
        <p:spPr>
          <a:xfrm>
            <a:off x="588187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122" name="Google Shape;6122;p793"/>
          <p:cNvSpPr txBox="1"/>
          <p:nvPr>
            <p:ph idx="7" type="subTitle"/>
          </p:nvPr>
        </p:nvSpPr>
        <p:spPr>
          <a:xfrm>
            <a:off x="2189050"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123" name="Google Shape;6123;p793"/>
          <p:cNvSpPr txBox="1"/>
          <p:nvPr>
            <p:ph idx="8" type="subTitle"/>
          </p:nvPr>
        </p:nvSpPr>
        <p:spPr>
          <a:xfrm>
            <a:off x="2189050"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124" name="Google Shape;6124;p793"/>
          <p:cNvSpPr txBox="1"/>
          <p:nvPr>
            <p:ph idx="9" type="subTitle"/>
          </p:nvPr>
        </p:nvSpPr>
        <p:spPr>
          <a:xfrm>
            <a:off x="4650925"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125" name="Google Shape;6125;p793"/>
          <p:cNvSpPr txBox="1"/>
          <p:nvPr>
            <p:ph idx="13" type="subTitle"/>
          </p:nvPr>
        </p:nvSpPr>
        <p:spPr>
          <a:xfrm>
            <a:off x="4650925"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_1_1_1_1_1_1">
    <p:bg>
      <p:bgPr>
        <a:solidFill>
          <a:schemeClr val="dk1"/>
        </a:solidFill>
      </p:bgPr>
    </p:bg>
    <p:spTree>
      <p:nvGrpSpPr>
        <p:cNvPr id="6126" name="Shape 6126"/>
        <p:cNvGrpSpPr/>
        <p:nvPr/>
      </p:nvGrpSpPr>
      <p:grpSpPr>
        <a:xfrm>
          <a:off x="0" y="0"/>
          <a:ext cx="0" cy="0"/>
          <a:chOff x="0" y="0"/>
          <a:chExt cx="0" cy="0"/>
        </a:xfrm>
      </p:grpSpPr>
      <p:grpSp>
        <p:nvGrpSpPr>
          <p:cNvPr id="6127" name="Google Shape;6127;p794"/>
          <p:cNvGrpSpPr/>
          <p:nvPr/>
        </p:nvGrpSpPr>
        <p:grpSpPr>
          <a:xfrm>
            <a:off x="713225" y="539500"/>
            <a:ext cx="7717500" cy="4064400"/>
            <a:chOff x="713225" y="539500"/>
            <a:chExt cx="7717500" cy="4064400"/>
          </a:xfrm>
        </p:grpSpPr>
        <p:sp>
          <p:nvSpPr>
            <p:cNvPr id="6128" name="Google Shape;6128;p79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29" name="Google Shape;6129;p79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130" name="Google Shape;6130;p79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131" name="Google Shape;6131;p794"/>
          <p:cNvSpPr txBox="1"/>
          <p:nvPr>
            <p:ph idx="1" type="subTitle"/>
          </p:nvPr>
        </p:nvSpPr>
        <p:spPr>
          <a:xfrm>
            <a:off x="1134425"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132" name="Google Shape;6132;p794"/>
          <p:cNvSpPr txBox="1"/>
          <p:nvPr>
            <p:ph idx="2" type="subTitle"/>
          </p:nvPr>
        </p:nvSpPr>
        <p:spPr>
          <a:xfrm>
            <a:off x="113442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133" name="Google Shape;6133;p794"/>
          <p:cNvSpPr txBox="1"/>
          <p:nvPr>
            <p:ph idx="3" type="subTitle"/>
          </p:nvPr>
        </p:nvSpPr>
        <p:spPr>
          <a:xfrm>
            <a:off x="3495738"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134" name="Google Shape;6134;p794"/>
          <p:cNvSpPr txBox="1"/>
          <p:nvPr>
            <p:ph idx="4" type="subTitle"/>
          </p:nvPr>
        </p:nvSpPr>
        <p:spPr>
          <a:xfrm>
            <a:off x="3495750"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135" name="Google Shape;6135;p794"/>
          <p:cNvSpPr txBox="1"/>
          <p:nvPr>
            <p:ph idx="5" type="subTitle"/>
          </p:nvPr>
        </p:nvSpPr>
        <p:spPr>
          <a:xfrm>
            <a:off x="5857051"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136" name="Google Shape;6136;p794"/>
          <p:cNvSpPr txBox="1"/>
          <p:nvPr>
            <p:ph idx="6" type="subTitle"/>
          </p:nvPr>
        </p:nvSpPr>
        <p:spPr>
          <a:xfrm>
            <a:off x="585707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137" name="Google Shape;6137;p794"/>
          <p:cNvSpPr txBox="1"/>
          <p:nvPr>
            <p:ph idx="7" type="subTitle"/>
          </p:nvPr>
        </p:nvSpPr>
        <p:spPr>
          <a:xfrm>
            <a:off x="1134425"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138" name="Google Shape;6138;p794"/>
          <p:cNvSpPr txBox="1"/>
          <p:nvPr>
            <p:ph idx="8" type="subTitle"/>
          </p:nvPr>
        </p:nvSpPr>
        <p:spPr>
          <a:xfrm>
            <a:off x="113442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139" name="Google Shape;6139;p794"/>
          <p:cNvSpPr txBox="1"/>
          <p:nvPr>
            <p:ph idx="9" type="subTitle"/>
          </p:nvPr>
        </p:nvSpPr>
        <p:spPr>
          <a:xfrm>
            <a:off x="3495738"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140" name="Google Shape;6140;p794"/>
          <p:cNvSpPr txBox="1"/>
          <p:nvPr>
            <p:ph idx="13" type="subTitle"/>
          </p:nvPr>
        </p:nvSpPr>
        <p:spPr>
          <a:xfrm>
            <a:off x="3495750"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141" name="Google Shape;6141;p794"/>
          <p:cNvSpPr txBox="1"/>
          <p:nvPr>
            <p:ph idx="14" type="subTitle"/>
          </p:nvPr>
        </p:nvSpPr>
        <p:spPr>
          <a:xfrm>
            <a:off x="5857051"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142" name="Google Shape;6142;p794"/>
          <p:cNvSpPr txBox="1"/>
          <p:nvPr>
            <p:ph idx="15" type="subTitle"/>
          </p:nvPr>
        </p:nvSpPr>
        <p:spPr>
          <a:xfrm>
            <a:off x="585707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21">
    <p:bg>
      <p:bgPr>
        <a:solidFill>
          <a:schemeClr val="dk1"/>
        </a:solidFill>
      </p:bgPr>
    </p:bg>
    <p:spTree>
      <p:nvGrpSpPr>
        <p:cNvPr id="6143" name="Shape 6143"/>
        <p:cNvGrpSpPr/>
        <p:nvPr/>
      </p:nvGrpSpPr>
      <p:grpSpPr>
        <a:xfrm>
          <a:off x="0" y="0"/>
          <a:ext cx="0" cy="0"/>
          <a:chOff x="0" y="0"/>
          <a:chExt cx="0" cy="0"/>
        </a:xfrm>
      </p:grpSpPr>
      <p:grpSp>
        <p:nvGrpSpPr>
          <p:cNvPr id="6144" name="Google Shape;6144;p795"/>
          <p:cNvGrpSpPr/>
          <p:nvPr/>
        </p:nvGrpSpPr>
        <p:grpSpPr>
          <a:xfrm>
            <a:off x="713225" y="539500"/>
            <a:ext cx="7717500" cy="4064400"/>
            <a:chOff x="713225" y="539500"/>
            <a:chExt cx="7717500" cy="4064400"/>
          </a:xfrm>
        </p:grpSpPr>
        <p:sp>
          <p:nvSpPr>
            <p:cNvPr id="6145" name="Google Shape;6145;p79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46" name="Google Shape;6146;p79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147" name="Google Shape;6147;p79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148" name="Google Shape;6148;p795"/>
          <p:cNvSpPr txBox="1"/>
          <p:nvPr>
            <p:ph idx="1" type="subTitle"/>
          </p:nvPr>
        </p:nvSpPr>
        <p:spPr>
          <a:xfrm>
            <a:off x="1059065"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149" name="Google Shape;6149;p795"/>
          <p:cNvSpPr txBox="1"/>
          <p:nvPr>
            <p:ph idx="2" type="subTitle"/>
          </p:nvPr>
        </p:nvSpPr>
        <p:spPr>
          <a:xfrm>
            <a:off x="1059065"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150" name="Google Shape;6150;p795"/>
          <p:cNvSpPr txBox="1"/>
          <p:nvPr>
            <p:ph idx="3" type="subTitle"/>
          </p:nvPr>
        </p:nvSpPr>
        <p:spPr>
          <a:xfrm>
            <a:off x="1059052" y="2806879"/>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151" name="Google Shape;6151;p795"/>
          <p:cNvSpPr txBox="1"/>
          <p:nvPr>
            <p:ph idx="4" type="subTitle"/>
          </p:nvPr>
        </p:nvSpPr>
        <p:spPr>
          <a:xfrm>
            <a:off x="1059070" y="2454554"/>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152" name="Google Shape;6152;p795"/>
          <p:cNvSpPr txBox="1"/>
          <p:nvPr>
            <p:ph idx="5" type="subTitle"/>
          </p:nvPr>
        </p:nvSpPr>
        <p:spPr>
          <a:xfrm>
            <a:off x="5042599"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153" name="Google Shape;6153;p795"/>
          <p:cNvSpPr txBox="1"/>
          <p:nvPr>
            <p:ph idx="6" type="subTitle"/>
          </p:nvPr>
        </p:nvSpPr>
        <p:spPr>
          <a:xfrm>
            <a:off x="5042634"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154" name="Google Shape;6154;p795"/>
          <p:cNvSpPr txBox="1"/>
          <p:nvPr>
            <p:ph idx="7" type="subTitle"/>
          </p:nvPr>
        </p:nvSpPr>
        <p:spPr>
          <a:xfrm>
            <a:off x="1059065"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155" name="Google Shape;6155;p795"/>
          <p:cNvSpPr txBox="1"/>
          <p:nvPr>
            <p:ph idx="8" type="subTitle"/>
          </p:nvPr>
        </p:nvSpPr>
        <p:spPr>
          <a:xfrm>
            <a:off x="1059065"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156" name="Google Shape;6156;p795"/>
          <p:cNvSpPr txBox="1"/>
          <p:nvPr>
            <p:ph idx="9" type="subTitle"/>
          </p:nvPr>
        </p:nvSpPr>
        <p:spPr>
          <a:xfrm>
            <a:off x="5042630" y="2806867"/>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157" name="Google Shape;6157;p795"/>
          <p:cNvSpPr txBox="1"/>
          <p:nvPr>
            <p:ph idx="13" type="subTitle"/>
          </p:nvPr>
        </p:nvSpPr>
        <p:spPr>
          <a:xfrm>
            <a:off x="5042648" y="24545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158" name="Google Shape;6158;p795"/>
          <p:cNvSpPr txBox="1"/>
          <p:nvPr>
            <p:ph idx="14" type="subTitle"/>
          </p:nvPr>
        </p:nvSpPr>
        <p:spPr>
          <a:xfrm>
            <a:off x="5042599"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159" name="Google Shape;6159;p795"/>
          <p:cNvSpPr txBox="1"/>
          <p:nvPr>
            <p:ph idx="15" type="subTitle"/>
          </p:nvPr>
        </p:nvSpPr>
        <p:spPr>
          <a:xfrm>
            <a:off x="5042634"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_1_1_1_1_1">
    <p:bg>
      <p:bgPr>
        <a:solidFill>
          <a:schemeClr val="dk1"/>
        </a:solidFill>
      </p:bgPr>
    </p:bg>
    <p:spTree>
      <p:nvGrpSpPr>
        <p:cNvPr id="6160" name="Shape 6160"/>
        <p:cNvGrpSpPr/>
        <p:nvPr/>
      </p:nvGrpSpPr>
      <p:grpSpPr>
        <a:xfrm>
          <a:off x="0" y="0"/>
          <a:ext cx="0" cy="0"/>
          <a:chOff x="0" y="0"/>
          <a:chExt cx="0" cy="0"/>
        </a:xfrm>
      </p:grpSpPr>
      <p:grpSp>
        <p:nvGrpSpPr>
          <p:cNvPr id="6161" name="Google Shape;6161;p796"/>
          <p:cNvGrpSpPr/>
          <p:nvPr/>
        </p:nvGrpSpPr>
        <p:grpSpPr>
          <a:xfrm>
            <a:off x="713225" y="539500"/>
            <a:ext cx="7717500" cy="4064400"/>
            <a:chOff x="713225" y="539500"/>
            <a:chExt cx="7717500" cy="4064400"/>
          </a:xfrm>
        </p:grpSpPr>
        <p:sp>
          <p:nvSpPr>
            <p:cNvPr id="6162" name="Google Shape;6162;p79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63" name="Google Shape;6163;p796"/>
            <p:cNvCxnSpPr/>
            <p:nvPr/>
          </p:nvCxnSpPr>
          <p:spPr>
            <a:xfrm>
              <a:off x="734825" y="1483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164" name="Google Shape;6164;p796"/>
          <p:cNvSpPr txBox="1"/>
          <p:nvPr>
            <p:ph type="title"/>
          </p:nvPr>
        </p:nvSpPr>
        <p:spPr>
          <a:xfrm>
            <a:off x="3607800" y="539500"/>
            <a:ext cx="4519200" cy="939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r">
              <a:spcBef>
                <a:spcPts val="0"/>
              </a:spcBef>
              <a:spcAft>
                <a:spcPts val="0"/>
              </a:spcAft>
              <a:buClr>
                <a:schemeClr val="lt1"/>
              </a:buClr>
              <a:buSzPts val="4800"/>
              <a:buNone/>
              <a:defRPr sz="4800">
                <a:solidFill>
                  <a:schemeClr val="lt1"/>
                </a:solidFill>
              </a:defRPr>
            </a:lvl2pPr>
            <a:lvl3pPr lvl="2" algn="r">
              <a:spcBef>
                <a:spcPts val="0"/>
              </a:spcBef>
              <a:spcAft>
                <a:spcPts val="0"/>
              </a:spcAft>
              <a:buClr>
                <a:schemeClr val="lt1"/>
              </a:buClr>
              <a:buSzPts val="4800"/>
              <a:buNone/>
              <a:defRPr sz="4800">
                <a:solidFill>
                  <a:schemeClr val="lt1"/>
                </a:solidFill>
              </a:defRPr>
            </a:lvl3pPr>
            <a:lvl4pPr lvl="3" algn="r">
              <a:spcBef>
                <a:spcPts val="0"/>
              </a:spcBef>
              <a:spcAft>
                <a:spcPts val="0"/>
              </a:spcAft>
              <a:buClr>
                <a:schemeClr val="lt1"/>
              </a:buClr>
              <a:buSzPts val="4800"/>
              <a:buNone/>
              <a:defRPr sz="4800">
                <a:solidFill>
                  <a:schemeClr val="lt1"/>
                </a:solidFill>
              </a:defRPr>
            </a:lvl4pPr>
            <a:lvl5pPr lvl="4" algn="r">
              <a:spcBef>
                <a:spcPts val="0"/>
              </a:spcBef>
              <a:spcAft>
                <a:spcPts val="0"/>
              </a:spcAft>
              <a:buClr>
                <a:schemeClr val="lt1"/>
              </a:buClr>
              <a:buSzPts val="4800"/>
              <a:buNone/>
              <a:defRPr sz="4800">
                <a:solidFill>
                  <a:schemeClr val="lt1"/>
                </a:solidFill>
              </a:defRPr>
            </a:lvl5pPr>
            <a:lvl6pPr lvl="5" algn="r">
              <a:spcBef>
                <a:spcPts val="0"/>
              </a:spcBef>
              <a:spcAft>
                <a:spcPts val="0"/>
              </a:spcAft>
              <a:buClr>
                <a:schemeClr val="lt1"/>
              </a:buClr>
              <a:buSzPts val="4800"/>
              <a:buNone/>
              <a:defRPr sz="4800">
                <a:solidFill>
                  <a:schemeClr val="lt1"/>
                </a:solidFill>
              </a:defRPr>
            </a:lvl6pPr>
            <a:lvl7pPr lvl="6" algn="r">
              <a:spcBef>
                <a:spcPts val="0"/>
              </a:spcBef>
              <a:spcAft>
                <a:spcPts val="0"/>
              </a:spcAft>
              <a:buClr>
                <a:schemeClr val="lt1"/>
              </a:buClr>
              <a:buSzPts val="4800"/>
              <a:buNone/>
              <a:defRPr sz="4800">
                <a:solidFill>
                  <a:schemeClr val="lt1"/>
                </a:solidFill>
              </a:defRPr>
            </a:lvl7pPr>
            <a:lvl8pPr lvl="7" algn="r">
              <a:spcBef>
                <a:spcPts val="0"/>
              </a:spcBef>
              <a:spcAft>
                <a:spcPts val="0"/>
              </a:spcAft>
              <a:buClr>
                <a:schemeClr val="lt1"/>
              </a:buClr>
              <a:buSzPts val="4800"/>
              <a:buNone/>
              <a:defRPr sz="4800">
                <a:solidFill>
                  <a:schemeClr val="lt1"/>
                </a:solidFill>
              </a:defRPr>
            </a:lvl8pPr>
            <a:lvl9pPr lvl="8" algn="r">
              <a:spcBef>
                <a:spcPts val="0"/>
              </a:spcBef>
              <a:spcAft>
                <a:spcPts val="0"/>
              </a:spcAft>
              <a:buClr>
                <a:schemeClr val="lt1"/>
              </a:buClr>
              <a:buSzPts val="4800"/>
              <a:buNone/>
              <a:defRPr sz="4800">
                <a:solidFill>
                  <a:schemeClr val="lt1"/>
                </a:solidFill>
              </a:defRPr>
            </a:lvl9pPr>
          </a:lstStyle>
          <a:p/>
        </p:txBody>
      </p:sp>
      <p:sp>
        <p:nvSpPr>
          <p:cNvPr id="6165" name="Google Shape;6165;p796"/>
          <p:cNvSpPr txBox="1"/>
          <p:nvPr>
            <p:ph idx="1" type="subTitle"/>
          </p:nvPr>
        </p:nvSpPr>
        <p:spPr>
          <a:xfrm>
            <a:off x="3607800" y="2278000"/>
            <a:ext cx="4519200" cy="744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r">
              <a:lnSpc>
                <a:spcPct val="100000"/>
              </a:lnSpc>
              <a:spcBef>
                <a:spcPts val="0"/>
              </a:spcBef>
              <a:spcAft>
                <a:spcPts val="0"/>
              </a:spcAft>
              <a:buClr>
                <a:schemeClr val="lt1"/>
              </a:buClr>
              <a:buSzPts val="2800"/>
              <a:buNone/>
              <a:defRPr sz="2800">
                <a:solidFill>
                  <a:schemeClr val="lt1"/>
                </a:solidFill>
              </a:defRPr>
            </a:lvl2pPr>
            <a:lvl3pPr lvl="2" algn="r">
              <a:lnSpc>
                <a:spcPct val="100000"/>
              </a:lnSpc>
              <a:spcBef>
                <a:spcPts val="0"/>
              </a:spcBef>
              <a:spcAft>
                <a:spcPts val="0"/>
              </a:spcAft>
              <a:buClr>
                <a:schemeClr val="lt1"/>
              </a:buClr>
              <a:buSzPts val="2800"/>
              <a:buNone/>
              <a:defRPr sz="2800">
                <a:solidFill>
                  <a:schemeClr val="lt1"/>
                </a:solidFill>
              </a:defRPr>
            </a:lvl3pPr>
            <a:lvl4pPr lvl="3" algn="r">
              <a:lnSpc>
                <a:spcPct val="100000"/>
              </a:lnSpc>
              <a:spcBef>
                <a:spcPts val="0"/>
              </a:spcBef>
              <a:spcAft>
                <a:spcPts val="0"/>
              </a:spcAft>
              <a:buClr>
                <a:schemeClr val="lt1"/>
              </a:buClr>
              <a:buSzPts val="2800"/>
              <a:buNone/>
              <a:defRPr sz="2800">
                <a:solidFill>
                  <a:schemeClr val="lt1"/>
                </a:solidFill>
              </a:defRPr>
            </a:lvl4pPr>
            <a:lvl5pPr lvl="4" algn="r">
              <a:lnSpc>
                <a:spcPct val="100000"/>
              </a:lnSpc>
              <a:spcBef>
                <a:spcPts val="0"/>
              </a:spcBef>
              <a:spcAft>
                <a:spcPts val="0"/>
              </a:spcAft>
              <a:buClr>
                <a:schemeClr val="lt1"/>
              </a:buClr>
              <a:buSzPts val="2800"/>
              <a:buNone/>
              <a:defRPr sz="2800">
                <a:solidFill>
                  <a:schemeClr val="lt1"/>
                </a:solidFill>
              </a:defRPr>
            </a:lvl5pPr>
            <a:lvl6pPr lvl="5" algn="r">
              <a:lnSpc>
                <a:spcPct val="100000"/>
              </a:lnSpc>
              <a:spcBef>
                <a:spcPts val="0"/>
              </a:spcBef>
              <a:spcAft>
                <a:spcPts val="0"/>
              </a:spcAft>
              <a:buClr>
                <a:schemeClr val="lt1"/>
              </a:buClr>
              <a:buSzPts val="2800"/>
              <a:buNone/>
              <a:defRPr sz="2800">
                <a:solidFill>
                  <a:schemeClr val="lt1"/>
                </a:solidFill>
              </a:defRPr>
            </a:lvl6pPr>
            <a:lvl7pPr lvl="6" algn="r">
              <a:lnSpc>
                <a:spcPct val="100000"/>
              </a:lnSpc>
              <a:spcBef>
                <a:spcPts val="0"/>
              </a:spcBef>
              <a:spcAft>
                <a:spcPts val="0"/>
              </a:spcAft>
              <a:buClr>
                <a:schemeClr val="lt1"/>
              </a:buClr>
              <a:buSzPts val="2800"/>
              <a:buNone/>
              <a:defRPr sz="2800">
                <a:solidFill>
                  <a:schemeClr val="lt1"/>
                </a:solidFill>
              </a:defRPr>
            </a:lvl7pPr>
            <a:lvl8pPr lvl="7"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sp>
        <p:nvSpPr>
          <p:cNvPr id="6166" name="Google Shape;6166;p796"/>
          <p:cNvSpPr txBox="1"/>
          <p:nvPr>
            <p:ph idx="2" type="subTitle"/>
          </p:nvPr>
        </p:nvSpPr>
        <p:spPr>
          <a:xfrm>
            <a:off x="3607800" y="1769750"/>
            <a:ext cx="4519200" cy="510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6167" name="Google Shape;6167;p796"/>
          <p:cNvSpPr txBox="1"/>
          <p:nvPr/>
        </p:nvSpPr>
        <p:spPr>
          <a:xfrm>
            <a:off x="3508050" y="3477600"/>
            <a:ext cx="4718700" cy="554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Roboto"/>
                <a:ea typeface="Roboto"/>
                <a:cs typeface="Roboto"/>
                <a:sym typeface="Roboto"/>
              </a:rPr>
              <a:t>CREDITS:</a:t>
            </a:r>
            <a:r>
              <a:rPr lang="en" sz="1200">
                <a:solidFill>
                  <a:schemeClr val="lt1"/>
                </a:solidFill>
                <a:latin typeface="Roboto"/>
                <a:ea typeface="Roboto"/>
                <a:cs typeface="Roboto"/>
                <a:sym typeface="Roboto"/>
              </a:rPr>
              <a:t> This presentation template was created by </a:t>
            </a:r>
            <a:r>
              <a:rPr b="1" lang="en" sz="1200">
                <a:solidFill>
                  <a:schemeClr val="accent1"/>
                </a:solidFill>
                <a:uFill>
                  <a:noFill/>
                </a:uFill>
                <a:latin typeface="Roboto"/>
                <a:ea typeface="Roboto"/>
                <a:cs typeface="Roboto"/>
                <a:sym typeface="Roboto"/>
                <a:hlinkClick r:id="rId2">
                  <a:extLst>
                    <a:ext uri="{A12FA001-AC4F-418D-AE19-62706E023703}">
                      <ahyp:hlinkClr val="tx"/>
                    </a:ext>
                  </a:extLst>
                </a:hlinkClick>
              </a:rPr>
              <a:t>Slidesgo</a:t>
            </a:r>
            <a:r>
              <a:rPr b="1" lang="en" sz="1200">
                <a:solidFill>
                  <a:schemeClr val="accent6"/>
                </a:solidFill>
                <a:latin typeface="Roboto"/>
                <a:ea typeface="Roboto"/>
                <a:cs typeface="Roboto"/>
                <a:sym typeface="Roboto"/>
              </a:rPr>
              <a:t>,</a:t>
            </a:r>
            <a:r>
              <a:rPr lang="en" sz="1200">
                <a:solidFill>
                  <a:schemeClr val="lt1"/>
                </a:solidFill>
                <a:latin typeface="Roboto"/>
                <a:ea typeface="Roboto"/>
                <a:cs typeface="Roboto"/>
                <a:sym typeface="Roboto"/>
              </a:rPr>
              <a:t> including icons by </a:t>
            </a:r>
            <a:r>
              <a:rPr b="1" lang="en" sz="1200">
                <a:solidFill>
                  <a:schemeClr val="accent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1"/>
                </a:solidFill>
                <a:latin typeface="Roboto"/>
                <a:ea typeface="Roboto"/>
                <a:cs typeface="Roboto"/>
                <a:sym typeface="Roboto"/>
              </a:rPr>
              <a:t>, and infographics &amp; images by </a:t>
            </a:r>
            <a:r>
              <a:rPr b="1" lang="en" sz="1200">
                <a:solidFill>
                  <a:schemeClr val="accent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accent1"/>
              </a:solidFill>
              <a:latin typeface="Roboto"/>
              <a:ea typeface="Roboto"/>
              <a:cs typeface="Roboto"/>
              <a:sym typeface="Roboto"/>
            </a:endParaRPr>
          </a:p>
        </p:txBody>
      </p:sp>
    </p:spTree>
  </p:cSld>
  <p:clrMapOvr>
    <a:masterClrMapping/>
  </p:clrMapOvr>
</p:sldLayout>
</file>

<file path=ppt/slideLayouts/slideLayout7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_1_1_1_1_1">
    <p:bg>
      <p:bgPr>
        <a:solidFill>
          <a:schemeClr val="dk1"/>
        </a:solidFill>
      </p:bgPr>
    </p:bg>
    <p:spTree>
      <p:nvGrpSpPr>
        <p:cNvPr id="6168" name="Shape 6168"/>
        <p:cNvGrpSpPr/>
        <p:nvPr/>
      </p:nvGrpSpPr>
      <p:grpSpPr>
        <a:xfrm>
          <a:off x="0" y="0"/>
          <a:ext cx="0" cy="0"/>
          <a:chOff x="0" y="0"/>
          <a:chExt cx="0" cy="0"/>
        </a:xfrm>
      </p:grpSpPr>
      <p:sp>
        <p:nvSpPr>
          <p:cNvPr id="6169" name="Google Shape;6169;p79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_1_1_1_1_1">
    <p:bg>
      <p:bgPr>
        <a:solidFill>
          <a:schemeClr val="dk1"/>
        </a:solidFill>
      </p:bgPr>
    </p:bg>
    <p:spTree>
      <p:nvGrpSpPr>
        <p:cNvPr id="6170" name="Shape 6170"/>
        <p:cNvGrpSpPr/>
        <p:nvPr/>
      </p:nvGrpSpPr>
      <p:grpSpPr>
        <a:xfrm>
          <a:off x="0" y="0"/>
          <a:ext cx="0" cy="0"/>
          <a:chOff x="0" y="0"/>
          <a:chExt cx="0" cy="0"/>
        </a:xfrm>
      </p:grpSpPr>
      <p:grpSp>
        <p:nvGrpSpPr>
          <p:cNvPr id="6171" name="Google Shape;6171;p798"/>
          <p:cNvGrpSpPr/>
          <p:nvPr/>
        </p:nvGrpSpPr>
        <p:grpSpPr>
          <a:xfrm>
            <a:off x="713225" y="539500"/>
            <a:ext cx="7717500" cy="4064400"/>
            <a:chOff x="713225" y="539500"/>
            <a:chExt cx="7717500" cy="4064400"/>
          </a:xfrm>
        </p:grpSpPr>
        <p:sp>
          <p:nvSpPr>
            <p:cNvPr id="6172" name="Google Shape;6172;p79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73" name="Google Shape;6173;p79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Layouts/slideLayout7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6178" name="Shape 6178"/>
        <p:cNvGrpSpPr/>
        <p:nvPr/>
      </p:nvGrpSpPr>
      <p:grpSpPr>
        <a:xfrm>
          <a:off x="0" y="0"/>
          <a:ext cx="0" cy="0"/>
          <a:chOff x="0" y="0"/>
          <a:chExt cx="0" cy="0"/>
        </a:xfrm>
      </p:grpSpPr>
      <p:sp>
        <p:nvSpPr>
          <p:cNvPr id="6179" name="Google Shape;6179;p80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00"/>
          <p:cNvSpPr txBox="1"/>
          <p:nvPr>
            <p:ph type="ctrTitle"/>
          </p:nvPr>
        </p:nvSpPr>
        <p:spPr>
          <a:xfrm>
            <a:off x="2048825" y="848600"/>
            <a:ext cx="5046300" cy="10305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6181" name="Google Shape;6181;p800"/>
          <p:cNvSpPr txBox="1"/>
          <p:nvPr>
            <p:ph idx="1" type="subTitle"/>
          </p:nvPr>
        </p:nvSpPr>
        <p:spPr>
          <a:xfrm>
            <a:off x="2048825" y="3798375"/>
            <a:ext cx="50463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182" name="Google Shape;6182;p800"/>
          <p:cNvSpPr txBox="1"/>
          <p:nvPr>
            <p:ph idx="2" type="subTitle"/>
          </p:nvPr>
        </p:nvSpPr>
        <p:spPr>
          <a:xfrm>
            <a:off x="2902475" y="1879100"/>
            <a:ext cx="3339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7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6183" name="Shape 6183"/>
        <p:cNvGrpSpPr/>
        <p:nvPr/>
      </p:nvGrpSpPr>
      <p:grpSpPr>
        <a:xfrm>
          <a:off x="0" y="0"/>
          <a:ext cx="0" cy="0"/>
          <a:chOff x="0" y="0"/>
          <a:chExt cx="0" cy="0"/>
        </a:xfrm>
      </p:grpSpPr>
      <p:sp>
        <p:nvSpPr>
          <p:cNvPr id="6184" name="Google Shape;6184;p80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01"/>
          <p:cNvSpPr/>
          <p:nvPr/>
        </p:nvSpPr>
        <p:spPr>
          <a:xfrm flipH="1" rot="-5400000">
            <a:off x="-1114550" y="743900"/>
            <a:ext cx="3655500" cy="3655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01"/>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6187" name="Google Shape;6187;p801"/>
          <p:cNvSpPr txBox="1"/>
          <p:nvPr>
            <p:ph hasCustomPrompt="1" idx="2" type="title"/>
          </p:nvPr>
        </p:nvSpPr>
        <p:spPr>
          <a:xfrm>
            <a:off x="821288" y="157487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6188" name="Google Shape;6188;p801"/>
          <p:cNvSpPr txBox="1"/>
          <p:nvPr>
            <p:ph idx="1" type="subTitle"/>
          </p:nvPr>
        </p:nvSpPr>
        <p:spPr>
          <a:xfrm>
            <a:off x="2971613" y="32407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7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6189" name="Shape 6189"/>
        <p:cNvGrpSpPr/>
        <p:nvPr/>
      </p:nvGrpSpPr>
      <p:grpSpPr>
        <a:xfrm>
          <a:off x="0" y="0"/>
          <a:ext cx="0" cy="0"/>
          <a:chOff x="0" y="0"/>
          <a:chExt cx="0" cy="0"/>
        </a:xfrm>
      </p:grpSpPr>
      <p:grpSp>
        <p:nvGrpSpPr>
          <p:cNvPr id="6190" name="Google Shape;6190;p802"/>
          <p:cNvGrpSpPr/>
          <p:nvPr/>
        </p:nvGrpSpPr>
        <p:grpSpPr>
          <a:xfrm>
            <a:off x="713225" y="539500"/>
            <a:ext cx="7717500" cy="4064400"/>
            <a:chOff x="713225" y="539500"/>
            <a:chExt cx="7717500" cy="4064400"/>
          </a:xfrm>
        </p:grpSpPr>
        <p:cxnSp>
          <p:nvCxnSpPr>
            <p:cNvPr id="6191" name="Google Shape;6191;p80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6192" name="Google Shape;6192;p80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3" name="Google Shape;6193;p80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194" name="Google Shape;6194;p802"/>
          <p:cNvSpPr txBox="1"/>
          <p:nvPr>
            <p:ph idx="1" type="subTitle"/>
          </p:nvPr>
        </p:nvSpPr>
        <p:spPr>
          <a:xfrm>
            <a:off x="2817300" y="2114400"/>
            <a:ext cx="3509400" cy="1529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6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7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6195" name="Shape 6195"/>
        <p:cNvGrpSpPr/>
        <p:nvPr/>
      </p:nvGrpSpPr>
      <p:grpSpPr>
        <a:xfrm>
          <a:off x="0" y="0"/>
          <a:ext cx="0" cy="0"/>
          <a:chOff x="0" y="0"/>
          <a:chExt cx="0" cy="0"/>
        </a:xfrm>
      </p:grpSpPr>
      <p:grpSp>
        <p:nvGrpSpPr>
          <p:cNvPr id="6196" name="Google Shape;6196;p803"/>
          <p:cNvGrpSpPr/>
          <p:nvPr/>
        </p:nvGrpSpPr>
        <p:grpSpPr>
          <a:xfrm>
            <a:off x="713225" y="539500"/>
            <a:ext cx="7717500" cy="4064400"/>
            <a:chOff x="713225" y="539500"/>
            <a:chExt cx="7717500" cy="4064400"/>
          </a:xfrm>
        </p:grpSpPr>
        <p:sp>
          <p:nvSpPr>
            <p:cNvPr id="6197" name="Google Shape;6197;p80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98" name="Google Shape;6198;p80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199" name="Google Shape;6199;p80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200" name="Google Shape;6200;p803"/>
          <p:cNvSpPr txBox="1"/>
          <p:nvPr>
            <p:ph idx="1" type="subTitle"/>
          </p:nvPr>
        </p:nvSpPr>
        <p:spPr>
          <a:xfrm>
            <a:off x="1425525" y="32987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201" name="Google Shape;6201;p803"/>
          <p:cNvSpPr txBox="1"/>
          <p:nvPr>
            <p:ph idx="2" type="subTitle"/>
          </p:nvPr>
        </p:nvSpPr>
        <p:spPr>
          <a:xfrm>
            <a:off x="1425525" y="2867137"/>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202" name="Google Shape;6202;p803"/>
          <p:cNvSpPr txBox="1"/>
          <p:nvPr>
            <p:ph idx="3" type="subTitle"/>
          </p:nvPr>
        </p:nvSpPr>
        <p:spPr>
          <a:xfrm>
            <a:off x="5333725" y="32885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203" name="Google Shape;6203;p803"/>
          <p:cNvSpPr txBox="1"/>
          <p:nvPr>
            <p:ph idx="4" type="subTitle"/>
          </p:nvPr>
        </p:nvSpPr>
        <p:spPr>
          <a:xfrm>
            <a:off x="5333725" y="28586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6204" name="Shape 6204"/>
        <p:cNvGrpSpPr/>
        <p:nvPr/>
      </p:nvGrpSpPr>
      <p:grpSpPr>
        <a:xfrm>
          <a:off x="0" y="0"/>
          <a:ext cx="0" cy="0"/>
          <a:chOff x="0" y="0"/>
          <a:chExt cx="0" cy="0"/>
        </a:xfrm>
      </p:grpSpPr>
      <p:grpSp>
        <p:nvGrpSpPr>
          <p:cNvPr id="6205" name="Google Shape;6205;p804"/>
          <p:cNvGrpSpPr/>
          <p:nvPr/>
        </p:nvGrpSpPr>
        <p:grpSpPr>
          <a:xfrm>
            <a:off x="713225" y="539500"/>
            <a:ext cx="7717500" cy="4064400"/>
            <a:chOff x="713225" y="539500"/>
            <a:chExt cx="7717500" cy="4064400"/>
          </a:xfrm>
        </p:grpSpPr>
        <p:sp>
          <p:nvSpPr>
            <p:cNvPr id="6206" name="Google Shape;6206;p80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07" name="Google Shape;6207;p80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208" name="Google Shape;6208;p80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7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6209" name="Shape 6209"/>
        <p:cNvGrpSpPr/>
        <p:nvPr/>
      </p:nvGrpSpPr>
      <p:grpSpPr>
        <a:xfrm>
          <a:off x="0" y="0"/>
          <a:ext cx="0" cy="0"/>
          <a:chOff x="0" y="0"/>
          <a:chExt cx="0" cy="0"/>
        </a:xfrm>
      </p:grpSpPr>
      <p:grpSp>
        <p:nvGrpSpPr>
          <p:cNvPr id="6210" name="Google Shape;6210;p805"/>
          <p:cNvGrpSpPr/>
          <p:nvPr/>
        </p:nvGrpSpPr>
        <p:grpSpPr>
          <a:xfrm>
            <a:off x="713225" y="539500"/>
            <a:ext cx="7717500" cy="4064400"/>
            <a:chOff x="713225" y="539500"/>
            <a:chExt cx="7717500" cy="4064400"/>
          </a:xfrm>
        </p:grpSpPr>
        <p:cxnSp>
          <p:nvCxnSpPr>
            <p:cNvPr id="6211" name="Google Shape;6211;p80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6212" name="Google Shape;6212;p80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3" name="Google Shape;6213;p80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214" name="Google Shape;6214;p805"/>
          <p:cNvSpPr txBox="1"/>
          <p:nvPr>
            <p:ph idx="1" type="subTitle"/>
          </p:nvPr>
        </p:nvSpPr>
        <p:spPr>
          <a:xfrm>
            <a:off x="2105700" y="1543900"/>
            <a:ext cx="4932600" cy="2550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800"/>
              <a:buChar char="●"/>
              <a:defRPr sz="1600">
                <a:solidFill>
                  <a:schemeClr val="lt1"/>
                </a:solidFill>
              </a:defRPr>
            </a:lvl1pPr>
            <a:lvl2pPr lvl="1">
              <a:lnSpc>
                <a:spcPct val="100000"/>
              </a:lnSpc>
              <a:spcBef>
                <a:spcPts val="0"/>
              </a:spcBef>
              <a:spcAft>
                <a:spcPts val="0"/>
              </a:spcAft>
              <a:buClr>
                <a:schemeClr val="lt1"/>
              </a:buClr>
              <a:buSzPts val="2800"/>
              <a:buChar char="○"/>
              <a:defRPr sz="2800">
                <a:solidFill>
                  <a:schemeClr val="lt1"/>
                </a:solidFill>
              </a:defRPr>
            </a:lvl2pPr>
            <a:lvl3pPr lvl="2">
              <a:lnSpc>
                <a:spcPct val="100000"/>
              </a:lnSpc>
              <a:spcBef>
                <a:spcPts val="0"/>
              </a:spcBef>
              <a:spcAft>
                <a:spcPts val="0"/>
              </a:spcAft>
              <a:buClr>
                <a:schemeClr val="lt1"/>
              </a:buClr>
              <a:buSzPts val="2800"/>
              <a:buChar char="■"/>
              <a:defRPr sz="2800">
                <a:solidFill>
                  <a:schemeClr val="lt1"/>
                </a:solidFill>
              </a:defRPr>
            </a:lvl3pPr>
            <a:lvl4pPr lvl="3">
              <a:lnSpc>
                <a:spcPct val="100000"/>
              </a:lnSpc>
              <a:spcBef>
                <a:spcPts val="0"/>
              </a:spcBef>
              <a:spcAft>
                <a:spcPts val="0"/>
              </a:spcAft>
              <a:buClr>
                <a:schemeClr val="lt1"/>
              </a:buClr>
              <a:buSzPts val="2800"/>
              <a:buChar char="●"/>
              <a:defRPr sz="2800">
                <a:solidFill>
                  <a:schemeClr val="lt1"/>
                </a:solidFill>
              </a:defRPr>
            </a:lvl4pPr>
            <a:lvl5pPr lvl="4">
              <a:lnSpc>
                <a:spcPct val="100000"/>
              </a:lnSpc>
              <a:spcBef>
                <a:spcPts val="0"/>
              </a:spcBef>
              <a:spcAft>
                <a:spcPts val="0"/>
              </a:spcAft>
              <a:buClr>
                <a:schemeClr val="lt1"/>
              </a:buClr>
              <a:buSzPts val="2800"/>
              <a:buChar char="○"/>
              <a:defRPr sz="2800">
                <a:solidFill>
                  <a:schemeClr val="lt1"/>
                </a:solidFill>
              </a:defRPr>
            </a:lvl5pPr>
            <a:lvl6pPr lvl="5">
              <a:lnSpc>
                <a:spcPct val="100000"/>
              </a:lnSpc>
              <a:spcBef>
                <a:spcPts val="0"/>
              </a:spcBef>
              <a:spcAft>
                <a:spcPts val="0"/>
              </a:spcAft>
              <a:buClr>
                <a:schemeClr val="lt1"/>
              </a:buClr>
              <a:buSzPts val="2800"/>
              <a:buChar char="■"/>
              <a:defRPr sz="2800">
                <a:solidFill>
                  <a:schemeClr val="lt1"/>
                </a:solidFill>
              </a:defRPr>
            </a:lvl6pPr>
            <a:lvl7pPr lvl="6">
              <a:lnSpc>
                <a:spcPct val="100000"/>
              </a:lnSpc>
              <a:spcBef>
                <a:spcPts val="0"/>
              </a:spcBef>
              <a:spcAft>
                <a:spcPts val="0"/>
              </a:spcAft>
              <a:buClr>
                <a:schemeClr val="lt1"/>
              </a:buClr>
              <a:buSzPts val="2800"/>
              <a:buChar char="●"/>
              <a:defRPr sz="2800">
                <a:solidFill>
                  <a:schemeClr val="lt1"/>
                </a:solidFill>
              </a:defRPr>
            </a:lvl7pPr>
            <a:lvl8pPr lvl="7">
              <a:lnSpc>
                <a:spcPct val="100000"/>
              </a:lnSpc>
              <a:spcBef>
                <a:spcPts val="0"/>
              </a:spcBef>
              <a:spcAft>
                <a:spcPts val="0"/>
              </a:spcAft>
              <a:buClr>
                <a:schemeClr val="lt1"/>
              </a:buClr>
              <a:buSzPts val="2800"/>
              <a:buChar char="○"/>
              <a:defRPr sz="2800">
                <a:solidFill>
                  <a:schemeClr val="lt1"/>
                </a:solidFill>
              </a:defRPr>
            </a:lvl8pPr>
            <a:lvl9pPr lvl="8">
              <a:lnSpc>
                <a:spcPct val="100000"/>
              </a:lnSpc>
              <a:spcBef>
                <a:spcPts val="0"/>
              </a:spcBef>
              <a:spcAft>
                <a:spcPts val="0"/>
              </a:spcAft>
              <a:buClr>
                <a:schemeClr val="lt1"/>
              </a:buClr>
              <a:buSzPts val="2800"/>
              <a:buChar char="■"/>
              <a:defRPr sz="2800">
                <a:solidFill>
                  <a:schemeClr val="lt1"/>
                </a:solidFill>
              </a:defRPr>
            </a:lvl9pPr>
          </a:lstStyle>
          <a:p/>
        </p:txBody>
      </p:sp>
    </p:spTree>
  </p:cSld>
  <p:clrMapOvr>
    <a:masterClrMapping/>
  </p:clrMapOvr>
</p:sldLayout>
</file>

<file path=ppt/slideLayouts/slideLayout7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6215" name="Shape 6215"/>
        <p:cNvGrpSpPr/>
        <p:nvPr/>
      </p:nvGrpSpPr>
      <p:grpSpPr>
        <a:xfrm>
          <a:off x="0" y="0"/>
          <a:ext cx="0" cy="0"/>
          <a:chOff x="0" y="0"/>
          <a:chExt cx="0" cy="0"/>
        </a:xfrm>
      </p:grpSpPr>
      <p:sp>
        <p:nvSpPr>
          <p:cNvPr id="6216" name="Google Shape;6216;p80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06"/>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7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6218" name="Shape 6218"/>
        <p:cNvGrpSpPr/>
        <p:nvPr/>
      </p:nvGrpSpPr>
      <p:grpSpPr>
        <a:xfrm>
          <a:off x="0" y="0"/>
          <a:ext cx="0" cy="0"/>
          <a:chOff x="0" y="0"/>
          <a:chExt cx="0" cy="0"/>
        </a:xfrm>
      </p:grpSpPr>
      <p:grpSp>
        <p:nvGrpSpPr>
          <p:cNvPr id="6219" name="Google Shape;6219;p807"/>
          <p:cNvGrpSpPr/>
          <p:nvPr/>
        </p:nvGrpSpPr>
        <p:grpSpPr>
          <a:xfrm>
            <a:off x="713225" y="539500"/>
            <a:ext cx="7717500" cy="4064400"/>
            <a:chOff x="713225" y="539500"/>
            <a:chExt cx="7717500" cy="4064400"/>
          </a:xfrm>
        </p:grpSpPr>
        <p:cxnSp>
          <p:nvCxnSpPr>
            <p:cNvPr id="6220" name="Google Shape;6220;p80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6221" name="Google Shape;6221;p80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22" name="Google Shape;6222;p807"/>
            <p:cNvCxnSpPr/>
            <p:nvPr/>
          </p:nvCxnSpPr>
          <p:spPr>
            <a:xfrm rot="10800000">
              <a:off x="4876775" y="1096300"/>
              <a:ext cx="0" cy="3507600"/>
            </a:xfrm>
            <a:prstGeom prst="straightConnector1">
              <a:avLst/>
            </a:prstGeom>
            <a:noFill/>
            <a:ln cap="flat" cmpd="sng" w="38100">
              <a:solidFill>
                <a:schemeClr val="accent1"/>
              </a:solidFill>
              <a:prstDash val="solid"/>
              <a:round/>
              <a:headEnd len="med" w="med" type="none"/>
              <a:tailEnd len="med" w="med" type="none"/>
            </a:ln>
          </p:spPr>
        </p:cxnSp>
      </p:grpSp>
      <p:sp>
        <p:nvSpPr>
          <p:cNvPr id="6223" name="Google Shape;6223;p80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224" name="Google Shape;6224;p807"/>
          <p:cNvSpPr txBox="1"/>
          <p:nvPr>
            <p:ph idx="1" type="subTitle"/>
          </p:nvPr>
        </p:nvSpPr>
        <p:spPr>
          <a:xfrm>
            <a:off x="1312950" y="2327975"/>
            <a:ext cx="2973000" cy="13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225" name="Google Shape;6225;p807"/>
          <p:cNvSpPr txBox="1"/>
          <p:nvPr>
            <p:ph idx="2" type="subTitle"/>
          </p:nvPr>
        </p:nvSpPr>
        <p:spPr>
          <a:xfrm>
            <a:off x="1312950" y="1809275"/>
            <a:ext cx="29730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7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6226" name="Shape 6226"/>
        <p:cNvGrpSpPr/>
        <p:nvPr/>
      </p:nvGrpSpPr>
      <p:grpSpPr>
        <a:xfrm>
          <a:off x="0" y="0"/>
          <a:ext cx="0" cy="0"/>
          <a:chOff x="0" y="0"/>
          <a:chExt cx="0" cy="0"/>
        </a:xfrm>
      </p:grpSpPr>
      <p:sp>
        <p:nvSpPr>
          <p:cNvPr id="6227" name="Google Shape;6227;p808"/>
          <p:cNvSpPr txBox="1"/>
          <p:nvPr>
            <p:ph type="title"/>
          </p:nvPr>
        </p:nvSpPr>
        <p:spPr>
          <a:xfrm>
            <a:off x="865625" y="3328700"/>
            <a:ext cx="6367800" cy="1427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3600"/>
              <a:buNone/>
              <a:defRPr sz="3600">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7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6228" name="Shape 6228"/>
        <p:cNvGrpSpPr/>
        <p:nvPr/>
      </p:nvGrpSpPr>
      <p:grpSpPr>
        <a:xfrm>
          <a:off x="0" y="0"/>
          <a:ext cx="0" cy="0"/>
          <a:chOff x="0" y="0"/>
          <a:chExt cx="0" cy="0"/>
        </a:xfrm>
      </p:grpSpPr>
      <p:sp>
        <p:nvSpPr>
          <p:cNvPr id="6229" name="Google Shape;6229;p80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09"/>
          <p:cNvSpPr txBox="1"/>
          <p:nvPr>
            <p:ph hasCustomPrompt="1" type="title"/>
          </p:nvPr>
        </p:nvSpPr>
        <p:spPr>
          <a:xfrm>
            <a:off x="994200" y="1505850"/>
            <a:ext cx="7155600" cy="13323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231" name="Google Shape;6231;p809"/>
          <p:cNvSpPr txBox="1"/>
          <p:nvPr>
            <p:ph idx="1" type="subTitle"/>
          </p:nvPr>
        </p:nvSpPr>
        <p:spPr>
          <a:xfrm>
            <a:off x="994200" y="2838150"/>
            <a:ext cx="4774200" cy="79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6232" name="Shape 6232"/>
        <p:cNvGrpSpPr/>
        <p:nvPr/>
      </p:nvGrpSpPr>
      <p:grpSpPr>
        <a:xfrm>
          <a:off x="0" y="0"/>
          <a:ext cx="0" cy="0"/>
          <a:chOff x="0" y="0"/>
          <a:chExt cx="0" cy="0"/>
        </a:xfrm>
      </p:grpSpPr>
    </p:spTree>
  </p:cSld>
  <p:clrMapOvr>
    <a:masterClrMapping/>
  </p:clrMapOvr>
</p:sldLayout>
</file>

<file path=ppt/slideLayouts/slideLayout7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6233" name="Shape 6233"/>
        <p:cNvGrpSpPr/>
        <p:nvPr/>
      </p:nvGrpSpPr>
      <p:grpSpPr>
        <a:xfrm>
          <a:off x="0" y="0"/>
          <a:ext cx="0" cy="0"/>
          <a:chOff x="0" y="0"/>
          <a:chExt cx="0" cy="0"/>
        </a:xfrm>
      </p:grpSpPr>
      <p:sp>
        <p:nvSpPr>
          <p:cNvPr id="6234" name="Google Shape;6234;p811"/>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7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6235" name="Shape 6235"/>
        <p:cNvGrpSpPr/>
        <p:nvPr/>
      </p:nvGrpSpPr>
      <p:grpSpPr>
        <a:xfrm>
          <a:off x="0" y="0"/>
          <a:ext cx="0" cy="0"/>
          <a:chOff x="0" y="0"/>
          <a:chExt cx="0" cy="0"/>
        </a:xfrm>
      </p:grpSpPr>
      <p:grpSp>
        <p:nvGrpSpPr>
          <p:cNvPr id="6236" name="Google Shape;6236;p812"/>
          <p:cNvGrpSpPr/>
          <p:nvPr/>
        </p:nvGrpSpPr>
        <p:grpSpPr>
          <a:xfrm>
            <a:off x="713200" y="539513"/>
            <a:ext cx="7717600" cy="4064400"/>
            <a:chOff x="713125" y="539500"/>
            <a:chExt cx="7717600" cy="4064400"/>
          </a:xfrm>
        </p:grpSpPr>
        <p:cxnSp>
          <p:nvCxnSpPr>
            <p:cNvPr id="6237" name="Google Shape;6237;p812"/>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6238" name="Google Shape;6238;p81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39" name="Google Shape;6239;p812"/>
            <p:cNvCxnSpPr>
              <a:stCxn id="6238" idx="2"/>
            </p:cNvCxnSpPr>
            <p:nvPr/>
          </p:nvCxnSpPr>
          <p:spPr>
            <a:xfrm rot="10800000">
              <a:off x="45719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6240" name="Google Shape;6240;p812"/>
            <p:cNvCxnSpPr/>
            <p:nvPr/>
          </p:nvCxnSpPr>
          <p:spPr>
            <a:xfrm rot="10800000">
              <a:off x="713125" y="2912025"/>
              <a:ext cx="7709100" cy="0"/>
            </a:xfrm>
            <a:prstGeom prst="straightConnector1">
              <a:avLst/>
            </a:prstGeom>
            <a:noFill/>
            <a:ln cap="flat" cmpd="sng" w="38100">
              <a:solidFill>
                <a:schemeClr val="accent1"/>
              </a:solidFill>
              <a:prstDash val="solid"/>
              <a:round/>
              <a:headEnd len="med" w="med" type="none"/>
              <a:tailEnd len="med" w="med" type="none"/>
            </a:ln>
          </p:spPr>
        </p:cxnSp>
        <p:cxnSp>
          <p:nvCxnSpPr>
            <p:cNvPr id="6241" name="Google Shape;6241;p812"/>
            <p:cNvCxnSpPr/>
            <p:nvPr/>
          </p:nvCxnSpPr>
          <p:spPr>
            <a:xfrm rot="10800000">
              <a:off x="17602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6242" name="Google Shape;6242;p812"/>
            <p:cNvCxnSpPr/>
            <p:nvPr/>
          </p:nvCxnSpPr>
          <p:spPr>
            <a:xfrm rot="10800000">
              <a:off x="7378100" y="1254400"/>
              <a:ext cx="0" cy="3349500"/>
            </a:xfrm>
            <a:prstGeom prst="straightConnector1">
              <a:avLst/>
            </a:prstGeom>
            <a:noFill/>
            <a:ln cap="flat" cmpd="sng" w="38100">
              <a:solidFill>
                <a:schemeClr val="accent1"/>
              </a:solidFill>
              <a:prstDash val="solid"/>
              <a:round/>
              <a:headEnd len="med" w="med" type="none"/>
              <a:tailEnd len="med" w="med" type="none"/>
            </a:ln>
          </p:spPr>
        </p:cxnSp>
      </p:grpSp>
      <p:sp>
        <p:nvSpPr>
          <p:cNvPr id="6243" name="Google Shape;6243;p812"/>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244" name="Google Shape;6244;p812"/>
          <p:cNvSpPr txBox="1"/>
          <p:nvPr>
            <p:ph idx="1" type="subTitle"/>
          </p:nvPr>
        </p:nvSpPr>
        <p:spPr>
          <a:xfrm>
            <a:off x="1924988" y="2036825"/>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245" name="Google Shape;6245;p812"/>
          <p:cNvSpPr txBox="1"/>
          <p:nvPr>
            <p:ph idx="2" type="subTitle"/>
          </p:nvPr>
        </p:nvSpPr>
        <p:spPr>
          <a:xfrm>
            <a:off x="1924988" y="1518125"/>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246" name="Google Shape;6246;p812"/>
          <p:cNvSpPr txBox="1"/>
          <p:nvPr>
            <p:ph hasCustomPrompt="1" idx="3" type="title"/>
          </p:nvPr>
        </p:nvSpPr>
        <p:spPr>
          <a:xfrm>
            <a:off x="8197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6247" name="Google Shape;6247;p812"/>
          <p:cNvSpPr txBox="1"/>
          <p:nvPr>
            <p:ph idx="4" type="subTitle"/>
          </p:nvPr>
        </p:nvSpPr>
        <p:spPr>
          <a:xfrm>
            <a:off x="4760188" y="2036825"/>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6248" name="Google Shape;6248;p812"/>
          <p:cNvSpPr txBox="1"/>
          <p:nvPr>
            <p:ph idx="5" type="subTitle"/>
          </p:nvPr>
        </p:nvSpPr>
        <p:spPr>
          <a:xfrm>
            <a:off x="4760188" y="1518125"/>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6249" name="Google Shape;6249;p812"/>
          <p:cNvSpPr txBox="1"/>
          <p:nvPr>
            <p:ph hasCustomPrompt="1" idx="6" type="title"/>
          </p:nvPr>
        </p:nvSpPr>
        <p:spPr>
          <a:xfrm>
            <a:off x="74842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6250" name="Google Shape;6250;p812"/>
          <p:cNvSpPr txBox="1"/>
          <p:nvPr>
            <p:ph idx="7" type="subTitle"/>
          </p:nvPr>
        </p:nvSpPr>
        <p:spPr>
          <a:xfrm>
            <a:off x="1924988" y="3691200"/>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251" name="Google Shape;6251;p812"/>
          <p:cNvSpPr txBox="1"/>
          <p:nvPr>
            <p:ph idx="8" type="subTitle"/>
          </p:nvPr>
        </p:nvSpPr>
        <p:spPr>
          <a:xfrm>
            <a:off x="1924988" y="3172500"/>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252" name="Google Shape;6252;p812"/>
          <p:cNvSpPr txBox="1"/>
          <p:nvPr>
            <p:ph hasCustomPrompt="1" idx="9" type="title"/>
          </p:nvPr>
        </p:nvSpPr>
        <p:spPr>
          <a:xfrm>
            <a:off x="819800" y="346450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6253" name="Google Shape;6253;p812"/>
          <p:cNvSpPr txBox="1"/>
          <p:nvPr>
            <p:ph idx="13" type="subTitle"/>
          </p:nvPr>
        </p:nvSpPr>
        <p:spPr>
          <a:xfrm>
            <a:off x="4760200" y="3673200"/>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6254" name="Google Shape;6254;p812"/>
          <p:cNvSpPr txBox="1"/>
          <p:nvPr>
            <p:ph idx="14" type="subTitle"/>
          </p:nvPr>
        </p:nvSpPr>
        <p:spPr>
          <a:xfrm>
            <a:off x="4760200" y="3154500"/>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6255" name="Google Shape;6255;p812"/>
          <p:cNvSpPr txBox="1"/>
          <p:nvPr>
            <p:ph hasCustomPrompt="1" idx="15" type="title"/>
          </p:nvPr>
        </p:nvSpPr>
        <p:spPr>
          <a:xfrm>
            <a:off x="7488624" y="3475788"/>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7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
    <p:bg>
      <p:bgPr>
        <a:solidFill>
          <a:schemeClr val="dk1"/>
        </a:solidFill>
      </p:bgPr>
    </p:bg>
    <p:spTree>
      <p:nvGrpSpPr>
        <p:cNvPr id="6256" name="Shape 6256"/>
        <p:cNvGrpSpPr/>
        <p:nvPr/>
      </p:nvGrpSpPr>
      <p:grpSpPr>
        <a:xfrm>
          <a:off x="0" y="0"/>
          <a:ext cx="0" cy="0"/>
          <a:chOff x="0" y="0"/>
          <a:chExt cx="0" cy="0"/>
        </a:xfrm>
      </p:grpSpPr>
      <p:grpSp>
        <p:nvGrpSpPr>
          <p:cNvPr id="6257" name="Google Shape;6257;p813"/>
          <p:cNvGrpSpPr/>
          <p:nvPr/>
        </p:nvGrpSpPr>
        <p:grpSpPr>
          <a:xfrm>
            <a:off x="713300" y="539513"/>
            <a:ext cx="7717500" cy="4064400"/>
            <a:chOff x="713225" y="539500"/>
            <a:chExt cx="7717500" cy="4064400"/>
          </a:xfrm>
        </p:grpSpPr>
        <p:cxnSp>
          <p:nvCxnSpPr>
            <p:cNvPr id="6258" name="Google Shape;6258;p813"/>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6259" name="Google Shape;6259;p81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0" name="Google Shape;6260;p813"/>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261" name="Google Shape;6261;p813"/>
          <p:cNvSpPr txBox="1"/>
          <p:nvPr>
            <p:ph idx="1" type="subTitle"/>
          </p:nvPr>
        </p:nvSpPr>
        <p:spPr>
          <a:xfrm>
            <a:off x="897170"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262" name="Google Shape;6262;p813"/>
          <p:cNvSpPr txBox="1"/>
          <p:nvPr>
            <p:ph idx="2" type="subTitle"/>
          </p:nvPr>
        </p:nvSpPr>
        <p:spPr>
          <a:xfrm>
            <a:off x="897170"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263" name="Google Shape;6263;p813"/>
          <p:cNvSpPr txBox="1"/>
          <p:nvPr>
            <p:ph hasCustomPrompt="1" idx="3" type="title"/>
          </p:nvPr>
        </p:nvSpPr>
        <p:spPr>
          <a:xfrm>
            <a:off x="1261666"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6264" name="Google Shape;6264;p813"/>
          <p:cNvSpPr txBox="1"/>
          <p:nvPr>
            <p:ph idx="4" type="subTitle"/>
          </p:nvPr>
        </p:nvSpPr>
        <p:spPr>
          <a:xfrm>
            <a:off x="47527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6265" name="Google Shape;6265;p813"/>
          <p:cNvSpPr txBox="1"/>
          <p:nvPr>
            <p:ph idx="5" type="subTitle"/>
          </p:nvPr>
        </p:nvSpPr>
        <p:spPr>
          <a:xfrm>
            <a:off x="47527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6266" name="Google Shape;6266;p813"/>
          <p:cNvSpPr txBox="1"/>
          <p:nvPr>
            <p:ph hasCustomPrompt="1" idx="6" type="title"/>
          </p:nvPr>
        </p:nvSpPr>
        <p:spPr>
          <a:xfrm>
            <a:off x="5117252"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6267" name="Google Shape;6267;p813"/>
          <p:cNvSpPr txBox="1"/>
          <p:nvPr>
            <p:ph idx="7" type="subTitle"/>
          </p:nvPr>
        </p:nvSpPr>
        <p:spPr>
          <a:xfrm>
            <a:off x="28249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268" name="Google Shape;6268;p813"/>
          <p:cNvSpPr txBox="1"/>
          <p:nvPr>
            <p:ph idx="8" type="subTitle"/>
          </p:nvPr>
        </p:nvSpPr>
        <p:spPr>
          <a:xfrm>
            <a:off x="28249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269" name="Google Shape;6269;p813"/>
          <p:cNvSpPr txBox="1"/>
          <p:nvPr>
            <p:ph hasCustomPrompt="1" idx="9" type="title"/>
          </p:nvPr>
        </p:nvSpPr>
        <p:spPr>
          <a:xfrm>
            <a:off x="3189459"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6270" name="Google Shape;6270;p813"/>
          <p:cNvSpPr txBox="1"/>
          <p:nvPr>
            <p:ph idx="13" type="subTitle"/>
          </p:nvPr>
        </p:nvSpPr>
        <p:spPr>
          <a:xfrm>
            <a:off x="6680545"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6271" name="Google Shape;6271;p813"/>
          <p:cNvSpPr txBox="1"/>
          <p:nvPr>
            <p:ph idx="14" type="subTitle"/>
          </p:nvPr>
        </p:nvSpPr>
        <p:spPr>
          <a:xfrm>
            <a:off x="6680545"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6272" name="Google Shape;6272;p813"/>
          <p:cNvSpPr txBox="1"/>
          <p:nvPr>
            <p:ph hasCustomPrompt="1" idx="15" type="title"/>
          </p:nvPr>
        </p:nvSpPr>
        <p:spPr>
          <a:xfrm>
            <a:off x="7045045" y="1975647"/>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7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dk1"/>
        </a:solidFill>
      </p:bgPr>
    </p:bg>
    <p:spTree>
      <p:nvGrpSpPr>
        <p:cNvPr id="6273" name="Shape 6273"/>
        <p:cNvGrpSpPr/>
        <p:nvPr/>
      </p:nvGrpSpPr>
      <p:grpSpPr>
        <a:xfrm>
          <a:off x="0" y="0"/>
          <a:ext cx="0" cy="0"/>
          <a:chOff x="0" y="0"/>
          <a:chExt cx="0" cy="0"/>
        </a:xfrm>
      </p:grpSpPr>
      <p:sp>
        <p:nvSpPr>
          <p:cNvPr id="6274" name="Google Shape;6274;p81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14"/>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6276" name="Google Shape;6276;p814"/>
          <p:cNvSpPr txBox="1"/>
          <p:nvPr>
            <p:ph hasCustomPrompt="1" idx="2" type="title"/>
          </p:nvPr>
        </p:nvSpPr>
        <p:spPr>
          <a:xfrm>
            <a:off x="1131163" y="96802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6277" name="Google Shape;6277;p814"/>
          <p:cNvSpPr txBox="1"/>
          <p:nvPr>
            <p:ph idx="1" type="subTitle"/>
          </p:nvPr>
        </p:nvSpPr>
        <p:spPr>
          <a:xfrm>
            <a:off x="1131163" y="37284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7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
    <p:bg>
      <p:bgPr>
        <a:solidFill>
          <a:schemeClr val="dk1"/>
        </a:solidFill>
      </p:bgPr>
    </p:bg>
    <p:spTree>
      <p:nvGrpSpPr>
        <p:cNvPr id="6278" name="Shape 6278"/>
        <p:cNvGrpSpPr/>
        <p:nvPr/>
      </p:nvGrpSpPr>
      <p:grpSpPr>
        <a:xfrm>
          <a:off x="0" y="0"/>
          <a:ext cx="0" cy="0"/>
          <a:chOff x="0" y="0"/>
          <a:chExt cx="0" cy="0"/>
        </a:xfrm>
      </p:grpSpPr>
      <p:sp>
        <p:nvSpPr>
          <p:cNvPr id="6279" name="Google Shape;6279;p81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15"/>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6281" name="Google Shape;6281;p815"/>
          <p:cNvSpPr txBox="1"/>
          <p:nvPr>
            <p:ph hasCustomPrompt="1" idx="2" type="title"/>
          </p:nvPr>
        </p:nvSpPr>
        <p:spPr>
          <a:xfrm>
            <a:off x="3496800" y="894025"/>
            <a:ext cx="2150400" cy="1665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6282" name="Google Shape;6282;p815"/>
          <p:cNvSpPr txBox="1"/>
          <p:nvPr>
            <p:ph idx="1" type="subTitle"/>
          </p:nvPr>
        </p:nvSpPr>
        <p:spPr>
          <a:xfrm>
            <a:off x="1896450" y="3802475"/>
            <a:ext cx="53511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8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6283" name="Shape 6283"/>
        <p:cNvGrpSpPr/>
        <p:nvPr/>
      </p:nvGrpSpPr>
      <p:grpSpPr>
        <a:xfrm>
          <a:off x="0" y="0"/>
          <a:ext cx="0" cy="0"/>
          <a:chOff x="0" y="0"/>
          <a:chExt cx="0" cy="0"/>
        </a:xfrm>
      </p:grpSpPr>
      <p:sp>
        <p:nvSpPr>
          <p:cNvPr id="6284" name="Google Shape;6284;p81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16"/>
          <p:cNvSpPr txBox="1"/>
          <p:nvPr>
            <p:ph type="title"/>
          </p:nvPr>
        </p:nvSpPr>
        <p:spPr>
          <a:xfrm>
            <a:off x="1952375" y="3189813"/>
            <a:ext cx="4629600" cy="491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286" name="Google Shape;6286;p816"/>
          <p:cNvSpPr txBox="1"/>
          <p:nvPr>
            <p:ph idx="1" type="subTitle"/>
          </p:nvPr>
        </p:nvSpPr>
        <p:spPr>
          <a:xfrm>
            <a:off x="1952375" y="1995238"/>
            <a:ext cx="4629600" cy="111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8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
    <p:bg>
      <p:bgPr>
        <a:solidFill>
          <a:schemeClr val="dk1"/>
        </a:solidFill>
      </p:bgPr>
    </p:bg>
    <p:spTree>
      <p:nvGrpSpPr>
        <p:cNvPr id="6287" name="Shape 6287"/>
        <p:cNvGrpSpPr/>
        <p:nvPr/>
      </p:nvGrpSpPr>
      <p:grpSpPr>
        <a:xfrm>
          <a:off x="0" y="0"/>
          <a:ext cx="0" cy="0"/>
          <a:chOff x="0" y="0"/>
          <a:chExt cx="0" cy="0"/>
        </a:xfrm>
      </p:grpSpPr>
      <p:sp>
        <p:nvSpPr>
          <p:cNvPr id="6288" name="Google Shape;6288;p817"/>
          <p:cNvSpPr txBox="1"/>
          <p:nvPr>
            <p:ph type="title"/>
          </p:nvPr>
        </p:nvSpPr>
        <p:spPr>
          <a:xfrm>
            <a:off x="713250" y="5395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atin typeface="Roboto"/>
                <a:ea typeface="Roboto"/>
                <a:cs typeface="Roboto"/>
                <a:sym typeface="Roboto"/>
              </a:defRPr>
            </a:lvl1pPr>
            <a:lvl2pPr lvl="1">
              <a:spcBef>
                <a:spcPts val="0"/>
              </a:spcBef>
              <a:spcAft>
                <a:spcPts val="0"/>
              </a:spcAft>
              <a:buSzPts val="2800"/>
              <a:buNone/>
              <a:defRPr>
                <a:latin typeface="Roboto"/>
                <a:ea typeface="Roboto"/>
                <a:cs typeface="Roboto"/>
                <a:sym typeface="Roboto"/>
              </a:defRPr>
            </a:lvl2pPr>
            <a:lvl3pPr lvl="2">
              <a:spcBef>
                <a:spcPts val="0"/>
              </a:spcBef>
              <a:spcAft>
                <a:spcPts val="0"/>
              </a:spcAft>
              <a:buSzPts val="2800"/>
              <a:buNone/>
              <a:defRPr>
                <a:latin typeface="Roboto"/>
                <a:ea typeface="Roboto"/>
                <a:cs typeface="Roboto"/>
                <a:sym typeface="Roboto"/>
              </a:defRPr>
            </a:lvl3pPr>
            <a:lvl4pPr lvl="3">
              <a:spcBef>
                <a:spcPts val="0"/>
              </a:spcBef>
              <a:spcAft>
                <a:spcPts val="0"/>
              </a:spcAft>
              <a:buSzPts val="2800"/>
              <a:buNone/>
              <a:defRPr>
                <a:latin typeface="Roboto"/>
                <a:ea typeface="Roboto"/>
                <a:cs typeface="Roboto"/>
                <a:sym typeface="Roboto"/>
              </a:defRPr>
            </a:lvl4pPr>
            <a:lvl5pPr lvl="4">
              <a:spcBef>
                <a:spcPts val="0"/>
              </a:spcBef>
              <a:spcAft>
                <a:spcPts val="0"/>
              </a:spcAft>
              <a:buSzPts val="2800"/>
              <a:buNone/>
              <a:defRPr>
                <a:latin typeface="Roboto"/>
                <a:ea typeface="Roboto"/>
                <a:cs typeface="Roboto"/>
                <a:sym typeface="Roboto"/>
              </a:defRPr>
            </a:lvl5pPr>
            <a:lvl6pPr lvl="5">
              <a:spcBef>
                <a:spcPts val="0"/>
              </a:spcBef>
              <a:spcAft>
                <a:spcPts val="0"/>
              </a:spcAft>
              <a:buSzPts val="2800"/>
              <a:buNone/>
              <a:defRPr>
                <a:latin typeface="Roboto"/>
                <a:ea typeface="Roboto"/>
                <a:cs typeface="Roboto"/>
                <a:sym typeface="Roboto"/>
              </a:defRPr>
            </a:lvl6pPr>
            <a:lvl7pPr lvl="6">
              <a:spcBef>
                <a:spcPts val="0"/>
              </a:spcBef>
              <a:spcAft>
                <a:spcPts val="0"/>
              </a:spcAft>
              <a:buSzPts val="2800"/>
              <a:buNone/>
              <a:defRPr>
                <a:latin typeface="Roboto"/>
                <a:ea typeface="Roboto"/>
                <a:cs typeface="Roboto"/>
                <a:sym typeface="Roboto"/>
              </a:defRPr>
            </a:lvl7pPr>
            <a:lvl8pPr lvl="7">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6289" name="Google Shape;6289;p81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17"/>
          <p:cNvSpPr txBox="1"/>
          <p:nvPr>
            <p:ph idx="2" type="title"/>
          </p:nvPr>
        </p:nvSpPr>
        <p:spPr>
          <a:xfrm>
            <a:off x="3364525" y="3430088"/>
            <a:ext cx="4629600" cy="491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291" name="Google Shape;6291;p817"/>
          <p:cNvSpPr txBox="1"/>
          <p:nvPr>
            <p:ph idx="1" type="subTitle"/>
          </p:nvPr>
        </p:nvSpPr>
        <p:spPr>
          <a:xfrm>
            <a:off x="3364525" y="2235513"/>
            <a:ext cx="4629600" cy="111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8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0">
    <p:bg>
      <p:bgPr>
        <a:solidFill>
          <a:schemeClr val="dk1"/>
        </a:solidFill>
      </p:bgPr>
    </p:bg>
    <p:spTree>
      <p:nvGrpSpPr>
        <p:cNvPr id="6292" name="Shape 6292"/>
        <p:cNvGrpSpPr/>
        <p:nvPr/>
      </p:nvGrpSpPr>
      <p:grpSpPr>
        <a:xfrm>
          <a:off x="0" y="0"/>
          <a:ext cx="0" cy="0"/>
          <a:chOff x="0" y="0"/>
          <a:chExt cx="0" cy="0"/>
        </a:xfrm>
      </p:grpSpPr>
      <p:sp>
        <p:nvSpPr>
          <p:cNvPr id="6293" name="Google Shape;6293;p81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18"/>
          <p:cNvSpPr txBox="1"/>
          <p:nvPr>
            <p:ph hasCustomPrompt="1" type="title"/>
          </p:nvPr>
        </p:nvSpPr>
        <p:spPr>
          <a:xfrm>
            <a:off x="2070613" y="1505850"/>
            <a:ext cx="4774200" cy="1332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295" name="Google Shape;6295;p818"/>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22">
    <p:bg>
      <p:bgPr>
        <a:solidFill>
          <a:schemeClr val="dk1"/>
        </a:solidFill>
      </p:bgPr>
    </p:bg>
    <p:spTree>
      <p:nvGrpSpPr>
        <p:cNvPr id="6296" name="Shape 6296"/>
        <p:cNvGrpSpPr/>
        <p:nvPr/>
      </p:nvGrpSpPr>
      <p:grpSpPr>
        <a:xfrm>
          <a:off x="0" y="0"/>
          <a:ext cx="0" cy="0"/>
          <a:chOff x="0" y="0"/>
          <a:chExt cx="0" cy="0"/>
        </a:xfrm>
      </p:grpSpPr>
      <p:sp>
        <p:nvSpPr>
          <p:cNvPr id="6297" name="Google Shape;6297;p819"/>
          <p:cNvSpPr txBox="1"/>
          <p:nvPr>
            <p:ph hasCustomPrompt="1" type="title"/>
          </p:nvPr>
        </p:nvSpPr>
        <p:spPr>
          <a:xfrm>
            <a:off x="2337663" y="1768700"/>
            <a:ext cx="2299800" cy="1209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298" name="Google Shape;6298;p819"/>
          <p:cNvSpPr txBox="1"/>
          <p:nvPr>
            <p:ph idx="1" type="subTitle"/>
          </p:nvPr>
        </p:nvSpPr>
        <p:spPr>
          <a:xfrm>
            <a:off x="4989538" y="1768700"/>
            <a:ext cx="3188400" cy="1209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299" name="Google Shape;6299;p819"/>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00" name="Google Shape;6300;p819"/>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6301" name="Google Shape;6301;p819"/>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8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bg>
      <p:bgPr>
        <a:solidFill>
          <a:schemeClr val="dk1"/>
        </a:solidFill>
      </p:bgPr>
    </p:bg>
    <p:spTree>
      <p:nvGrpSpPr>
        <p:cNvPr id="6302" name="Shape 6302"/>
        <p:cNvGrpSpPr/>
        <p:nvPr/>
      </p:nvGrpSpPr>
      <p:grpSpPr>
        <a:xfrm>
          <a:off x="0" y="0"/>
          <a:ext cx="0" cy="0"/>
          <a:chOff x="0" y="0"/>
          <a:chExt cx="0" cy="0"/>
        </a:xfrm>
      </p:grpSpPr>
      <p:sp>
        <p:nvSpPr>
          <p:cNvPr id="6303" name="Google Shape;6303;p820"/>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04" name="Google Shape;6304;p820"/>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6305" name="Google Shape;6305;p82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306" name="Google Shape;6306;p820"/>
          <p:cNvSpPr txBox="1"/>
          <p:nvPr>
            <p:ph hasCustomPrompt="1" idx="2" type="title"/>
          </p:nvPr>
        </p:nvSpPr>
        <p:spPr>
          <a:xfrm>
            <a:off x="1153250" y="1714350"/>
            <a:ext cx="2299800" cy="103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307" name="Google Shape;6307;p820"/>
          <p:cNvSpPr txBox="1"/>
          <p:nvPr>
            <p:ph idx="1" type="subTitle"/>
          </p:nvPr>
        </p:nvSpPr>
        <p:spPr>
          <a:xfrm>
            <a:off x="1153250" y="2750550"/>
            <a:ext cx="2299800" cy="1058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308" name="Google Shape;6308;p820"/>
          <p:cNvSpPr txBox="1"/>
          <p:nvPr>
            <p:ph hasCustomPrompt="1" idx="3" type="title"/>
          </p:nvPr>
        </p:nvSpPr>
        <p:spPr>
          <a:xfrm>
            <a:off x="5006988" y="1378188"/>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309" name="Google Shape;6309;p820"/>
          <p:cNvSpPr txBox="1"/>
          <p:nvPr>
            <p:ph idx="4" type="subTitle"/>
          </p:nvPr>
        </p:nvSpPr>
        <p:spPr>
          <a:xfrm>
            <a:off x="5006988" y="202385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310" name="Google Shape;6310;p820"/>
          <p:cNvSpPr txBox="1"/>
          <p:nvPr>
            <p:ph hasCustomPrompt="1" idx="5" type="title"/>
          </p:nvPr>
        </p:nvSpPr>
        <p:spPr>
          <a:xfrm>
            <a:off x="5006988" y="3133450"/>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311" name="Google Shape;6311;p820"/>
          <p:cNvSpPr txBox="1"/>
          <p:nvPr>
            <p:ph idx="6" type="subTitle"/>
          </p:nvPr>
        </p:nvSpPr>
        <p:spPr>
          <a:xfrm>
            <a:off x="5006988" y="377900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3">
    <p:bg>
      <p:bgPr>
        <a:solidFill>
          <a:schemeClr val="dk1"/>
        </a:solidFill>
      </p:bgPr>
    </p:bg>
    <p:spTree>
      <p:nvGrpSpPr>
        <p:cNvPr id="6312" name="Shape 6312"/>
        <p:cNvGrpSpPr/>
        <p:nvPr/>
      </p:nvGrpSpPr>
      <p:grpSpPr>
        <a:xfrm>
          <a:off x="0" y="0"/>
          <a:ext cx="0" cy="0"/>
          <a:chOff x="0" y="0"/>
          <a:chExt cx="0" cy="0"/>
        </a:xfrm>
      </p:grpSpPr>
      <p:sp>
        <p:nvSpPr>
          <p:cNvPr id="6313" name="Google Shape;6313;p821"/>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14" name="Google Shape;6314;p821"/>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6315" name="Google Shape;6315;p82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316" name="Google Shape;6316;p821"/>
          <p:cNvSpPr txBox="1"/>
          <p:nvPr>
            <p:ph hasCustomPrompt="1" idx="2" type="title"/>
          </p:nvPr>
        </p:nvSpPr>
        <p:spPr>
          <a:xfrm>
            <a:off x="1153250"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317" name="Google Shape;6317;p821"/>
          <p:cNvSpPr txBox="1"/>
          <p:nvPr>
            <p:ph idx="1" type="subTitle"/>
          </p:nvPr>
        </p:nvSpPr>
        <p:spPr>
          <a:xfrm>
            <a:off x="1153250" y="3575299"/>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318" name="Google Shape;6318;p821"/>
          <p:cNvSpPr txBox="1"/>
          <p:nvPr>
            <p:ph hasCustomPrompt="1" idx="3" type="title"/>
          </p:nvPr>
        </p:nvSpPr>
        <p:spPr>
          <a:xfrm>
            <a:off x="3476088"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319" name="Google Shape;6319;p821"/>
          <p:cNvSpPr txBox="1"/>
          <p:nvPr>
            <p:ph idx="4" type="subTitle"/>
          </p:nvPr>
        </p:nvSpPr>
        <p:spPr>
          <a:xfrm>
            <a:off x="3476100" y="3575295"/>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320" name="Google Shape;6320;p821"/>
          <p:cNvSpPr txBox="1"/>
          <p:nvPr>
            <p:ph hasCustomPrompt="1" idx="5" type="title"/>
          </p:nvPr>
        </p:nvSpPr>
        <p:spPr>
          <a:xfrm>
            <a:off x="5798944" y="2777254"/>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321" name="Google Shape;6321;p821"/>
          <p:cNvSpPr txBox="1"/>
          <p:nvPr>
            <p:ph idx="6" type="subTitle"/>
          </p:nvPr>
        </p:nvSpPr>
        <p:spPr>
          <a:xfrm>
            <a:off x="5798944" y="3575198"/>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_1_1">
    <p:bg>
      <p:bgPr>
        <a:solidFill>
          <a:schemeClr val="dk1"/>
        </a:solidFill>
      </p:bgPr>
    </p:bg>
    <p:spTree>
      <p:nvGrpSpPr>
        <p:cNvPr id="6322" name="Shape 6322"/>
        <p:cNvGrpSpPr/>
        <p:nvPr/>
      </p:nvGrpSpPr>
      <p:grpSpPr>
        <a:xfrm>
          <a:off x="0" y="0"/>
          <a:ext cx="0" cy="0"/>
          <a:chOff x="0" y="0"/>
          <a:chExt cx="0" cy="0"/>
        </a:xfrm>
      </p:grpSpPr>
      <p:grpSp>
        <p:nvGrpSpPr>
          <p:cNvPr id="6323" name="Google Shape;6323;p822"/>
          <p:cNvGrpSpPr/>
          <p:nvPr/>
        </p:nvGrpSpPr>
        <p:grpSpPr>
          <a:xfrm>
            <a:off x="713225" y="539500"/>
            <a:ext cx="7717500" cy="4064400"/>
            <a:chOff x="713225" y="539500"/>
            <a:chExt cx="7717500" cy="4064400"/>
          </a:xfrm>
        </p:grpSpPr>
        <p:sp>
          <p:nvSpPr>
            <p:cNvPr id="6324" name="Google Shape;6324;p82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25" name="Google Shape;6325;p82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326" name="Google Shape;6326;p82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8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_1">
    <p:bg>
      <p:bgPr>
        <a:solidFill>
          <a:schemeClr val="dk1"/>
        </a:solidFill>
      </p:bgPr>
    </p:bg>
    <p:spTree>
      <p:nvGrpSpPr>
        <p:cNvPr id="6327" name="Shape 6327"/>
        <p:cNvGrpSpPr/>
        <p:nvPr/>
      </p:nvGrpSpPr>
      <p:grpSpPr>
        <a:xfrm>
          <a:off x="0" y="0"/>
          <a:ext cx="0" cy="0"/>
          <a:chOff x="0" y="0"/>
          <a:chExt cx="0" cy="0"/>
        </a:xfrm>
      </p:grpSpPr>
      <p:grpSp>
        <p:nvGrpSpPr>
          <p:cNvPr id="6328" name="Google Shape;6328;p823"/>
          <p:cNvGrpSpPr/>
          <p:nvPr/>
        </p:nvGrpSpPr>
        <p:grpSpPr>
          <a:xfrm>
            <a:off x="713225" y="539500"/>
            <a:ext cx="7717500" cy="4064400"/>
            <a:chOff x="713225" y="539500"/>
            <a:chExt cx="7717500" cy="4064400"/>
          </a:xfrm>
        </p:grpSpPr>
        <p:sp>
          <p:nvSpPr>
            <p:cNvPr id="6329" name="Google Shape;6329;p82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30" name="Google Shape;6330;p82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331" name="Google Shape;6331;p823"/>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8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1_1_1">
    <p:bg>
      <p:bgPr>
        <a:solidFill>
          <a:schemeClr val="dk1"/>
        </a:solidFill>
      </p:bgPr>
    </p:bg>
    <p:spTree>
      <p:nvGrpSpPr>
        <p:cNvPr id="6332" name="Shape 6332"/>
        <p:cNvGrpSpPr/>
        <p:nvPr/>
      </p:nvGrpSpPr>
      <p:grpSpPr>
        <a:xfrm>
          <a:off x="0" y="0"/>
          <a:ext cx="0" cy="0"/>
          <a:chOff x="0" y="0"/>
          <a:chExt cx="0" cy="0"/>
        </a:xfrm>
      </p:grpSpPr>
      <p:grpSp>
        <p:nvGrpSpPr>
          <p:cNvPr id="6333" name="Google Shape;6333;p824"/>
          <p:cNvGrpSpPr/>
          <p:nvPr/>
        </p:nvGrpSpPr>
        <p:grpSpPr>
          <a:xfrm>
            <a:off x="713225" y="539500"/>
            <a:ext cx="7717500" cy="4064400"/>
            <a:chOff x="713225" y="539500"/>
            <a:chExt cx="7717500" cy="4064400"/>
          </a:xfrm>
        </p:grpSpPr>
        <p:sp>
          <p:nvSpPr>
            <p:cNvPr id="6334" name="Google Shape;6334;p82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35" name="Google Shape;6335;p82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336" name="Google Shape;6336;p824"/>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8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BLANK_1_1_1_1_1_1_3">
    <p:bg>
      <p:bgPr>
        <a:solidFill>
          <a:schemeClr val="dk1"/>
        </a:solidFill>
      </p:bgPr>
    </p:bg>
    <p:spTree>
      <p:nvGrpSpPr>
        <p:cNvPr id="6337" name="Shape 6337"/>
        <p:cNvGrpSpPr/>
        <p:nvPr/>
      </p:nvGrpSpPr>
      <p:grpSpPr>
        <a:xfrm>
          <a:off x="0" y="0"/>
          <a:ext cx="0" cy="0"/>
          <a:chOff x="0" y="0"/>
          <a:chExt cx="0" cy="0"/>
        </a:xfrm>
      </p:grpSpPr>
      <p:grpSp>
        <p:nvGrpSpPr>
          <p:cNvPr id="6338" name="Google Shape;6338;p825"/>
          <p:cNvGrpSpPr/>
          <p:nvPr/>
        </p:nvGrpSpPr>
        <p:grpSpPr>
          <a:xfrm>
            <a:off x="713225" y="539500"/>
            <a:ext cx="7717500" cy="4064400"/>
            <a:chOff x="713225" y="539500"/>
            <a:chExt cx="7717500" cy="4064400"/>
          </a:xfrm>
        </p:grpSpPr>
        <p:sp>
          <p:nvSpPr>
            <p:cNvPr id="6339" name="Google Shape;6339;p82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40" name="Google Shape;6340;p82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341" name="Google Shape;6341;p825"/>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8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_1_3_1">
    <p:bg>
      <p:bgPr>
        <a:solidFill>
          <a:schemeClr val="dk1"/>
        </a:solidFill>
      </p:bgPr>
    </p:bg>
    <p:spTree>
      <p:nvGrpSpPr>
        <p:cNvPr id="6342" name="Shape 6342"/>
        <p:cNvGrpSpPr/>
        <p:nvPr/>
      </p:nvGrpSpPr>
      <p:grpSpPr>
        <a:xfrm>
          <a:off x="0" y="0"/>
          <a:ext cx="0" cy="0"/>
          <a:chOff x="0" y="0"/>
          <a:chExt cx="0" cy="0"/>
        </a:xfrm>
      </p:grpSpPr>
      <p:grpSp>
        <p:nvGrpSpPr>
          <p:cNvPr id="6343" name="Google Shape;6343;p826"/>
          <p:cNvGrpSpPr/>
          <p:nvPr/>
        </p:nvGrpSpPr>
        <p:grpSpPr>
          <a:xfrm>
            <a:off x="713225" y="539500"/>
            <a:ext cx="7717500" cy="4064400"/>
            <a:chOff x="713225" y="539500"/>
            <a:chExt cx="7717500" cy="4064400"/>
          </a:xfrm>
        </p:grpSpPr>
        <p:sp>
          <p:nvSpPr>
            <p:cNvPr id="6344" name="Google Shape;6344;p82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45" name="Google Shape;6345;p82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346" name="Google Shape;6346;p826"/>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8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0">
    <p:bg>
      <p:bgPr>
        <a:solidFill>
          <a:schemeClr val="dk1"/>
        </a:solidFill>
      </p:bgPr>
    </p:bg>
    <p:spTree>
      <p:nvGrpSpPr>
        <p:cNvPr id="6347" name="Shape 6347"/>
        <p:cNvGrpSpPr/>
        <p:nvPr/>
      </p:nvGrpSpPr>
      <p:grpSpPr>
        <a:xfrm>
          <a:off x="0" y="0"/>
          <a:ext cx="0" cy="0"/>
          <a:chOff x="0" y="0"/>
          <a:chExt cx="0" cy="0"/>
        </a:xfrm>
      </p:grpSpPr>
      <p:sp>
        <p:nvSpPr>
          <p:cNvPr id="6348" name="Google Shape;6348;p82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27"/>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8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_1_1_1_2">
    <p:bg>
      <p:bgPr>
        <a:solidFill>
          <a:schemeClr val="dk1"/>
        </a:solidFill>
      </p:bgPr>
    </p:bg>
    <p:spTree>
      <p:nvGrpSpPr>
        <p:cNvPr id="6350" name="Shape 6350"/>
        <p:cNvGrpSpPr/>
        <p:nvPr/>
      </p:nvGrpSpPr>
      <p:grpSpPr>
        <a:xfrm>
          <a:off x="0" y="0"/>
          <a:ext cx="0" cy="0"/>
          <a:chOff x="0" y="0"/>
          <a:chExt cx="0" cy="0"/>
        </a:xfrm>
      </p:grpSpPr>
      <p:sp>
        <p:nvSpPr>
          <p:cNvPr id="6351" name="Google Shape;6351;p828"/>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28"/>
          <p:cNvSpPr txBox="1"/>
          <p:nvPr>
            <p:ph type="title"/>
          </p:nvPr>
        </p:nvSpPr>
        <p:spPr>
          <a:xfrm>
            <a:off x="1263200" y="1298488"/>
            <a:ext cx="2732700" cy="109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6353" name="Google Shape;6353;p828"/>
          <p:cNvSpPr txBox="1"/>
          <p:nvPr>
            <p:ph idx="1" type="subTitle"/>
          </p:nvPr>
        </p:nvSpPr>
        <p:spPr>
          <a:xfrm>
            <a:off x="1263200" y="2394813"/>
            <a:ext cx="2732700" cy="1541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8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6354" name="Shape 6354"/>
        <p:cNvGrpSpPr/>
        <p:nvPr/>
      </p:nvGrpSpPr>
      <p:grpSpPr>
        <a:xfrm>
          <a:off x="0" y="0"/>
          <a:ext cx="0" cy="0"/>
          <a:chOff x="0" y="0"/>
          <a:chExt cx="0" cy="0"/>
        </a:xfrm>
      </p:grpSpPr>
      <p:sp>
        <p:nvSpPr>
          <p:cNvPr id="6355" name="Google Shape;6355;p829"/>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29"/>
          <p:cNvSpPr txBox="1"/>
          <p:nvPr>
            <p:ph type="title"/>
          </p:nvPr>
        </p:nvSpPr>
        <p:spPr>
          <a:xfrm>
            <a:off x="948875" y="1767400"/>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6357" name="Google Shape;6357;p829"/>
          <p:cNvSpPr txBox="1"/>
          <p:nvPr>
            <p:ph idx="1" type="subTitle"/>
          </p:nvPr>
        </p:nvSpPr>
        <p:spPr>
          <a:xfrm>
            <a:off x="948875" y="2274200"/>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8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1_1_1_2_1_1_1">
    <p:bg>
      <p:bgPr>
        <a:solidFill>
          <a:schemeClr val="dk1"/>
        </a:solidFill>
      </p:bgPr>
    </p:bg>
    <p:spTree>
      <p:nvGrpSpPr>
        <p:cNvPr id="6358" name="Shape 6358"/>
        <p:cNvGrpSpPr/>
        <p:nvPr/>
      </p:nvGrpSpPr>
      <p:grpSpPr>
        <a:xfrm>
          <a:off x="0" y="0"/>
          <a:ext cx="0" cy="0"/>
          <a:chOff x="0" y="0"/>
          <a:chExt cx="0" cy="0"/>
        </a:xfrm>
      </p:grpSpPr>
      <p:grpSp>
        <p:nvGrpSpPr>
          <p:cNvPr id="6359" name="Google Shape;6359;p830"/>
          <p:cNvGrpSpPr/>
          <p:nvPr/>
        </p:nvGrpSpPr>
        <p:grpSpPr>
          <a:xfrm>
            <a:off x="713225" y="539500"/>
            <a:ext cx="7717500" cy="4064400"/>
            <a:chOff x="713225" y="539500"/>
            <a:chExt cx="7717500" cy="4064400"/>
          </a:xfrm>
        </p:grpSpPr>
        <p:sp>
          <p:nvSpPr>
            <p:cNvPr id="6360" name="Google Shape;6360;p83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61" name="Google Shape;6361;p83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362" name="Google Shape;6362;p83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363" name="Google Shape;6363;p830"/>
          <p:cNvSpPr txBox="1"/>
          <p:nvPr>
            <p:ph idx="1" type="subTitle"/>
          </p:nvPr>
        </p:nvSpPr>
        <p:spPr>
          <a:xfrm>
            <a:off x="862402" y="2181950"/>
            <a:ext cx="74778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6364" name="Google Shape;6364;p830"/>
          <p:cNvSpPr txBox="1"/>
          <p:nvPr>
            <p:ph idx="2" type="subTitle"/>
          </p:nvPr>
        </p:nvSpPr>
        <p:spPr>
          <a:xfrm>
            <a:off x="853775" y="2571350"/>
            <a:ext cx="7477800" cy="1937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6365" name="Google Shape;6365;p830"/>
          <p:cNvSpPr txBox="1"/>
          <p:nvPr>
            <p:ph idx="3" type="subTitle"/>
          </p:nvPr>
        </p:nvSpPr>
        <p:spPr>
          <a:xfrm>
            <a:off x="821225" y="1404325"/>
            <a:ext cx="76095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Tree>
  </p:cSld>
  <p:clrMapOvr>
    <a:masterClrMapping/>
  </p:clrMapOvr>
</p:sldLayout>
</file>

<file path=ppt/slideLayouts/slideLayout8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bg>
      <p:bgPr>
        <a:solidFill>
          <a:schemeClr val="dk1"/>
        </a:solidFill>
      </p:bgPr>
    </p:bg>
    <p:spTree>
      <p:nvGrpSpPr>
        <p:cNvPr id="6366" name="Shape 6366"/>
        <p:cNvGrpSpPr/>
        <p:nvPr/>
      </p:nvGrpSpPr>
      <p:grpSpPr>
        <a:xfrm>
          <a:off x="0" y="0"/>
          <a:ext cx="0" cy="0"/>
          <a:chOff x="0" y="0"/>
          <a:chExt cx="0" cy="0"/>
        </a:xfrm>
      </p:grpSpPr>
      <p:sp>
        <p:nvSpPr>
          <p:cNvPr id="6367" name="Google Shape;6367;p831"/>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31"/>
          <p:cNvSpPr txBox="1"/>
          <p:nvPr>
            <p:ph type="title"/>
          </p:nvPr>
        </p:nvSpPr>
        <p:spPr>
          <a:xfrm>
            <a:off x="4762538" y="1024043"/>
            <a:ext cx="3159900" cy="2028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6369" name="Google Shape;6369;p831"/>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8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bg>
      <p:bgPr>
        <a:solidFill>
          <a:schemeClr val="dk1"/>
        </a:solidFill>
      </p:bgPr>
    </p:bg>
    <p:spTree>
      <p:nvGrpSpPr>
        <p:cNvPr id="6370" name="Shape 6370"/>
        <p:cNvGrpSpPr/>
        <p:nvPr/>
      </p:nvGrpSpPr>
      <p:grpSpPr>
        <a:xfrm>
          <a:off x="0" y="0"/>
          <a:ext cx="0" cy="0"/>
          <a:chOff x="0" y="0"/>
          <a:chExt cx="0" cy="0"/>
        </a:xfrm>
      </p:grpSpPr>
      <p:sp>
        <p:nvSpPr>
          <p:cNvPr id="6371" name="Google Shape;6371;p832"/>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32"/>
          <p:cNvSpPr txBox="1"/>
          <p:nvPr>
            <p:ph type="title"/>
          </p:nvPr>
        </p:nvSpPr>
        <p:spPr>
          <a:xfrm>
            <a:off x="954338" y="1773175"/>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6373" name="Google Shape;6373;p832"/>
          <p:cNvSpPr txBox="1"/>
          <p:nvPr>
            <p:ph idx="1" type="subTitle"/>
          </p:nvPr>
        </p:nvSpPr>
        <p:spPr>
          <a:xfrm>
            <a:off x="954338" y="2279975"/>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8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
    <p:bg>
      <p:bgPr>
        <a:solidFill>
          <a:schemeClr val="dk1"/>
        </a:solidFill>
      </p:bgPr>
    </p:bg>
    <p:spTree>
      <p:nvGrpSpPr>
        <p:cNvPr id="6374" name="Shape 6374"/>
        <p:cNvGrpSpPr/>
        <p:nvPr/>
      </p:nvGrpSpPr>
      <p:grpSpPr>
        <a:xfrm>
          <a:off x="0" y="0"/>
          <a:ext cx="0" cy="0"/>
          <a:chOff x="0" y="0"/>
          <a:chExt cx="0" cy="0"/>
        </a:xfrm>
      </p:grpSpPr>
      <p:grpSp>
        <p:nvGrpSpPr>
          <p:cNvPr id="6375" name="Google Shape;6375;p833"/>
          <p:cNvGrpSpPr/>
          <p:nvPr/>
        </p:nvGrpSpPr>
        <p:grpSpPr>
          <a:xfrm>
            <a:off x="713225" y="539500"/>
            <a:ext cx="7717500" cy="4064400"/>
            <a:chOff x="713225" y="539500"/>
            <a:chExt cx="7717500" cy="4064400"/>
          </a:xfrm>
        </p:grpSpPr>
        <p:sp>
          <p:nvSpPr>
            <p:cNvPr id="6376" name="Google Shape;6376;p83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77" name="Google Shape;6377;p83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378" name="Google Shape;6378;p83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379" name="Google Shape;6379;p833"/>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6380" name="Google Shape;6380;p833"/>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6381" name="Google Shape;6381;p833"/>
          <p:cNvSpPr txBox="1"/>
          <p:nvPr>
            <p:ph idx="3" type="subTitle"/>
          </p:nvPr>
        </p:nvSpPr>
        <p:spPr>
          <a:xfrm>
            <a:off x="853775" y="2571192"/>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6382" name="Google Shape;6382;p833"/>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6383" name="Google Shape;6383;p833"/>
          <p:cNvSpPr txBox="1"/>
          <p:nvPr>
            <p:ph idx="5" type="subTitle"/>
          </p:nvPr>
        </p:nvSpPr>
        <p:spPr>
          <a:xfrm>
            <a:off x="4615325" y="2570500"/>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8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1_1_1_1">
    <p:bg>
      <p:bgPr>
        <a:solidFill>
          <a:schemeClr val="dk1"/>
        </a:solidFill>
      </p:bgPr>
    </p:bg>
    <p:spTree>
      <p:nvGrpSpPr>
        <p:cNvPr id="6384" name="Shape 6384"/>
        <p:cNvGrpSpPr/>
        <p:nvPr/>
      </p:nvGrpSpPr>
      <p:grpSpPr>
        <a:xfrm>
          <a:off x="0" y="0"/>
          <a:ext cx="0" cy="0"/>
          <a:chOff x="0" y="0"/>
          <a:chExt cx="0" cy="0"/>
        </a:xfrm>
      </p:grpSpPr>
      <p:grpSp>
        <p:nvGrpSpPr>
          <p:cNvPr id="6385" name="Google Shape;6385;p834"/>
          <p:cNvGrpSpPr/>
          <p:nvPr/>
        </p:nvGrpSpPr>
        <p:grpSpPr>
          <a:xfrm>
            <a:off x="713225" y="539500"/>
            <a:ext cx="7717500" cy="4064400"/>
            <a:chOff x="713225" y="539500"/>
            <a:chExt cx="7717500" cy="4064400"/>
          </a:xfrm>
        </p:grpSpPr>
        <p:sp>
          <p:nvSpPr>
            <p:cNvPr id="6386" name="Google Shape;6386;p83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87" name="Google Shape;6387;p83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388" name="Google Shape;6388;p83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389" name="Google Shape;6389;p834"/>
          <p:cNvSpPr txBox="1"/>
          <p:nvPr>
            <p:ph idx="1" type="subTitle"/>
          </p:nvPr>
        </p:nvSpPr>
        <p:spPr>
          <a:xfrm>
            <a:off x="1422663" y="3527586"/>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390" name="Google Shape;6390;p834"/>
          <p:cNvSpPr txBox="1"/>
          <p:nvPr>
            <p:ph idx="2" type="subTitle"/>
          </p:nvPr>
        </p:nvSpPr>
        <p:spPr>
          <a:xfrm>
            <a:off x="1422663" y="3098062"/>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391" name="Google Shape;6391;p834"/>
          <p:cNvSpPr txBox="1"/>
          <p:nvPr>
            <p:ph idx="3" type="subTitle"/>
          </p:nvPr>
        </p:nvSpPr>
        <p:spPr>
          <a:xfrm>
            <a:off x="5336638" y="3527925"/>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392" name="Google Shape;6392;p834"/>
          <p:cNvSpPr txBox="1"/>
          <p:nvPr>
            <p:ph idx="4" type="subTitle"/>
          </p:nvPr>
        </p:nvSpPr>
        <p:spPr>
          <a:xfrm>
            <a:off x="5336638" y="30980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8">
    <p:bg>
      <p:bgPr>
        <a:solidFill>
          <a:schemeClr val="dk1"/>
        </a:solidFill>
      </p:bgPr>
    </p:bg>
    <p:spTree>
      <p:nvGrpSpPr>
        <p:cNvPr id="6393" name="Shape 6393"/>
        <p:cNvGrpSpPr/>
        <p:nvPr/>
      </p:nvGrpSpPr>
      <p:grpSpPr>
        <a:xfrm>
          <a:off x="0" y="0"/>
          <a:ext cx="0" cy="0"/>
          <a:chOff x="0" y="0"/>
          <a:chExt cx="0" cy="0"/>
        </a:xfrm>
      </p:grpSpPr>
      <p:grpSp>
        <p:nvGrpSpPr>
          <p:cNvPr id="6394" name="Google Shape;6394;p835"/>
          <p:cNvGrpSpPr/>
          <p:nvPr/>
        </p:nvGrpSpPr>
        <p:grpSpPr>
          <a:xfrm>
            <a:off x="713225" y="539500"/>
            <a:ext cx="7717500" cy="4064400"/>
            <a:chOff x="713225" y="539500"/>
            <a:chExt cx="7717500" cy="4064400"/>
          </a:xfrm>
        </p:grpSpPr>
        <p:sp>
          <p:nvSpPr>
            <p:cNvPr id="6395" name="Google Shape;6395;p83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96" name="Google Shape;6396;p83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397" name="Google Shape;6397;p83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398" name="Google Shape;6398;p835"/>
          <p:cNvSpPr txBox="1"/>
          <p:nvPr>
            <p:ph idx="1" type="subTitle"/>
          </p:nvPr>
        </p:nvSpPr>
        <p:spPr>
          <a:xfrm>
            <a:off x="2965993" y="1780597"/>
            <a:ext cx="3506400" cy="80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399" name="Google Shape;6399;p835"/>
          <p:cNvSpPr txBox="1"/>
          <p:nvPr>
            <p:ph idx="2" type="subTitle"/>
          </p:nvPr>
        </p:nvSpPr>
        <p:spPr>
          <a:xfrm>
            <a:off x="2965993" y="1351073"/>
            <a:ext cx="3506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400" name="Google Shape;6400;p835"/>
          <p:cNvSpPr txBox="1"/>
          <p:nvPr>
            <p:ph idx="3" type="subTitle"/>
          </p:nvPr>
        </p:nvSpPr>
        <p:spPr>
          <a:xfrm>
            <a:off x="2280193" y="3541819"/>
            <a:ext cx="3506400" cy="809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401" name="Google Shape;6401;p835"/>
          <p:cNvSpPr txBox="1"/>
          <p:nvPr>
            <p:ph idx="4" type="subTitle"/>
          </p:nvPr>
        </p:nvSpPr>
        <p:spPr>
          <a:xfrm>
            <a:off x="2280193" y="3111944"/>
            <a:ext cx="3506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bg>
      <p:bgPr>
        <a:solidFill>
          <a:schemeClr val="dk1"/>
        </a:solidFill>
      </p:bgPr>
    </p:bg>
    <p:spTree>
      <p:nvGrpSpPr>
        <p:cNvPr id="6402" name="Shape 6402"/>
        <p:cNvGrpSpPr/>
        <p:nvPr/>
      </p:nvGrpSpPr>
      <p:grpSpPr>
        <a:xfrm>
          <a:off x="0" y="0"/>
          <a:ext cx="0" cy="0"/>
          <a:chOff x="0" y="0"/>
          <a:chExt cx="0" cy="0"/>
        </a:xfrm>
      </p:grpSpPr>
      <p:grpSp>
        <p:nvGrpSpPr>
          <p:cNvPr id="6403" name="Google Shape;6403;p836"/>
          <p:cNvGrpSpPr/>
          <p:nvPr/>
        </p:nvGrpSpPr>
        <p:grpSpPr>
          <a:xfrm>
            <a:off x="713225" y="539500"/>
            <a:ext cx="7717500" cy="4064400"/>
            <a:chOff x="713225" y="539500"/>
            <a:chExt cx="7717500" cy="4064400"/>
          </a:xfrm>
        </p:grpSpPr>
        <p:sp>
          <p:nvSpPr>
            <p:cNvPr id="6404" name="Google Shape;6404;p83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05" name="Google Shape;6405;p83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406" name="Google Shape;6406;p83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407" name="Google Shape;6407;p836"/>
          <p:cNvSpPr txBox="1"/>
          <p:nvPr>
            <p:ph idx="1" type="subTitle"/>
          </p:nvPr>
        </p:nvSpPr>
        <p:spPr>
          <a:xfrm>
            <a:off x="1041662" y="2850162"/>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408" name="Google Shape;6408;p836"/>
          <p:cNvSpPr txBox="1"/>
          <p:nvPr>
            <p:ph idx="2" type="subTitle"/>
          </p:nvPr>
        </p:nvSpPr>
        <p:spPr>
          <a:xfrm>
            <a:off x="1041662"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409" name="Google Shape;6409;p836"/>
          <p:cNvSpPr txBox="1"/>
          <p:nvPr>
            <p:ph idx="3" type="subTitle"/>
          </p:nvPr>
        </p:nvSpPr>
        <p:spPr>
          <a:xfrm>
            <a:off x="6437934" y="2850513"/>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410" name="Google Shape;6410;p836"/>
          <p:cNvSpPr txBox="1"/>
          <p:nvPr>
            <p:ph idx="4" type="subTitle"/>
          </p:nvPr>
        </p:nvSpPr>
        <p:spPr>
          <a:xfrm>
            <a:off x="6437934"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6">
    <p:bg>
      <p:bgPr>
        <a:solidFill>
          <a:schemeClr val="dk1"/>
        </a:solidFill>
      </p:bgPr>
    </p:bg>
    <p:spTree>
      <p:nvGrpSpPr>
        <p:cNvPr id="6411" name="Shape 6411"/>
        <p:cNvGrpSpPr/>
        <p:nvPr/>
      </p:nvGrpSpPr>
      <p:grpSpPr>
        <a:xfrm>
          <a:off x="0" y="0"/>
          <a:ext cx="0" cy="0"/>
          <a:chOff x="0" y="0"/>
          <a:chExt cx="0" cy="0"/>
        </a:xfrm>
      </p:grpSpPr>
      <p:grpSp>
        <p:nvGrpSpPr>
          <p:cNvPr id="6412" name="Google Shape;6412;p837"/>
          <p:cNvGrpSpPr/>
          <p:nvPr/>
        </p:nvGrpSpPr>
        <p:grpSpPr>
          <a:xfrm>
            <a:off x="713225" y="539500"/>
            <a:ext cx="7717500" cy="4064400"/>
            <a:chOff x="713225" y="539500"/>
            <a:chExt cx="7717500" cy="4064400"/>
          </a:xfrm>
        </p:grpSpPr>
        <p:sp>
          <p:nvSpPr>
            <p:cNvPr id="6413" name="Google Shape;6413;p83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14" name="Google Shape;6414;p83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415" name="Google Shape;6415;p83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416" name="Google Shape;6416;p837"/>
          <p:cNvSpPr txBox="1"/>
          <p:nvPr>
            <p:ph idx="1" type="subTitle"/>
          </p:nvPr>
        </p:nvSpPr>
        <p:spPr>
          <a:xfrm>
            <a:off x="1425525" y="1808851"/>
            <a:ext cx="2384700" cy="2377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
        <p:nvSpPr>
          <p:cNvPr id="6417" name="Google Shape;6417;p837"/>
          <p:cNvSpPr txBox="1"/>
          <p:nvPr>
            <p:ph idx="2" type="subTitle"/>
          </p:nvPr>
        </p:nvSpPr>
        <p:spPr>
          <a:xfrm>
            <a:off x="5333725" y="1808850"/>
            <a:ext cx="2384700" cy="2356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8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_1_1_1">
    <p:bg>
      <p:bgPr>
        <a:solidFill>
          <a:schemeClr val="dk1"/>
        </a:solidFill>
      </p:bgPr>
    </p:bg>
    <p:spTree>
      <p:nvGrpSpPr>
        <p:cNvPr id="6418" name="Shape 6418"/>
        <p:cNvGrpSpPr/>
        <p:nvPr/>
      </p:nvGrpSpPr>
      <p:grpSpPr>
        <a:xfrm>
          <a:off x="0" y="0"/>
          <a:ext cx="0" cy="0"/>
          <a:chOff x="0" y="0"/>
          <a:chExt cx="0" cy="0"/>
        </a:xfrm>
      </p:grpSpPr>
      <p:grpSp>
        <p:nvGrpSpPr>
          <p:cNvPr id="6419" name="Google Shape;6419;p838"/>
          <p:cNvGrpSpPr/>
          <p:nvPr/>
        </p:nvGrpSpPr>
        <p:grpSpPr>
          <a:xfrm>
            <a:off x="713225" y="539500"/>
            <a:ext cx="7717500" cy="4064400"/>
            <a:chOff x="713225" y="539500"/>
            <a:chExt cx="7717500" cy="4064400"/>
          </a:xfrm>
        </p:grpSpPr>
        <p:sp>
          <p:nvSpPr>
            <p:cNvPr id="6420" name="Google Shape;6420;p83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21" name="Google Shape;6421;p83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422" name="Google Shape;6422;p83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423" name="Google Shape;6423;p838"/>
          <p:cNvSpPr txBox="1"/>
          <p:nvPr>
            <p:ph idx="1" type="subTitle"/>
          </p:nvPr>
        </p:nvSpPr>
        <p:spPr>
          <a:xfrm>
            <a:off x="852300" y="16473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424" name="Google Shape;6424;p838"/>
          <p:cNvSpPr txBox="1"/>
          <p:nvPr>
            <p:ph idx="2" type="subTitle"/>
          </p:nvPr>
        </p:nvSpPr>
        <p:spPr>
          <a:xfrm>
            <a:off x="852300" y="12178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6425" name="Google Shape;6425;p838"/>
          <p:cNvSpPr txBox="1"/>
          <p:nvPr>
            <p:ph idx="3" type="subTitle"/>
          </p:nvPr>
        </p:nvSpPr>
        <p:spPr>
          <a:xfrm>
            <a:off x="852300" y="27819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426" name="Google Shape;6426;p838"/>
          <p:cNvSpPr txBox="1"/>
          <p:nvPr>
            <p:ph idx="4" type="subTitle"/>
          </p:nvPr>
        </p:nvSpPr>
        <p:spPr>
          <a:xfrm>
            <a:off x="852300" y="23524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6427" name="Google Shape;6427;p838"/>
          <p:cNvSpPr txBox="1"/>
          <p:nvPr>
            <p:ph idx="5" type="subTitle"/>
          </p:nvPr>
        </p:nvSpPr>
        <p:spPr>
          <a:xfrm>
            <a:off x="852300" y="3916538"/>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428" name="Google Shape;6428;p838"/>
          <p:cNvSpPr txBox="1"/>
          <p:nvPr>
            <p:ph idx="6" type="subTitle"/>
          </p:nvPr>
        </p:nvSpPr>
        <p:spPr>
          <a:xfrm>
            <a:off x="852300" y="34870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8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bg>
      <p:bgPr>
        <a:solidFill>
          <a:schemeClr val="dk1"/>
        </a:solidFill>
      </p:bgPr>
    </p:bg>
    <p:spTree>
      <p:nvGrpSpPr>
        <p:cNvPr id="6429" name="Shape 6429"/>
        <p:cNvGrpSpPr/>
        <p:nvPr/>
      </p:nvGrpSpPr>
      <p:grpSpPr>
        <a:xfrm>
          <a:off x="0" y="0"/>
          <a:ext cx="0" cy="0"/>
          <a:chOff x="0" y="0"/>
          <a:chExt cx="0" cy="0"/>
        </a:xfrm>
      </p:grpSpPr>
      <p:grpSp>
        <p:nvGrpSpPr>
          <p:cNvPr id="6430" name="Google Shape;6430;p839"/>
          <p:cNvGrpSpPr/>
          <p:nvPr/>
        </p:nvGrpSpPr>
        <p:grpSpPr>
          <a:xfrm>
            <a:off x="713225" y="539500"/>
            <a:ext cx="7717500" cy="4064400"/>
            <a:chOff x="713225" y="539500"/>
            <a:chExt cx="7717500" cy="4064400"/>
          </a:xfrm>
        </p:grpSpPr>
        <p:sp>
          <p:nvSpPr>
            <p:cNvPr id="6431" name="Google Shape;6431;p83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32" name="Google Shape;6432;p83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433" name="Google Shape;6433;p83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434" name="Google Shape;6434;p839"/>
          <p:cNvSpPr txBox="1"/>
          <p:nvPr>
            <p:ph idx="1" type="subTitle"/>
          </p:nvPr>
        </p:nvSpPr>
        <p:spPr>
          <a:xfrm>
            <a:off x="919850"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435" name="Google Shape;6435;p839"/>
          <p:cNvSpPr txBox="1"/>
          <p:nvPr>
            <p:ph idx="2" type="subTitle"/>
          </p:nvPr>
        </p:nvSpPr>
        <p:spPr>
          <a:xfrm>
            <a:off x="919850"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436" name="Google Shape;6436;p839"/>
          <p:cNvSpPr txBox="1"/>
          <p:nvPr>
            <p:ph idx="3" type="subTitle"/>
          </p:nvPr>
        </p:nvSpPr>
        <p:spPr>
          <a:xfrm>
            <a:off x="3500699"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437" name="Google Shape;6437;p839"/>
          <p:cNvSpPr txBox="1"/>
          <p:nvPr>
            <p:ph idx="4" type="subTitle"/>
          </p:nvPr>
        </p:nvSpPr>
        <p:spPr>
          <a:xfrm>
            <a:off x="3500697"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438" name="Google Shape;6438;p839"/>
          <p:cNvSpPr txBox="1"/>
          <p:nvPr>
            <p:ph idx="5" type="subTitle"/>
          </p:nvPr>
        </p:nvSpPr>
        <p:spPr>
          <a:xfrm>
            <a:off x="6069048"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439" name="Google Shape;6439;p839"/>
          <p:cNvSpPr txBox="1"/>
          <p:nvPr>
            <p:ph idx="6" type="subTitle"/>
          </p:nvPr>
        </p:nvSpPr>
        <p:spPr>
          <a:xfrm>
            <a:off x="6069043"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1_1_1_1_1_1">
    <p:bg>
      <p:bgPr>
        <a:solidFill>
          <a:schemeClr val="dk1"/>
        </a:solidFill>
      </p:bgPr>
    </p:bg>
    <p:spTree>
      <p:nvGrpSpPr>
        <p:cNvPr id="6440" name="Shape 6440"/>
        <p:cNvGrpSpPr/>
        <p:nvPr/>
      </p:nvGrpSpPr>
      <p:grpSpPr>
        <a:xfrm>
          <a:off x="0" y="0"/>
          <a:ext cx="0" cy="0"/>
          <a:chOff x="0" y="0"/>
          <a:chExt cx="0" cy="0"/>
        </a:xfrm>
      </p:grpSpPr>
      <p:grpSp>
        <p:nvGrpSpPr>
          <p:cNvPr id="6441" name="Google Shape;6441;p840"/>
          <p:cNvGrpSpPr/>
          <p:nvPr/>
        </p:nvGrpSpPr>
        <p:grpSpPr>
          <a:xfrm>
            <a:off x="713225" y="539500"/>
            <a:ext cx="7717500" cy="4064400"/>
            <a:chOff x="713225" y="539500"/>
            <a:chExt cx="7717500" cy="4064400"/>
          </a:xfrm>
        </p:grpSpPr>
        <p:sp>
          <p:nvSpPr>
            <p:cNvPr id="6442" name="Google Shape;6442;p84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43" name="Google Shape;6443;p84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444" name="Google Shape;6444;p84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445" name="Google Shape;6445;p840"/>
          <p:cNvSpPr txBox="1"/>
          <p:nvPr>
            <p:ph idx="1" type="subTitle"/>
          </p:nvPr>
        </p:nvSpPr>
        <p:spPr>
          <a:xfrm>
            <a:off x="919850" y="28955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446" name="Google Shape;6446;p840"/>
          <p:cNvSpPr txBox="1"/>
          <p:nvPr>
            <p:ph idx="2" type="subTitle"/>
          </p:nvPr>
        </p:nvSpPr>
        <p:spPr>
          <a:xfrm>
            <a:off x="919850" y="23982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447" name="Google Shape;6447;p840"/>
          <p:cNvSpPr txBox="1"/>
          <p:nvPr>
            <p:ph idx="3" type="subTitle"/>
          </p:nvPr>
        </p:nvSpPr>
        <p:spPr>
          <a:xfrm>
            <a:off x="3500700" y="32003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448" name="Google Shape;6448;p840"/>
          <p:cNvSpPr txBox="1"/>
          <p:nvPr>
            <p:ph idx="4" type="subTitle"/>
          </p:nvPr>
        </p:nvSpPr>
        <p:spPr>
          <a:xfrm>
            <a:off x="3500697" y="27030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449" name="Google Shape;6449;p840"/>
          <p:cNvSpPr txBox="1"/>
          <p:nvPr>
            <p:ph idx="5" type="subTitle"/>
          </p:nvPr>
        </p:nvSpPr>
        <p:spPr>
          <a:xfrm>
            <a:off x="6069049" y="35051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450" name="Google Shape;6450;p840"/>
          <p:cNvSpPr txBox="1"/>
          <p:nvPr>
            <p:ph idx="6" type="subTitle"/>
          </p:nvPr>
        </p:nvSpPr>
        <p:spPr>
          <a:xfrm>
            <a:off x="6069043" y="30078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BLANK_1_1_1_1_1_1_1_1_1_1">
    <p:bg>
      <p:bgPr>
        <a:solidFill>
          <a:schemeClr val="dk1"/>
        </a:solidFill>
      </p:bgPr>
    </p:bg>
    <p:spTree>
      <p:nvGrpSpPr>
        <p:cNvPr id="6451" name="Shape 6451"/>
        <p:cNvGrpSpPr/>
        <p:nvPr/>
      </p:nvGrpSpPr>
      <p:grpSpPr>
        <a:xfrm>
          <a:off x="0" y="0"/>
          <a:ext cx="0" cy="0"/>
          <a:chOff x="0" y="0"/>
          <a:chExt cx="0" cy="0"/>
        </a:xfrm>
      </p:grpSpPr>
      <p:grpSp>
        <p:nvGrpSpPr>
          <p:cNvPr id="6452" name="Google Shape;6452;p841"/>
          <p:cNvGrpSpPr/>
          <p:nvPr/>
        </p:nvGrpSpPr>
        <p:grpSpPr>
          <a:xfrm>
            <a:off x="713225" y="539500"/>
            <a:ext cx="7717500" cy="4064400"/>
            <a:chOff x="713225" y="539500"/>
            <a:chExt cx="7717500" cy="4064400"/>
          </a:xfrm>
        </p:grpSpPr>
        <p:sp>
          <p:nvSpPr>
            <p:cNvPr id="6453" name="Google Shape;6453;p84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54" name="Google Shape;6454;p84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455" name="Google Shape;6455;p84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456" name="Google Shape;6456;p841"/>
          <p:cNvSpPr txBox="1"/>
          <p:nvPr>
            <p:ph idx="1" type="subTitle"/>
          </p:nvPr>
        </p:nvSpPr>
        <p:spPr>
          <a:xfrm>
            <a:off x="111297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457" name="Google Shape;6457;p841"/>
          <p:cNvSpPr txBox="1"/>
          <p:nvPr>
            <p:ph idx="2" type="subTitle"/>
          </p:nvPr>
        </p:nvSpPr>
        <p:spPr>
          <a:xfrm>
            <a:off x="111297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458" name="Google Shape;6458;p841"/>
          <p:cNvSpPr txBox="1"/>
          <p:nvPr>
            <p:ph idx="3" type="subTitle"/>
          </p:nvPr>
        </p:nvSpPr>
        <p:spPr>
          <a:xfrm>
            <a:off x="3497250" y="18612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459" name="Google Shape;6459;p841"/>
          <p:cNvSpPr txBox="1"/>
          <p:nvPr>
            <p:ph idx="4" type="subTitle"/>
          </p:nvPr>
        </p:nvSpPr>
        <p:spPr>
          <a:xfrm>
            <a:off x="3497250" y="13639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460" name="Google Shape;6460;p841"/>
          <p:cNvSpPr txBox="1"/>
          <p:nvPr>
            <p:ph idx="5" type="subTitle"/>
          </p:nvPr>
        </p:nvSpPr>
        <p:spPr>
          <a:xfrm>
            <a:off x="588152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461" name="Google Shape;6461;p841"/>
          <p:cNvSpPr txBox="1"/>
          <p:nvPr>
            <p:ph idx="6" type="subTitle"/>
          </p:nvPr>
        </p:nvSpPr>
        <p:spPr>
          <a:xfrm>
            <a:off x="588152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2">
    <p:bg>
      <p:bgPr>
        <a:solidFill>
          <a:schemeClr val="dk1"/>
        </a:solidFill>
      </p:bgPr>
    </p:bg>
    <p:spTree>
      <p:nvGrpSpPr>
        <p:cNvPr id="6462" name="Shape 6462"/>
        <p:cNvGrpSpPr/>
        <p:nvPr/>
      </p:nvGrpSpPr>
      <p:grpSpPr>
        <a:xfrm>
          <a:off x="0" y="0"/>
          <a:ext cx="0" cy="0"/>
          <a:chOff x="0" y="0"/>
          <a:chExt cx="0" cy="0"/>
        </a:xfrm>
      </p:grpSpPr>
      <p:grpSp>
        <p:nvGrpSpPr>
          <p:cNvPr id="6463" name="Google Shape;6463;p842"/>
          <p:cNvGrpSpPr/>
          <p:nvPr/>
        </p:nvGrpSpPr>
        <p:grpSpPr>
          <a:xfrm>
            <a:off x="713225" y="539500"/>
            <a:ext cx="7717500" cy="4064400"/>
            <a:chOff x="713225" y="539500"/>
            <a:chExt cx="7717500" cy="4064400"/>
          </a:xfrm>
        </p:grpSpPr>
        <p:sp>
          <p:nvSpPr>
            <p:cNvPr id="6464" name="Google Shape;6464;p84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65" name="Google Shape;6465;p84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466" name="Google Shape;6466;p84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467" name="Google Shape;6467;p842"/>
          <p:cNvSpPr txBox="1"/>
          <p:nvPr>
            <p:ph idx="1" type="subTitle"/>
          </p:nvPr>
        </p:nvSpPr>
        <p:spPr>
          <a:xfrm>
            <a:off x="945800" y="1875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468" name="Google Shape;6468;p842"/>
          <p:cNvSpPr txBox="1"/>
          <p:nvPr>
            <p:ph idx="2" type="subTitle"/>
          </p:nvPr>
        </p:nvSpPr>
        <p:spPr>
          <a:xfrm>
            <a:off x="945800" y="1446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6469" name="Google Shape;6469;p842"/>
          <p:cNvSpPr txBox="1"/>
          <p:nvPr>
            <p:ph idx="3" type="subTitle"/>
          </p:nvPr>
        </p:nvSpPr>
        <p:spPr>
          <a:xfrm>
            <a:off x="5153800" y="2781950"/>
            <a:ext cx="30444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470" name="Google Shape;6470;p842"/>
          <p:cNvSpPr txBox="1"/>
          <p:nvPr>
            <p:ph idx="4" type="subTitle"/>
          </p:nvPr>
        </p:nvSpPr>
        <p:spPr>
          <a:xfrm>
            <a:off x="5153800" y="2352425"/>
            <a:ext cx="3044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6471" name="Google Shape;6471;p842"/>
          <p:cNvSpPr txBox="1"/>
          <p:nvPr>
            <p:ph idx="5" type="subTitle"/>
          </p:nvPr>
        </p:nvSpPr>
        <p:spPr>
          <a:xfrm>
            <a:off x="945800" y="3687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472" name="Google Shape;6472;p842"/>
          <p:cNvSpPr txBox="1"/>
          <p:nvPr>
            <p:ph idx="6" type="subTitle"/>
          </p:nvPr>
        </p:nvSpPr>
        <p:spPr>
          <a:xfrm>
            <a:off x="945800" y="3258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8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5">
    <p:bg>
      <p:bgPr>
        <a:solidFill>
          <a:schemeClr val="dk1"/>
        </a:solidFill>
      </p:bgPr>
    </p:bg>
    <p:spTree>
      <p:nvGrpSpPr>
        <p:cNvPr id="6473" name="Shape 6473"/>
        <p:cNvGrpSpPr/>
        <p:nvPr/>
      </p:nvGrpSpPr>
      <p:grpSpPr>
        <a:xfrm>
          <a:off x="0" y="0"/>
          <a:ext cx="0" cy="0"/>
          <a:chOff x="0" y="0"/>
          <a:chExt cx="0" cy="0"/>
        </a:xfrm>
      </p:grpSpPr>
      <p:grpSp>
        <p:nvGrpSpPr>
          <p:cNvPr id="6474" name="Google Shape;6474;p843"/>
          <p:cNvGrpSpPr/>
          <p:nvPr/>
        </p:nvGrpSpPr>
        <p:grpSpPr>
          <a:xfrm>
            <a:off x="713225" y="539500"/>
            <a:ext cx="7717500" cy="4064400"/>
            <a:chOff x="713225" y="539500"/>
            <a:chExt cx="7717500" cy="4064400"/>
          </a:xfrm>
        </p:grpSpPr>
        <p:sp>
          <p:nvSpPr>
            <p:cNvPr id="6475" name="Google Shape;6475;p84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76" name="Google Shape;6476;p84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477" name="Google Shape;6477;p84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478" name="Google Shape;6478;p843"/>
          <p:cNvSpPr txBox="1"/>
          <p:nvPr>
            <p:ph idx="1" type="subTitle"/>
          </p:nvPr>
        </p:nvSpPr>
        <p:spPr>
          <a:xfrm>
            <a:off x="1658100" y="1978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479" name="Google Shape;6479;p843"/>
          <p:cNvSpPr txBox="1"/>
          <p:nvPr>
            <p:ph idx="2" type="subTitle"/>
          </p:nvPr>
        </p:nvSpPr>
        <p:spPr>
          <a:xfrm>
            <a:off x="1658100" y="1549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6480" name="Google Shape;6480;p843"/>
          <p:cNvSpPr txBox="1"/>
          <p:nvPr>
            <p:ph idx="3" type="subTitle"/>
          </p:nvPr>
        </p:nvSpPr>
        <p:spPr>
          <a:xfrm>
            <a:off x="1658100" y="2884846"/>
            <a:ext cx="62850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481" name="Google Shape;6481;p843"/>
          <p:cNvSpPr txBox="1"/>
          <p:nvPr>
            <p:ph idx="4" type="subTitle"/>
          </p:nvPr>
        </p:nvSpPr>
        <p:spPr>
          <a:xfrm>
            <a:off x="1658100" y="2455321"/>
            <a:ext cx="62850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6482" name="Google Shape;6482;p843"/>
          <p:cNvSpPr txBox="1"/>
          <p:nvPr>
            <p:ph idx="5" type="subTitle"/>
          </p:nvPr>
        </p:nvSpPr>
        <p:spPr>
          <a:xfrm>
            <a:off x="1658100" y="3790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483" name="Google Shape;6483;p843"/>
          <p:cNvSpPr txBox="1"/>
          <p:nvPr>
            <p:ph idx="6" type="subTitle"/>
          </p:nvPr>
        </p:nvSpPr>
        <p:spPr>
          <a:xfrm>
            <a:off x="1658100" y="3361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8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24">
    <p:bg>
      <p:bgPr>
        <a:solidFill>
          <a:schemeClr val="dk1"/>
        </a:solidFill>
      </p:bgPr>
    </p:bg>
    <p:spTree>
      <p:nvGrpSpPr>
        <p:cNvPr id="6484" name="Shape 6484"/>
        <p:cNvGrpSpPr/>
        <p:nvPr/>
      </p:nvGrpSpPr>
      <p:grpSpPr>
        <a:xfrm>
          <a:off x="0" y="0"/>
          <a:ext cx="0" cy="0"/>
          <a:chOff x="0" y="0"/>
          <a:chExt cx="0" cy="0"/>
        </a:xfrm>
      </p:grpSpPr>
      <p:grpSp>
        <p:nvGrpSpPr>
          <p:cNvPr id="6485" name="Google Shape;6485;p844"/>
          <p:cNvGrpSpPr/>
          <p:nvPr/>
        </p:nvGrpSpPr>
        <p:grpSpPr>
          <a:xfrm>
            <a:off x="713225" y="539500"/>
            <a:ext cx="7717500" cy="4064400"/>
            <a:chOff x="713225" y="539500"/>
            <a:chExt cx="7717500" cy="4064400"/>
          </a:xfrm>
        </p:grpSpPr>
        <p:sp>
          <p:nvSpPr>
            <p:cNvPr id="6486" name="Google Shape;6486;p84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87" name="Google Shape;6487;p84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488" name="Google Shape;6488;p84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489" name="Google Shape;6489;p844"/>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6490" name="Google Shape;6490;p844"/>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6491" name="Google Shape;6491;p844"/>
          <p:cNvSpPr txBox="1"/>
          <p:nvPr>
            <p:ph idx="3" type="subTitle"/>
          </p:nvPr>
        </p:nvSpPr>
        <p:spPr>
          <a:xfrm>
            <a:off x="853775" y="257119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6492" name="Google Shape;6492;p844"/>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6493" name="Google Shape;6493;p844"/>
          <p:cNvSpPr txBox="1"/>
          <p:nvPr>
            <p:ph idx="5" type="subTitle"/>
          </p:nvPr>
        </p:nvSpPr>
        <p:spPr>
          <a:xfrm>
            <a:off x="4452875" y="2570500"/>
            <a:ext cx="3761700" cy="172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6494" name="Google Shape;6494;p844"/>
          <p:cNvSpPr txBox="1"/>
          <p:nvPr>
            <p:ph idx="6" type="subTitle"/>
          </p:nvPr>
        </p:nvSpPr>
        <p:spPr>
          <a:xfrm>
            <a:off x="853775" y="323750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6495" name="Google Shape;6495;p844"/>
          <p:cNvSpPr txBox="1"/>
          <p:nvPr>
            <p:ph idx="7" type="subTitle"/>
          </p:nvPr>
        </p:nvSpPr>
        <p:spPr>
          <a:xfrm>
            <a:off x="853775" y="362674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8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_1_1_1_1">
    <p:bg>
      <p:bgPr>
        <a:solidFill>
          <a:schemeClr val="dk1"/>
        </a:solidFill>
      </p:bgPr>
    </p:bg>
    <p:spTree>
      <p:nvGrpSpPr>
        <p:cNvPr id="6496" name="Shape 6496"/>
        <p:cNvGrpSpPr/>
        <p:nvPr/>
      </p:nvGrpSpPr>
      <p:grpSpPr>
        <a:xfrm>
          <a:off x="0" y="0"/>
          <a:ext cx="0" cy="0"/>
          <a:chOff x="0" y="0"/>
          <a:chExt cx="0" cy="0"/>
        </a:xfrm>
      </p:grpSpPr>
      <p:grpSp>
        <p:nvGrpSpPr>
          <p:cNvPr id="6497" name="Google Shape;6497;p845"/>
          <p:cNvGrpSpPr/>
          <p:nvPr/>
        </p:nvGrpSpPr>
        <p:grpSpPr>
          <a:xfrm>
            <a:off x="713225" y="539500"/>
            <a:ext cx="7717500" cy="4064400"/>
            <a:chOff x="713225" y="539500"/>
            <a:chExt cx="7717500" cy="4064400"/>
          </a:xfrm>
        </p:grpSpPr>
        <p:sp>
          <p:nvSpPr>
            <p:cNvPr id="6498" name="Google Shape;6498;p84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99" name="Google Shape;6499;p84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500" name="Google Shape;6500;p84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501" name="Google Shape;6501;p845"/>
          <p:cNvSpPr txBox="1"/>
          <p:nvPr>
            <p:ph idx="1" type="subTitle"/>
          </p:nvPr>
        </p:nvSpPr>
        <p:spPr>
          <a:xfrm>
            <a:off x="1112425"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502" name="Google Shape;6502;p845"/>
          <p:cNvSpPr txBox="1"/>
          <p:nvPr>
            <p:ph idx="2" type="subTitle"/>
          </p:nvPr>
        </p:nvSpPr>
        <p:spPr>
          <a:xfrm>
            <a:off x="1112425"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03" name="Google Shape;6503;p845"/>
          <p:cNvSpPr txBox="1"/>
          <p:nvPr>
            <p:ph idx="3" type="subTitle"/>
          </p:nvPr>
        </p:nvSpPr>
        <p:spPr>
          <a:xfrm>
            <a:off x="5584150"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504" name="Google Shape;6504;p845"/>
          <p:cNvSpPr txBox="1"/>
          <p:nvPr>
            <p:ph idx="4" type="subTitle"/>
          </p:nvPr>
        </p:nvSpPr>
        <p:spPr>
          <a:xfrm>
            <a:off x="5584150"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05" name="Google Shape;6505;p845"/>
          <p:cNvSpPr txBox="1"/>
          <p:nvPr>
            <p:ph idx="5" type="subTitle"/>
          </p:nvPr>
        </p:nvSpPr>
        <p:spPr>
          <a:xfrm>
            <a:off x="1112425"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506" name="Google Shape;6506;p845"/>
          <p:cNvSpPr txBox="1"/>
          <p:nvPr>
            <p:ph idx="6" type="subTitle"/>
          </p:nvPr>
        </p:nvSpPr>
        <p:spPr>
          <a:xfrm>
            <a:off x="1112425"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07" name="Google Shape;6507;p845"/>
          <p:cNvSpPr txBox="1"/>
          <p:nvPr>
            <p:ph idx="7" type="subTitle"/>
          </p:nvPr>
        </p:nvSpPr>
        <p:spPr>
          <a:xfrm>
            <a:off x="5584150"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508" name="Google Shape;6508;p845"/>
          <p:cNvSpPr txBox="1"/>
          <p:nvPr>
            <p:ph idx="8" type="subTitle"/>
          </p:nvPr>
        </p:nvSpPr>
        <p:spPr>
          <a:xfrm>
            <a:off x="5584150"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1_1_1_1_1">
    <p:bg>
      <p:bgPr>
        <a:solidFill>
          <a:schemeClr val="dk1"/>
        </a:solidFill>
      </p:bgPr>
    </p:bg>
    <p:spTree>
      <p:nvGrpSpPr>
        <p:cNvPr id="6509" name="Shape 6509"/>
        <p:cNvGrpSpPr/>
        <p:nvPr/>
      </p:nvGrpSpPr>
      <p:grpSpPr>
        <a:xfrm>
          <a:off x="0" y="0"/>
          <a:ext cx="0" cy="0"/>
          <a:chOff x="0" y="0"/>
          <a:chExt cx="0" cy="0"/>
        </a:xfrm>
      </p:grpSpPr>
      <p:grpSp>
        <p:nvGrpSpPr>
          <p:cNvPr id="6510" name="Google Shape;6510;p846"/>
          <p:cNvGrpSpPr/>
          <p:nvPr/>
        </p:nvGrpSpPr>
        <p:grpSpPr>
          <a:xfrm>
            <a:off x="713300" y="539550"/>
            <a:ext cx="7717500" cy="4064400"/>
            <a:chOff x="713300" y="539550"/>
            <a:chExt cx="7717500" cy="4064400"/>
          </a:xfrm>
        </p:grpSpPr>
        <p:cxnSp>
          <p:nvCxnSpPr>
            <p:cNvPr id="6511" name="Google Shape;6511;p846"/>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6512" name="Google Shape;6512;p846"/>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3" name="Google Shape;6513;p84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514" name="Google Shape;6514;p846"/>
          <p:cNvSpPr txBox="1"/>
          <p:nvPr>
            <p:ph idx="1" type="subTitle"/>
          </p:nvPr>
        </p:nvSpPr>
        <p:spPr>
          <a:xfrm>
            <a:off x="10166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515" name="Google Shape;6515;p846"/>
          <p:cNvSpPr txBox="1"/>
          <p:nvPr>
            <p:ph idx="2" type="subTitle"/>
          </p:nvPr>
        </p:nvSpPr>
        <p:spPr>
          <a:xfrm>
            <a:off x="10166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16" name="Google Shape;6516;p846"/>
          <p:cNvSpPr txBox="1"/>
          <p:nvPr>
            <p:ph idx="3" type="subTitle"/>
          </p:nvPr>
        </p:nvSpPr>
        <p:spPr>
          <a:xfrm>
            <a:off x="10166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517" name="Google Shape;6517;p846"/>
          <p:cNvSpPr txBox="1"/>
          <p:nvPr>
            <p:ph idx="4" type="subTitle"/>
          </p:nvPr>
        </p:nvSpPr>
        <p:spPr>
          <a:xfrm>
            <a:off x="10166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18" name="Google Shape;6518;p846"/>
          <p:cNvSpPr txBox="1"/>
          <p:nvPr>
            <p:ph idx="5" type="subTitle"/>
          </p:nvPr>
        </p:nvSpPr>
        <p:spPr>
          <a:xfrm>
            <a:off x="48094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519" name="Google Shape;6519;p846"/>
          <p:cNvSpPr txBox="1"/>
          <p:nvPr>
            <p:ph idx="6" type="subTitle"/>
          </p:nvPr>
        </p:nvSpPr>
        <p:spPr>
          <a:xfrm>
            <a:off x="48094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20" name="Google Shape;6520;p846"/>
          <p:cNvSpPr txBox="1"/>
          <p:nvPr>
            <p:ph idx="7" type="subTitle"/>
          </p:nvPr>
        </p:nvSpPr>
        <p:spPr>
          <a:xfrm>
            <a:off x="48094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521" name="Google Shape;6521;p846"/>
          <p:cNvSpPr txBox="1"/>
          <p:nvPr>
            <p:ph idx="8" type="subTitle"/>
          </p:nvPr>
        </p:nvSpPr>
        <p:spPr>
          <a:xfrm>
            <a:off x="48094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1_1_1_1_1_1_1_1_1">
    <p:bg>
      <p:bgPr>
        <a:solidFill>
          <a:schemeClr val="dk1"/>
        </a:solidFill>
      </p:bgPr>
    </p:bg>
    <p:spTree>
      <p:nvGrpSpPr>
        <p:cNvPr id="6522" name="Shape 6522"/>
        <p:cNvGrpSpPr/>
        <p:nvPr/>
      </p:nvGrpSpPr>
      <p:grpSpPr>
        <a:xfrm>
          <a:off x="0" y="0"/>
          <a:ext cx="0" cy="0"/>
          <a:chOff x="0" y="0"/>
          <a:chExt cx="0" cy="0"/>
        </a:xfrm>
      </p:grpSpPr>
      <p:grpSp>
        <p:nvGrpSpPr>
          <p:cNvPr id="6523" name="Google Shape;6523;p847"/>
          <p:cNvGrpSpPr/>
          <p:nvPr/>
        </p:nvGrpSpPr>
        <p:grpSpPr>
          <a:xfrm>
            <a:off x="713225" y="539500"/>
            <a:ext cx="7717500" cy="4064400"/>
            <a:chOff x="713225" y="539500"/>
            <a:chExt cx="7717500" cy="4064400"/>
          </a:xfrm>
        </p:grpSpPr>
        <p:sp>
          <p:nvSpPr>
            <p:cNvPr id="6524" name="Google Shape;6524;p84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25" name="Google Shape;6525;p84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526" name="Google Shape;6526;p84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527" name="Google Shape;6527;p847"/>
          <p:cNvSpPr txBox="1"/>
          <p:nvPr>
            <p:ph idx="1" type="subTitle"/>
          </p:nvPr>
        </p:nvSpPr>
        <p:spPr>
          <a:xfrm>
            <a:off x="8844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528" name="Google Shape;6528;p847"/>
          <p:cNvSpPr txBox="1"/>
          <p:nvPr>
            <p:ph idx="2" type="subTitle"/>
          </p:nvPr>
        </p:nvSpPr>
        <p:spPr>
          <a:xfrm>
            <a:off x="884474"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29" name="Google Shape;6529;p847"/>
          <p:cNvSpPr txBox="1"/>
          <p:nvPr>
            <p:ph idx="3" type="subTitle"/>
          </p:nvPr>
        </p:nvSpPr>
        <p:spPr>
          <a:xfrm>
            <a:off x="2767708"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530" name="Google Shape;6530;p847"/>
          <p:cNvSpPr txBox="1"/>
          <p:nvPr>
            <p:ph idx="4" type="subTitle"/>
          </p:nvPr>
        </p:nvSpPr>
        <p:spPr>
          <a:xfrm>
            <a:off x="2767709"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31" name="Google Shape;6531;p847"/>
          <p:cNvSpPr txBox="1"/>
          <p:nvPr>
            <p:ph idx="5" type="subTitle"/>
          </p:nvPr>
        </p:nvSpPr>
        <p:spPr>
          <a:xfrm>
            <a:off x="4650942"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532" name="Google Shape;6532;p847"/>
          <p:cNvSpPr txBox="1"/>
          <p:nvPr>
            <p:ph idx="6" type="subTitle"/>
          </p:nvPr>
        </p:nvSpPr>
        <p:spPr>
          <a:xfrm>
            <a:off x="4650945"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33" name="Google Shape;6533;p847"/>
          <p:cNvSpPr txBox="1"/>
          <p:nvPr>
            <p:ph idx="7" type="subTitle"/>
          </p:nvPr>
        </p:nvSpPr>
        <p:spPr>
          <a:xfrm>
            <a:off x="65341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534" name="Google Shape;6534;p847"/>
          <p:cNvSpPr txBox="1"/>
          <p:nvPr>
            <p:ph idx="8" type="subTitle"/>
          </p:nvPr>
        </p:nvSpPr>
        <p:spPr>
          <a:xfrm>
            <a:off x="6534180"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7">
    <p:bg>
      <p:bgPr>
        <a:solidFill>
          <a:schemeClr val="dk1"/>
        </a:solidFill>
      </p:bgPr>
    </p:bg>
    <p:spTree>
      <p:nvGrpSpPr>
        <p:cNvPr id="6535" name="Shape 6535"/>
        <p:cNvGrpSpPr/>
        <p:nvPr/>
      </p:nvGrpSpPr>
      <p:grpSpPr>
        <a:xfrm>
          <a:off x="0" y="0"/>
          <a:ext cx="0" cy="0"/>
          <a:chOff x="0" y="0"/>
          <a:chExt cx="0" cy="0"/>
        </a:xfrm>
      </p:grpSpPr>
      <p:grpSp>
        <p:nvGrpSpPr>
          <p:cNvPr id="6536" name="Google Shape;6536;p848"/>
          <p:cNvGrpSpPr/>
          <p:nvPr/>
        </p:nvGrpSpPr>
        <p:grpSpPr>
          <a:xfrm>
            <a:off x="713225" y="539500"/>
            <a:ext cx="7717500" cy="4064400"/>
            <a:chOff x="713225" y="539500"/>
            <a:chExt cx="7717500" cy="4064400"/>
          </a:xfrm>
        </p:grpSpPr>
        <p:sp>
          <p:nvSpPr>
            <p:cNvPr id="6537" name="Google Shape;6537;p84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38" name="Google Shape;6538;p84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539" name="Google Shape;6539;p84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540" name="Google Shape;6540;p848"/>
          <p:cNvSpPr txBox="1"/>
          <p:nvPr>
            <p:ph idx="1" type="subTitle"/>
          </p:nvPr>
        </p:nvSpPr>
        <p:spPr>
          <a:xfrm>
            <a:off x="1909431" y="1906051"/>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541" name="Google Shape;6541;p848"/>
          <p:cNvSpPr txBox="1"/>
          <p:nvPr>
            <p:ph idx="2" type="subTitle"/>
          </p:nvPr>
        </p:nvSpPr>
        <p:spPr>
          <a:xfrm>
            <a:off x="1909431" y="1387350"/>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42" name="Google Shape;6542;p848"/>
          <p:cNvSpPr txBox="1"/>
          <p:nvPr>
            <p:ph idx="3" type="subTitle"/>
          </p:nvPr>
        </p:nvSpPr>
        <p:spPr>
          <a:xfrm>
            <a:off x="4971369" y="1906050"/>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543" name="Google Shape;6543;p848"/>
          <p:cNvSpPr txBox="1"/>
          <p:nvPr>
            <p:ph idx="4" type="subTitle"/>
          </p:nvPr>
        </p:nvSpPr>
        <p:spPr>
          <a:xfrm>
            <a:off x="4971369" y="1387350"/>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44" name="Google Shape;6544;p848"/>
          <p:cNvSpPr txBox="1"/>
          <p:nvPr>
            <p:ph idx="5" type="subTitle"/>
          </p:nvPr>
        </p:nvSpPr>
        <p:spPr>
          <a:xfrm>
            <a:off x="1909431" y="3654425"/>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545" name="Google Shape;6545;p848"/>
          <p:cNvSpPr txBox="1"/>
          <p:nvPr>
            <p:ph idx="6" type="subTitle"/>
          </p:nvPr>
        </p:nvSpPr>
        <p:spPr>
          <a:xfrm>
            <a:off x="1909431" y="3135724"/>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46" name="Google Shape;6546;p848"/>
          <p:cNvSpPr txBox="1"/>
          <p:nvPr>
            <p:ph idx="7" type="subTitle"/>
          </p:nvPr>
        </p:nvSpPr>
        <p:spPr>
          <a:xfrm>
            <a:off x="4971369" y="3654424"/>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547" name="Google Shape;6547;p848"/>
          <p:cNvSpPr txBox="1"/>
          <p:nvPr>
            <p:ph idx="8" type="subTitle"/>
          </p:nvPr>
        </p:nvSpPr>
        <p:spPr>
          <a:xfrm>
            <a:off x="4971369" y="3135724"/>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1_1_1_1_1_2">
    <p:bg>
      <p:bgPr>
        <a:solidFill>
          <a:schemeClr val="dk1"/>
        </a:solidFill>
      </p:bgPr>
    </p:bg>
    <p:spTree>
      <p:nvGrpSpPr>
        <p:cNvPr id="6548" name="Shape 6548"/>
        <p:cNvGrpSpPr/>
        <p:nvPr/>
      </p:nvGrpSpPr>
      <p:grpSpPr>
        <a:xfrm>
          <a:off x="0" y="0"/>
          <a:ext cx="0" cy="0"/>
          <a:chOff x="0" y="0"/>
          <a:chExt cx="0" cy="0"/>
        </a:xfrm>
      </p:grpSpPr>
      <p:grpSp>
        <p:nvGrpSpPr>
          <p:cNvPr id="6549" name="Google Shape;6549;p849"/>
          <p:cNvGrpSpPr/>
          <p:nvPr/>
        </p:nvGrpSpPr>
        <p:grpSpPr>
          <a:xfrm>
            <a:off x="713225" y="539500"/>
            <a:ext cx="7717500" cy="4064400"/>
            <a:chOff x="713225" y="539500"/>
            <a:chExt cx="7717500" cy="4064400"/>
          </a:xfrm>
        </p:grpSpPr>
        <p:sp>
          <p:nvSpPr>
            <p:cNvPr id="6550" name="Google Shape;6550;p84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51" name="Google Shape;6551;p84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552" name="Google Shape;6552;p84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553" name="Google Shape;6553;p849"/>
          <p:cNvSpPr txBox="1"/>
          <p:nvPr>
            <p:ph idx="1" type="subTitle"/>
          </p:nvPr>
        </p:nvSpPr>
        <p:spPr>
          <a:xfrm>
            <a:off x="95812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554" name="Google Shape;6554;p849"/>
          <p:cNvSpPr txBox="1"/>
          <p:nvPr>
            <p:ph idx="2" type="subTitle"/>
          </p:nvPr>
        </p:nvSpPr>
        <p:spPr>
          <a:xfrm>
            <a:off x="95812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55" name="Google Shape;6555;p849"/>
          <p:cNvSpPr txBox="1"/>
          <p:nvPr>
            <p:ph idx="3" type="subTitle"/>
          </p:nvPr>
        </p:nvSpPr>
        <p:spPr>
          <a:xfrm>
            <a:off x="3420000"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556" name="Google Shape;6556;p849"/>
          <p:cNvSpPr txBox="1"/>
          <p:nvPr>
            <p:ph idx="4" type="subTitle"/>
          </p:nvPr>
        </p:nvSpPr>
        <p:spPr>
          <a:xfrm>
            <a:off x="3420000"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57" name="Google Shape;6557;p849"/>
          <p:cNvSpPr txBox="1"/>
          <p:nvPr>
            <p:ph idx="5" type="subTitle"/>
          </p:nvPr>
        </p:nvSpPr>
        <p:spPr>
          <a:xfrm>
            <a:off x="588187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558" name="Google Shape;6558;p849"/>
          <p:cNvSpPr txBox="1"/>
          <p:nvPr>
            <p:ph idx="6" type="subTitle"/>
          </p:nvPr>
        </p:nvSpPr>
        <p:spPr>
          <a:xfrm>
            <a:off x="588187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59" name="Google Shape;6559;p849"/>
          <p:cNvSpPr txBox="1"/>
          <p:nvPr>
            <p:ph idx="7" type="subTitle"/>
          </p:nvPr>
        </p:nvSpPr>
        <p:spPr>
          <a:xfrm>
            <a:off x="2189050"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560" name="Google Shape;6560;p849"/>
          <p:cNvSpPr txBox="1"/>
          <p:nvPr>
            <p:ph idx="8" type="subTitle"/>
          </p:nvPr>
        </p:nvSpPr>
        <p:spPr>
          <a:xfrm>
            <a:off x="2189050"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61" name="Google Shape;6561;p849"/>
          <p:cNvSpPr txBox="1"/>
          <p:nvPr>
            <p:ph idx="9" type="subTitle"/>
          </p:nvPr>
        </p:nvSpPr>
        <p:spPr>
          <a:xfrm>
            <a:off x="4650925"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562" name="Google Shape;6562;p849"/>
          <p:cNvSpPr txBox="1"/>
          <p:nvPr>
            <p:ph idx="13" type="subTitle"/>
          </p:nvPr>
        </p:nvSpPr>
        <p:spPr>
          <a:xfrm>
            <a:off x="4650925"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_1_1_1_1_1_1">
    <p:bg>
      <p:bgPr>
        <a:solidFill>
          <a:schemeClr val="dk1"/>
        </a:solidFill>
      </p:bgPr>
    </p:bg>
    <p:spTree>
      <p:nvGrpSpPr>
        <p:cNvPr id="6563" name="Shape 6563"/>
        <p:cNvGrpSpPr/>
        <p:nvPr/>
      </p:nvGrpSpPr>
      <p:grpSpPr>
        <a:xfrm>
          <a:off x="0" y="0"/>
          <a:ext cx="0" cy="0"/>
          <a:chOff x="0" y="0"/>
          <a:chExt cx="0" cy="0"/>
        </a:xfrm>
      </p:grpSpPr>
      <p:grpSp>
        <p:nvGrpSpPr>
          <p:cNvPr id="6564" name="Google Shape;6564;p850"/>
          <p:cNvGrpSpPr/>
          <p:nvPr/>
        </p:nvGrpSpPr>
        <p:grpSpPr>
          <a:xfrm>
            <a:off x="713225" y="539500"/>
            <a:ext cx="7717500" cy="4064400"/>
            <a:chOff x="713225" y="539500"/>
            <a:chExt cx="7717500" cy="4064400"/>
          </a:xfrm>
        </p:grpSpPr>
        <p:sp>
          <p:nvSpPr>
            <p:cNvPr id="6565" name="Google Shape;6565;p85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66" name="Google Shape;6566;p85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567" name="Google Shape;6567;p85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568" name="Google Shape;6568;p850"/>
          <p:cNvSpPr txBox="1"/>
          <p:nvPr>
            <p:ph idx="1" type="subTitle"/>
          </p:nvPr>
        </p:nvSpPr>
        <p:spPr>
          <a:xfrm>
            <a:off x="1134425"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569" name="Google Shape;6569;p850"/>
          <p:cNvSpPr txBox="1"/>
          <p:nvPr>
            <p:ph idx="2" type="subTitle"/>
          </p:nvPr>
        </p:nvSpPr>
        <p:spPr>
          <a:xfrm>
            <a:off x="113442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70" name="Google Shape;6570;p850"/>
          <p:cNvSpPr txBox="1"/>
          <p:nvPr>
            <p:ph idx="3" type="subTitle"/>
          </p:nvPr>
        </p:nvSpPr>
        <p:spPr>
          <a:xfrm>
            <a:off x="3495738"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571" name="Google Shape;6571;p850"/>
          <p:cNvSpPr txBox="1"/>
          <p:nvPr>
            <p:ph idx="4" type="subTitle"/>
          </p:nvPr>
        </p:nvSpPr>
        <p:spPr>
          <a:xfrm>
            <a:off x="3495750"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72" name="Google Shape;6572;p850"/>
          <p:cNvSpPr txBox="1"/>
          <p:nvPr>
            <p:ph idx="5" type="subTitle"/>
          </p:nvPr>
        </p:nvSpPr>
        <p:spPr>
          <a:xfrm>
            <a:off x="5857051"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573" name="Google Shape;6573;p850"/>
          <p:cNvSpPr txBox="1"/>
          <p:nvPr>
            <p:ph idx="6" type="subTitle"/>
          </p:nvPr>
        </p:nvSpPr>
        <p:spPr>
          <a:xfrm>
            <a:off x="585707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74" name="Google Shape;6574;p850"/>
          <p:cNvSpPr txBox="1"/>
          <p:nvPr>
            <p:ph idx="7" type="subTitle"/>
          </p:nvPr>
        </p:nvSpPr>
        <p:spPr>
          <a:xfrm>
            <a:off x="1134425"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575" name="Google Shape;6575;p850"/>
          <p:cNvSpPr txBox="1"/>
          <p:nvPr>
            <p:ph idx="8" type="subTitle"/>
          </p:nvPr>
        </p:nvSpPr>
        <p:spPr>
          <a:xfrm>
            <a:off x="113442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76" name="Google Shape;6576;p850"/>
          <p:cNvSpPr txBox="1"/>
          <p:nvPr>
            <p:ph idx="9" type="subTitle"/>
          </p:nvPr>
        </p:nvSpPr>
        <p:spPr>
          <a:xfrm>
            <a:off x="3495738"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577" name="Google Shape;6577;p850"/>
          <p:cNvSpPr txBox="1"/>
          <p:nvPr>
            <p:ph idx="13" type="subTitle"/>
          </p:nvPr>
        </p:nvSpPr>
        <p:spPr>
          <a:xfrm>
            <a:off x="3495750"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78" name="Google Shape;6578;p850"/>
          <p:cNvSpPr txBox="1"/>
          <p:nvPr>
            <p:ph idx="14" type="subTitle"/>
          </p:nvPr>
        </p:nvSpPr>
        <p:spPr>
          <a:xfrm>
            <a:off x="5857051"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579" name="Google Shape;6579;p850"/>
          <p:cNvSpPr txBox="1"/>
          <p:nvPr>
            <p:ph idx="15" type="subTitle"/>
          </p:nvPr>
        </p:nvSpPr>
        <p:spPr>
          <a:xfrm>
            <a:off x="585707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21">
    <p:bg>
      <p:bgPr>
        <a:solidFill>
          <a:schemeClr val="dk1"/>
        </a:solidFill>
      </p:bgPr>
    </p:bg>
    <p:spTree>
      <p:nvGrpSpPr>
        <p:cNvPr id="6580" name="Shape 6580"/>
        <p:cNvGrpSpPr/>
        <p:nvPr/>
      </p:nvGrpSpPr>
      <p:grpSpPr>
        <a:xfrm>
          <a:off x="0" y="0"/>
          <a:ext cx="0" cy="0"/>
          <a:chOff x="0" y="0"/>
          <a:chExt cx="0" cy="0"/>
        </a:xfrm>
      </p:grpSpPr>
      <p:grpSp>
        <p:nvGrpSpPr>
          <p:cNvPr id="6581" name="Google Shape;6581;p851"/>
          <p:cNvGrpSpPr/>
          <p:nvPr/>
        </p:nvGrpSpPr>
        <p:grpSpPr>
          <a:xfrm>
            <a:off x="713225" y="539500"/>
            <a:ext cx="7717500" cy="4064400"/>
            <a:chOff x="713225" y="539500"/>
            <a:chExt cx="7717500" cy="4064400"/>
          </a:xfrm>
        </p:grpSpPr>
        <p:sp>
          <p:nvSpPr>
            <p:cNvPr id="6582" name="Google Shape;6582;p85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83" name="Google Shape;6583;p85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584" name="Google Shape;6584;p85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585" name="Google Shape;6585;p851"/>
          <p:cNvSpPr txBox="1"/>
          <p:nvPr>
            <p:ph idx="1" type="subTitle"/>
          </p:nvPr>
        </p:nvSpPr>
        <p:spPr>
          <a:xfrm>
            <a:off x="1059065"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586" name="Google Shape;6586;p851"/>
          <p:cNvSpPr txBox="1"/>
          <p:nvPr>
            <p:ph idx="2" type="subTitle"/>
          </p:nvPr>
        </p:nvSpPr>
        <p:spPr>
          <a:xfrm>
            <a:off x="1059065"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87" name="Google Shape;6587;p851"/>
          <p:cNvSpPr txBox="1"/>
          <p:nvPr>
            <p:ph idx="3" type="subTitle"/>
          </p:nvPr>
        </p:nvSpPr>
        <p:spPr>
          <a:xfrm>
            <a:off x="1059052" y="2806879"/>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588" name="Google Shape;6588;p851"/>
          <p:cNvSpPr txBox="1"/>
          <p:nvPr>
            <p:ph idx="4" type="subTitle"/>
          </p:nvPr>
        </p:nvSpPr>
        <p:spPr>
          <a:xfrm>
            <a:off x="1059070" y="2454554"/>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89" name="Google Shape;6589;p851"/>
          <p:cNvSpPr txBox="1"/>
          <p:nvPr>
            <p:ph idx="5" type="subTitle"/>
          </p:nvPr>
        </p:nvSpPr>
        <p:spPr>
          <a:xfrm>
            <a:off x="5042599"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590" name="Google Shape;6590;p851"/>
          <p:cNvSpPr txBox="1"/>
          <p:nvPr>
            <p:ph idx="6" type="subTitle"/>
          </p:nvPr>
        </p:nvSpPr>
        <p:spPr>
          <a:xfrm>
            <a:off x="5042634"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91" name="Google Shape;6591;p851"/>
          <p:cNvSpPr txBox="1"/>
          <p:nvPr>
            <p:ph idx="7" type="subTitle"/>
          </p:nvPr>
        </p:nvSpPr>
        <p:spPr>
          <a:xfrm>
            <a:off x="1059065"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592" name="Google Shape;6592;p851"/>
          <p:cNvSpPr txBox="1"/>
          <p:nvPr>
            <p:ph idx="8" type="subTitle"/>
          </p:nvPr>
        </p:nvSpPr>
        <p:spPr>
          <a:xfrm>
            <a:off x="1059065"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93" name="Google Shape;6593;p851"/>
          <p:cNvSpPr txBox="1"/>
          <p:nvPr>
            <p:ph idx="9" type="subTitle"/>
          </p:nvPr>
        </p:nvSpPr>
        <p:spPr>
          <a:xfrm>
            <a:off x="5042630" y="2806867"/>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594" name="Google Shape;6594;p851"/>
          <p:cNvSpPr txBox="1"/>
          <p:nvPr>
            <p:ph idx="13" type="subTitle"/>
          </p:nvPr>
        </p:nvSpPr>
        <p:spPr>
          <a:xfrm>
            <a:off x="5042648" y="24545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95" name="Google Shape;6595;p851"/>
          <p:cNvSpPr txBox="1"/>
          <p:nvPr>
            <p:ph idx="14" type="subTitle"/>
          </p:nvPr>
        </p:nvSpPr>
        <p:spPr>
          <a:xfrm>
            <a:off x="5042599"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596" name="Google Shape;6596;p851"/>
          <p:cNvSpPr txBox="1"/>
          <p:nvPr>
            <p:ph idx="15" type="subTitle"/>
          </p:nvPr>
        </p:nvSpPr>
        <p:spPr>
          <a:xfrm>
            <a:off x="5042634"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_1_1_1_1_1">
    <p:bg>
      <p:bgPr>
        <a:solidFill>
          <a:schemeClr val="dk1"/>
        </a:solidFill>
      </p:bgPr>
    </p:bg>
    <p:spTree>
      <p:nvGrpSpPr>
        <p:cNvPr id="6597" name="Shape 6597"/>
        <p:cNvGrpSpPr/>
        <p:nvPr/>
      </p:nvGrpSpPr>
      <p:grpSpPr>
        <a:xfrm>
          <a:off x="0" y="0"/>
          <a:ext cx="0" cy="0"/>
          <a:chOff x="0" y="0"/>
          <a:chExt cx="0" cy="0"/>
        </a:xfrm>
      </p:grpSpPr>
      <p:grpSp>
        <p:nvGrpSpPr>
          <p:cNvPr id="6598" name="Google Shape;6598;p852"/>
          <p:cNvGrpSpPr/>
          <p:nvPr/>
        </p:nvGrpSpPr>
        <p:grpSpPr>
          <a:xfrm>
            <a:off x="713225" y="539500"/>
            <a:ext cx="7717500" cy="4064400"/>
            <a:chOff x="713225" y="539500"/>
            <a:chExt cx="7717500" cy="4064400"/>
          </a:xfrm>
        </p:grpSpPr>
        <p:sp>
          <p:nvSpPr>
            <p:cNvPr id="6599" name="Google Shape;6599;p85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00" name="Google Shape;6600;p852"/>
            <p:cNvCxnSpPr/>
            <p:nvPr/>
          </p:nvCxnSpPr>
          <p:spPr>
            <a:xfrm>
              <a:off x="734825" y="1483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601" name="Google Shape;6601;p852"/>
          <p:cNvSpPr txBox="1"/>
          <p:nvPr>
            <p:ph type="title"/>
          </p:nvPr>
        </p:nvSpPr>
        <p:spPr>
          <a:xfrm>
            <a:off x="3607800" y="539500"/>
            <a:ext cx="4519200" cy="939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r">
              <a:spcBef>
                <a:spcPts val="0"/>
              </a:spcBef>
              <a:spcAft>
                <a:spcPts val="0"/>
              </a:spcAft>
              <a:buClr>
                <a:schemeClr val="lt1"/>
              </a:buClr>
              <a:buSzPts val="4800"/>
              <a:buNone/>
              <a:defRPr sz="4800">
                <a:solidFill>
                  <a:schemeClr val="lt1"/>
                </a:solidFill>
              </a:defRPr>
            </a:lvl2pPr>
            <a:lvl3pPr lvl="2" algn="r">
              <a:spcBef>
                <a:spcPts val="0"/>
              </a:spcBef>
              <a:spcAft>
                <a:spcPts val="0"/>
              </a:spcAft>
              <a:buClr>
                <a:schemeClr val="lt1"/>
              </a:buClr>
              <a:buSzPts val="4800"/>
              <a:buNone/>
              <a:defRPr sz="4800">
                <a:solidFill>
                  <a:schemeClr val="lt1"/>
                </a:solidFill>
              </a:defRPr>
            </a:lvl3pPr>
            <a:lvl4pPr lvl="3" algn="r">
              <a:spcBef>
                <a:spcPts val="0"/>
              </a:spcBef>
              <a:spcAft>
                <a:spcPts val="0"/>
              </a:spcAft>
              <a:buClr>
                <a:schemeClr val="lt1"/>
              </a:buClr>
              <a:buSzPts val="4800"/>
              <a:buNone/>
              <a:defRPr sz="4800">
                <a:solidFill>
                  <a:schemeClr val="lt1"/>
                </a:solidFill>
              </a:defRPr>
            </a:lvl4pPr>
            <a:lvl5pPr lvl="4" algn="r">
              <a:spcBef>
                <a:spcPts val="0"/>
              </a:spcBef>
              <a:spcAft>
                <a:spcPts val="0"/>
              </a:spcAft>
              <a:buClr>
                <a:schemeClr val="lt1"/>
              </a:buClr>
              <a:buSzPts val="4800"/>
              <a:buNone/>
              <a:defRPr sz="4800">
                <a:solidFill>
                  <a:schemeClr val="lt1"/>
                </a:solidFill>
              </a:defRPr>
            </a:lvl5pPr>
            <a:lvl6pPr lvl="5" algn="r">
              <a:spcBef>
                <a:spcPts val="0"/>
              </a:spcBef>
              <a:spcAft>
                <a:spcPts val="0"/>
              </a:spcAft>
              <a:buClr>
                <a:schemeClr val="lt1"/>
              </a:buClr>
              <a:buSzPts val="4800"/>
              <a:buNone/>
              <a:defRPr sz="4800">
                <a:solidFill>
                  <a:schemeClr val="lt1"/>
                </a:solidFill>
              </a:defRPr>
            </a:lvl6pPr>
            <a:lvl7pPr lvl="6" algn="r">
              <a:spcBef>
                <a:spcPts val="0"/>
              </a:spcBef>
              <a:spcAft>
                <a:spcPts val="0"/>
              </a:spcAft>
              <a:buClr>
                <a:schemeClr val="lt1"/>
              </a:buClr>
              <a:buSzPts val="4800"/>
              <a:buNone/>
              <a:defRPr sz="4800">
                <a:solidFill>
                  <a:schemeClr val="lt1"/>
                </a:solidFill>
              </a:defRPr>
            </a:lvl7pPr>
            <a:lvl8pPr lvl="7" algn="r">
              <a:spcBef>
                <a:spcPts val="0"/>
              </a:spcBef>
              <a:spcAft>
                <a:spcPts val="0"/>
              </a:spcAft>
              <a:buClr>
                <a:schemeClr val="lt1"/>
              </a:buClr>
              <a:buSzPts val="4800"/>
              <a:buNone/>
              <a:defRPr sz="4800">
                <a:solidFill>
                  <a:schemeClr val="lt1"/>
                </a:solidFill>
              </a:defRPr>
            </a:lvl8pPr>
            <a:lvl9pPr lvl="8" algn="r">
              <a:spcBef>
                <a:spcPts val="0"/>
              </a:spcBef>
              <a:spcAft>
                <a:spcPts val="0"/>
              </a:spcAft>
              <a:buClr>
                <a:schemeClr val="lt1"/>
              </a:buClr>
              <a:buSzPts val="4800"/>
              <a:buNone/>
              <a:defRPr sz="4800">
                <a:solidFill>
                  <a:schemeClr val="lt1"/>
                </a:solidFill>
              </a:defRPr>
            </a:lvl9pPr>
          </a:lstStyle>
          <a:p/>
        </p:txBody>
      </p:sp>
      <p:sp>
        <p:nvSpPr>
          <p:cNvPr id="6602" name="Google Shape;6602;p852"/>
          <p:cNvSpPr txBox="1"/>
          <p:nvPr>
            <p:ph idx="1" type="subTitle"/>
          </p:nvPr>
        </p:nvSpPr>
        <p:spPr>
          <a:xfrm>
            <a:off x="3607800" y="2278000"/>
            <a:ext cx="4519200" cy="744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r">
              <a:lnSpc>
                <a:spcPct val="100000"/>
              </a:lnSpc>
              <a:spcBef>
                <a:spcPts val="0"/>
              </a:spcBef>
              <a:spcAft>
                <a:spcPts val="0"/>
              </a:spcAft>
              <a:buClr>
                <a:schemeClr val="lt1"/>
              </a:buClr>
              <a:buSzPts val="2800"/>
              <a:buNone/>
              <a:defRPr sz="2800">
                <a:solidFill>
                  <a:schemeClr val="lt1"/>
                </a:solidFill>
              </a:defRPr>
            </a:lvl2pPr>
            <a:lvl3pPr lvl="2" algn="r">
              <a:lnSpc>
                <a:spcPct val="100000"/>
              </a:lnSpc>
              <a:spcBef>
                <a:spcPts val="0"/>
              </a:spcBef>
              <a:spcAft>
                <a:spcPts val="0"/>
              </a:spcAft>
              <a:buClr>
                <a:schemeClr val="lt1"/>
              </a:buClr>
              <a:buSzPts val="2800"/>
              <a:buNone/>
              <a:defRPr sz="2800">
                <a:solidFill>
                  <a:schemeClr val="lt1"/>
                </a:solidFill>
              </a:defRPr>
            </a:lvl3pPr>
            <a:lvl4pPr lvl="3" algn="r">
              <a:lnSpc>
                <a:spcPct val="100000"/>
              </a:lnSpc>
              <a:spcBef>
                <a:spcPts val="0"/>
              </a:spcBef>
              <a:spcAft>
                <a:spcPts val="0"/>
              </a:spcAft>
              <a:buClr>
                <a:schemeClr val="lt1"/>
              </a:buClr>
              <a:buSzPts val="2800"/>
              <a:buNone/>
              <a:defRPr sz="2800">
                <a:solidFill>
                  <a:schemeClr val="lt1"/>
                </a:solidFill>
              </a:defRPr>
            </a:lvl4pPr>
            <a:lvl5pPr lvl="4" algn="r">
              <a:lnSpc>
                <a:spcPct val="100000"/>
              </a:lnSpc>
              <a:spcBef>
                <a:spcPts val="0"/>
              </a:spcBef>
              <a:spcAft>
                <a:spcPts val="0"/>
              </a:spcAft>
              <a:buClr>
                <a:schemeClr val="lt1"/>
              </a:buClr>
              <a:buSzPts val="2800"/>
              <a:buNone/>
              <a:defRPr sz="2800">
                <a:solidFill>
                  <a:schemeClr val="lt1"/>
                </a:solidFill>
              </a:defRPr>
            </a:lvl5pPr>
            <a:lvl6pPr lvl="5" algn="r">
              <a:lnSpc>
                <a:spcPct val="100000"/>
              </a:lnSpc>
              <a:spcBef>
                <a:spcPts val="0"/>
              </a:spcBef>
              <a:spcAft>
                <a:spcPts val="0"/>
              </a:spcAft>
              <a:buClr>
                <a:schemeClr val="lt1"/>
              </a:buClr>
              <a:buSzPts val="2800"/>
              <a:buNone/>
              <a:defRPr sz="2800">
                <a:solidFill>
                  <a:schemeClr val="lt1"/>
                </a:solidFill>
              </a:defRPr>
            </a:lvl6pPr>
            <a:lvl7pPr lvl="6" algn="r">
              <a:lnSpc>
                <a:spcPct val="100000"/>
              </a:lnSpc>
              <a:spcBef>
                <a:spcPts val="0"/>
              </a:spcBef>
              <a:spcAft>
                <a:spcPts val="0"/>
              </a:spcAft>
              <a:buClr>
                <a:schemeClr val="lt1"/>
              </a:buClr>
              <a:buSzPts val="2800"/>
              <a:buNone/>
              <a:defRPr sz="2800">
                <a:solidFill>
                  <a:schemeClr val="lt1"/>
                </a:solidFill>
              </a:defRPr>
            </a:lvl7pPr>
            <a:lvl8pPr lvl="7"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sp>
        <p:nvSpPr>
          <p:cNvPr id="6603" name="Google Shape;6603;p852"/>
          <p:cNvSpPr txBox="1"/>
          <p:nvPr>
            <p:ph idx="2" type="subTitle"/>
          </p:nvPr>
        </p:nvSpPr>
        <p:spPr>
          <a:xfrm>
            <a:off x="3607800" y="1769750"/>
            <a:ext cx="4519200" cy="510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6604" name="Google Shape;6604;p852"/>
          <p:cNvSpPr txBox="1"/>
          <p:nvPr/>
        </p:nvSpPr>
        <p:spPr>
          <a:xfrm>
            <a:off x="3508050" y="3477600"/>
            <a:ext cx="4718700" cy="554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Roboto"/>
                <a:ea typeface="Roboto"/>
                <a:cs typeface="Roboto"/>
                <a:sym typeface="Roboto"/>
              </a:rPr>
              <a:t>CREDITS:</a:t>
            </a:r>
            <a:r>
              <a:rPr lang="en" sz="1200">
                <a:solidFill>
                  <a:schemeClr val="lt1"/>
                </a:solidFill>
                <a:latin typeface="Roboto"/>
                <a:ea typeface="Roboto"/>
                <a:cs typeface="Roboto"/>
                <a:sym typeface="Roboto"/>
              </a:rPr>
              <a:t> This presentation template was created by </a:t>
            </a:r>
            <a:r>
              <a:rPr b="1" lang="en" sz="1200">
                <a:solidFill>
                  <a:schemeClr val="accent1"/>
                </a:solidFill>
                <a:uFill>
                  <a:noFill/>
                </a:uFill>
                <a:latin typeface="Roboto"/>
                <a:ea typeface="Roboto"/>
                <a:cs typeface="Roboto"/>
                <a:sym typeface="Roboto"/>
                <a:hlinkClick r:id="rId2">
                  <a:extLst>
                    <a:ext uri="{A12FA001-AC4F-418D-AE19-62706E023703}">
                      <ahyp:hlinkClr val="tx"/>
                    </a:ext>
                  </a:extLst>
                </a:hlinkClick>
              </a:rPr>
              <a:t>Slidesgo</a:t>
            </a:r>
            <a:r>
              <a:rPr b="1" lang="en" sz="1200">
                <a:solidFill>
                  <a:schemeClr val="accent6"/>
                </a:solidFill>
                <a:latin typeface="Roboto"/>
                <a:ea typeface="Roboto"/>
                <a:cs typeface="Roboto"/>
                <a:sym typeface="Roboto"/>
              </a:rPr>
              <a:t>,</a:t>
            </a:r>
            <a:r>
              <a:rPr lang="en" sz="1200">
                <a:solidFill>
                  <a:schemeClr val="lt1"/>
                </a:solidFill>
                <a:latin typeface="Roboto"/>
                <a:ea typeface="Roboto"/>
                <a:cs typeface="Roboto"/>
                <a:sym typeface="Roboto"/>
              </a:rPr>
              <a:t> including icons by </a:t>
            </a:r>
            <a:r>
              <a:rPr b="1" lang="en" sz="1200">
                <a:solidFill>
                  <a:schemeClr val="accent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1"/>
                </a:solidFill>
                <a:latin typeface="Roboto"/>
                <a:ea typeface="Roboto"/>
                <a:cs typeface="Roboto"/>
                <a:sym typeface="Roboto"/>
              </a:rPr>
              <a:t>, and infographics &amp; images by </a:t>
            </a:r>
            <a:r>
              <a:rPr b="1" lang="en" sz="1200">
                <a:solidFill>
                  <a:schemeClr val="accent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accent1"/>
              </a:solidFill>
              <a:latin typeface="Roboto"/>
              <a:ea typeface="Roboto"/>
              <a:cs typeface="Roboto"/>
              <a:sym typeface="Roboto"/>
            </a:endParaRPr>
          </a:p>
        </p:txBody>
      </p:sp>
    </p:spTree>
  </p:cSld>
  <p:clrMapOvr>
    <a:masterClrMapping/>
  </p:clrMapOvr>
</p:sldLayout>
</file>

<file path=ppt/slideLayouts/slideLayout8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_1_1_1_1_1">
    <p:bg>
      <p:bgPr>
        <a:solidFill>
          <a:schemeClr val="dk1"/>
        </a:solidFill>
      </p:bgPr>
    </p:bg>
    <p:spTree>
      <p:nvGrpSpPr>
        <p:cNvPr id="6605" name="Shape 6605"/>
        <p:cNvGrpSpPr/>
        <p:nvPr/>
      </p:nvGrpSpPr>
      <p:grpSpPr>
        <a:xfrm>
          <a:off x="0" y="0"/>
          <a:ext cx="0" cy="0"/>
          <a:chOff x="0" y="0"/>
          <a:chExt cx="0" cy="0"/>
        </a:xfrm>
      </p:grpSpPr>
      <p:sp>
        <p:nvSpPr>
          <p:cNvPr id="6606" name="Google Shape;6606;p85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_1_1_1_1_1">
    <p:bg>
      <p:bgPr>
        <a:solidFill>
          <a:schemeClr val="dk1"/>
        </a:solidFill>
      </p:bgPr>
    </p:bg>
    <p:spTree>
      <p:nvGrpSpPr>
        <p:cNvPr id="6607" name="Shape 6607"/>
        <p:cNvGrpSpPr/>
        <p:nvPr/>
      </p:nvGrpSpPr>
      <p:grpSpPr>
        <a:xfrm>
          <a:off x="0" y="0"/>
          <a:ext cx="0" cy="0"/>
          <a:chOff x="0" y="0"/>
          <a:chExt cx="0" cy="0"/>
        </a:xfrm>
      </p:grpSpPr>
      <p:grpSp>
        <p:nvGrpSpPr>
          <p:cNvPr id="6608" name="Google Shape;6608;p854"/>
          <p:cNvGrpSpPr/>
          <p:nvPr/>
        </p:nvGrpSpPr>
        <p:grpSpPr>
          <a:xfrm>
            <a:off x="713225" y="539500"/>
            <a:ext cx="7717500" cy="4064400"/>
            <a:chOff x="713225" y="539500"/>
            <a:chExt cx="7717500" cy="4064400"/>
          </a:xfrm>
        </p:grpSpPr>
        <p:sp>
          <p:nvSpPr>
            <p:cNvPr id="6609" name="Google Shape;6609;p85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10" name="Google Shape;6610;p85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Layouts/slideLayout8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6615" name="Shape 6615"/>
        <p:cNvGrpSpPr/>
        <p:nvPr/>
      </p:nvGrpSpPr>
      <p:grpSpPr>
        <a:xfrm>
          <a:off x="0" y="0"/>
          <a:ext cx="0" cy="0"/>
          <a:chOff x="0" y="0"/>
          <a:chExt cx="0" cy="0"/>
        </a:xfrm>
      </p:grpSpPr>
      <p:sp>
        <p:nvSpPr>
          <p:cNvPr id="6616" name="Google Shape;6616;p85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56"/>
          <p:cNvSpPr txBox="1"/>
          <p:nvPr>
            <p:ph type="ctrTitle"/>
          </p:nvPr>
        </p:nvSpPr>
        <p:spPr>
          <a:xfrm>
            <a:off x="2048825" y="848600"/>
            <a:ext cx="5046300" cy="10305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6618" name="Google Shape;6618;p856"/>
          <p:cNvSpPr txBox="1"/>
          <p:nvPr>
            <p:ph idx="1" type="subTitle"/>
          </p:nvPr>
        </p:nvSpPr>
        <p:spPr>
          <a:xfrm>
            <a:off x="2048825" y="3798375"/>
            <a:ext cx="50463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619" name="Google Shape;6619;p856"/>
          <p:cNvSpPr txBox="1"/>
          <p:nvPr>
            <p:ph idx="2" type="subTitle"/>
          </p:nvPr>
        </p:nvSpPr>
        <p:spPr>
          <a:xfrm>
            <a:off x="2902475" y="1879100"/>
            <a:ext cx="3339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8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6620" name="Shape 6620"/>
        <p:cNvGrpSpPr/>
        <p:nvPr/>
      </p:nvGrpSpPr>
      <p:grpSpPr>
        <a:xfrm>
          <a:off x="0" y="0"/>
          <a:ext cx="0" cy="0"/>
          <a:chOff x="0" y="0"/>
          <a:chExt cx="0" cy="0"/>
        </a:xfrm>
      </p:grpSpPr>
      <p:sp>
        <p:nvSpPr>
          <p:cNvPr id="6621" name="Google Shape;6621;p85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57"/>
          <p:cNvSpPr/>
          <p:nvPr/>
        </p:nvSpPr>
        <p:spPr>
          <a:xfrm flipH="1" rot="-5400000">
            <a:off x="-1114550" y="743900"/>
            <a:ext cx="3655500" cy="3655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57"/>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6624" name="Google Shape;6624;p857"/>
          <p:cNvSpPr txBox="1"/>
          <p:nvPr>
            <p:ph hasCustomPrompt="1" idx="2" type="title"/>
          </p:nvPr>
        </p:nvSpPr>
        <p:spPr>
          <a:xfrm>
            <a:off x="821288" y="157487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6625" name="Google Shape;6625;p857"/>
          <p:cNvSpPr txBox="1"/>
          <p:nvPr>
            <p:ph idx="1" type="subTitle"/>
          </p:nvPr>
        </p:nvSpPr>
        <p:spPr>
          <a:xfrm>
            <a:off x="2971613" y="32407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8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6626" name="Shape 6626"/>
        <p:cNvGrpSpPr/>
        <p:nvPr/>
      </p:nvGrpSpPr>
      <p:grpSpPr>
        <a:xfrm>
          <a:off x="0" y="0"/>
          <a:ext cx="0" cy="0"/>
          <a:chOff x="0" y="0"/>
          <a:chExt cx="0" cy="0"/>
        </a:xfrm>
      </p:grpSpPr>
      <p:grpSp>
        <p:nvGrpSpPr>
          <p:cNvPr id="6627" name="Google Shape;6627;p858"/>
          <p:cNvGrpSpPr/>
          <p:nvPr/>
        </p:nvGrpSpPr>
        <p:grpSpPr>
          <a:xfrm>
            <a:off x="713225" y="539500"/>
            <a:ext cx="7717500" cy="4064400"/>
            <a:chOff x="713225" y="539500"/>
            <a:chExt cx="7717500" cy="4064400"/>
          </a:xfrm>
        </p:grpSpPr>
        <p:cxnSp>
          <p:nvCxnSpPr>
            <p:cNvPr id="6628" name="Google Shape;6628;p85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6629" name="Google Shape;6629;p85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0" name="Google Shape;6630;p85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631" name="Google Shape;6631;p858"/>
          <p:cNvSpPr txBox="1"/>
          <p:nvPr>
            <p:ph idx="1" type="subTitle"/>
          </p:nvPr>
        </p:nvSpPr>
        <p:spPr>
          <a:xfrm>
            <a:off x="2817300" y="2114400"/>
            <a:ext cx="3509400" cy="1529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6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8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6632" name="Shape 6632"/>
        <p:cNvGrpSpPr/>
        <p:nvPr/>
      </p:nvGrpSpPr>
      <p:grpSpPr>
        <a:xfrm>
          <a:off x="0" y="0"/>
          <a:ext cx="0" cy="0"/>
          <a:chOff x="0" y="0"/>
          <a:chExt cx="0" cy="0"/>
        </a:xfrm>
      </p:grpSpPr>
      <p:grpSp>
        <p:nvGrpSpPr>
          <p:cNvPr id="6633" name="Google Shape;6633;p859"/>
          <p:cNvGrpSpPr/>
          <p:nvPr/>
        </p:nvGrpSpPr>
        <p:grpSpPr>
          <a:xfrm>
            <a:off x="713225" y="539500"/>
            <a:ext cx="7717500" cy="4064400"/>
            <a:chOff x="713225" y="539500"/>
            <a:chExt cx="7717500" cy="4064400"/>
          </a:xfrm>
        </p:grpSpPr>
        <p:sp>
          <p:nvSpPr>
            <p:cNvPr id="6634" name="Google Shape;6634;p85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35" name="Google Shape;6635;p85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636" name="Google Shape;6636;p85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637" name="Google Shape;6637;p859"/>
          <p:cNvSpPr txBox="1"/>
          <p:nvPr>
            <p:ph idx="1" type="subTitle"/>
          </p:nvPr>
        </p:nvSpPr>
        <p:spPr>
          <a:xfrm>
            <a:off x="1425525" y="32987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638" name="Google Shape;6638;p859"/>
          <p:cNvSpPr txBox="1"/>
          <p:nvPr>
            <p:ph idx="2" type="subTitle"/>
          </p:nvPr>
        </p:nvSpPr>
        <p:spPr>
          <a:xfrm>
            <a:off x="1425525" y="2867137"/>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639" name="Google Shape;6639;p859"/>
          <p:cNvSpPr txBox="1"/>
          <p:nvPr>
            <p:ph idx="3" type="subTitle"/>
          </p:nvPr>
        </p:nvSpPr>
        <p:spPr>
          <a:xfrm>
            <a:off x="5333725" y="32885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640" name="Google Shape;6640;p859"/>
          <p:cNvSpPr txBox="1"/>
          <p:nvPr>
            <p:ph idx="4" type="subTitle"/>
          </p:nvPr>
        </p:nvSpPr>
        <p:spPr>
          <a:xfrm>
            <a:off x="5333725" y="28586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6641" name="Shape 6641"/>
        <p:cNvGrpSpPr/>
        <p:nvPr/>
      </p:nvGrpSpPr>
      <p:grpSpPr>
        <a:xfrm>
          <a:off x="0" y="0"/>
          <a:ext cx="0" cy="0"/>
          <a:chOff x="0" y="0"/>
          <a:chExt cx="0" cy="0"/>
        </a:xfrm>
      </p:grpSpPr>
      <p:grpSp>
        <p:nvGrpSpPr>
          <p:cNvPr id="6642" name="Google Shape;6642;p860"/>
          <p:cNvGrpSpPr/>
          <p:nvPr/>
        </p:nvGrpSpPr>
        <p:grpSpPr>
          <a:xfrm>
            <a:off x="713225" y="539500"/>
            <a:ext cx="7717500" cy="4064400"/>
            <a:chOff x="713225" y="539500"/>
            <a:chExt cx="7717500" cy="4064400"/>
          </a:xfrm>
        </p:grpSpPr>
        <p:sp>
          <p:nvSpPr>
            <p:cNvPr id="6643" name="Google Shape;6643;p86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44" name="Google Shape;6644;p86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645" name="Google Shape;6645;p86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8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6646" name="Shape 6646"/>
        <p:cNvGrpSpPr/>
        <p:nvPr/>
      </p:nvGrpSpPr>
      <p:grpSpPr>
        <a:xfrm>
          <a:off x="0" y="0"/>
          <a:ext cx="0" cy="0"/>
          <a:chOff x="0" y="0"/>
          <a:chExt cx="0" cy="0"/>
        </a:xfrm>
      </p:grpSpPr>
      <p:grpSp>
        <p:nvGrpSpPr>
          <p:cNvPr id="6647" name="Google Shape;6647;p861"/>
          <p:cNvGrpSpPr/>
          <p:nvPr/>
        </p:nvGrpSpPr>
        <p:grpSpPr>
          <a:xfrm>
            <a:off x="713225" y="539500"/>
            <a:ext cx="7717500" cy="4064400"/>
            <a:chOff x="713225" y="539500"/>
            <a:chExt cx="7717500" cy="4064400"/>
          </a:xfrm>
        </p:grpSpPr>
        <p:cxnSp>
          <p:nvCxnSpPr>
            <p:cNvPr id="6648" name="Google Shape;6648;p86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6649" name="Google Shape;6649;p86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0" name="Google Shape;6650;p86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651" name="Google Shape;6651;p861"/>
          <p:cNvSpPr txBox="1"/>
          <p:nvPr>
            <p:ph idx="1" type="subTitle"/>
          </p:nvPr>
        </p:nvSpPr>
        <p:spPr>
          <a:xfrm>
            <a:off x="2105700" y="1543900"/>
            <a:ext cx="4932600" cy="2550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800"/>
              <a:buChar char="●"/>
              <a:defRPr sz="1600">
                <a:solidFill>
                  <a:schemeClr val="lt1"/>
                </a:solidFill>
              </a:defRPr>
            </a:lvl1pPr>
            <a:lvl2pPr lvl="1">
              <a:lnSpc>
                <a:spcPct val="100000"/>
              </a:lnSpc>
              <a:spcBef>
                <a:spcPts val="0"/>
              </a:spcBef>
              <a:spcAft>
                <a:spcPts val="0"/>
              </a:spcAft>
              <a:buClr>
                <a:schemeClr val="lt1"/>
              </a:buClr>
              <a:buSzPts val="2800"/>
              <a:buChar char="○"/>
              <a:defRPr sz="2800">
                <a:solidFill>
                  <a:schemeClr val="lt1"/>
                </a:solidFill>
              </a:defRPr>
            </a:lvl2pPr>
            <a:lvl3pPr lvl="2">
              <a:lnSpc>
                <a:spcPct val="100000"/>
              </a:lnSpc>
              <a:spcBef>
                <a:spcPts val="0"/>
              </a:spcBef>
              <a:spcAft>
                <a:spcPts val="0"/>
              </a:spcAft>
              <a:buClr>
                <a:schemeClr val="lt1"/>
              </a:buClr>
              <a:buSzPts val="2800"/>
              <a:buChar char="■"/>
              <a:defRPr sz="2800">
                <a:solidFill>
                  <a:schemeClr val="lt1"/>
                </a:solidFill>
              </a:defRPr>
            </a:lvl3pPr>
            <a:lvl4pPr lvl="3">
              <a:lnSpc>
                <a:spcPct val="100000"/>
              </a:lnSpc>
              <a:spcBef>
                <a:spcPts val="0"/>
              </a:spcBef>
              <a:spcAft>
                <a:spcPts val="0"/>
              </a:spcAft>
              <a:buClr>
                <a:schemeClr val="lt1"/>
              </a:buClr>
              <a:buSzPts val="2800"/>
              <a:buChar char="●"/>
              <a:defRPr sz="2800">
                <a:solidFill>
                  <a:schemeClr val="lt1"/>
                </a:solidFill>
              </a:defRPr>
            </a:lvl4pPr>
            <a:lvl5pPr lvl="4">
              <a:lnSpc>
                <a:spcPct val="100000"/>
              </a:lnSpc>
              <a:spcBef>
                <a:spcPts val="0"/>
              </a:spcBef>
              <a:spcAft>
                <a:spcPts val="0"/>
              </a:spcAft>
              <a:buClr>
                <a:schemeClr val="lt1"/>
              </a:buClr>
              <a:buSzPts val="2800"/>
              <a:buChar char="○"/>
              <a:defRPr sz="2800">
                <a:solidFill>
                  <a:schemeClr val="lt1"/>
                </a:solidFill>
              </a:defRPr>
            </a:lvl5pPr>
            <a:lvl6pPr lvl="5">
              <a:lnSpc>
                <a:spcPct val="100000"/>
              </a:lnSpc>
              <a:spcBef>
                <a:spcPts val="0"/>
              </a:spcBef>
              <a:spcAft>
                <a:spcPts val="0"/>
              </a:spcAft>
              <a:buClr>
                <a:schemeClr val="lt1"/>
              </a:buClr>
              <a:buSzPts val="2800"/>
              <a:buChar char="■"/>
              <a:defRPr sz="2800">
                <a:solidFill>
                  <a:schemeClr val="lt1"/>
                </a:solidFill>
              </a:defRPr>
            </a:lvl6pPr>
            <a:lvl7pPr lvl="6">
              <a:lnSpc>
                <a:spcPct val="100000"/>
              </a:lnSpc>
              <a:spcBef>
                <a:spcPts val="0"/>
              </a:spcBef>
              <a:spcAft>
                <a:spcPts val="0"/>
              </a:spcAft>
              <a:buClr>
                <a:schemeClr val="lt1"/>
              </a:buClr>
              <a:buSzPts val="2800"/>
              <a:buChar char="●"/>
              <a:defRPr sz="2800">
                <a:solidFill>
                  <a:schemeClr val="lt1"/>
                </a:solidFill>
              </a:defRPr>
            </a:lvl7pPr>
            <a:lvl8pPr lvl="7">
              <a:lnSpc>
                <a:spcPct val="100000"/>
              </a:lnSpc>
              <a:spcBef>
                <a:spcPts val="0"/>
              </a:spcBef>
              <a:spcAft>
                <a:spcPts val="0"/>
              </a:spcAft>
              <a:buClr>
                <a:schemeClr val="lt1"/>
              </a:buClr>
              <a:buSzPts val="2800"/>
              <a:buChar char="○"/>
              <a:defRPr sz="2800">
                <a:solidFill>
                  <a:schemeClr val="lt1"/>
                </a:solidFill>
              </a:defRPr>
            </a:lvl8pPr>
            <a:lvl9pPr lvl="8">
              <a:lnSpc>
                <a:spcPct val="100000"/>
              </a:lnSpc>
              <a:spcBef>
                <a:spcPts val="0"/>
              </a:spcBef>
              <a:spcAft>
                <a:spcPts val="0"/>
              </a:spcAft>
              <a:buClr>
                <a:schemeClr val="lt1"/>
              </a:buClr>
              <a:buSzPts val="2800"/>
              <a:buChar char="■"/>
              <a:defRPr sz="2800">
                <a:solidFill>
                  <a:schemeClr val="lt1"/>
                </a:solidFill>
              </a:defRPr>
            </a:lvl9pPr>
          </a:lstStyle>
          <a:p/>
        </p:txBody>
      </p:sp>
    </p:spTree>
  </p:cSld>
  <p:clrMapOvr>
    <a:masterClrMapping/>
  </p:clrMapOvr>
</p:sldLayout>
</file>

<file path=ppt/slideLayouts/slideLayout8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6652" name="Shape 6652"/>
        <p:cNvGrpSpPr/>
        <p:nvPr/>
      </p:nvGrpSpPr>
      <p:grpSpPr>
        <a:xfrm>
          <a:off x="0" y="0"/>
          <a:ext cx="0" cy="0"/>
          <a:chOff x="0" y="0"/>
          <a:chExt cx="0" cy="0"/>
        </a:xfrm>
      </p:grpSpPr>
      <p:sp>
        <p:nvSpPr>
          <p:cNvPr id="6653" name="Google Shape;6653;p86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62"/>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8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6655" name="Shape 6655"/>
        <p:cNvGrpSpPr/>
        <p:nvPr/>
      </p:nvGrpSpPr>
      <p:grpSpPr>
        <a:xfrm>
          <a:off x="0" y="0"/>
          <a:ext cx="0" cy="0"/>
          <a:chOff x="0" y="0"/>
          <a:chExt cx="0" cy="0"/>
        </a:xfrm>
      </p:grpSpPr>
      <p:grpSp>
        <p:nvGrpSpPr>
          <p:cNvPr id="6656" name="Google Shape;6656;p863"/>
          <p:cNvGrpSpPr/>
          <p:nvPr/>
        </p:nvGrpSpPr>
        <p:grpSpPr>
          <a:xfrm>
            <a:off x="713225" y="539500"/>
            <a:ext cx="7717500" cy="4064400"/>
            <a:chOff x="713225" y="539500"/>
            <a:chExt cx="7717500" cy="4064400"/>
          </a:xfrm>
        </p:grpSpPr>
        <p:cxnSp>
          <p:nvCxnSpPr>
            <p:cNvPr id="6657" name="Google Shape;6657;p86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6658" name="Google Shape;6658;p86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59" name="Google Shape;6659;p863"/>
            <p:cNvCxnSpPr/>
            <p:nvPr/>
          </p:nvCxnSpPr>
          <p:spPr>
            <a:xfrm rot="10800000">
              <a:off x="4876775" y="1096300"/>
              <a:ext cx="0" cy="3507600"/>
            </a:xfrm>
            <a:prstGeom prst="straightConnector1">
              <a:avLst/>
            </a:prstGeom>
            <a:noFill/>
            <a:ln cap="flat" cmpd="sng" w="38100">
              <a:solidFill>
                <a:schemeClr val="accent1"/>
              </a:solidFill>
              <a:prstDash val="solid"/>
              <a:round/>
              <a:headEnd len="med" w="med" type="none"/>
              <a:tailEnd len="med" w="med" type="none"/>
            </a:ln>
          </p:spPr>
        </p:cxnSp>
      </p:grpSp>
      <p:sp>
        <p:nvSpPr>
          <p:cNvPr id="6660" name="Google Shape;6660;p86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661" name="Google Shape;6661;p863"/>
          <p:cNvSpPr txBox="1"/>
          <p:nvPr>
            <p:ph idx="1" type="subTitle"/>
          </p:nvPr>
        </p:nvSpPr>
        <p:spPr>
          <a:xfrm>
            <a:off x="1312950" y="2327975"/>
            <a:ext cx="2973000" cy="13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662" name="Google Shape;6662;p863"/>
          <p:cNvSpPr txBox="1"/>
          <p:nvPr>
            <p:ph idx="2" type="subTitle"/>
          </p:nvPr>
        </p:nvSpPr>
        <p:spPr>
          <a:xfrm>
            <a:off x="1312950" y="1809275"/>
            <a:ext cx="29730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8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6663" name="Shape 6663"/>
        <p:cNvGrpSpPr/>
        <p:nvPr/>
      </p:nvGrpSpPr>
      <p:grpSpPr>
        <a:xfrm>
          <a:off x="0" y="0"/>
          <a:ext cx="0" cy="0"/>
          <a:chOff x="0" y="0"/>
          <a:chExt cx="0" cy="0"/>
        </a:xfrm>
      </p:grpSpPr>
      <p:sp>
        <p:nvSpPr>
          <p:cNvPr id="6664" name="Google Shape;6664;p864"/>
          <p:cNvSpPr txBox="1"/>
          <p:nvPr>
            <p:ph type="title"/>
          </p:nvPr>
        </p:nvSpPr>
        <p:spPr>
          <a:xfrm>
            <a:off x="865625" y="3328700"/>
            <a:ext cx="6367800" cy="1427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3600"/>
              <a:buNone/>
              <a:defRPr sz="3600">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8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6665" name="Shape 6665"/>
        <p:cNvGrpSpPr/>
        <p:nvPr/>
      </p:nvGrpSpPr>
      <p:grpSpPr>
        <a:xfrm>
          <a:off x="0" y="0"/>
          <a:ext cx="0" cy="0"/>
          <a:chOff x="0" y="0"/>
          <a:chExt cx="0" cy="0"/>
        </a:xfrm>
      </p:grpSpPr>
      <p:sp>
        <p:nvSpPr>
          <p:cNvPr id="6666" name="Google Shape;6666;p86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65"/>
          <p:cNvSpPr txBox="1"/>
          <p:nvPr>
            <p:ph hasCustomPrompt="1" type="title"/>
          </p:nvPr>
        </p:nvSpPr>
        <p:spPr>
          <a:xfrm>
            <a:off x="994200" y="1505850"/>
            <a:ext cx="7155600" cy="13323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668" name="Google Shape;6668;p865"/>
          <p:cNvSpPr txBox="1"/>
          <p:nvPr>
            <p:ph idx="1" type="subTitle"/>
          </p:nvPr>
        </p:nvSpPr>
        <p:spPr>
          <a:xfrm>
            <a:off x="994200" y="2838150"/>
            <a:ext cx="4774200" cy="79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6669" name="Shape 6669"/>
        <p:cNvGrpSpPr/>
        <p:nvPr/>
      </p:nvGrpSpPr>
      <p:grpSpPr>
        <a:xfrm>
          <a:off x="0" y="0"/>
          <a:ext cx="0" cy="0"/>
          <a:chOff x="0" y="0"/>
          <a:chExt cx="0" cy="0"/>
        </a:xfrm>
      </p:grpSpPr>
    </p:spTree>
  </p:cSld>
  <p:clrMapOvr>
    <a:masterClrMapping/>
  </p:clrMapOvr>
</p:sldLayout>
</file>

<file path=ppt/slideLayouts/slideLayout8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6670" name="Shape 6670"/>
        <p:cNvGrpSpPr/>
        <p:nvPr/>
      </p:nvGrpSpPr>
      <p:grpSpPr>
        <a:xfrm>
          <a:off x="0" y="0"/>
          <a:ext cx="0" cy="0"/>
          <a:chOff x="0" y="0"/>
          <a:chExt cx="0" cy="0"/>
        </a:xfrm>
      </p:grpSpPr>
      <p:sp>
        <p:nvSpPr>
          <p:cNvPr id="6671" name="Google Shape;6671;p867"/>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8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6672" name="Shape 6672"/>
        <p:cNvGrpSpPr/>
        <p:nvPr/>
      </p:nvGrpSpPr>
      <p:grpSpPr>
        <a:xfrm>
          <a:off x="0" y="0"/>
          <a:ext cx="0" cy="0"/>
          <a:chOff x="0" y="0"/>
          <a:chExt cx="0" cy="0"/>
        </a:xfrm>
      </p:grpSpPr>
      <p:grpSp>
        <p:nvGrpSpPr>
          <p:cNvPr id="6673" name="Google Shape;6673;p868"/>
          <p:cNvGrpSpPr/>
          <p:nvPr/>
        </p:nvGrpSpPr>
        <p:grpSpPr>
          <a:xfrm>
            <a:off x="713200" y="539513"/>
            <a:ext cx="7717600" cy="4064400"/>
            <a:chOff x="713125" y="539500"/>
            <a:chExt cx="7717600" cy="4064400"/>
          </a:xfrm>
        </p:grpSpPr>
        <p:cxnSp>
          <p:nvCxnSpPr>
            <p:cNvPr id="6674" name="Google Shape;6674;p868"/>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6675" name="Google Shape;6675;p86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76" name="Google Shape;6676;p868"/>
            <p:cNvCxnSpPr>
              <a:stCxn id="6675" idx="2"/>
            </p:cNvCxnSpPr>
            <p:nvPr/>
          </p:nvCxnSpPr>
          <p:spPr>
            <a:xfrm rot="10800000">
              <a:off x="45719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6677" name="Google Shape;6677;p868"/>
            <p:cNvCxnSpPr/>
            <p:nvPr/>
          </p:nvCxnSpPr>
          <p:spPr>
            <a:xfrm rot="10800000">
              <a:off x="713125" y="2912025"/>
              <a:ext cx="7709100" cy="0"/>
            </a:xfrm>
            <a:prstGeom prst="straightConnector1">
              <a:avLst/>
            </a:prstGeom>
            <a:noFill/>
            <a:ln cap="flat" cmpd="sng" w="38100">
              <a:solidFill>
                <a:schemeClr val="accent1"/>
              </a:solidFill>
              <a:prstDash val="solid"/>
              <a:round/>
              <a:headEnd len="med" w="med" type="none"/>
              <a:tailEnd len="med" w="med" type="none"/>
            </a:ln>
          </p:spPr>
        </p:cxnSp>
        <p:cxnSp>
          <p:nvCxnSpPr>
            <p:cNvPr id="6678" name="Google Shape;6678;p868"/>
            <p:cNvCxnSpPr/>
            <p:nvPr/>
          </p:nvCxnSpPr>
          <p:spPr>
            <a:xfrm rot="10800000">
              <a:off x="17602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6679" name="Google Shape;6679;p868"/>
            <p:cNvCxnSpPr/>
            <p:nvPr/>
          </p:nvCxnSpPr>
          <p:spPr>
            <a:xfrm rot="10800000">
              <a:off x="7378100" y="1254400"/>
              <a:ext cx="0" cy="3349500"/>
            </a:xfrm>
            <a:prstGeom prst="straightConnector1">
              <a:avLst/>
            </a:prstGeom>
            <a:noFill/>
            <a:ln cap="flat" cmpd="sng" w="38100">
              <a:solidFill>
                <a:schemeClr val="accent1"/>
              </a:solidFill>
              <a:prstDash val="solid"/>
              <a:round/>
              <a:headEnd len="med" w="med" type="none"/>
              <a:tailEnd len="med" w="med" type="none"/>
            </a:ln>
          </p:spPr>
        </p:cxnSp>
      </p:grpSp>
      <p:sp>
        <p:nvSpPr>
          <p:cNvPr id="6680" name="Google Shape;6680;p868"/>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681" name="Google Shape;6681;p868"/>
          <p:cNvSpPr txBox="1"/>
          <p:nvPr>
            <p:ph idx="1" type="subTitle"/>
          </p:nvPr>
        </p:nvSpPr>
        <p:spPr>
          <a:xfrm>
            <a:off x="1924988" y="2036825"/>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682" name="Google Shape;6682;p868"/>
          <p:cNvSpPr txBox="1"/>
          <p:nvPr>
            <p:ph idx="2" type="subTitle"/>
          </p:nvPr>
        </p:nvSpPr>
        <p:spPr>
          <a:xfrm>
            <a:off x="1924988" y="1518125"/>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683" name="Google Shape;6683;p868"/>
          <p:cNvSpPr txBox="1"/>
          <p:nvPr>
            <p:ph hasCustomPrompt="1" idx="3" type="title"/>
          </p:nvPr>
        </p:nvSpPr>
        <p:spPr>
          <a:xfrm>
            <a:off x="8197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6684" name="Google Shape;6684;p868"/>
          <p:cNvSpPr txBox="1"/>
          <p:nvPr>
            <p:ph idx="4" type="subTitle"/>
          </p:nvPr>
        </p:nvSpPr>
        <p:spPr>
          <a:xfrm>
            <a:off x="4760188" y="2036825"/>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6685" name="Google Shape;6685;p868"/>
          <p:cNvSpPr txBox="1"/>
          <p:nvPr>
            <p:ph idx="5" type="subTitle"/>
          </p:nvPr>
        </p:nvSpPr>
        <p:spPr>
          <a:xfrm>
            <a:off x="4760188" y="1518125"/>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6686" name="Google Shape;6686;p868"/>
          <p:cNvSpPr txBox="1"/>
          <p:nvPr>
            <p:ph hasCustomPrompt="1" idx="6" type="title"/>
          </p:nvPr>
        </p:nvSpPr>
        <p:spPr>
          <a:xfrm>
            <a:off x="74842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6687" name="Google Shape;6687;p868"/>
          <p:cNvSpPr txBox="1"/>
          <p:nvPr>
            <p:ph idx="7" type="subTitle"/>
          </p:nvPr>
        </p:nvSpPr>
        <p:spPr>
          <a:xfrm>
            <a:off x="1924988" y="3691200"/>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688" name="Google Shape;6688;p868"/>
          <p:cNvSpPr txBox="1"/>
          <p:nvPr>
            <p:ph idx="8" type="subTitle"/>
          </p:nvPr>
        </p:nvSpPr>
        <p:spPr>
          <a:xfrm>
            <a:off x="1924988" y="3172500"/>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689" name="Google Shape;6689;p868"/>
          <p:cNvSpPr txBox="1"/>
          <p:nvPr>
            <p:ph hasCustomPrompt="1" idx="9" type="title"/>
          </p:nvPr>
        </p:nvSpPr>
        <p:spPr>
          <a:xfrm>
            <a:off x="819800" y="346450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6690" name="Google Shape;6690;p868"/>
          <p:cNvSpPr txBox="1"/>
          <p:nvPr>
            <p:ph idx="13" type="subTitle"/>
          </p:nvPr>
        </p:nvSpPr>
        <p:spPr>
          <a:xfrm>
            <a:off x="4760200" y="3673200"/>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6691" name="Google Shape;6691;p868"/>
          <p:cNvSpPr txBox="1"/>
          <p:nvPr>
            <p:ph idx="14" type="subTitle"/>
          </p:nvPr>
        </p:nvSpPr>
        <p:spPr>
          <a:xfrm>
            <a:off x="4760200" y="3154500"/>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6692" name="Google Shape;6692;p868"/>
          <p:cNvSpPr txBox="1"/>
          <p:nvPr>
            <p:ph hasCustomPrompt="1" idx="15" type="title"/>
          </p:nvPr>
        </p:nvSpPr>
        <p:spPr>
          <a:xfrm>
            <a:off x="7488624" y="3475788"/>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8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
    <p:bg>
      <p:bgPr>
        <a:solidFill>
          <a:schemeClr val="dk1"/>
        </a:solidFill>
      </p:bgPr>
    </p:bg>
    <p:spTree>
      <p:nvGrpSpPr>
        <p:cNvPr id="6693" name="Shape 6693"/>
        <p:cNvGrpSpPr/>
        <p:nvPr/>
      </p:nvGrpSpPr>
      <p:grpSpPr>
        <a:xfrm>
          <a:off x="0" y="0"/>
          <a:ext cx="0" cy="0"/>
          <a:chOff x="0" y="0"/>
          <a:chExt cx="0" cy="0"/>
        </a:xfrm>
      </p:grpSpPr>
      <p:grpSp>
        <p:nvGrpSpPr>
          <p:cNvPr id="6694" name="Google Shape;6694;p869"/>
          <p:cNvGrpSpPr/>
          <p:nvPr/>
        </p:nvGrpSpPr>
        <p:grpSpPr>
          <a:xfrm>
            <a:off x="713300" y="539513"/>
            <a:ext cx="7717500" cy="4064400"/>
            <a:chOff x="713225" y="539500"/>
            <a:chExt cx="7717500" cy="4064400"/>
          </a:xfrm>
        </p:grpSpPr>
        <p:cxnSp>
          <p:nvCxnSpPr>
            <p:cNvPr id="6695" name="Google Shape;6695;p869"/>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6696" name="Google Shape;6696;p86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7" name="Google Shape;6697;p869"/>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698" name="Google Shape;6698;p869"/>
          <p:cNvSpPr txBox="1"/>
          <p:nvPr>
            <p:ph idx="1" type="subTitle"/>
          </p:nvPr>
        </p:nvSpPr>
        <p:spPr>
          <a:xfrm>
            <a:off x="897170"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699" name="Google Shape;6699;p869"/>
          <p:cNvSpPr txBox="1"/>
          <p:nvPr>
            <p:ph idx="2" type="subTitle"/>
          </p:nvPr>
        </p:nvSpPr>
        <p:spPr>
          <a:xfrm>
            <a:off x="897170"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700" name="Google Shape;6700;p869"/>
          <p:cNvSpPr txBox="1"/>
          <p:nvPr>
            <p:ph hasCustomPrompt="1" idx="3" type="title"/>
          </p:nvPr>
        </p:nvSpPr>
        <p:spPr>
          <a:xfrm>
            <a:off x="1261666"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6701" name="Google Shape;6701;p869"/>
          <p:cNvSpPr txBox="1"/>
          <p:nvPr>
            <p:ph idx="4" type="subTitle"/>
          </p:nvPr>
        </p:nvSpPr>
        <p:spPr>
          <a:xfrm>
            <a:off x="47527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6702" name="Google Shape;6702;p869"/>
          <p:cNvSpPr txBox="1"/>
          <p:nvPr>
            <p:ph idx="5" type="subTitle"/>
          </p:nvPr>
        </p:nvSpPr>
        <p:spPr>
          <a:xfrm>
            <a:off x="47527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6703" name="Google Shape;6703;p869"/>
          <p:cNvSpPr txBox="1"/>
          <p:nvPr>
            <p:ph hasCustomPrompt="1" idx="6" type="title"/>
          </p:nvPr>
        </p:nvSpPr>
        <p:spPr>
          <a:xfrm>
            <a:off x="5117252"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6704" name="Google Shape;6704;p869"/>
          <p:cNvSpPr txBox="1"/>
          <p:nvPr>
            <p:ph idx="7" type="subTitle"/>
          </p:nvPr>
        </p:nvSpPr>
        <p:spPr>
          <a:xfrm>
            <a:off x="28249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705" name="Google Shape;6705;p869"/>
          <p:cNvSpPr txBox="1"/>
          <p:nvPr>
            <p:ph idx="8" type="subTitle"/>
          </p:nvPr>
        </p:nvSpPr>
        <p:spPr>
          <a:xfrm>
            <a:off x="28249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706" name="Google Shape;6706;p869"/>
          <p:cNvSpPr txBox="1"/>
          <p:nvPr>
            <p:ph hasCustomPrompt="1" idx="9" type="title"/>
          </p:nvPr>
        </p:nvSpPr>
        <p:spPr>
          <a:xfrm>
            <a:off x="3189459"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6707" name="Google Shape;6707;p869"/>
          <p:cNvSpPr txBox="1"/>
          <p:nvPr>
            <p:ph idx="13" type="subTitle"/>
          </p:nvPr>
        </p:nvSpPr>
        <p:spPr>
          <a:xfrm>
            <a:off x="6680545"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6708" name="Google Shape;6708;p869"/>
          <p:cNvSpPr txBox="1"/>
          <p:nvPr>
            <p:ph idx="14" type="subTitle"/>
          </p:nvPr>
        </p:nvSpPr>
        <p:spPr>
          <a:xfrm>
            <a:off x="6680545"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6709" name="Google Shape;6709;p869"/>
          <p:cNvSpPr txBox="1"/>
          <p:nvPr>
            <p:ph hasCustomPrompt="1" idx="15" type="title"/>
          </p:nvPr>
        </p:nvSpPr>
        <p:spPr>
          <a:xfrm>
            <a:off x="7045045" y="1975647"/>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8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dk1"/>
        </a:solidFill>
      </p:bgPr>
    </p:bg>
    <p:spTree>
      <p:nvGrpSpPr>
        <p:cNvPr id="6710" name="Shape 6710"/>
        <p:cNvGrpSpPr/>
        <p:nvPr/>
      </p:nvGrpSpPr>
      <p:grpSpPr>
        <a:xfrm>
          <a:off x="0" y="0"/>
          <a:ext cx="0" cy="0"/>
          <a:chOff x="0" y="0"/>
          <a:chExt cx="0" cy="0"/>
        </a:xfrm>
      </p:grpSpPr>
      <p:sp>
        <p:nvSpPr>
          <p:cNvPr id="6711" name="Google Shape;6711;p87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70"/>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6713" name="Google Shape;6713;p870"/>
          <p:cNvSpPr txBox="1"/>
          <p:nvPr>
            <p:ph hasCustomPrompt="1" idx="2" type="title"/>
          </p:nvPr>
        </p:nvSpPr>
        <p:spPr>
          <a:xfrm>
            <a:off x="1131163" y="96802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6714" name="Google Shape;6714;p870"/>
          <p:cNvSpPr txBox="1"/>
          <p:nvPr>
            <p:ph idx="1" type="subTitle"/>
          </p:nvPr>
        </p:nvSpPr>
        <p:spPr>
          <a:xfrm>
            <a:off x="1131163" y="37284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8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
    <p:bg>
      <p:bgPr>
        <a:solidFill>
          <a:schemeClr val="dk1"/>
        </a:solidFill>
      </p:bgPr>
    </p:bg>
    <p:spTree>
      <p:nvGrpSpPr>
        <p:cNvPr id="6715" name="Shape 6715"/>
        <p:cNvGrpSpPr/>
        <p:nvPr/>
      </p:nvGrpSpPr>
      <p:grpSpPr>
        <a:xfrm>
          <a:off x="0" y="0"/>
          <a:ext cx="0" cy="0"/>
          <a:chOff x="0" y="0"/>
          <a:chExt cx="0" cy="0"/>
        </a:xfrm>
      </p:grpSpPr>
      <p:sp>
        <p:nvSpPr>
          <p:cNvPr id="6716" name="Google Shape;6716;p87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71"/>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6718" name="Google Shape;6718;p871"/>
          <p:cNvSpPr txBox="1"/>
          <p:nvPr>
            <p:ph hasCustomPrompt="1" idx="2" type="title"/>
          </p:nvPr>
        </p:nvSpPr>
        <p:spPr>
          <a:xfrm>
            <a:off x="3496800" y="894025"/>
            <a:ext cx="2150400" cy="1665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6719" name="Google Shape;6719;p871"/>
          <p:cNvSpPr txBox="1"/>
          <p:nvPr>
            <p:ph idx="1" type="subTitle"/>
          </p:nvPr>
        </p:nvSpPr>
        <p:spPr>
          <a:xfrm>
            <a:off x="1896450" y="3802475"/>
            <a:ext cx="53511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8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6720" name="Shape 6720"/>
        <p:cNvGrpSpPr/>
        <p:nvPr/>
      </p:nvGrpSpPr>
      <p:grpSpPr>
        <a:xfrm>
          <a:off x="0" y="0"/>
          <a:ext cx="0" cy="0"/>
          <a:chOff x="0" y="0"/>
          <a:chExt cx="0" cy="0"/>
        </a:xfrm>
      </p:grpSpPr>
      <p:sp>
        <p:nvSpPr>
          <p:cNvPr id="6721" name="Google Shape;6721;p87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72"/>
          <p:cNvSpPr txBox="1"/>
          <p:nvPr>
            <p:ph type="title"/>
          </p:nvPr>
        </p:nvSpPr>
        <p:spPr>
          <a:xfrm>
            <a:off x="1952375" y="3189813"/>
            <a:ext cx="4629600" cy="491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723" name="Google Shape;6723;p872"/>
          <p:cNvSpPr txBox="1"/>
          <p:nvPr>
            <p:ph idx="1" type="subTitle"/>
          </p:nvPr>
        </p:nvSpPr>
        <p:spPr>
          <a:xfrm>
            <a:off x="1952375" y="1995238"/>
            <a:ext cx="4629600" cy="111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8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
    <p:bg>
      <p:bgPr>
        <a:solidFill>
          <a:schemeClr val="dk1"/>
        </a:solidFill>
      </p:bgPr>
    </p:bg>
    <p:spTree>
      <p:nvGrpSpPr>
        <p:cNvPr id="6724" name="Shape 6724"/>
        <p:cNvGrpSpPr/>
        <p:nvPr/>
      </p:nvGrpSpPr>
      <p:grpSpPr>
        <a:xfrm>
          <a:off x="0" y="0"/>
          <a:ext cx="0" cy="0"/>
          <a:chOff x="0" y="0"/>
          <a:chExt cx="0" cy="0"/>
        </a:xfrm>
      </p:grpSpPr>
      <p:sp>
        <p:nvSpPr>
          <p:cNvPr id="6725" name="Google Shape;6725;p873"/>
          <p:cNvSpPr txBox="1"/>
          <p:nvPr>
            <p:ph type="title"/>
          </p:nvPr>
        </p:nvSpPr>
        <p:spPr>
          <a:xfrm>
            <a:off x="713250" y="5395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atin typeface="Roboto"/>
                <a:ea typeface="Roboto"/>
                <a:cs typeface="Roboto"/>
                <a:sym typeface="Roboto"/>
              </a:defRPr>
            </a:lvl1pPr>
            <a:lvl2pPr lvl="1">
              <a:spcBef>
                <a:spcPts val="0"/>
              </a:spcBef>
              <a:spcAft>
                <a:spcPts val="0"/>
              </a:spcAft>
              <a:buSzPts val="2800"/>
              <a:buNone/>
              <a:defRPr>
                <a:latin typeface="Roboto"/>
                <a:ea typeface="Roboto"/>
                <a:cs typeface="Roboto"/>
                <a:sym typeface="Roboto"/>
              </a:defRPr>
            </a:lvl2pPr>
            <a:lvl3pPr lvl="2">
              <a:spcBef>
                <a:spcPts val="0"/>
              </a:spcBef>
              <a:spcAft>
                <a:spcPts val="0"/>
              </a:spcAft>
              <a:buSzPts val="2800"/>
              <a:buNone/>
              <a:defRPr>
                <a:latin typeface="Roboto"/>
                <a:ea typeface="Roboto"/>
                <a:cs typeface="Roboto"/>
                <a:sym typeface="Roboto"/>
              </a:defRPr>
            </a:lvl3pPr>
            <a:lvl4pPr lvl="3">
              <a:spcBef>
                <a:spcPts val="0"/>
              </a:spcBef>
              <a:spcAft>
                <a:spcPts val="0"/>
              </a:spcAft>
              <a:buSzPts val="2800"/>
              <a:buNone/>
              <a:defRPr>
                <a:latin typeface="Roboto"/>
                <a:ea typeface="Roboto"/>
                <a:cs typeface="Roboto"/>
                <a:sym typeface="Roboto"/>
              </a:defRPr>
            </a:lvl4pPr>
            <a:lvl5pPr lvl="4">
              <a:spcBef>
                <a:spcPts val="0"/>
              </a:spcBef>
              <a:spcAft>
                <a:spcPts val="0"/>
              </a:spcAft>
              <a:buSzPts val="2800"/>
              <a:buNone/>
              <a:defRPr>
                <a:latin typeface="Roboto"/>
                <a:ea typeface="Roboto"/>
                <a:cs typeface="Roboto"/>
                <a:sym typeface="Roboto"/>
              </a:defRPr>
            </a:lvl5pPr>
            <a:lvl6pPr lvl="5">
              <a:spcBef>
                <a:spcPts val="0"/>
              </a:spcBef>
              <a:spcAft>
                <a:spcPts val="0"/>
              </a:spcAft>
              <a:buSzPts val="2800"/>
              <a:buNone/>
              <a:defRPr>
                <a:latin typeface="Roboto"/>
                <a:ea typeface="Roboto"/>
                <a:cs typeface="Roboto"/>
                <a:sym typeface="Roboto"/>
              </a:defRPr>
            </a:lvl6pPr>
            <a:lvl7pPr lvl="6">
              <a:spcBef>
                <a:spcPts val="0"/>
              </a:spcBef>
              <a:spcAft>
                <a:spcPts val="0"/>
              </a:spcAft>
              <a:buSzPts val="2800"/>
              <a:buNone/>
              <a:defRPr>
                <a:latin typeface="Roboto"/>
                <a:ea typeface="Roboto"/>
                <a:cs typeface="Roboto"/>
                <a:sym typeface="Roboto"/>
              </a:defRPr>
            </a:lvl7pPr>
            <a:lvl8pPr lvl="7">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6726" name="Google Shape;6726;p87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73"/>
          <p:cNvSpPr txBox="1"/>
          <p:nvPr>
            <p:ph idx="2" type="title"/>
          </p:nvPr>
        </p:nvSpPr>
        <p:spPr>
          <a:xfrm>
            <a:off x="3364525" y="3430088"/>
            <a:ext cx="4629600" cy="491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728" name="Google Shape;6728;p873"/>
          <p:cNvSpPr txBox="1"/>
          <p:nvPr>
            <p:ph idx="1" type="subTitle"/>
          </p:nvPr>
        </p:nvSpPr>
        <p:spPr>
          <a:xfrm>
            <a:off x="3364525" y="2235513"/>
            <a:ext cx="4629600" cy="111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8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0">
    <p:bg>
      <p:bgPr>
        <a:solidFill>
          <a:schemeClr val="dk1"/>
        </a:solidFill>
      </p:bgPr>
    </p:bg>
    <p:spTree>
      <p:nvGrpSpPr>
        <p:cNvPr id="6729" name="Shape 6729"/>
        <p:cNvGrpSpPr/>
        <p:nvPr/>
      </p:nvGrpSpPr>
      <p:grpSpPr>
        <a:xfrm>
          <a:off x="0" y="0"/>
          <a:ext cx="0" cy="0"/>
          <a:chOff x="0" y="0"/>
          <a:chExt cx="0" cy="0"/>
        </a:xfrm>
      </p:grpSpPr>
      <p:sp>
        <p:nvSpPr>
          <p:cNvPr id="6730" name="Google Shape;6730;p87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74"/>
          <p:cNvSpPr txBox="1"/>
          <p:nvPr>
            <p:ph hasCustomPrompt="1" type="title"/>
          </p:nvPr>
        </p:nvSpPr>
        <p:spPr>
          <a:xfrm>
            <a:off x="2070613" y="1505850"/>
            <a:ext cx="4774200" cy="1332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732" name="Google Shape;6732;p874"/>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22">
    <p:bg>
      <p:bgPr>
        <a:solidFill>
          <a:schemeClr val="dk1"/>
        </a:solidFill>
      </p:bgPr>
    </p:bg>
    <p:spTree>
      <p:nvGrpSpPr>
        <p:cNvPr id="6733" name="Shape 6733"/>
        <p:cNvGrpSpPr/>
        <p:nvPr/>
      </p:nvGrpSpPr>
      <p:grpSpPr>
        <a:xfrm>
          <a:off x="0" y="0"/>
          <a:ext cx="0" cy="0"/>
          <a:chOff x="0" y="0"/>
          <a:chExt cx="0" cy="0"/>
        </a:xfrm>
      </p:grpSpPr>
      <p:sp>
        <p:nvSpPr>
          <p:cNvPr id="6734" name="Google Shape;6734;p875"/>
          <p:cNvSpPr txBox="1"/>
          <p:nvPr>
            <p:ph hasCustomPrompt="1" type="title"/>
          </p:nvPr>
        </p:nvSpPr>
        <p:spPr>
          <a:xfrm>
            <a:off x="2337663" y="1768700"/>
            <a:ext cx="2299800" cy="1209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735" name="Google Shape;6735;p875"/>
          <p:cNvSpPr txBox="1"/>
          <p:nvPr>
            <p:ph idx="1" type="subTitle"/>
          </p:nvPr>
        </p:nvSpPr>
        <p:spPr>
          <a:xfrm>
            <a:off x="4989538" y="1768700"/>
            <a:ext cx="3188400" cy="1209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736" name="Google Shape;6736;p875"/>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37" name="Google Shape;6737;p875"/>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6738" name="Google Shape;6738;p875"/>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8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bg>
      <p:bgPr>
        <a:solidFill>
          <a:schemeClr val="dk1"/>
        </a:solidFill>
      </p:bgPr>
    </p:bg>
    <p:spTree>
      <p:nvGrpSpPr>
        <p:cNvPr id="6739" name="Shape 6739"/>
        <p:cNvGrpSpPr/>
        <p:nvPr/>
      </p:nvGrpSpPr>
      <p:grpSpPr>
        <a:xfrm>
          <a:off x="0" y="0"/>
          <a:ext cx="0" cy="0"/>
          <a:chOff x="0" y="0"/>
          <a:chExt cx="0" cy="0"/>
        </a:xfrm>
      </p:grpSpPr>
      <p:sp>
        <p:nvSpPr>
          <p:cNvPr id="6740" name="Google Shape;6740;p876"/>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41" name="Google Shape;6741;p876"/>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6742" name="Google Shape;6742;p87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743" name="Google Shape;6743;p876"/>
          <p:cNvSpPr txBox="1"/>
          <p:nvPr>
            <p:ph hasCustomPrompt="1" idx="2" type="title"/>
          </p:nvPr>
        </p:nvSpPr>
        <p:spPr>
          <a:xfrm>
            <a:off x="1153250" y="1714350"/>
            <a:ext cx="2299800" cy="103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744" name="Google Shape;6744;p876"/>
          <p:cNvSpPr txBox="1"/>
          <p:nvPr>
            <p:ph idx="1" type="subTitle"/>
          </p:nvPr>
        </p:nvSpPr>
        <p:spPr>
          <a:xfrm>
            <a:off x="1153250" y="2750550"/>
            <a:ext cx="2299800" cy="1058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745" name="Google Shape;6745;p876"/>
          <p:cNvSpPr txBox="1"/>
          <p:nvPr>
            <p:ph hasCustomPrompt="1" idx="3" type="title"/>
          </p:nvPr>
        </p:nvSpPr>
        <p:spPr>
          <a:xfrm>
            <a:off x="5006988" y="1378188"/>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746" name="Google Shape;6746;p876"/>
          <p:cNvSpPr txBox="1"/>
          <p:nvPr>
            <p:ph idx="4" type="subTitle"/>
          </p:nvPr>
        </p:nvSpPr>
        <p:spPr>
          <a:xfrm>
            <a:off x="5006988" y="202385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747" name="Google Shape;6747;p876"/>
          <p:cNvSpPr txBox="1"/>
          <p:nvPr>
            <p:ph hasCustomPrompt="1" idx="5" type="title"/>
          </p:nvPr>
        </p:nvSpPr>
        <p:spPr>
          <a:xfrm>
            <a:off x="5006988" y="3133450"/>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748" name="Google Shape;6748;p876"/>
          <p:cNvSpPr txBox="1"/>
          <p:nvPr>
            <p:ph idx="6" type="subTitle"/>
          </p:nvPr>
        </p:nvSpPr>
        <p:spPr>
          <a:xfrm>
            <a:off x="5006988" y="377900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3">
    <p:bg>
      <p:bgPr>
        <a:solidFill>
          <a:schemeClr val="dk1"/>
        </a:solidFill>
      </p:bgPr>
    </p:bg>
    <p:spTree>
      <p:nvGrpSpPr>
        <p:cNvPr id="6749" name="Shape 6749"/>
        <p:cNvGrpSpPr/>
        <p:nvPr/>
      </p:nvGrpSpPr>
      <p:grpSpPr>
        <a:xfrm>
          <a:off x="0" y="0"/>
          <a:ext cx="0" cy="0"/>
          <a:chOff x="0" y="0"/>
          <a:chExt cx="0" cy="0"/>
        </a:xfrm>
      </p:grpSpPr>
      <p:sp>
        <p:nvSpPr>
          <p:cNvPr id="6750" name="Google Shape;6750;p877"/>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51" name="Google Shape;6751;p877"/>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6752" name="Google Shape;6752;p87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753" name="Google Shape;6753;p877"/>
          <p:cNvSpPr txBox="1"/>
          <p:nvPr>
            <p:ph hasCustomPrompt="1" idx="2" type="title"/>
          </p:nvPr>
        </p:nvSpPr>
        <p:spPr>
          <a:xfrm>
            <a:off x="1153250"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754" name="Google Shape;6754;p877"/>
          <p:cNvSpPr txBox="1"/>
          <p:nvPr>
            <p:ph idx="1" type="subTitle"/>
          </p:nvPr>
        </p:nvSpPr>
        <p:spPr>
          <a:xfrm>
            <a:off x="1153250" y="3575299"/>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755" name="Google Shape;6755;p877"/>
          <p:cNvSpPr txBox="1"/>
          <p:nvPr>
            <p:ph hasCustomPrompt="1" idx="3" type="title"/>
          </p:nvPr>
        </p:nvSpPr>
        <p:spPr>
          <a:xfrm>
            <a:off x="3476088"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756" name="Google Shape;6756;p877"/>
          <p:cNvSpPr txBox="1"/>
          <p:nvPr>
            <p:ph idx="4" type="subTitle"/>
          </p:nvPr>
        </p:nvSpPr>
        <p:spPr>
          <a:xfrm>
            <a:off x="3476100" y="3575295"/>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757" name="Google Shape;6757;p877"/>
          <p:cNvSpPr txBox="1"/>
          <p:nvPr>
            <p:ph hasCustomPrompt="1" idx="5" type="title"/>
          </p:nvPr>
        </p:nvSpPr>
        <p:spPr>
          <a:xfrm>
            <a:off x="5798944" y="2777254"/>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6758" name="Google Shape;6758;p877"/>
          <p:cNvSpPr txBox="1"/>
          <p:nvPr>
            <p:ph idx="6" type="subTitle"/>
          </p:nvPr>
        </p:nvSpPr>
        <p:spPr>
          <a:xfrm>
            <a:off x="5798944" y="3575198"/>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_1_1">
    <p:bg>
      <p:bgPr>
        <a:solidFill>
          <a:schemeClr val="dk1"/>
        </a:solidFill>
      </p:bgPr>
    </p:bg>
    <p:spTree>
      <p:nvGrpSpPr>
        <p:cNvPr id="6759" name="Shape 6759"/>
        <p:cNvGrpSpPr/>
        <p:nvPr/>
      </p:nvGrpSpPr>
      <p:grpSpPr>
        <a:xfrm>
          <a:off x="0" y="0"/>
          <a:ext cx="0" cy="0"/>
          <a:chOff x="0" y="0"/>
          <a:chExt cx="0" cy="0"/>
        </a:xfrm>
      </p:grpSpPr>
      <p:grpSp>
        <p:nvGrpSpPr>
          <p:cNvPr id="6760" name="Google Shape;6760;p878"/>
          <p:cNvGrpSpPr/>
          <p:nvPr/>
        </p:nvGrpSpPr>
        <p:grpSpPr>
          <a:xfrm>
            <a:off x="713225" y="539500"/>
            <a:ext cx="7717500" cy="4064400"/>
            <a:chOff x="713225" y="539500"/>
            <a:chExt cx="7717500" cy="4064400"/>
          </a:xfrm>
        </p:grpSpPr>
        <p:sp>
          <p:nvSpPr>
            <p:cNvPr id="6761" name="Google Shape;6761;p87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62" name="Google Shape;6762;p87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763" name="Google Shape;6763;p87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8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_1">
    <p:bg>
      <p:bgPr>
        <a:solidFill>
          <a:schemeClr val="dk1"/>
        </a:solidFill>
      </p:bgPr>
    </p:bg>
    <p:spTree>
      <p:nvGrpSpPr>
        <p:cNvPr id="6764" name="Shape 6764"/>
        <p:cNvGrpSpPr/>
        <p:nvPr/>
      </p:nvGrpSpPr>
      <p:grpSpPr>
        <a:xfrm>
          <a:off x="0" y="0"/>
          <a:ext cx="0" cy="0"/>
          <a:chOff x="0" y="0"/>
          <a:chExt cx="0" cy="0"/>
        </a:xfrm>
      </p:grpSpPr>
      <p:grpSp>
        <p:nvGrpSpPr>
          <p:cNvPr id="6765" name="Google Shape;6765;p879"/>
          <p:cNvGrpSpPr/>
          <p:nvPr/>
        </p:nvGrpSpPr>
        <p:grpSpPr>
          <a:xfrm>
            <a:off x="713225" y="539500"/>
            <a:ext cx="7717500" cy="4064400"/>
            <a:chOff x="713225" y="539500"/>
            <a:chExt cx="7717500" cy="4064400"/>
          </a:xfrm>
        </p:grpSpPr>
        <p:sp>
          <p:nvSpPr>
            <p:cNvPr id="6766" name="Google Shape;6766;p87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67" name="Google Shape;6767;p87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768" name="Google Shape;6768;p879"/>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8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1_1_1">
    <p:bg>
      <p:bgPr>
        <a:solidFill>
          <a:schemeClr val="dk1"/>
        </a:solidFill>
      </p:bgPr>
    </p:bg>
    <p:spTree>
      <p:nvGrpSpPr>
        <p:cNvPr id="6769" name="Shape 6769"/>
        <p:cNvGrpSpPr/>
        <p:nvPr/>
      </p:nvGrpSpPr>
      <p:grpSpPr>
        <a:xfrm>
          <a:off x="0" y="0"/>
          <a:ext cx="0" cy="0"/>
          <a:chOff x="0" y="0"/>
          <a:chExt cx="0" cy="0"/>
        </a:xfrm>
      </p:grpSpPr>
      <p:grpSp>
        <p:nvGrpSpPr>
          <p:cNvPr id="6770" name="Google Shape;6770;p880"/>
          <p:cNvGrpSpPr/>
          <p:nvPr/>
        </p:nvGrpSpPr>
        <p:grpSpPr>
          <a:xfrm>
            <a:off x="713225" y="539500"/>
            <a:ext cx="7717500" cy="4064400"/>
            <a:chOff x="713225" y="539500"/>
            <a:chExt cx="7717500" cy="4064400"/>
          </a:xfrm>
        </p:grpSpPr>
        <p:sp>
          <p:nvSpPr>
            <p:cNvPr id="6771" name="Google Shape;6771;p88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72" name="Google Shape;6772;p88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773" name="Google Shape;6773;p880"/>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8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BLANK_1_1_1_1_1_1_3">
    <p:bg>
      <p:bgPr>
        <a:solidFill>
          <a:schemeClr val="dk1"/>
        </a:solidFill>
      </p:bgPr>
    </p:bg>
    <p:spTree>
      <p:nvGrpSpPr>
        <p:cNvPr id="6774" name="Shape 6774"/>
        <p:cNvGrpSpPr/>
        <p:nvPr/>
      </p:nvGrpSpPr>
      <p:grpSpPr>
        <a:xfrm>
          <a:off x="0" y="0"/>
          <a:ext cx="0" cy="0"/>
          <a:chOff x="0" y="0"/>
          <a:chExt cx="0" cy="0"/>
        </a:xfrm>
      </p:grpSpPr>
      <p:grpSp>
        <p:nvGrpSpPr>
          <p:cNvPr id="6775" name="Google Shape;6775;p881"/>
          <p:cNvGrpSpPr/>
          <p:nvPr/>
        </p:nvGrpSpPr>
        <p:grpSpPr>
          <a:xfrm>
            <a:off x="713225" y="539500"/>
            <a:ext cx="7717500" cy="4064400"/>
            <a:chOff x="713225" y="539500"/>
            <a:chExt cx="7717500" cy="4064400"/>
          </a:xfrm>
        </p:grpSpPr>
        <p:sp>
          <p:nvSpPr>
            <p:cNvPr id="6776" name="Google Shape;6776;p88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77" name="Google Shape;6777;p88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778" name="Google Shape;6778;p881"/>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8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_1_3_1">
    <p:bg>
      <p:bgPr>
        <a:solidFill>
          <a:schemeClr val="dk1"/>
        </a:solidFill>
      </p:bgPr>
    </p:bg>
    <p:spTree>
      <p:nvGrpSpPr>
        <p:cNvPr id="6779" name="Shape 6779"/>
        <p:cNvGrpSpPr/>
        <p:nvPr/>
      </p:nvGrpSpPr>
      <p:grpSpPr>
        <a:xfrm>
          <a:off x="0" y="0"/>
          <a:ext cx="0" cy="0"/>
          <a:chOff x="0" y="0"/>
          <a:chExt cx="0" cy="0"/>
        </a:xfrm>
      </p:grpSpPr>
      <p:grpSp>
        <p:nvGrpSpPr>
          <p:cNvPr id="6780" name="Google Shape;6780;p882"/>
          <p:cNvGrpSpPr/>
          <p:nvPr/>
        </p:nvGrpSpPr>
        <p:grpSpPr>
          <a:xfrm>
            <a:off x="713225" y="539500"/>
            <a:ext cx="7717500" cy="4064400"/>
            <a:chOff x="713225" y="539500"/>
            <a:chExt cx="7717500" cy="4064400"/>
          </a:xfrm>
        </p:grpSpPr>
        <p:sp>
          <p:nvSpPr>
            <p:cNvPr id="6781" name="Google Shape;6781;p88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82" name="Google Shape;6782;p88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783" name="Google Shape;6783;p882"/>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8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0">
    <p:bg>
      <p:bgPr>
        <a:solidFill>
          <a:schemeClr val="dk1"/>
        </a:solidFill>
      </p:bgPr>
    </p:bg>
    <p:spTree>
      <p:nvGrpSpPr>
        <p:cNvPr id="6784" name="Shape 6784"/>
        <p:cNvGrpSpPr/>
        <p:nvPr/>
      </p:nvGrpSpPr>
      <p:grpSpPr>
        <a:xfrm>
          <a:off x="0" y="0"/>
          <a:ext cx="0" cy="0"/>
          <a:chOff x="0" y="0"/>
          <a:chExt cx="0" cy="0"/>
        </a:xfrm>
      </p:grpSpPr>
      <p:sp>
        <p:nvSpPr>
          <p:cNvPr id="6785" name="Google Shape;6785;p88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83"/>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8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_1_1_1_2">
    <p:bg>
      <p:bgPr>
        <a:solidFill>
          <a:schemeClr val="dk1"/>
        </a:solidFill>
      </p:bgPr>
    </p:bg>
    <p:spTree>
      <p:nvGrpSpPr>
        <p:cNvPr id="6787" name="Shape 6787"/>
        <p:cNvGrpSpPr/>
        <p:nvPr/>
      </p:nvGrpSpPr>
      <p:grpSpPr>
        <a:xfrm>
          <a:off x="0" y="0"/>
          <a:ext cx="0" cy="0"/>
          <a:chOff x="0" y="0"/>
          <a:chExt cx="0" cy="0"/>
        </a:xfrm>
      </p:grpSpPr>
      <p:sp>
        <p:nvSpPr>
          <p:cNvPr id="6788" name="Google Shape;6788;p884"/>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84"/>
          <p:cNvSpPr txBox="1"/>
          <p:nvPr>
            <p:ph type="title"/>
          </p:nvPr>
        </p:nvSpPr>
        <p:spPr>
          <a:xfrm>
            <a:off x="1263200" y="1298488"/>
            <a:ext cx="2732700" cy="109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6790" name="Google Shape;6790;p884"/>
          <p:cNvSpPr txBox="1"/>
          <p:nvPr>
            <p:ph idx="1" type="subTitle"/>
          </p:nvPr>
        </p:nvSpPr>
        <p:spPr>
          <a:xfrm>
            <a:off x="1263200" y="2394813"/>
            <a:ext cx="2732700" cy="1541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8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6791" name="Shape 6791"/>
        <p:cNvGrpSpPr/>
        <p:nvPr/>
      </p:nvGrpSpPr>
      <p:grpSpPr>
        <a:xfrm>
          <a:off x="0" y="0"/>
          <a:ext cx="0" cy="0"/>
          <a:chOff x="0" y="0"/>
          <a:chExt cx="0" cy="0"/>
        </a:xfrm>
      </p:grpSpPr>
      <p:sp>
        <p:nvSpPr>
          <p:cNvPr id="6792" name="Google Shape;6792;p885"/>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85"/>
          <p:cNvSpPr txBox="1"/>
          <p:nvPr>
            <p:ph type="title"/>
          </p:nvPr>
        </p:nvSpPr>
        <p:spPr>
          <a:xfrm>
            <a:off x="948875" y="1767400"/>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6794" name="Google Shape;6794;p885"/>
          <p:cNvSpPr txBox="1"/>
          <p:nvPr>
            <p:ph idx="1" type="subTitle"/>
          </p:nvPr>
        </p:nvSpPr>
        <p:spPr>
          <a:xfrm>
            <a:off x="948875" y="2274200"/>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8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1_1_1_2_1_1_1">
    <p:bg>
      <p:bgPr>
        <a:solidFill>
          <a:schemeClr val="dk1"/>
        </a:solidFill>
      </p:bgPr>
    </p:bg>
    <p:spTree>
      <p:nvGrpSpPr>
        <p:cNvPr id="6795" name="Shape 6795"/>
        <p:cNvGrpSpPr/>
        <p:nvPr/>
      </p:nvGrpSpPr>
      <p:grpSpPr>
        <a:xfrm>
          <a:off x="0" y="0"/>
          <a:ext cx="0" cy="0"/>
          <a:chOff x="0" y="0"/>
          <a:chExt cx="0" cy="0"/>
        </a:xfrm>
      </p:grpSpPr>
      <p:grpSp>
        <p:nvGrpSpPr>
          <p:cNvPr id="6796" name="Google Shape;6796;p886"/>
          <p:cNvGrpSpPr/>
          <p:nvPr/>
        </p:nvGrpSpPr>
        <p:grpSpPr>
          <a:xfrm>
            <a:off x="713225" y="539500"/>
            <a:ext cx="7717500" cy="4064400"/>
            <a:chOff x="713225" y="539500"/>
            <a:chExt cx="7717500" cy="4064400"/>
          </a:xfrm>
        </p:grpSpPr>
        <p:sp>
          <p:nvSpPr>
            <p:cNvPr id="6797" name="Google Shape;6797;p88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98" name="Google Shape;6798;p88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799" name="Google Shape;6799;p88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800" name="Google Shape;6800;p886"/>
          <p:cNvSpPr txBox="1"/>
          <p:nvPr>
            <p:ph idx="1" type="subTitle"/>
          </p:nvPr>
        </p:nvSpPr>
        <p:spPr>
          <a:xfrm>
            <a:off x="862402" y="2181950"/>
            <a:ext cx="74778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6801" name="Google Shape;6801;p886"/>
          <p:cNvSpPr txBox="1"/>
          <p:nvPr>
            <p:ph idx="2" type="subTitle"/>
          </p:nvPr>
        </p:nvSpPr>
        <p:spPr>
          <a:xfrm>
            <a:off x="853775" y="2571350"/>
            <a:ext cx="7477800" cy="1937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6802" name="Google Shape;6802;p886"/>
          <p:cNvSpPr txBox="1"/>
          <p:nvPr>
            <p:ph idx="3" type="subTitle"/>
          </p:nvPr>
        </p:nvSpPr>
        <p:spPr>
          <a:xfrm>
            <a:off x="821225" y="1404325"/>
            <a:ext cx="76095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Tree>
  </p:cSld>
  <p:clrMapOvr>
    <a:masterClrMapping/>
  </p:clrMapOvr>
</p:sldLayout>
</file>

<file path=ppt/slideLayouts/slideLayout8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bg>
      <p:bgPr>
        <a:solidFill>
          <a:schemeClr val="dk1"/>
        </a:solidFill>
      </p:bgPr>
    </p:bg>
    <p:spTree>
      <p:nvGrpSpPr>
        <p:cNvPr id="6803" name="Shape 6803"/>
        <p:cNvGrpSpPr/>
        <p:nvPr/>
      </p:nvGrpSpPr>
      <p:grpSpPr>
        <a:xfrm>
          <a:off x="0" y="0"/>
          <a:ext cx="0" cy="0"/>
          <a:chOff x="0" y="0"/>
          <a:chExt cx="0" cy="0"/>
        </a:xfrm>
      </p:grpSpPr>
      <p:sp>
        <p:nvSpPr>
          <p:cNvPr id="6804" name="Google Shape;6804;p887"/>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87"/>
          <p:cNvSpPr txBox="1"/>
          <p:nvPr>
            <p:ph type="title"/>
          </p:nvPr>
        </p:nvSpPr>
        <p:spPr>
          <a:xfrm>
            <a:off x="4762538" y="1024043"/>
            <a:ext cx="3159900" cy="2028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6806" name="Google Shape;6806;p887"/>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8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bg>
      <p:bgPr>
        <a:solidFill>
          <a:schemeClr val="dk1"/>
        </a:solidFill>
      </p:bgPr>
    </p:bg>
    <p:spTree>
      <p:nvGrpSpPr>
        <p:cNvPr id="6807" name="Shape 6807"/>
        <p:cNvGrpSpPr/>
        <p:nvPr/>
      </p:nvGrpSpPr>
      <p:grpSpPr>
        <a:xfrm>
          <a:off x="0" y="0"/>
          <a:ext cx="0" cy="0"/>
          <a:chOff x="0" y="0"/>
          <a:chExt cx="0" cy="0"/>
        </a:xfrm>
      </p:grpSpPr>
      <p:sp>
        <p:nvSpPr>
          <p:cNvPr id="6808" name="Google Shape;6808;p888"/>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88"/>
          <p:cNvSpPr txBox="1"/>
          <p:nvPr>
            <p:ph type="title"/>
          </p:nvPr>
        </p:nvSpPr>
        <p:spPr>
          <a:xfrm>
            <a:off x="954338" y="1773175"/>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6810" name="Google Shape;6810;p888"/>
          <p:cNvSpPr txBox="1"/>
          <p:nvPr>
            <p:ph idx="1" type="subTitle"/>
          </p:nvPr>
        </p:nvSpPr>
        <p:spPr>
          <a:xfrm>
            <a:off x="954338" y="2279975"/>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8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
    <p:bg>
      <p:bgPr>
        <a:solidFill>
          <a:schemeClr val="dk1"/>
        </a:solidFill>
      </p:bgPr>
    </p:bg>
    <p:spTree>
      <p:nvGrpSpPr>
        <p:cNvPr id="6811" name="Shape 6811"/>
        <p:cNvGrpSpPr/>
        <p:nvPr/>
      </p:nvGrpSpPr>
      <p:grpSpPr>
        <a:xfrm>
          <a:off x="0" y="0"/>
          <a:ext cx="0" cy="0"/>
          <a:chOff x="0" y="0"/>
          <a:chExt cx="0" cy="0"/>
        </a:xfrm>
      </p:grpSpPr>
      <p:grpSp>
        <p:nvGrpSpPr>
          <p:cNvPr id="6812" name="Google Shape;6812;p889"/>
          <p:cNvGrpSpPr/>
          <p:nvPr/>
        </p:nvGrpSpPr>
        <p:grpSpPr>
          <a:xfrm>
            <a:off x="713225" y="539500"/>
            <a:ext cx="7717500" cy="4064400"/>
            <a:chOff x="713225" y="539500"/>
            <a:chExt cx="7717500" cy="4064400"/>
          </a:xfrm>
        </p:grpSpPr>
        <p:sp>
          <p:nvSpPr>
            <p:cNvPr id="6813" name="Google Shape;6813;p88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14" name="Google Shape;6814;p88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815" name="Google Shape;6815;p88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816" name="Google Shape;6816;p889"/>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6817" name="Google Shape;6817;p889"/>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6818" name="Google Shape;6818;p889"/>
          <p:cNvSpPr txBox="1"/>
          <p:nvPr>
            <p:ph idx="3" type="subTitle"/>
          </p:nvPr>
        </p:nvSpPr>
        <p:spPr>
          <a:xfrm>
            <a:off x="853775" y="2571192"/>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6819" name="Google Shape;6819;p889"/>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6820" name="Google Shape;6820;p889"/>
          <p:cNvSpPr txBox="1"/>
          <p:nvPr>
            <p:ph idx="5" type="subTitle"/>
          </p:nvPr>
        </p:nvSpPr>
        <p:spPr>
          <a:xfrm>
            <a:off x="4615325" y="2570500"/>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8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1_1_1_1">
    <p:bg>
      <p:bgPr>
        <a:solidFill>
          <a:schemeClr val="dk1"/>
        </a:solidFill>
      </p:bgPr>
    </p:bg>
    <p:spTree>
      <p:nvGrpSpPr>
        <p:cNvPr id="6821" name="Shape 6821"/>
        <p:cNvGrpSpPr/>
        <p:nvPr/>
      </p:nvGrpSpPr>
      <p:grpSpPr>
        <a:xfrm>
          <a:off x="0" y="0"/>
          <a:ext cx="0" cy="0"/>
          <a:chOff x="0" y="0"/>
          <a:chExt cx="0" cy="0"/>
        </a:xfrm>
      </p:grpSpPr>
      <p:grpSp>
        <p:nvGrpSpPr>
          <p:cNvPr id="6822" name="Google Shape;6822;p890"/>
          <p:cNvGrpSpPr/>
          <p:nvPr/>
        </p:nvGrpSpPr>
        <p:grpSpPr>
          <a:xfrm>
            <a:off x="713225" y="539500"/>
            <a:ext cx="7717500" cy="4064400"/>
            <a:chOff x="713225" y="539500"/>
            <a:chExt cx="7717500" cy="4064400"/>
          </a:xfrm>
        </p:grpSpPr>
        <p:sp>
          <p:nvSpPr>
            <p:cNvPr id="6823" name="Google Shape;6823;p89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24" name="Google Shape;6824;p89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825" name="Google Shape;6825;p89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826" name="Google Shape;6826;p890"/>
          <p:cNvSpPr txBox="1"/>
          <p:nvPr>
            <p:ph idx="1" type="subTitle"/>
          </p:nvPr>
        </p:nvSpPr>
        <p:spPr>
          <a:xfrm>
            <a:off x="1422663" y="3527586"/>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827" name="Google Shape;6827;p890"/>
          <p:cNvSpPr txBox="1"/>
          <p:nvPr>
            <p:ph idx="2" type="subTitle"/>
          </p:nvPr>
        </p:nvSpPr>
        <p:spPr>
          <a:xfrm>
            <a:off x="1422663" y="3098062"/>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828" name="Google Shape;6828;p890"/>
          <p:cNvSpPr txBox="1"/>
          <p:nvPr>
            <p:ph idx="3" type="subTitle"/>
          </p:nvPr>
        </p:nvSpPr>
        <p:spPr>
          <a:xfrm>
            <a:off x="5336638" y="3527925"/>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829" name="Google Shape;6829;p890"/>
          <p:cNvSpPr txBox="1"/>
          <p:nvPr>
            <p:ph idx="4" type="subTitle"/>
          </p:nvPr>
        </p:nvSpPr>
        <p:spPr>
          <a:xfrm>
            <a:off x="5336638" y="30980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8">
    <p:bg>
      <p:bgPr>
        <a:solidFill>
          <a:schemeClr val="dk1"/>
        </a:solidFill>
      </p:bgPr>
    </p:bg>
    <p:spTree>
      <p:nvGrpSpPr>
        <p:cNvPr id="6830" name="Shape 6830"/>
        <p:cNvGrpSpPr/>
        <p:nvPr/>
      </p:nvGrpSpPr>
      <p:grpSpPr>
        <a:xfrm>
          <a:off x="0" y="0"/>
          <a:ext cx="0" cy="0"/>
          <a:chOff x="0" y="0"/>
          <a:chExt cx="0" cy="0"/>
        </a:xfrm>
      </p:grpSpPr>
      <p:grpSp>
        <p:nvGrpSpPr>
          <p:cNvPr id="6831" name="Google Shape;6831;p891"/>
          <p:cNvGrpSpPr/>
          <p:nvPr/>
        </p:nvGrpSpPr>
        <p:grpSpPr>
          <a:xfrm>
            <a:off x="713225" y="539500"/>
            <a:ext cx="7717500" cy="4064400"/>
            <a:chOff x="713225" y="539500"/>
            <a:chExt cx="7717500" cy="4064400"/>
          </a:xfrm>
        </p:grpSpPr>
        <p:sp>
          <p:nvSpPr>
            <p:cNvPr id="6832" name="Google Shape;6832;p89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33" name="Google Shape;6833;p89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834" name="Google Shape;6834;p89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835" name="Google Shape;6835;p891"/>
          <p:cNvSpPr txBox="1"/>
          <p:nvPr>
            <p:ph idx="1" type="subTitle"/>
          </p:nvPr>
        </p:nvSpPr>
        <p:spPr>
          <a:xfrm>
            <a:off x="2965993" y="1780597"/>
            <a:ext cx="3506400" cy="80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836" name="Google Shape;6836;p891"/>
          <p:cNvSpPr txBox="1"/>
          <p:nvPr>
            <p:ph idx="2" type="subTitle"/>
          </p:nvPr>
        </p:nvSpPr>
        <p:spPr>
          <a:xfrm>
            <a:off x="2965993" y="1351073"/>
            <a:ext cx="3506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837" name="Google Shape;6837;p891"/>
          <p:cNvSpPr txBox="1"/>
          <p:nvPr>
            <p:ph idx="3" type="subTitle"/>
          </p:nvPr>
        </p:nvSpPr>
        <p:spPr>
          <a:xfrm>
            <a:off x="2280193" y="3541819"/>
            <a:ext cx="3506400" cy="809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838" name="Google Shape;6838;p891"/>
          <p:cNvSpPr txBox="1"/>
          <p:nvPr>
            <p:ph idx="4" type="subTitle"/>
          </p:nvPr>
        </p:nvSpPr>
        <p:spPr>
          <a:xfrm>
            <a:off x="2280193" y="3111944"/>
            <a:ext cx="3506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bg>
      <p:bgPr>
        <a:solidFill>
          <a:schemeClr val="dk1"/>
        </a:solidFill>
      </p:bgPr>
    </p:bg>
    <p:spTree>
      <p:nvGrpSpPr>
        <p:cNvPr id="6839" name="Shape 6839"/>
        <p:cNvGrpSpPr/>
        <p:nvPr/>
      </p:nvGrpSpPr>
      <p:grpSpPr>
        <a:xfrm>
          <a:off x="0" y="0"/>
          <a:ext cx="0" cy="0"/>
          <a:chOff x="0" y="0"/>
          <a:chExt cx="0" cy="0"/>
        </a:xfrm>
      </p:grpSpPr>
      <p:grpSp>
        <p:nvGrpSpPr>
          <p:cNvPr id="6840" name="Google Shape;6840;p892"/>
          <p:cNvGrpSpPr/>
          <p:nvPr/>
        </p:nvGrpSpPr>
        <p:grpSpPr>
          <a:xfrm>
            <a:off x="713225" y="539500"/>
            <a:ext cx="7717500" cy="4064400"/>
            <a:chOff x="713225" y="539500"/>
            <a:chExt cx="7717500" cy="4064400"/>
          </a:xfrm>
        </p:grpSpPr>
        <p:sp>
          <p:nvSpPr>
            <p:cNvPr id="6841" name="Google Shape;6841;p89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42" name="Google Shape;6842;p89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843" name="Google Shape;6843;p89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844" name="Google Shape;6844;p892"/>
          <p:cNvSpPr txBox="1"/>
          <p:nvPr>
            <p:ph idx="1" type="subTitle"/>
          </p:nvPr>
        </p:nvSpPr>
        <p:spPr>
          <a:xfrm>
            <a:off x="1041662" y="2850162"/>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845" name="Google Shape;6845;p892"/>
          <p:cNvSpPr txBox="1"/>
          <p:nvPr>
            <p:ph idx="2" type="subTitle"/>
          </p:nvPr>
        </p:nvSpPr>
        <p:spPr>
          <a:xfrm>
            <a:off x="1041662"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846" name="Google Shape;6846;p892"/>
          <p:cNvSpPr txBox="1"/>
          <p:nvPr>
            <p:ph idx="3" type="subTitle"/>
          </p:nvPr>
        </p:nvSpPr>
        <p:spPr>
          <a:xfrm>
            <a:off x="6437934" y="2850513"/>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847" name="Google Shape;6847;p892"/>
          <p:cNvSpPr txBox="1"/>
          <p:nvPr>
            <p:ph idx="4" type="subTitle"/>
          </p:nvPr>
        </p:nvSpPr>
        <p:spPr>
          <a:xfrm>
            <a:off x="6437934"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6">
    <p:bg>
      <p:bgPr>
        <a:solidFill>
          <a:schemeClr val="dk1"/>
        </a:solidFill>
      </p:bgPr>
    </p:bg>
    <p:spTree>
      <p:nvGrpSpPr>
        <p:cNvPr id="6848" name="Shape 6848"/>
        <p:cNvGrpSpPr/>
        <p:nvPr/>
      </p:nvGrpSpPr>
      <p:grpSpPr>
        <a:xfrm>
          <a:off x="0" y="0"/>
          <a:ext cx="0" cy="0"/>
          <a:chOff x="0" y="0"/>
          <a:chExt cx="0" cy="0"/>
        </a:xfrm>
      </p:grpSpPr>
      <p:grpSp>
        <p:nvGrpSpPr>
          <p:cNvPr id="6849" name="Google Shape;6849;p893"/>
          <p:cNvGrpSpPr/>
          <p:nvPr/>
        </p:nvGrpSpPr>
        <p:grpSpPr>
          <a:xfrm>
            <a:off x="713225" y="539500"/>
            <a:ext cx="7717500" cy="4064400"/>
            <a:chOff x="713225" y="539500"/>
            <a:chExt cx="7717500" cy="4064400"/>
          </a:xfrm>
        </p:grpSpPr>
        <p:sp>
          <p:nvSpPr>
            <p:cNvPr id="6850" name="Google Shape;6850;p89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51" name="Google Shape;6851;p89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852" name="Google Shape;6852;p89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853" name="Google Shape;6853;p893"/>
          <p:cNvSpPr txBox="1"/>
          <p:nvPr>
            <p:ph idx="1" type="subTitle"/>
          </p:nvPr>
        </p:nvSpPr>
        <p:spPr>
          <a:xfrm>
            <a:off x="1425525" y="1808851"/>
            <a:ext cx="2384700" cy="2377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
        <p:nvSpPr>
          <p:cNvPr id="6854" name="Google Shape;6854;p893"/>
          <p:cNvSpPr txBox="1"/>
          <p:nvPr>
            <p:ph idx="2" type="subTitle"/>
          </p:nvPr>
        </p:nvSpPr>
        <p:spPr>
          <a:xfrm>
            <a:off x="5333725" y="1808850"/>
            <a:ext cx="2384700" cy="2356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8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_1_1_1">
    <p:bg>
      <p:bgPr>
        <a:solidFill>
          <a:schemeClr val="dk1"/>
        </a:solidFill>
      </p:bgPr>
    </p:bg>
    <p:spTree>
      <p:nvGrpSpPr>
        <p:cNvPr id="6855" name="Shape 6855"/>
        <p:cNvGrpSpPr/>
        <p:nvPr/>
      </p:nvGrpSpPr>
      <p:grpSpPr>
        <a:xfrm>
          <a:off x="0" y="0"/>
          <a:ext cx="0" cy="0"/>
          <a:chOff x="0" y="0"/>
          <a:chExt cx="0" cy="0"/>
        </a:xfrm>
      </p:grpSpPr>
      <p:grpSp>
        <p:nvGrpSpPr>
          <p:cNvPr id="6856" name="Google Shape;6856;p894"/>
          <p:cNvGrpSpPr/>
          <p:nvPr/>
        </p:nvGrpSpPr>
        <p:grpSpPr>
          <a:xfrm>
            <a:off x="713225" y="539500"/>
            <a:ext cx="7717500" cy="4064400"/>
            <a:chOff x="713225" y="539500"/>
            <a:chExt cx="7717500" cy="4064400"/>
          </a:xfrm>
        </p:grpSpPr>
        <p:sp>
          <p:nvSpPr>
            <p:cNvPr id="6857" name="Google Shape;6857;p89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58" name="Google Shape;6858;p89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859" name="Google Shape;6859;p89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860" name="Google Shape;6860;p894"/>
          <p:cNvSpPr txBox="1"/>
          <p:nvPr>
            <p:ph idx="1" type="subTitle"/>
          </p:nvPr>
        </p:nvSpPr>
        <p:spPr>
          <a:xfrm>
            <a:off x="852300" y="16473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861" name="Google Shape;6861;p894"/>
          <p:cNvSpPr txBox="1"/>
          <p:nvPr>
            <p:ph idx="2" type="subTitle"/>
          </p:nvPr>
        </p:nvSpPr>
        <p:spPr>
          <a:xfrm>
            <a:off x="852300" y="12178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6862" name="Google Shape;6862;p894"/>
          <p:cNvSpPr txBox="1"/>
          <p:nvPr>
            <p:ph idx="3" type="subTitle"/>
          </p:nvPr>
        </p:nvSpPr>
        <p:spPr>
          <a:xfrm>
            <a:off x="852300" y="27819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863" name="Google Shape;6863;p894"/>
          <p:cNvSpPr txBox="1"/>
          <p:nvPr>
            <p:ph idx="4" type="subTitle"/>
          </p:nvPr>
        </p:nvSpPr>
        <p:spPr>
          <a:xfrm>
            <a:off x="852300" y="23524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6864" name="Google Shape;6864;p894"/>
          <p:cNvSpPr txBox="1"/>
          <p:nvPr>
            <p:ph idx="5" type="subTitle"/>
          </p:nvPr>
        </p:nvSpPr>
        <p:spPr>
          <a:xfrm>
            <a:off x="852300" y="3916538"/>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865" name="Google Shape;6865;p894"/>
          <p:cNvSpPr txBox="1"/>
          <p:nvPr>
            <p:ph idx="6" type="subTitle"/>
          </p:nvPr>
        </p:nvSpPr>
        <p:spPr>
          <a:xfrm>
            <a:off x="852300" y="34870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8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bg>
      <p:bgPr>
        <a:solidFill>
          <a:schemeClr val="dk1"/>
        </a:solidFill>
      </p:bgPr>
    </p:bg>
    <p:spTree>
      <p:nvGrpSpPr>
        <p:cNvPr id="6866" name="Shape 6866"/>
        <p:cNvGrpSpPr/>
        <p:nvPr/>
      </p:nvGrpSpPr>
      <p:grpSpPr>
        <a:xfrm>
          <a:off x="0" y="0"/>
          <a:ext cx="0" cy="0"/>
          <a:chOff x="0" y="0"/>
          <a:chExt cx="0" cy="0"/>
        </a:xfrm>
      </p:grpSpPr>
      <p:grpSp>
        <p:nvGrpSpPr>
          <p:cNvPr id="6867" name="Google Shape;6867;p895"/>
          <p:cNvGrpSpPr/>
          <p:nvPr/>
        </p:nvGrpSpPr>
        <p:grpSpPr>
          <a:xfrm>
            <a:off x="713225" y="539500"/>
            <a:ext cx="7717500" cy="4064400"/>
            <a:chOff x="713225" y="539500"/>
            <a:chExt cx="7717500" cy="4064400"/>
          </a:xfrm>
        </p:grpSpPr>
        <p:sp>
          <p:nvSpPr>
            <p:cNvPr id="6868" name="Google Shape;6868;p89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69" name="Google Shape;6869;p89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870" name="Google Shape;6870;p89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871" name="Google Shape;6871;p895"/>
          <p:cNvSpPr txBox="1"/>
          <p:nvPr>
            <p:ph idx="1" type="subTitle"/>
          </p:nvPr>
        </p:nvSpPr>
        <p:spPr>
          <a:xfrm>
            <a:off x="919850"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872" name="Google Shape;6872;p895"/>
          <p:cNvSpPr txBox="1"/>
          <p:nvPr>
            <p:ph idx="2" type="subTitle"/>
          </p:nvPr>
        </p:nvSpPr>
        <p:spPr>
          <a:xfrm>
            <a:off x="919850"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873" name="Google Shape;6873;p895"/>
          <p:cNvSpPr txBox="1"/>
          <p:nvPr>
            <p:ph idx="3" type="subTitle"/>
          </p:nvPr>
        </p:nvSpPr>
        <p:spPr>
          <a:xfrm>
            <a:off x="3500699"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874" name="Google Shape;6874;p895"/>
          <p:cNvSpPr txBox="1"/>
          <p:nvPr>
            <p:ph idx="4" type="subTitle"/>
          </p:nvPr>
        </p:nvSpPr>
        <p:spPr>
          <a:xfrm>
            <a:off x="3500697"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875" name="Google Shape;6875;p895"/>
          <p:cNvSpPr txBox="1"/>
          <p:nvPr>
            <p:ph idx="5" type="subTitle"/>
          </p:nvPr>
        </p:nvSpPr>
        <p:spPr>
          <a:xfrm>
            <a:off x="6069048"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876" name="Google Shape;6876;p895"/>
          <p:cNvSpPr txBox="1"/>
          <p:nvPr>
            <p:ph idx="6" type="subTitle"/>
          </p:nvPr>
        </p:nvSpPr>
        <p:spPr>
          <a:xfrm>
            <a:off x="6069043"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1_1_1_1_1_1">
    <p:bg>
      <p:bgPr>
        <a:solidFill>
          <a:schemeClr val="dk1"/>
        </a:solidFill>
      </p:bgPr>
    </p:bg>
    <p:spTree>
      <p:nvGrpSpPr>
        <p:cNvPr id="6877" name="Shape 6877"/>
        <p:cNvGrpSpPr/>
        <p:nvPr/>
      </p:nvGrpSpPr>
      <p:grpSpPr>
        <a:xfrm>
          <a:off x="0" y="0"/>
          <a:ext cx="0" cy="0"/>
          <a:chOff x="0" y="0"/>
          <a:chExt cx="0" cy="0"/>
        </a:xfrm>
      </p:grpSpPr>
      <p:grpSp>
        <p:nvGrpSpPr>
          <p:cNvPr id="6878" name="Google Shape;6878;p896"/>
          <p:cNvGrpSpPr/>
          <p:nvPr/>
        </p:nvGrpSpPr>
        <p:grpSpPr>
          <a:xfrm>
            <a:off x="713225" y="539500"/>
            <a:ext cx="7717500" cy="4064400"/>
            <a:chOff x="713225" y="539500"/>
            <a:chExt cx="7717500" cy="4064400"/>
          </a:xfrm>
        </p:grpSpPr>
        <p:sp>
          <p:nvSpPr>
            <p:cNvPr id="6879" name="Google Shape;6879;p89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80" name="Google Shape;6880;p89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881" name="Google Shape;6881;p89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882" name="Google Shape;6882;p896"/>
          <p:cNvSpPr txBox="1"/>
          <p:nvPr>
            <p:ph idx="1" type="subTitle"/>
          </p:nvPr>
        </p:nvSpPr>
        <p:spPr>
          <a:xfrm>
            <a:off x="919850" y="28955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883" name="Google Shape;6883;p896"/>
          <p:cNvSpPr txBox="1"/>
          <p:nvPr>
            <p:ph idx="2" type="subTitle"/>
          </p:nvPr>
        </p:nvSpPr>
        <p:spPr>
          <a:xfrm>
            <a:off x="919850" y="23982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884" name="Google Shape;6884;p896"/>
          <p:cNvSpPr txBox="1"/>
          <p:nvPr>
            <p:ph idx="3" type="subTitle"/>
          </p:nvPr>
        </p:nvSpPr>
        <p:spPr>
          <a:xfrm>
            <a:off x="3500700" y="32003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885" name="Google Shape;6885;p896"/>
          <p:cNvSpPr txBox="1"/>
          <p:nvPr>
            <p:ph idx="4" type="subTitle"/>
          </p:nvPr>
        </p:nvSpPr>
        <p:spPr>
          <a:xfrm>
            <a:off x="3500697" y="27030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886" name="Google Shape;6886;p896"/>
          <p:cNvSpPr txBox="1"/>
          <p:nvPr>
            <p:ph idx="5" type="subTitle"/>
          </p:nvPr>
        </p:nvSpPr>
        <p:spPr>
          <a:xfrm>
            <a:off x="6069049" y="35051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887" name="Google Shape;6887;p896"/>
          <p:cNvSpPr txBox="1"/>
          <p:nvPr>
            <p:ph idx="6" type="subTitle"/>
          </p:nvPr>
        </p:nvSpPr>
        <p:spPr>
          <a:xfrm>
            <a:off x="6069043" y="30078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BLANK_1_1_1_1_1_1_1_1_1_1">
    <p:bg>
      <p:bgPr>
        <a:solidFill>
          <a:schemeClr val="dk1"/>
        </a:solidFill>
      </p:bgPr>
    </p:bg>
    <p:spTree>
      <p:nvGrpSpPr>
        <p:cNvPr id="6888" name="Shape 6888"/>
        <p:cNvGrpSpPr/>
        <p:nvPr/>
      </p:nvGrpSpPr>
      <p:grpSpPr>
        <a:xfrm>
          <a:off x="0" y="0"/>
          <a:ext cx="0" cy="0"/>
          <a:chOff x="0" y="0"/>
          <a:chExt cx="0" cy="0"/>
        </a:xfrm>
      </p:grpSpPr>
      <p:grpSp>
        <p:nvGrpSpPr>
          <p:cNvPr id="6889" name="Google Shape;6889;p897"/>
          <p:cNvGrpSpPr/>
          <p:nvPr/>
        </p:nvGrpSpPr>
        <p:grpSpPr>
          <a:xfrm>
            <a:off x="713225" y="539500"/>
            <a:ext cx="7717500" cy="4064400"/>
            <a:chOff x="713225" y="539500"/>
            <a:chExt cx="7717500" cy="4064400"/>
          </a:xfrm>
        </p:grpSpPr>
        <p:sp>
          <p:nvSpPr>
            <p:cNvPr id="6890" name="Google Shape;6890;p89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91" name="Google Shape;6891;p89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892" name="Google Shape;6892;p89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893" name="Google Shape;6893;p897"/>
          <p:cNvSpPr txBox="1"/>
          <p:nvPr>
            <p:ph idx="1" type="subTitle"/>
          </p:nvPr>
        </p:nvSpPr>
        <p:spPr>
          <a:xfrm>
            <a:off x="111297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894" name="Google Shape;6894;p897"/>
          <p:cNvSpPr txBox="1"/>
          <p:nvPr>
            <p:ph idx="2" type="subTitle"/>
          </p:nvPr>
        </p:nvSpPr>
        <p:spPr>
          <a:xfrm>
            <a:off x="111297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895" name="Google Shape;6895;p897"/>
          <p:cNvSpPr txBox="1"/>
          <p:nvPr>
            <p:ph idx="3" type="subTitle"/>
          </p:nvPr>
        </p:nvSpPr>
        <p:spPr>
          <a:xfrm>
            <a:off x="3497250" y="18612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896" name="Google Shape;6896;p897"/>
          <p:cNvSpPr txBox="1"/>
          <p:nvPr>
            <p:ph idx="4" type="subTitle"/>
          </p:nvPr>
        </p:nvSpPr>
        <p:spPr>
          <a:xfrm>
            <a:off x="3497250" y="13639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897" name="Google Shape;6897;p897"/>
          <p:cNvSpPr txBox="1"/>
          <p:nvPr>
            <p:ph idx="5" type="subTitle"/>
          </p:nvPr>
        </p:nvSpPr>
        <p:spPr>
          <a:xfrm>
            <a:off x="588152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898" name="Google Shape;6898;p897"/>
          <p:cNvSpPr txBox="1"/>
          <p:nvPr>
            <p:ph idx="6" type="subTitle"/>
          </p:nvPr>
        </p:nvSpPr>
        <p:spPr>
          <a:xfrm>
            <a:off x="588152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2">
    <p:bg>
      <p:bgPr>
        <a:solidFill>
          <a:schemeClr val="dk1"/>
        </a:solidFill>
      </p:bgPr>
    </p:bg>
    <p:spTree>
      <p:nvGrpSpPr>
        <p:cNvPr id="6899" name="Shape 6899"/>
        <p:cNvGrpSpPr/>
        <p:nvPr/>
      </p:nvGrpSpPr>
      <p:grpSpPr>
        <a:xfrm>
          <a:off x="0" y="0"/>
          <a:ext cx="0" cy="0"/>
          <a:chOff x="0" y="0"/>
          <a:chExt cx="0" cy="0"/>
        </a:xfrm>
      </p:grpSpPr>
      <p:grpSp>
        <p:nvGrpSpPr>
          <p:cNvPr id="6900" name="Google Shape;6900;p898"/>
          <p:cNvGrpSpPr/>
          <p:nvPr/>
        </p:nvGrpSpPr>
        <p:grpSpPr>
          <a:xfrm>
            <a:off x="713225" y="539500"/>
            <a:ext cx="7717500" cy="4064400"/>
            <a:chOff x="713225" y="539500"/>
            <a:chExt cx="7717500" cy="4064400"/>
          </a:xfrm>
        </p:grpSpPr>
        <p:sp>
          <p:nvSpPr>
            <p:cNvPr id="6901" name="Google Shape;6901;p89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02" name="Google Shape;6902;p89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903" name="Google Shape;6903;p89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904" name="Google Shape;6904;p898"/>
          <p:cNvSpPr txBox="1"/>
          <p:nvPr>
            <p:ph idx="1" type="subTitle"/>
          </p:nvPr>
        </p:nvSpPr>
        <p:spPr>
          <a:xfrm>
            <a:off x="945800" y="1875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905" name="Google Shape;6905;p898"/>
          <p:cNvSpPr txBox="1"/>
          <p:nvPr>
            <p:ph idx="2" type="subTitle"/>
          </p:nvPr>
        </p:nvSpPr>
        <p:spPr>
          <a:xfrm>
            <a:off x="945800" y="1446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6906" name="Google Shape;6906;p898"/>
          <p:cNvSpPr txBox="1"/>
          <p:nvPr>
            <p:ph idx="3" type="subTitle"/>
          </p:nvPr>
        </p:nvSpPr>
        <p:spPr>
          <a:xfrm>
            <a:off x="5153800" y="2781950"/>
            <a:ext cx="30444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907" name="Google Shape;6907;p898"/>
          <p:cNvSpPr txBox="1"/>
          <p:nvPr>
            <p:ph idx="4" type="subTitle"/>
          </p:nvPr>
        </p:nvSpPr>
        <p:spPr>
          <a:xfrm>
            <a:off x="5153800" y="2352425"/>
            <a:ext cx="3044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6908" name="Google Shape;6908;p898"/>
          <p:cNvSpPr txBox="1"/>
          <p:nvPr>
            <p:ph idx="5" type="subTitle"/>
          </p:nvPr>
        </p:nvSpPr>
        <p:spPr>
          <a:xfrm>
            <a:off x="945800" y="3687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909" name="Google Shape;6909;p898"/>
          <p:cNvSpPr txBox="1"/>
          <p:nvPr>
            <p:ph idx="6" type="subTitle"/>
          </p:nvPr>
        </p:nvSpPr>
        <p:spPr>
          <a:xfrm>
            <a:off x="945800" y="3258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8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5">
    <p:bg>
      <p:bgPr>
        <a:solidFill>
          <a:schemeClr val="dk1"/>
        </a:solidFill>
      </p:bgPr>
    </p:bg>
    <p:spTree>
      <p:nvGrpSpPr>
        <p:cNvPr id="6910" name="Shape 6910"/>
        <p:cNvGrpSpPr/>
        <p:nvPr/>
      </p:nvGrpSpPr>
      <p:grpSpPr>
        <a:xfrm>
          <a:off x="0" y="0"/>
          <a:ext cx="0" cy="0"/>
          <a:chOff x="0" y="0"/>
          <a:chExt cx="0" cy="0"/>
        </a:xfrm>
      </p:grpSpPr>
      <p:grpSp>
        <p:nvGrpSpPr>
          <p:cNvPr id="6911" name="Google Shape;6911;p899"/>
          <p:cNvGrpSpPr/>
          <p:nvPr/>
        </p:nvGrpSpPr>
        <p:grpSpPr>
          <a:xfrm>
            <a:off x="713225" y="539500"/>
            <a:ext cx="7717500" cy="4064400"/>
            <a:chOff x="713225" y="539500"/>
            <a:chExt cx="7717500" cy="4064400"/>
          </a:xfrm>
        </p:grpSpPr>
        <p:sp>
          <p:nvSpPr>
            <p:cNvPr id="6912" name="Google Shape;6912;p89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13" name="Google Shape;6913;p89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914" name="Google Shape;6914;p89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915" name="Google Shape;6915;p899"/>
          <p:cNvSpPr txBox="1"/>
          <p:nvPr>
            <p:ph idx="1" type="subTitle"/>
          </p:nvPr>
        </p:nvSpPr>
        <p:spPr>
          <a:xfrm>
            <a:off x="1658100" y="1978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916" name="Google Shape;6916;p899"/>
          <p:cNvSpPr txBox="1"/>
          <p:nvPr>
            <p:ph idx="2" type="subTitle"/>
          </p:nvPr>
        </p:nvSpPr>
        <p:spPr>
          <a:xfrm>
            <a:off x="1658100" y="1549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6917" name="Google Shape;6917;p899"/>
          <p:cNvSpPr txBox="1"/>
          <p:nvPr>
            <p:ph idx="3" type="subTitle"/>
          </p:nvPr>
        </p:nvSpPr>
        <p:spPr>
          <a:xfrm>
            <a:off x="1658100" y="2884846"/>
            <a:ext cx="62850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918" name="Google Shape;6918;p899"/>
          <p:cNvSpPr txBox="1"/>
          <p:nvPr>
            <p:ph idx="4" type="subTitle"/>
          </p:nvPr>
        </p:nvSpPr>
        <p:spPr>
          <a:xfrm>
            <a:off x="1658100" y="2455321"/>
            <a:ext cx="62850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6919" name="Google Shape;6919;p899"/>
          <p:cNvSpPr txBox="1"/>
          <p:nvPr>
            <p:ph idx="5" type="subTitle"/>
          </p:nvPr>
        </p:nvSpPr>
        <p:spPr>
          <a:xfrm>
            <a:off x="1658100" y="3790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6920" name="Google Shape;6920;p899"/>
          <p:cNvSpPr txBox="1"/>
          <p:nvPr>
            <p:ph idx="6" type="subTitle"/>
          </p:nvPr>
        </p:nvSpPr>
        <p:spPr>
          <a:xfrm>
            <a:off x="1658100" y="3361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8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24">
    <p:bg>
      <p:bgPr>
        <a:solidFill>
          <a:schemeClr val="dk1"/>
        </a:solidFill>
      </p:bgPr>
    </p:bg>
    <p:spTree>
      <p:nvGrpSpPr>
        <p:cNvPr id="6921" name="Shape 6921"/>
        <p:cNvGrpSpPr/>
        <p:nvPr/>
      </p:nvGrpSpPr>
      <p:grpSpPr>
        <a:xfrm>
          <a:off x="0" y="0"/>
          <a:ext cx="0" cy="0"/>
          <a:chOff x="0" y="0"/>
          <a:chExt cx="0" cy="0"/>
        </a:xfrm>
      </p:grpSpPr>
      <p:grpSp>
        <p:nvGrpSpPr>
          <p:cNvPr id="6922" name="Google Shape;6922;p900"/>
          <p:cNvGrpSpPr/>
          <p:nvPr/>
        </p:nvGrpSpPr>
        <p:grpSpPr>
          <a:xfrm>
            <a:off x="713225" y="539500"/>
            <a:ext cx="7717500" cy="4064400"/>
            <a:chOff x="713225" y="539500"/>
            <a:chExt cx="7717500" cy="4064400"/>
          </a:xfrm>
        </p:grpSpPr>
        <p:sp>
          <p:nvSpPr>
            <p:cNvPr id="6923" name="Google Shape;6923;p90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24" name="Google Shape;6924;p90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925" name="Google Shape;6925;p90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926" name="Google Shape;6926;p900"/>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6927" name="Google Shape;6927;p900"/>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6928" name="Google Shape;6928;p900"/>
          <p:cNvSpPr txBox="1"/>
          <p:nvPr>
            <p:ph idx="3" type="subTitle"/>
          </p:nvPr>
        </p:nvSpPr>
        <p:spPr>
          <a:xfrm>
            <a:off x="853775" y="257119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6929" name="Google Shape;6929;p900"/>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6930" name="Google Shape;6930;p900"/>
          <p:cNvSpPr txBox="1"/>
          <p:nvPr>
            <p:ph idx="5" type="subTitle"/>
          </p:nvPr>
        </p:nvSpPr>
        <p:spPr>
          <a:xfrm>
            <a:off x="4452875" y="2570500"/>
            <a:ext cx="3761700" cy="172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6931" name="Google Shape;6931;p900"/>
          <p:cNvSpPr txBox="1"/>
          <p:nvPr>
            <p:ph idx="6" type="subTitle"/>
          </p:nvPr>
        </p:nvSpPr>
        <p:spPr>
          <a:xfrm>
            <a:off x="853775" y="323750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6932" name="Google Shape;6932;p900"/>
          <p:cNvSpPr txBox="1"/>
          <p:nvPr>
            <p:ph idx="7" type="subTitle"/>
          </p:nvPr>
        </p:nvSpPr>
        <p:spPr>
          <a:xfrm>
            <a:off x="853775" y="362674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8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_1_1_1_1">
    <p:bg>
      <p:bgPr>
        <a:solidFill>
          <a:schemeClr val="dk1"/>
        </a:solidFill>
      </p:bgPr>
    </p:bg>
    <p:spTree>
      <p:nvGrpSpPr>
        <p:cNvPr id="6933" name="Shape 6933"/>
        <p:cNvGrpSpPr/>
        <p:nvPr/>
      </p:nvGrpSpPr>
      <p:grpSpPr>
        <a:xfrm>
          <a:off x="0" y="0"/>
          <a:ext cx="0" cy="0"/>
          <a:chOff x="0" y="0"/>
          <a:chExt cx="0" cy="0"/>
        </a:xfrm>
      </p:grpSpPr>
      <p:grpSp>
        <p:nvGrpSpPr>
          <p:cNvPr id="6934" name="Google Shape;6934;p901"/>
          <p:cNvGrpSpPr/>
          <p:nvPr/>
        </p:nvGrpSpPr>
        <p:grpSpPr>
          <a:xfrm>
            <a:off x="713225" y="539500"/>
            <a:ext cx="7717500" cy="4064400"/>
            <a:chOff x="713225" y="539500"/>
            <a:chExt cx="7717500" cy="4064400"/>
          </a:xfrm>
        </p:grpSpPr>
        <p:sp>
          <p:nvSpPr>
            <p:cNvPr id="6935" name="Google Shape;6935;p90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36" name="Google Shape;6936;p90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937" name="Google Shape;6937;p90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938" name="Google Shape;6938;p901"/>
          <p:cNvSpPr txBox="1"/>
          <p:nvPr>
            <p:ph idx="1" type="subTitle"/>
          </p:nvPr>
        </p:nvSpPr>
        <p:spPr>
          <a:xfrm>
            <a:off x="1112425"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939" name="Google Shape;6939;p901"/>
          <p:cNvSpPr txBox="1"/>
          <p:nvPr>
            <p:ph idx="2" type="subTitle"/>
          </p:nvPr>
        </p:nvSpPr>
        <p:spPr>
          <a:xfrm>
            <a:off x="1112425"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940" name="Google Shape;6940;p901"/>
          <p:cNvSpPr txBox="1"/>
          <p:nvPr>
            <p:ph idx="3" type="subTitle"/>
          </p:nvPr>
        </p:nvSpPr>
        <p:spPr>
          <a:xfrm>
            <a:off x="5584150"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941" name="Google Shape;6941;p901"/>
          <p:cNvSpPr txBox="1"/>
          <p:nvPr>
            <p:ph idx="4" type="subTitle"/>
          </p:nvPr>
        </p:nvSpPr>
        <p:spPr>
          <a:xfrm>
            <a:off x="5584150"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942" name="Google Shape;6942;p901"/>
          <p:cNvSpPr txBox="1"/>
          <p:nvPr>
            <p:ph idx="5" type="subTitle"/>
          </p:nvPr>
        </p:nvSpPr>
        <p:spPr>
          <a:xfrm>
            <a:off x="1112425"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943" name="Google Shape;6943;p901"/>
          <p:cNvSpPr txBox="1"/>
          <p:nvPr>
            <p:ph idx="6" type="subTitle"/>
          </p:nvPr>
        </p:nvSpPr>
        <p:spPr>
          <a:xfrm>
            <a:off x="1112425"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944" name="Google Shape;6944;p901"/>
          <p:cNvSpPr txBox="1"/>
          <p:nvPr>
            <p:ph idx="7" type="subTitle"/>
          </p:nvPr>
        </p:nvSpPr>
        <p:spPr>
          <a:xfrm>
            <a:off x="5584150"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945" name="Google Shape;6945;p901"/>
          <p:cNvSpPr txBox="1"/>
          <p:nvPr>
            <p:ph idx="8" type="subTitle"/>
          </p:nvPr>
        </p:nvSpPr>
        <p:spPr>
          <a:xfrm>
            <a:off x="5584150"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1_1_1_1_1">
    <p:bg>
      <p:bgPr>
        <a:solidFill>
          <a:schemeClr val="dk1"/>
        </a:solidFill>
      </p:bgPr>
    </p:bg>
    <p:spTree>
      <p:nvGrpSpPr>
        <p:cNvPr id="6946" name="Shape 6946"/>
        <p:cNvGrpSpPr/>
        <p:nvPr/>
      </p:nvGrpSpPr>
      <p:grpSpPr>
        <a:xfrm>
          <a:off x="0" y="0"/>
          <a:ext cx="0" cy="0"/>
          <a:chOff x="0" y="0"/>
          <a:chExt cx="0" cy="0"/>
        </a:xfrm>
      </p:grpSpPr>
      <p:grpSp>
        <p:nvGrpSpPr>
          <p:cNvPr id="6947" name="Google Shape;6947;p902"/>
          <p:cNvGrpSpPr/>
          <p:nvPr/>
        </p:nvGrpSpPr>
        <p:grpSpPr>
          <a:xfrm>
            <a:off x="713300" y="539550"/>
            <a:ext cx="7717500" cy="4064400"/>
            <a:chOff x="713300" y="539550"/>
            <a:chExt cx="7717500" cy="4064400"/>
          </a:xfrm>
        </p:grpSpPr>
        <p:cxnSp>
          <p:nvCxnSpPr>
            <p:cNvPr id="6948" name="Google Shape;6948;p902"/>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6949" name="Google Shape;6949;p902"/>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50" name="Google Shape;6950;p90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951" name="Google Shape;6951;p902"/>
          <p:cNvSpPr txBox="1"/>
          <p:nvPr>
            <p:ph idx="1" type="subTitle"/>
          </p:nvPr>
        </p:nvSpPr>
        <p:spPr>
          <a:xfrm>
            <a:off x="10166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952" name="Google Shape;6952;p902"/>
          <p:cNvSpPr txBox="1"/>
          <p:nvPr>
            <p:ph idx="2" type="subTitle"/>
          </p:nvPr>
        </p:nvSpPr>
        <p:spPr>
          <a:xfrm>
            <a:off x="10166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953" name="Google Shape;6953;p902"/>
          <p:cNvSpPr txBox="1"/>
          <p:nvPr>
            <p:ph idx="3" type="subTitle"/>
          </p:nvPr>
        </p:nvSpPr>
        <p:spPr>
          <a:xfrm>
            <a:off x="10166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954" name="Google Shape;6954;p902"/>
          <p:cNvSpPr txBox="1"/>
          <p:nvPr>
            <p:ph idx="4" type="subTitle"/>
          </p:nvPr>
        </p:nvSpPr>
        <p:spPr>
          <a:xfrm>
            <a:off x="10166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955" name="Google Shape;6955;p902"/>
          <p:cNvSpPr txBox="1"/>
          <p:nvPr>
            <p:ph idx="5" type="subTitle"/>
          </p:nvPr>
        </p:nvSpPr>
        <p:spPr>
          <a:xfrm>
            <a:off x="48094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956" name="Google Shape;6956;p902"/>
          <p:cNvSpPr txBox="1"/>
          <p:nvPr>
            <p:ph idx="6" type="subTitle"/>
          </p:nvPr>
        </p:nvSpPr>
        <p:spPr>
          <a:xfrm>
            <a:off x="48094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957" name="Google Shape;6957;p902"/>
          <p:cNvSpPr txBox="1"/>
          <p:nvPr>
            <p:ph idx="7" type="subTitle"/>
          </p:nvPr>
        </p:nvSpPr>
        <p:spPr>
          <a:xfrm>
            <a:off x="48094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958" name="Google Shape;6958;p902"/>
          <p:cNvSpPr txBox="1"/>
          <p:nvPr>
            <p:ph idx="8" type="subTitle"/>
          </p:nvPr>
        </p:nvSpPr>
        <p:spPr>
          <a:xfrm>
            <a:off x="48094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1_1_1_1_1_1_1_1_1">
    <p:bg>
      <p:bgPr>
        <a:solidFill>
          <a:schemeClr val="dk1"/>
        </a:solidFill>
      </p:bgPr>
    </p:bg>
    <p:spTree>
      <p:nvGrpSpPr>
        <p:cNvPr id="6959" name="Shape 6959"/>
        <p:cNvGrpSpPr/>
        <p:nvPr/>
      </p:nvGrpSpPr>
      <p:grpSpPr>
        <a:xfrm>
          <a:off x="0" y="0"/>
          <a:ext cx="0" cy="0"/>
          <a:chOff x="0" y="0"/>
          <a:chExt cx="0" cy="0"/>
        </a:xfrm>
      </p:grpSpPr>
      <p:grpSp>
        <p:nvGrpSpPr>
          <p:cNvPr id="6960" name="Google Shape;6960;p903"/>
          <p:cNvGrpSpPr/>
          <p:nvPr/>
        </p:nvGrpSpPr>
        <p:grpSpPr>
          <a:xfrm>
            <a:off x="713225" y="539500"/>
            <a:ext cx="7717500" cy="4064400"/>
            <a:chOff x="713225" y="539500"/>
            <a:chExt cx="7717500" cy="4064400"/>
          </a:xfrm>
        </p:grpSpPr>
        <p:sp>
          <p:nvSpPr>
            <p:cNvPr id="6961" name="Google Shape;6961;p90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62" name="Google Shape;6962;p90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963" name="Google Shape;6963;p90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964" name="Google Shape;6964;p903"/>
          <p:cNvSpPr txBox="1"/>
          <p:nvPr>
            <p:ph idx="1" type="subTitle"/>
          </p:nvPr>
        </p:nvSpPr>
        <p:spPr>
          <a:xfrm>
            <a:off x="8844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965" name="Google Shape;6965;p903"/>
          <p:cNvSpPr txBox="1"/>
          <p:nvPr>
            <p:ph idx="2" type="subTitle"/>
          </p:nvPr>
        </p:nvSpPr>
        <p:spPr>
          <a:xfrm>
            <a:off x="884474"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966" name="Google Shape;6966;p903"/>
          <p:cNvSpPr txBox="1"/>
          <p:nvPr>
            <p:ph idx="3" type="subTitle"/>
          </p:nvPr>
        </p:nvSpPr>
        <p:spPr>
          <a:xfrm>
            <a:off x="2767708"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967" name="Google Shape;6967;p903"/>
          <p:cNvSpPr txBox="1"/>
          <p:nvPr>
            <p:ph idx="4" type="subTitle"/>
          </p:nvPr>
        </p:nvSpPr>
        <p:spPr>
          <a:xfrm>
            <a:off x="2767709"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968" name="Google Shape;6968;p903"/>
          <p:cNvSpPr txBox="1"/>
          <p:nvPr>
            <p:ph idx="5" type="subTitle"/>
          </p:nvPr>
        </p:nvSpPr>
        <p:spPr>
          <a:xfrm>
            <a:off x="4650942"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969" name="Google Shape;6969;p903"/>
          <p:cNvSpPr txBox="1"/>
          <p:nvPr>
            <p:ph idx="6" type="subTitle"/>
          </p:nvPr>
        </p:nvSpPr>
        <p:spPr>
          <a:xfrm>
            <a:off x="4650945"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970" name="Google Shape;6970;p903"/>
          <p:cNvSpPr txBox="1"/>
          <p:nvPr>
            <p:ph idx="7" type="subTitle"/>
          </p:nvPr>
        </p:nvSpPr>
        <p:spPr>
          <a:xfrm>
            <a:off x="65341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971" name="Google Shape;6971;p903"/>
          <p:cNvSpPr txBox="1"/>
          <p:nvPr>
            <p:ph idx="8" type="subTitle"/>
          </p:nvPr>
        </p:nvSpPr>
        <p:spPr>
          <a:xfrm>
            <a:off x="6534180"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7">
    <p:bg>
      <p:bgPr>
        <a:solidFill>
          <a:schemeClr val="dk1"/>
        </a:solidFill>
      </p:bgPr>
    </p:bg>
    <p:spTree>
      <p:nvGrpSpPr>
        <p:cNvPr id="6972" name="Shape 6972"/>
        <p:cNvGrpSpPr/>
        <p:nvPr/>
      </p:nvGrpSpPr>
      <p:grpSpPr>
        <a:xfrm>
          <a:off x="0" y="0"/>
          <a:ext cx="0" cy="0"/>
          <a:chOff x="0" y="0"/>
          <a:chExt cx="0" cy="0"/>
        </a:xfrm>
      </p:grpSpPr>
      <p:grpSp>
        <p:nvGrpSpPr>
          <p:cNvPr id="6973" name="Google Shape;6973;p904"/>
          <p:cNvGrpSpPr/>
          <p:nvPr/>
        </p:nvGrpSpPr>
        <p:grpSpPr>
          <a:xfrm>
            <a:off x="713225" y="539500"/>
            <a:ext cx="7717500" cy="4064400"/>
            <a:chOff x="713225" y="539500"/>
            <a:chExt cx="7717500" cy="4064400"/>
          </a:xfrm>
        </p:grpSpPr>
        <p:sp>
          <p:nvSpPr>
            <p:cNvPr id="6974" name="Google Shape;6974;p90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75" name="Google Shape;6975;p90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976" name="Google Shape;6976;p90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977" name="Google Shape;6977;p904"/>
          <p:cNvSpPr txBox="1"/>
          <p:nvPr>
            <p:ph idx="1" type="subTitle"/>
          </p:nvPr>
        </p:nvSpPr>
        <p:spPr>
          <a:xfrm>
            <a:off x="1909431" y="1906051"/>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978" name="Google Shape;6978;p904"/>
          <p:cNvSpPr txBox="1"/>
          <p:nvPr>
            <p:ph idx="2" type="subTitle"/>
          </p:nvPr>
        </p:nvSpPr>
        <p:spPr>
          <a:xfrm>
            <a:off x="1909431" y="1387350"/>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979" name="Google Shape;6979;p904"/>
          <p:cNvSpPr txBox="1"/>
          <p:nvPr>
            <p:ph idx="3" type="subTitle"/>
          </p:nvPr>
        </p:nvSpPr>
        <p:spPr>
          <a:xfrm>
            <a:off x="4971369" y="1906050"/>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980" name="Google Shape;6980;p904"/>
          <p:cNvSpPr txBox="1"/>
          <p:nvPr>
            <p:ph idx="4" type="subTitle"/>
          </p:nvPr>
        </p:nvSpPr>
        <p:spPr>
          <a:xfrm>
            <a:off x="4971369" y="1387350"/>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981" name="Google Shape;6981;p904"/>
          <p:cNvSpPr txBox="1"/>
          <p:nvPr>
            <p:ph idx="5" type="subTitle"/>
          </p:nvPr>
        </p:nvSpPr>
        <p:spPr>
          <a:xfrm>
            <a:off x="1909431" y="3654425"/>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982" name="Google Shape;6982;p904"/>
          <p:cNvSpPr txBox="1"/>
          <p:nvPr>
            <p:ph idx="6" type="subTitle"/>
          </p:nvPr>
        </p:nvSpPr>
        <p:spPr>
          <a:xfrm>
            <a:off x="1909431" y="3135724"/>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983" name="Google Shape;6983;p904"/>
          <p:cNvSpPr txBox="1"/>
          <p:nvPr>
            <p:ph idx="7" type="subTitle"/>
          </p:nvPr>
        </p:nvSpPr>
        <p:spPr>
          <a:xfrm>
            <a:off x="4971369" y="3654424"/>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6984" name="Google Shape;6984;p904"/>
          <p:cNvSpPr txBox="1"/>
          <p:nvPr>
            <p:ph idx="8" type="subTitle"/>
          </p:nvPr>
        </p:nvSpPr>
        <p:spPr>
          <a:xfrm>
            <a:off x="4971369" y="3135724"/>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1_1_1_1_1_2">
    <p:bg>
      <p:bgPr>
        <a:solidFill>
          <a:schemeClr val="dk1"/>
        </a:solidFill>
      </p:bgPr>
    </p:bg>
    <p:spTree>
      <p:nvGrpSpPr>
        <p:cNvPr id="6985" name="Shape 6985"/>
        <p:cNvGrpSpPr/>
        <p:nvPr/>
      </p:nvGrpSpPr>
      <p:grpSpPr>
        <a:xfrm>
          <a:off x="0" y="0"/>
          <a:ext cx="0" cy="0"/>
          <a:chOff x="0" y="0"/>
          <a:chExt cx="0" cy="0"/>
        </a:xfrm>
      </p:grpSpPr>
      <p:grpSp>
        <p:nvGrpSpPr>
          <p:cNvPr id="6986" name="Google Shape;6986;p905"/>
          <p:cNvGrpSpPr/>
          <p:nvPr/>
        </p:nvGrpSpPr>
        <p:grpSpPr>
          <a:xfrm>
            <a:off x="713225" y="539500"/>
            <a:ext cx="7717500" cy="4064400"/>
            <a:chOff x="713225" y="539500"/>
            <a:chExt cx="7717500" cy="4064400"/>
          </a:xfrm>
        </p:grpSpPr>
        <p:sp>
          <p:nvSpPr>
            <p:cNvPr id="6987" name="Google Shape;6987;p90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88" name="Google Shape;6988;p90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6989" name="Google Shape;6989;p90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6990" name="Google Shape;6990;p905"/>
          <p:cNvSpPr txBox="1"/>
          <p:nvPr>
            <p:ph idx="1" type="subTitle"/>
          </p:nvPr>
        </p:nvSpPr>
        <p:spPr>
          <a:xfrm>
            <a:off x="95812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991" name="Google Shape;6991;p905"/>
          <p:cNvSpPr txBox="1"/>
          <p:nvPr>
            <p:ph idx="2" type="subTitle"/>
          </p:nvPr>
        </p:nvSpPr>
        <p:spPr>
          <a:xfrm>
            <a:off x="95812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992" name="Google Shape;6992;p905"/>
          <p:cNvSpPr txBox="1"/>
          <p:nvPr>
            <p:ph idx="3" type="subTitle"/>
          </p:nvPr>
        </p:nvSpPr>
        <p:spPr>
          <a:xfrm>
            <a:off x="3420000"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993" name="Google Shape;6993;p905"/>
          <p:cNvSpPr txBox="1"/>
          <p:nvPr>
            <p:ph idx="4" type="subTitle"/>
          </p:nvPr>
        </p:nvSpPr>
        <p:spPr>
          <a:xfrm>
            <a:off x="3420000"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994" name="Google Shape;6994;p905"/>
          <p:cNvSpPr txBox="1"/>
          <p:nvPr>
            <p:ph idx="5" type="subTitle"/>
          </p:nvPr>
        </p:nvSpPr>
        <p:spPr>
          <a:xfrm>
            <a:off x="588187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995" name="Google Shape;6995;p905"/>
          <p:cNvSpPr txBox="1"/>
          <p:nvPr>
            <p:ph idx="6" type="subTitle"/>
          </p:nvPr>
        </p:nvSpPr>
        <p:spPr>
          <a:xfrm>
            <a:off x="588187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996" name="Google Shape;6996;p905"/>
          <p:cNvSpPr txBox="1"/>
          <p:nvPr>
            <p:ph idx="7" type="subTitle"/>
          </p:nvPr>
        </p:nvSpPr>
        <p:spPr>
          <a:xfrm>
            <a:off x="2189050"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997" name="Google Shape;6997;p905"/>
          <p:cNvSpPr txBox="1"/>
          <p:nvPr>
            <p:ph idx="8" type="subTitle"/>
          </p:nvPr>
        </p:nvSpPr>
        <p:spPr>
          <a:xfrm>
            <a:off x="2189050"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998" name="Google Shape;6998;p905"/>
          <p:cNvSpPr txBox="1"/>
          <p:nvPr>
            <p:ph idx="9" type="subTitle"/>
          </p:nvPr>
        </p:nvSpPr>
        <p:spPr>
          <a:xfrm>
            <a:off x="4650925"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6999" name="Google Shape;6999;p905"/>
          <p:cNvSpPr txBox="1"/>
          <p:nvPr>
            <p:ph idx="13" type="subTitle"/>
          </p:nvPr>
        </p:nvSpPr>
        <p:spPr>
          <a:xfrm>
            <a:off x="4650925"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_1_1_1_1_1_1">
    <p:bg>
      <p:bgPr>
        <a:solidFill>
          <a:schemeClr val="dk1"/>
        </a:solidFill>
      </p:bgPr>
    </p:bg>
    <p:spTree>
      <p:nvGrpSpPr>
        <p:cNvPr id="7000" name="Shape 7000"/>
        <p:cNvGrpSpPr/>
        <p:nvPr/>
      </p:nvGrpSpPr>
      <p:grpSpPr>
        <a:xfrm>
          <a:off x="0" y="0"/>
          <a:ext cx="0" cy="0"/>
          <a:chOff x="0" y="0"/>
          <a:chExt cx="0" cy="0"/>
        </a:xfrm>
      </p:grpSpPr>
      <p:grpSp>
        <p:nvGrpSpPr>
          <p:cNvPr id="7001" name="Google Shape;7001;p906"/>
          <p:cNvGrpSpPr/>
          <p:nvPr/>
        </p:nvGrpSpPr>
        <p:grpSpPr>
          <a:xfrm>
            <a:off x="713225" y="539500"/>
            <a:ext cx="7717500" cy="4064400"/>
            <a:chOff x="713225" y="539500"/>
            <a:chExt cx="7717500" cy="4064400"/>
          </a:xfrm>
        </p:grpSpPr>
        <p:sp>
          <p:nvSpPr>
            <p:cNvPr id="7002" name="Google Shape;7002;p90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03" name="Google Shape;7003;p90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004" name="Google Shape;7004;p90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005" name="Google Shape;7005;p906"/>
          <p:cNvSpPr txBox="1"/>
          <p:nvPr>
            <p:ph idx="1" type="subTitle"/>
          </p:nvPr>
        </p:nvSpPr>
        <p:spPr>
          <a:xfrm>
            <a:off x="1134425"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006" name="Google Shape;7006;p906"/>
          <p:cNvSpPr txBox="1"/>
          <p:nvPr>
            <p:ph idx="2" type="subTitle"/>
          </p:nvPr>
        </p:nvSpPr>
        <p:spPr>
          <a:xfrm>
            <a:off x="113442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07" name="Google Shape;7007;p906"/>
          <p:cNvSpPr txBox="1"/>
          <p:nvPr>
            <p:ph idx="3" type="subTitle"/>
          </p:nvPr>
        </p:nvSpPr>
        <p:spPr>
          <a:xfrm>
            <a:off x="3495738"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008" name="Google Shape;7008;p906"/>
          <p:cNvSpPr txBox="1"/>
          <p:nvPr>
            <p:ph idx="4" type="subTitle"/>
          </p:nvPr>
        </p:nvSpPr>
        <p:spPr>
          <a:xfrm>
            <a:off x="3495750"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09" name="Google Shape;7009;p906"/>
          <p:cNvSpPr txBox="1"/>
          <p:nvPr>
            <p:ph idx="5" type="subTitle"/>
          </p:nvPr>
        </p:nvSpPr>
        <p:spPr>
          <a:xfrm>
            <a:off x="5857051"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010" name="Google Shape;7010;p906"/>
          <p:cNvSpPr txBox="1"/>
          <p:nvPr>
            <p:ph idx="6" type="subTitle"/>
          </p:nvPr>
        </p:nvSpPr>
        <p:spPr>
          <a:xfrm>
            <a:off x="585707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11" name="Google Shape;7011;p906"/>
          <p:cNvSpPr txBox="1"/>
          <p:nvPr>
            <p:ph idx="7" type="subTitle"/>
          </p:nvPr>
        </p:nvSpPr>
        <p:spPr>
          <a:xfrm>
            <a:off x="1134425"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012" name="Google Shape;7012;p906"/>
          <p:cNvSpPr txBox="1"/>
          <p:nvPr>
            <p:ph idx="8" type="subTitle"/>
          </p:nvPr>
        </p:nvSpPr>
        <p:spPr>
          <a:xfrm>
            <a:off x="113442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13" name="Google Shape;7013;p906"/>
          <p:cNvSpPr txBox="1"/>
          <p:nvPr>
            <p:ph idx="9" type="subTitle"/>
          </p:nvPr>
        </p:nvSpPr>
        <p:spPr>
          <a:xfrm>
            <a:off x="3495738"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014" name="Google Shape;7014;p906"/>
          <p:cNvSpPr txBox="1"/>
          <p:nvPr>
            <p:ph idx="13" type="subTitle"/>
          </p:nvPr>
        </p:nvSpPr>
        <p:spPr>
          <a:xfrm>
            <a:off x="3495750"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15" name="Google Shape;7015;p906"/>
          <p:cNvSpPr txBox="1"/>
          <p:nvPr>
            <p:ph idx="14" type="subTitle"/>
          </p:nvPr>
        </p:nvSpPr>
        <p:spPr>
          <a:xfrm>
            <a:off x="5857051"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016" name="Google Shape;7016;p906"/>
          <p:cNvSpPr txBox="1"/>
          <p:nvPr>
            <p:ph idx="15" type="subTitle"/>
          </p:nvPr>
        </p:nvSpPr>
        <p:spPr>
          <a:xfrm>
            <a:off x="585707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21">
    <p:bg>
      <p:bgPr>
        <a:solidFill>
          <a:schemeClr val="dk1"/>
        </a:solidFill>
      </p:bgPr>
    </p:bg>
    <p:spTree>
      <p:nvGrpSpPr>
        <p:cNvPr id="7017" name="Shape 7017"/>
        <p:cNvGrpSpPr/>
        <p:nvPr/>
      </p:nvGrpSpPr>
      <p:grpSpPr>
        <a:xfrm>
          <a:off x="0" y="0"/>
          <a:ext cx="0" cy="0"/>
          <a:chOff x="0" y="0"/>
          <a:chExt cx="0" cy="0"/>
        </a:xfrm>
      </p:grpSpPr>
      <p:grpSp>
        <p:nvGrpSpPr>
          <p:cNvPr id="7018" name="Google Shape;7018;p907"/>
          <p:cNvGrpSpPr/>
          <p:nvPr/>
        </p:nvGrpSpPr>
        <p:grpSpPr>
          <a:xfrm>
            <a:off x="713225" y="539500"/>
            <a:ext cx="7717500" cy="4064400"/>
            <a:chOff x="713225" y="539500"/>
            <a:chExt cx="7717500" cy="4064400"/>
          </a:xfrm>
        </p:grpSpPr>
        <p:sp>
          <p:nvSpPr>
            <p:cNvPr id="7019" name="Google Shape;7019;p90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20" name="Google Shape;7020;p90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021" name="Google Shape;7021;p90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022" name="Google Shape;7022;p907"/>
          <p:cNvSpPr txBox="1"/>
          <p:nvPr>
            <p:ph idx="1" type="subTitle"/>
          </p:nvPr>
        </p:nvSpPr>
        <p:spPr>
          <a:xfrm>
            <a:off x="1059065"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023" name="Google Shape;7023;p907"/>
          <p:cNvSpPr txBox="1"/>
          <p:nvPr>
            <p:ph idx="2" type="subTitle"/>
          </p:nvPr>
        </p:nvSpPr>
        <p:spPr>
          <a:xfrm>
            <a:off x="1059065"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24" name="Google Shape;7024;p907"/>
          <p:cNvSpPr txBox="1"/>
          <p:nvPr>
            <p:ph idx="3" type="subTitle"/>
          </p:nvPr>
        </p:nvSpPr>
        <p:spPr>
          <a:xfrm>
            <a:off x="1059052" y="2806879"/>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025" name="Google Shape;7025;p907"/>
          <p:cNvSpPr txBox="1"/>
          <p:nvPr>
            <p:ph idx="4" type="subTitle"/>
          </p:nvPr>
        </p:nvSpPr>
        <p:spPr>
          <a:xfrm>
            <a:off x="1059070" y="2454554"/>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26" name="Google Shape;7026;p907"/>
          <p:cNvSpPr txBox="1"/>
          <p:nvPr>
            <p:ph idx="5" type="subTitle"/>
          </p:nvPr>
        </p:nvSpPr>
        <p:spPr>
          <a:xfrm>
            <a:off x="5042599"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027" name="Google Shape;7027;p907"/>
          <p:cNvSpPr txBox="1"/>
          <p:nvPr>
            <p:ph idx="6" type="subTitle"/>
          </p:nvPr>
        </p:nvSpPr>
        <p:spPr>
          <a:xfrm>
            <a:off x="5042634"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28" name="Google Shape;7028;p907"/>
          <p:cNvSpPr txBox="1"/>
          <p:nvPr>
            <p:ph idx="7" type="subTitle"/>
          </p:nvPr>
        </p:nvSpPr>
        <p:spPr>
          <a:xfrm>
            <a:off x="1059065"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029" name="Google Shape;7029;p907"/>
          <p:cNvSpPr txBox="1"/>
          <p:nvPr>
            <p:ph idx="8" type="subTitle"/>
          </p:nvPr>
        </p:nvSpPr>
        <p:spPr>
          <a:xfrm>
            <a:off x="1059065"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30" name="Google Shape;7030;p907"/>
          <p:cNvSpPr txBox="1"/>
          <p:nvPr>
            <p:ph idx="9" type="subTitle"/>
          </p:nvPr>
        </p:nvSpPr>
        <p:spPr>
          <a:xfrm>
            <a:off x="5042630" y="2806867"/>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031" name="Google Shape;7031;p907"/>
          <p:cNvSpPr txBox="1"/>
          <p:nvPr>
            <p:ph idx="13" type="subTitle"/>
          </p:nvPr>
        </p:nvSpPr>
        <p:spPr>
          <a:xfrm>
            <a:off x="5042648" y="24545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32" name="Google Shape;7032;p907"/>
          <p:cNvSpPr txBox="1"/>
          <p:nvPr>
            <p:ph idx="14" type="subTitle"/>
          </p:nvPr>
        </p:nvSpPr>
        <p:spPr>
          <a:xfrm>
            <a:off x="5042599"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033" name="Google Shape;7033;p907"/>
          <p:cNvSpPr txBox="1"/>
          <p:nvPr>
            <p:ph idx="15" type="subTitle"/>
          </p:nvPr>
        </p:nvSpPr>
        <p:spPr>
          <a:xfrm>
            <a:off x="5042634"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_1_1_1_1_1">
    <p:bg>
      <p:bgPr>
        <a:solidFill>
          <a:schemeClr val="dk1"/>
        </a:solidFill>
      </p:bgPr>
    </p:bg>
    <p:spTree>
      <p:nvGrpSpPr>
        <p:cNvPr id="7034" name="Shape 7034"/>
        <p:cNvGrpSpPr/>
        <p:nvPr/>
      </p:nvGrpSpPr>
      <p:grpSpPr>
        <a:xfrm>
          <a:off x="0" y="0"/>
          <a:ext cx="0" cy="0"/>
          <a:chOff x="0" y="0"/>
          <a:chExt cx="0" cy="0"/>
        </a:xfrm>
      </p:grpSpPr>
      <p:grpSp>
        <p:nvGrpSpPr>
          <p:cNvPr id="7035" name="Google Shape;7035;p908"/>
          <p:cNvGrpSpPr/>
          <p:nvPr/>
        </p:nvGrpSpPr>
        <p:grpSpPr>
          <a:xfrm>
            <a:off x="713225" y="539500"/>
            <a:ext cx="7717500" cy="4064400"/>
            <a:chOff x="713225" y="539500"/>
            <a:chExt cx="7717500" cy="4064400"/>
          </a:xfrm>
        </p:grpSpPr>
        <p:sp>
          <p:nvSpPr>
            <p:cNvPr id="7036" name="Google Shape;7036;p90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37" name="Google Shape;7037;p908"/>
            <p:cNvCxnSpPr/>
            <p:nvPr/>
          </p:nvCxnSpPr>
          <p:spPr>
            <a:xfrm>
              <a:off x="734825" y="1483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038" name="Google Shape;7038;p908"/>
          <p:cNvSpPr txBox="1"/>
          <p:nvPr>
            <p:ph type="title"/>
          </p:nvPr>
        </p:nvSpPr>
        <p:spPr>
          <a:xfrm>
            <a:off x="3607800" y="539500"/>
            <a:ext cx="4519200" cy="939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r">
              <a:spcBef>
                <a:spcPts val="0"/>
              </a:spcBef>
              <a:spcAft>
                <a:spcPts val="0"/>
              </a:spcAft>
              <a:buClr>
                <a:schemeClr val="lt1"/>
              </a:buClr>
              <a:buSzPts val="4800"/>
              <a:buNone/>
              <a:defRPr sz="4800">
                <a:solidFill>
                  <a:schemeClr val="lt1"/>
                </a:solidFill>
              </a:defRPr>
            </a:lvl2pPr>
            <a:lvl3pPr lvl="2" algn="r">
              <a:spcBef>
                <a:spcPts val="0"/>
              </a:spcBef>
              <a:spcAft>
                <a:spcPts val="0"/>
              </a:spcAft>
              <a:buClr>
                <a:schemeClr val="lt1"/>
              </a:buClr>
              <a:buSzPts val="4800"/>
              <a:buNone/>
              <a:defRPr sz="4800">
                <a:solidFill>
                  <a:schemeClr val="lt1"/>
                </a:solidFill>
              </a:defRPr>
            </a:lvl3pPr>
            <a:lvl4pPr lvl="3" algn="r">
              <a:spcBef>
                <a:spcPts val="0"/>
              </a:spcBef>
              <a:spcAft>
                <a:spcPts val="0"/>
              </a:spcAft>
              <a:buClr>
                <a:schemeClr val="lt1"/>
              </a:buClr>
              <a:buSzPts val="4800"/>
              <a:buNone/>
              <a:defRPr sz="4800">
                <a:solidFill>
                  <a:schemeClr val="lt1"/>
                </a:solidFill>
              </a:defRPr>
            </a:lvl4pPr>
            <a:lvl5pPr lvl="4" algn="r">
              <a:spcBef>
                <a:spcPts val="0"/>
              </a:spcBef>
              <a:spcAft>
                <a:spcPts val="0"/>
              </a:spcAft>
              <a:buClr>
                <a:schemeClr val="lt1"/>
              </a:buClr>
              <a:buSzPts val="4800"/>
              <a:buNone/>
              <a:defRPr sz="4800">
                <a:solidFill>
                  <a:schemeClr val="lt1"/>
                </a:solidFill>
              </a:defRPr>
            </a:lvl5pPr>
            <a:lvl6pPr lvl="5" algn="r">
              <a:spcBef>
                <a:spcPts val="0"/>
              </a:spcBef>
              <a:spcAft>
                <a:spcPts val="0"/>
              </a:spcAft>
              <a:buClr>
                <a:schemeClr val="lt1"/>
              </a:buClr>
              <a:buSzPts val="4800"/>
              <a:buNone/>
              <a:defRPr sz="4800">
                <a:solidFill>
                  <a:schemeClr val="lt1"/>
                </a:solidFill>
              </a:defRPr>
            </a:lvl6pPr>
            <a:lvl7pPr lvl="6" algn="r">
              <a:spcBef>
                <a:spcPts val="0"/>
              </a:spcBef>
              <a:spcAft>
                <a:spcPts val="0"/>
              </a:spcAft>
              <a:buClr>
                <a:schemeClr val="lt1"/>
              </a:buClr>
              <a:buSzPts val="4800"/>
              <a:buNone/>
              <a:defRPr sz="4800">
                <a:solidFill>
                  <a:schemeClr val="lt1"/>
                </a:solidFill>
              </a:defRPr>
            </a:lvl7pPr>
            <a:lvl8pPr lvl="7" algn="r">
              <a:spcBef>
                <a:spcPts val="0"/>
              </a:spcBef>
              <a:spcAft>
                <a:spcPts val="0"/>
              </a:spcAft>
              <a:buClr>
                <a:schemeClr val="lt1"/>
              </a:buClr>
              <a:buSzPts val="4800"/>
              <a:buNone/>
              <a:defRPr sz="4800">
                <a:solidFill>
                  <a:schemeClr val="lt1"/>
                </a:solidFill>
              </a:defRPr>
            </a:lvl8pPr>
            <a:lvl9pPr lvl="8" algn="r">
              <a:spcBef>
                <a:spcPts val="0"/>
              </a:spcBef>
              <a:spcAft>
                <a:spcPts val="0"/>
              </a:spcAft>
              <a:buClr>
                <a:schemeClr val="lt1"/>
              </a:buClr>
              <a:buSzPts val="4800"/>
              <a:buNone/>
              <a:defRPr sz="4800">
                <a:solidFill>
                  <a:schemeClr val="lt1"/>
                </a:solidFill>
              </a:defRPr>
            </a:lvl9pPr>
          </a:lstStyle>
          <a:p/>
        </p:txBody>
      </p:sp>
      <p:sp>
        <p:nvSpPr>
          <p:cNvPr id="7039" name="Google Shape;7039;p908"/>
          <p:cNvSpPr txBox="1"/>
          <p:nvPr>
            <p:ph idx="1" type="subTitle"/>
          </p:nvPr>
        </p:nvSpPr>
        <p:spPr>
          <a:xfrm>
            <a:off x="3607800" y="2278000"/>
            <a:ext cx="4519200" cy="744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r">
              <a:lnSpc>
                <a:spcPct val="100000"/>
              </a:lnSpc>
              <a:spcBef>
                <a:spcPts val="0"/>
              </a:spcBef>
              <a:spcAft>
                <a:spcPts val="0"/>
              </a:spcAft>
              <a:buClr>
                <a:schemeClr val="lt1"/>
              </a:buClr>
              <a:buSzPts val="2800"/>
              <a:buNone/>
              <a:defRPr sz="2800">
                <a:solidFill>
                  <a:schemeClr val="lt1"/>
                </a:solidFill>
              </a:defRPr>
            </a:lvl2pPr>
            <a:lvl3pPr lvl="2" algn="r">
              <a:lnSpc>
                <a:spcPct val="100000"/>
              </a:lnSpc>
              <a:spcBef>
                <a:spcPts val="0"/>
              </a:spcBef>
              <a:spcAft>
                <a:spcPts val="0"/>
              </a:spcAft>
              <a:buClr>
                <a:schemeClr val="lt1"/>
              </a:buClr>
              <a:buSzPts val="2800"/>
              <a:buNone/>
              <a:defRPr sz="2800">
                <a:solidFill>
                  <a:schemeClr val="lt1"/>
                </a:solidFill>
              </a:defRPr>
            </a:lvl3pPr>
            <a:lvl4pPr lvl="3" algn="r">
              <a:lnSpc>
                <a:spcPct val="100000"/>
              </a:lnSpc>
              <a:spcBef>
                <a:spcPts val="0"/>
              </a:spcBef>
              <a:spcAft>
                <a:spcPts val="0"/>
              </a:spcAft>
              <a:buClr>
                <a:schemeClr val="lt1"/>
              </a:buClr>
              <a:buSzPts val="2800"/>
              <a:buNone/>
              <a:defRPr sz="2800">
                <a:solidFill>
                  <a:schemeClr val="lt1"/>
                </a:solidFill>
              </a:defRPr>
            </a:lvl4pPr>
            <a:lvl5pPr lvl="4" algn="r">
              <a:lnSpc>
                <a:spcPct val="100000"/>
              </a:lnSpc>
              <a:spcBef>
                <a:spcPts val="0"/>
              </a:spcBef>
              <a:spcAft>
                <a:spcPts val="0"/>
              </a:spcAft>
              <a:buClr>
                <a:schemeClr val="lt1"/>
              </a:buClr>
              <a:buSzPts val="2800"/>
              <a:buNone/>
              <a:defRPr sz="2800">
                <a:solidFill>
                  <a:schemeClr val="lt1"/>
                </a:solidFill>
              </a:defRPr>
            </a:lvl5pPr>
            <a:lvl6pPr lvl="5" algn="r">
              <a:lnSpc>
                <a:spcPct val="100000"/>
              </a:lnSpc>
              <a:spcBef>
                <a:spcPts val="0"/>
              </a:spcBef>
              <a:spcAft>
                <a:spcPts val="0"/>
              </a:spcAft>
              <a:buClr>
                <a:schemeClr val="lt1"/>
              </a:buClr>
              <a:buSzPts val="2800"/>
              <a:buNone/>
              <a:defRPr sz="2800">
                <a:solidFill>
                  <a:schemeClr val="lt1"/>
                </a:solidFill>
              </a:defRPr>
            </a:lvl6pPr>
            <a:lvl7pPr lvl="6" algn="r">
              <a:lnSpc>
                <a:spcPct val="100000"/>
              </a:lnSpc>
              <a:spcBef>
                <a:spcPts val="0"/>
              </a:spcBef>
              <a:spcAft>
                <a:spcPts val="0"/>
              </a:spcAft>
              <a:buClr>
                <a:schemeClr val="lt1"/>
              </a:buClr>
              <a:buSzPts val="2800"/>
              <a:buNone/>
              <a:defRPr sz="2800">
                <a:solidFill>
                  <a:schemeClr val="lt1"/>
                </a:solidFill>
              </a:defRPr>
            </a:lvl7pPr>
            <a:lvl8pPr lvl="7"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sp>
        <p:nvSpPr>
          <p:cNvPr id="7040" name="Google Shape;7040;p908"/>
          <p:cNvSpPr txBox="1"/>
          <p:nvPr>
            <p:ph idx="2" type="subTitle"/>
          </p:nvPr>
        </p:nvSpPr>
        <p:spPr>
          <a:xfrm>
            <a:off x="3607800" y="1769750"/>
            <a:ext cx="4519200" cy="510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7041" name="Google Shape;7041;p908"/>
          <p:cNvSpPr txBox="1"/>
          <p:nvPr/>
        </p:nvSpPr>
        <p:spPr>
          <a:xfrm>
            <a:off x="3508050" y="3477600"/>
            <a:ext cx="4718700" cy="554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Roboto"/>
                <a:ea typeface="Roboto"/>
                <a:cs typeface="Roboto"/>
                <a:sym typeface="Roboto"/>
              </a:rPr>
              <a:t>CREDITS:</a:t>
            </a:r>
            <a:r>
              <a:rPr lang="en" sz="1200">
                <a:solidFill>
                  <a:schemeClr val="lt1"/>
                </a:solidFill>
                <a:latin typeface="Roboto"/>
                <a:ea typeface="Roboto"/>
                <a:cs typeface="Roboto"/>
                <a:sym typeface="Roboto"/>
              </a:rPr>
              <a:t> This presentation template was created by </a:t>
            </a:r>
            <a:r>
              <a:rPr b="1" lang="en" sz="1200">
                <a:solidFill>
                  <a:schemeClr val="accent1"/>
                </a:solidFill>
                <a:uFill>
                  <a:noFill/>
                </a:uFill>
                <a:latin typeface="Roboto"/>
                <a:ea typeface="Roboto"/>
                <a:cs typeface="Roboto"/>
                <a:sym typeface="Roboto"/>
                <a:hlinkClick r:id="rId2">
                  <a:extLst>
                    <a:ext uri="{A12FA001-AC4F-418D-AE19-62706E023703}">
                      <ahyp:hlinkClr val="tx"/>
                    </a:ext>
                  </a:extLst>
                </a:hlinkClick>
              </a:rPr>
              <a:t>Slidesgo</a:t>
            </a:r>
            <a:r>
              <a:rPr b="1" lang="en" sz="1200">
                <a:solidFill>
                  <a:schemeClr val="accent6"/>
                </a:solidFill>
                <a:latin typeface="Roboto"/>
                <a:ea typeface="Roboto"/>
                <a:cs typeface="Roboto"/>
                <a:sym typeface="Roboto"/>
              </a:rPr>
              <a:t>,</a:t>
            </a:r>
            <a:r>
              <a:rPr lang="en" sz="1200">
                <a:solidFill>
                  <a:schemeClr val="lt1"/>
                </a:solidFill>
                <a:latin typeface="Roboto"/>
                <a:ea typeface="Roboto"/>
                <a:cs typeface="Roboto"/>
                <a:sym typeface="Roboto"/>
              </a:rPr>
              <a:t> including icons by </a:t>
            </a:r>
            <a:r>
              <a:rPr b="1" lang="en" sz="1200">
                <a:solidFill>
                  <a:schemeClr val="accent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1"/>
                </a:solidFill>
                <a:latin typeface="Roboto"/>
                <a:ea typeface="Roboto"/>
                <a:cs typeface="Roboto"/>
                <a:sym typeface="Roboto"/>
              </a:rPr>
              <a:t>, and infographics &amp; images by </a:t>
            </a:r>
            <a:r>
              <a:rPr b="1" lang="en" sz="1200">
                <a:solidFill>
                  <a:schemeClr val="accent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accent1"/>
              </a:solidFill>
              <a:latin typeface="Roboto"/>
              <a:ea typeface="Roboto"/>
              <a:cs typeface="Roboto"/>
              <a:sym typeface="Roboto"/>
            </a:endParaRPr>
          </a:p>
        </p:txBody>
      </p:sp>
    </p:spTree>
  </p:cSld>
  <p:clrMapOvr>
    <a:masterClrMapping/>
  </p:clrMapOvr>
</p:sldLayout>
</file>

<file path=ppt/slideLayouts/slideLayout8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_1_1_1_1_1">
    <p:bg>
      <p:bgPr>
        <a:solidFill>
          <a:schemeClr val="dk1"/>
        </a:solidFill>
      </p:bgPr>
    </p:bg>
    <p:spTree>
      <p:nvGrpSpPr>
        <p:cNvPr id="7042" name="Shape 7042"/>
        <p:cNvGrpSpPr/>
        <p:nvPr/>
      </p:nvGrpSpPr>
      <p:grpSpPr>
        <a:xfrm>
          <a:off x="0" y="0"/>
          <a:ext cx="0" cy="0"/>
          <a:chOff x="0" y="0"/>
          <a:chExt cx="0" cy="0"/>
        </a:xfrm>
      </p:grpSpPr>
      <p:sp>
        <p:nvSpPr>
          <p:cNvPr id="7043" name="Google Shape;7043;p90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_1_1_1_1_1">
    <p:bg>
      <p:bgPr>
        <a:solidFill>
          <a:schemeClr val="dk1"/>
        </a:solidFill>
      </p:bgPr>
    </p:bg>
    <p:spTree>
      <p:nvGrpSpPr>
        <p:cNvPr id="7044" name="Shape 7044"/>
        <p:cNvGrpSpPr/>
        <p:nvPr/>
      </p:nvGrpSpPr>
      <p:grpSpPr>
        <a:xfrm>
          <a:off x="0" y="0"/>
          <a:ext cx="0" cy="0"/>
          <a:chOff x="0" y="0"/>
          <a:chExt cx="0" cy="0"/>
        </a:xfrm>
      </p:grpSpPr>
      <p:grpSp>
        <p:nvGrpSpPr>
          <p:cNvPr id="7045" name="Google Shape;7045;p910"/>
          <p:cNvGrpSpPr/>
          <p:nvPr/>
        </p:nvGrpSpPr>
        <p:grpSpPr>
          <a:xfrm>
            <a:off x="713225" y="539500"/>
            <a:ext cx="7717500" cy="4064400"/>
            <a:chOff x="713225" y="539500"/>
            <a:chExt cx="7717500" cy="4064400"/>
          </a:xfrm>
        </p:grpSpPr>
        <p:sp>
          <p:nvSpPr>
            <p:cNvPr id="7046" name="Google Shape;7046;p91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47" name="Google Shape;7047;p91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Layouts/slideLayout8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7052" name="Shape 7052"/>
        <p:cNvGrpSpPr/>
        <p:nvPr/>
      </p:nvGrpSpPr>
      <p:grpSpPr>
        <a:xfrm>
          <a:off x="0" y="0"/>
          <a:ext cx="0" cy="0"/>
          <a:chOff x="0" y="0"/>
          <a:chExt cx="0" cy="0"/>
        </a:xfrm>
      </p:grpSpPr>
      <p:sp>
        <p:nvSpPr>
          <p:cNvPr id="7053" name="Google Shape;7053;p91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912"/>
          <p:cNvSpPr txBox="1"/>
          <p:nvPr>
            <p:ph type="ctrTitle"/>
          </p:nvPr>
        </p:nvSpPr>
        <p:spPr>
          <a:xfrm>
            <a:off x="2048825" y="848600"/>
            <a:ext cx="5046300" cy="10305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7055" name="Google Shape;7055;p912"/>
          <p:cNvSpPr txBox="1"/>
          <p:nvPr>
            <p:ph idx="1" type="subTitle"/>
          </p:nvPr>
        </p:nvSpPr>
        <p:spPr>
          <a:xfrm>
            <a:off x="2048825" y="3798375"/>
            <a:ext cx="50463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7056" name="Google Shape;7056;p912"/>
          <p:cNvSpPr txBox="1"/>
          <p:nvPr>
            <p:ph idx="2" type="subTitle"/>
          </p:nvPr>
        </p:nvSpPr>
        <p:spPr>
          <a:xfrm>
            <a:off x="2902475" y="1879100"/>
            <a:ext cx="3339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8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7057" name="Shape 7057"/>
        <p:cNvGrpSpPr/>
        <p:nvPr/>
      </p:nvGrpSpPr>
      <p:grpSpPr>
        <a:xfrm>
          <a:off x="0" y="0"/>
          <a:ext cx="0" cy="0"/>
          <a:chOff x="0" y="0"/>
          <a:chExt cx="0" cy="0"/>
        </a:xfrm>
      </p:grpSpPr>
      <p:sp>
        <p:nvSpPr>
          <p:cNvPr id="7058" name="Google Shape;7058;p91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913"/>
          <p:cNvSpPr/>
          <p:nvPr/>
        </p:nvSpPr>
        <p:spPr>
          <a:xfrm flipH="1" rot="-5400000">
            <a:off x="-1114550" y="743900"/>
            <a:ext cx="3655500" cy="3655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913"/>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7061" name="Google Shape;7061;p913"/>
          <p:cNvSpPr txBox="1"/>
          <p:nvPr>
            <p:ph hasCustomPrompt="1" idx="2" type="title"/>
          </p:nvPr>
        </p:nvSpPr>
        <p:spPr>
          <a:xfrm>
            <a:off x="821288" y="157487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7062" name="Google Shape;7062;p913"/>
          <p:cNvSpPr txBox="1"/>
          <p:nvPr>
            <p:ph idx="1" type="subTitle"/>
          </p:nvPr>
        </p:nvSpPr>
        <p:spPr>
          <a:xfrm>
            <a:off x="2971613" y="32407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8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7063" name="Shape 7063"/>
        <p:cNvGrpSpPr/>
        <p:nvPr/>
      </p:nvGrpSpPr>
      <p:grpSpPr>
        <a:xfrm>
          <a:off x="0" y="0"/>
          <a:ext cx="0" cy="0"/>
          <a:chOff x="0" y="0"/>
          <a:chExt cx="0" cy="0"/>
        </a:xfrm>
      </p:grpSpPr>
      <p:grpSp>
        <p:nvGrpSpPr>
          <p:cNvPr id="7064" name="Google Shape;7064;p914"/>
          <p:cNvGrpSpPr/>
          <p:nvPr/>
        </p:nvGrpSpPr>
        <p:grpSpPr>
          <a:xfrm>
            <a:off x="713225" y="539500"/>
            <a:ext cx="7717500" cy="4064400"/>
            <a:chOff x="713225" y="539500"/>
            <a:chExt cx="7717500" cy="4064400"/>
          </a:xfrm>
        </p:grpSpPr>
        <p:cxnSp>
          <p:nvCxnSpPr>
            <p:cNvPr id="7065" name="Google Shape;7065;p91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7066" name="Google Shape;7066;p91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7" name="Google Shape;7067;p91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068" name="Google Shape;7068;p914"/>
          <p:cNvSpPr txBox="1"/>
          <p:nvPr>
            <p:ph idx="1" type="subTitle"/>
          </p:nvPr>
        </p:nvSpPr>
        <p:spPr>
          <a:xfrm>
            <a:off x="2817300" y="2114400"/>
            <a:ext cx="3509400" cy="1529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6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8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7069" name="Shape 7069"/>
        <p:cNvGrpSpPr/>
        <p:nvPr/>
      </p:nvGrpSpPr>
      <p:grpSpPr>
        <a:xfrm>
          <a:off x="0" y="0"/>
          <a:ext cx="0" cy="0"/>
          <a:chOff x="0" y="0"/>
          <a:chExt cx="0" cy="0"/>
        </a:xfrm>
      </p:grpSpPr>
      <p:grpSp>
        <p:nvGrpSpPr>
          <p:cNvPr id="7070" name="Google Shape;7070;p915"/>
          <p:cNvGrpSpPr/>
          <p:nvPr/>
        </p:nvGrpSpPr>
        <p:grpSpPr>
          <a:xfrm>
            <a:off x="713225" y="539500"/>
            <a:ext cx="7717500" cy="4064400"/>
            <a:chOff x="713225" y="539500"/>
            <a:chExt cx="7717500" cy="4064400"/>
          </a:xfrm>
        </p:grpSpPr>
        <p:sp>
          <p:nvSpPr>
            <p:cNvPr id="7071" name="Google Shape;7071;p91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72" name="Google Shape;7072;p91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073" name="Google Shape;7073;p91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074" name="Google Shape;7074;p915"/>
          <p:cNvSpPr txBox="1"/>
          <p:nvPr>
            <p:ph idx="1" type="subTitle"/>
          </p:nvPr>
        </p:nvSpPr>
        <p:spPr>
          <a:xfrm>
            <a:off x="1425525" y="32987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075" name="Google Shape;7075;p915"/>
          <p:cNvSpPr txBox="1"/>
          <p:nvPr>
            <p:ph idx="2" type="subTitle"/>
          </p:nvPr>
        </p:nvSpPr>
        <p:spPr>
          <a:xfrm>
            <a:off x="1425525" y="2867137"/>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76" name="Google Shape;7076;p915"/>
          <p:cNvSpPr txBox="1"/>
          <p:nvPr>
            <p:ph idx="3" type="subTitle"/>
          </p:nvPr>
        </p:nvSpPr>
        <p:spPr>
          <a:xfrm>
            <a:off x="5333725" y="32885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077" name="Google Shape;7077;p915"/>
          <p:cNvSpPr txBox="1"/>
          <p:nvPr>
            <p:ph idx="4" type="subTitle"/>
          </p:nvPr>
        </p:nvSpPr>
        <p:spPr>
          <a:xfrm>
            <a:off x="5333725" y="28586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7078" name="Shape 7078"/>
        <p:cNvGrpSpPr/>
        <p:nvPr/>
      </p:nvGrpSpPr>
      <p:grpSpPr>
        <a:xfrm>
          <a:off x="0" y="0"/>
          <a:ext cx="0" cy="0"/>
          <a:chOff x="0" y="0"/>
          <a:chExt cx="0" cy="0"/>
        </a:xfrm>
      </p:grpSpPr>
      <p:grpSp>
        <p:nvGrpSpPr>
          <p:cNvPr id="7079" name="Google Shape;7079;p916"/>
          <p:cNvGrpSpPr/>
          <p:nvPr/>
        </p:nvGrpSpPr>
        <p:grpSpPr>
          <a:xfrm>
            <a:off x="713225" y="539500"/>
            <a:ext cx="7717500" cy="4064400"/>
            <a:chOff x="713225" y="539500"/>
            <a:chExt cx="7717500" cy="4064400"/>
          </a:xfrm>
        </p:grpSpPr>
        <p:sp>
          <p:nvSpPr>
            <p:cNvPr id="7080" name="Google Shape;7080;p91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81" name="Google Shape;7081;p91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082" name="Google Shape;7082;p91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8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7083" name="Shape 7083"/>
        <p:cNvGrpSpPr/>
        <p:nvPr/>
      </p:nvGrpSpPr>
      <p:grpSpPr>
        <a:xfrm>
          <a:off x="0" y="0"/>
          <a:ext cx="0" cy="0"/>
          <a:chOff x="0" y="0"/>
          <a:chExt cx="0" cy="0"/>
        </a:xfrm>
      </p:grpSpPr>
      <p:grpSp>
        <p:nvGrpSpPr>
          <p:cNvPr id="7084" name="Google Shape;7084;p917"/>
          <p:cNvGrpSpPr/>
          <p:nvPr/>
        </p:nvGrpSpPr>
        <p:grpSpPr>
          <a:xfrm>
            <a:off x="713225" y="539500"/>
            <a:ext cx="7717500" cy="4064400"/>
            <a:chOff x="713225" y="539500"/>
            <a:chExt cx="7717500" cy="4064400"/>
          </a:xfrm>
        </p:grpSpPr>
        <p:cxnSp>
          <p:nvCxnSpPr>
            <p:cNvPr id="7085" name="Google Shape;7085;p91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7086" name="Google Shape;7086;p91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87" name="Google Shape;7087;p91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088" name="Google Shape;7088;p917"/>
          <p:cNvSpPr txBox="1"/>
          <p:nvPr>
            <p:ph idx="1" type="subTitle"/>
          </p:nvPr>
        </p:nvSpPr>
        <p:spPr>
          <a:xfrm>
            <a:off x="2105700" y="1543900"/>
            <a:ext cx="4932600" cy="2550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800"/>
              <a:buChar char="●"/>
              <a:defRPr sz="1600">
                <a:solidFill>
                  <a:schemeClr val="lt1"/>
                </a:solidFill>
              </a:defRPr>
            </a:lvl1pPr>
            <a:lvl2pPr lvl="1">
              <a:lnSpc>
                <a:spcPct val="100000"/>
              </a:lnSpc>
              <a:spcBef>
                <a:spcPts val="0"/>
              </a:spcBef>
              <a:spcAft>
                <a:spcPts val="0"/>
              </a:spcAft>
              <a:buClr>
                <a:schemeClr val="lt1"/>
              </a:buClr>
              <a:buSzPts val="2800"/>
              <a:buChar char="○"/>
              <a:defRPr sz="2800">
                <a:solidFill>
                  <a:schemeClr val="lt1"/>
                </a:solidFill>
              </a:defRPr>
            </a:lvl2pPr>
            <a:lvl3pPr lvl="2">
              <a:lnSpc>
                <a:spcPct val="100000"/>
              </a:lnSpc>
              <a:spcBef>
                <a:spcPts val="0"/>
              </a:spcBef>
              <a:spcAft>
                <a:spcPts val="0"/>
              </a:spcAft>
              <a:buClr>
                <a:schemeClr val="lt1"/>
              </a:buClr>
              <a:buSzPts val="2800"/>
              <a:buChar char="■"/>
              <a:defRPr sz="2800">
                <a:solidFill>
                  <a:schemeClr val="lt1"/>
                </a:solidFill>
              </a:defRPr>
            </a:lvl3pPr>
            <a:lvl4pPr lvl="3">
              <a:lnSpc>
                <a:spcPct val="100000"/>
              </a:lnSpc>
              <a:spcBef>
                <a:spcPts val="0"/>
              </a:spcBef>
              <a:spcAft>
                <a:spcPts val="0"/>
              </a:spcAft>
              <a:buClr>
                <a:schemeClr val="lt1"/>
              </a:buClr>
              <a:buSzPts val="2800"/>
              <a:buChar char="●"/>
              <a:defRPr sz="2800">
                <a:solidFill>
                  <a:schemeClr val="lt1"/>
                </a:solidFill>
              </a:defRPr>
            </a:lvl4pPr>
            <a:lvl5pPr lvl="4">
              <a:lnSpc>
                <a:spcPct val="100000"/>
              </a:lnSpc>
              <a:spcBef>
                <a:spcPts val="0"/>
              </a:spcBef>
              <a:spcAft>
                <a:spcPts val="0"/>
              </a:spcAft>
              <a:buClr>
                <a:schemeClr val="lt1"/>
              </a:buClr>
              <a:buSzPts val="2800"/>
              <a:buChar char="○"/>
              <a:defRPr sz="2800">
                <a:solidFill>
                  <a:schemeClr val="lt1"/>
                </a:solidFill>
              </a:defRPr>
            </a:lvl5pPr>
            <a:lvl6pPr lvl="5">
              <a:lnSpc>
                <a:spcPct val="100000"/>
              </a:lnSpc>
              <a:spcBef>
                <a:spcPts val="0"/>
              </a:spcBef>
              <a:spcAft>
                <a:spcPts val="0"/>
              </a:spcAft>
              <a:buClr>
                <a:schemeClr val="lt1"/>
              </a:buClr>
              <a:buSzPts val="2800"/>
              <a:buChar char="■"/>
              <a:defRPr sz="2800">
                <a:solidFill>
                  <a:schemeClr val="lt1"/>
                </a:solidFill>
              </a:defRPr>
            </a:lvl6pPr>
            <a:lvl7pPr lvl="6">
              <a:lnSpc>
                <a:spcPct val="100000"/>
              </a:lnSpc>
              <a:spcBef>
                <a:spcPts val="0"/>
              </a:spcBef>
              <a:spcAft>
                <a:spcPts val="0"/>
              </a:spcAft>
              <a:buClr>
                <a:schemeClr val="lt1"/>
              </a:buClr>
              <a:buSzPts val="2800"/>
              <a:buChar char="●"/>
              <a:defRPr sz="2800">
                <a:solidFill>
                  <a:schemeClr val="lt1"/>
                </a:solidFill>
              </a:defRPr>
            </a:lvl7pPr>
            <a:lvl8pPr lvl="7">
              <a:lnSpc>
                <a:spcPct val="100000"/>
              </a:lnSpc>
              <a:spcBef>
                <a:spcPts val="0"/>
              </a:spcBef>
              <a:spcAft>
                <a:spcPts val="0"/>
              </a:spcAft>
              <a:buClr>
                <a:schemeClr val="lt1"/>
              </a:buClr>
              <a:buSzPts val="2800"/>
              <a:buChar char="○"/>
              <a:defRPr sz="2800">
                <a:solidFill>
                  <a:schemeClr val="lt1"/>
                </a:solidFill>
              </a:defRPr>
            </a:lvl8pPr>
            <a:lvl9pPr lvl="8">
              <a:lnSpc>
                <a:spcPct val="100000"/>
              </a:lnSpc>
              <a:spcBef>
                <a:spcPts val="0"/>
              </a:spcBef>
              <a:spcAft>
                <a:spcPts val="0"/>
              </a:spcAft>
              <a:buClr>
                <a:schemeClr val="lt1"/>
              </a:buClr>
              <a:buSzPts val="2800"/>
              <a:buChar char="■"/>
              <a:defRPr sz="2800">
                <a:solidFill>
                  <a:schemeClr val="lt1"/>
                </a:solidFill>
              </a:defRPr>
            </a:lvl9pPr>
          </a:lstStyle>
          <a:p/>
        </p:txBody>
      </p:sp>
    </p:spTree>
  </p:cSld>
  <p:clrMapOvr>
    <a:masterClrMapping/>
  </p:clrMapOvr>
</p:sldLayout>
</file>

<file path=ppt/slideLayouts/slideLayout9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7089" name="Shape 7089"/>
        <p:cNvGrpSpPr/>
        <p:nvPr/>
      </p:nvGrpSpPr>
      <p:grpSpPr>
        <a:xfrm>
          <a:off x="0" y="0"/>
          <a:ext cx="0" cy="0"/>
          <a:chOff x="0" y="0"/>
          <a:chExt cx="0" cy="0"/>
        </a:xfrm>
      </p:grpSpPr>
      <p:sp>
        <p:nvSpPr>
          <p:cNvPr id="7090" name="Google Shape;7090;p91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918"/>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9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7092" name="Shape 7092"/>
        <p:cNvGrpSpPr/>
        <p:nvPr/>
      </p:nvGrpSpPr>
      <p:grpSpPr>
        <a:xfrm>
          <a:off x="0" y="0"/>
          <a:ext cx="0" cy="0"/>
          <a:chOff x="0" y="0"/>
          <a:chExt cx="0" cy="0"/>
        </a:xfrm>
      </p:grpSpPr>
      <p:grpSp>
        <p:nvGrpSpPr>
          <p:cNvPr id="7093" name="Google Shape;7093;p919"/>
          <p:cNvGrpSpPr/>
          <p:nvPr/>
        </p:nvGrpSpPr>
        <p:grpSpPr>
          <a:xfrm>
            <a:off x="713225" y="539500"/>
            <a:ext cx="7717500" cy="4064400"/>
            <a:chOff x="713225" y="539500"/>
            <a:chExt cx="7717500" cy="4064400"/>
          </a:xfrm>
        </p:grpSpPr>
        <p:cxnSp>
          <p:nvCxnSpPr>
            <p:cNvPr id="7094" name="Google Shape;7094;p91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7095" name="Google Shape;7095;p91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96" name="Google Shape;7096;p919"/>
            <p:cNvCxnSpPr/>
            <p:nvPr/>
          </p:nvCxnSpPr>
          <p:spPr>
            <a:xfrm rot="10800000">
              <a:off x="4876775" y="1096300"/>
              <a:ext cx="0" cy="3507600"/>
            </a:xfrm>
            <a:prstGeom prst="straightConnector1">
              <a:avLst/>
            </a:prstGeom>
            <a:noFill/>
            <a:ln cap="flat" cmpd="sng" w="38100">
              <a:solidFill>
                <a:schemeClr val="accent1"/>
              </a:solidFill>
              <a:prstDash val="solid"/>
              <a:round/>
              <a:headEnd len="med" w="med" type="none"/>
              <a:tailEnd len="med" w="med" type="none"/>
            </a:ln>
          </p:spPr>
        </p:cxnSp>
      </p:grpSp>
      <p:sp>
        <p:nvSpPr>
          <p:cNvPr id="7097" name="Google Shape;7097;p91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098" name="Google Shape;7098;p919"/>
          <p:cNvSpPr txBox="1"/>
          <p:nvPr>
            <p:ph idx="1" type="subTitle"/>
          </p:nvPr>
        </p:nvSpPr>
        <p:spPr>
          <a:xfrm>
            <a:off x="1312950" y="2327975"/>
            <a:ext cx="2973000" cy="13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099" name="Google Shape;7099;p919"/>
          <p:cNvSpPr txBox="1"/>
          <p:nvPr>
            <p:ph idx="2" type="subTitle"/>
          </p:nvPr>
        </p:nvSpPr>
        <p:spPr>
          <a:xfrm>
            <a:off x="1312950" y="1809275"/>
            <a:ext cx="29730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9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7100" name="Shape 7100"/>
        <p:cNvGrpSpPr/>
        <p:nvPr/>
      </p:nvGrpSpPr>
      <p:grpSpPr>
        <a:xfrm>
          <a:off x="0" y="0"/>
          <a:ext cx="0" cy="0"/>
          <a:chOff x="0" y="0"/>
          <a:chExt cx="0" cy="0"/>
        </a:xfrm>
      </p:grpSpPr>
      <p:sp>
        <p:nvSpPr>
          <p:cNvPr id="7101" name="Google Shape;7101;p920"/>
          <p:cNvSpPr txBox="1"/>
          <p:nvPr>
            <p:ph type="title"/>
          </p:nvPr>
        </p:nvSpPr>
        <p:spPr>
          <a:xfrm>
            <a:off x="865625" y="3328700"/>
            <a:ext cx="6367800" cy="1427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3600"/>
              <a:buNone/>
              <a:defRPr sz="3600">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9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7102" name="Shape 7102"/>
        <p:cNvGrpSpPr/>
        <p:nvPr/>
      </p:nvGrpSpPr>
      <p:grpSpPr>
        <a:xfrm>
          <a:off x="0" y="0"/>
          <a:ext cx="0" cy="0"/>
          <a:chOff x="0" y="0"/>
          <a:chExt cx="0" cy="0"/>
        </a:xfrm>
      </p:grpSpPr>
      <p:sp>
        <p:nvSpPr>
          <p:cNvPr id="7103" name="Google Shape;7103;p92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921"/>
          <p:cNvSpPr txBox="1"/>
          <p:nvPr>
            <p:ph hasCustomPrompt="1" type="title"/>
          </p:nvPr>
        </p:nvSpPr>
        <p:spPr>
          <a:xfrm>
            <a:off x="994200" y="1505850"/>
            <a:ext cx="7155600" cy="13323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7105" name="Google Shape;7105;p921"/>
          <p:cNvSpPr txBox="1"/>
          <p:nvPr>
            <p:ph idx="1" type="subTitle"/>
          </p:nvPr>
        </p:nvSpPr>
        <p:spPr>
          <a:xfrm>
            <a:off x="994200" y="2838150"/>
            <a:ext cx="4774200" cy="79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7106" name="Shape 7106"/>
        <p:cNvGrpSpPr/>
        <p:nvPr/>
      </p:nvGrpSpPr>
      <p:grpSpPr>
        <a:xfrm>
          <a:off x="0" y="0"/>
          <a:ext cx="0" cy="0"/>
          <a:chOff x="0" y="0"/>
          <a:chExt cx="0" cy="0"/>
        </a:xfrm>
      </p:grpSpPr>
    </p:spTree>
  </p:cSld>
  <p:clrMapOvr>
    <a:masterClrMapping/>
  </p:clrMapOvr>
</p:sldLayout>
</file>

<file path=ppt/slideLayouts/slideLayout9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7107" name="Shape 7107"/>
        <p:cNvGrpSpPr/>
        <p:nvPr/>
      </p:nvGrpSpPr>
      <p:grpSpPr>
        <a:xfrm>
          <a:off x="0" y="0"/>
          <a:ext cx="0" cy="0"/>
          <a:chOff x="0" y="0"/>
          <a:chExt cx="0" cy="0"/>
        </a:xfrm>
      </p:grpSpPr>
      <p:sp>
        <p:nvSpPr>
          <p:cNvPr id="7108" name="Google Shape;7108;p923"/>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9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7109" name="Shape 7109"/>
        <p:cNvGrpSpPr/>
        <p:nvPr/>
      </p:nvGrpSpPr>
      <p:grpSpPr>
        <a:xfrm>
          <a:off x="0" y="0"/>
          <a:ext cx="0" cy="0"/>
          <a:chOff x="0" y="0"/>
          <a:chExt cx="0" cy="0"/>
        </a:xfrm>
      </p:grpSpPr>
      <p:grpSp>
        <p:nvGrpSpPr>
          <p:cNvPr id="7110" name="Google Shape;7110;p924"/>
          <p:cNvGrpSpPr/>
          <p:nvPr/>
        </p:nvGrpSpPr>
        <p:grpSpPr>
          <a:xfrm>
            <a:off x="713200" y="539513"/>
            <a:ext cx="7717600" cy="4064400"/>
            <a:chOff x="713125" y="539500"/>
            <a:chExt cx="7717600" cy="4064400"/>
          </a:xfrm>
        </p:grpSpPr>
        <p:cxnSp>
          <p:nvCxnSpPr>
            <p:cNvPr id="7111" name="Google Shape;7111;p924"/>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7112" name="Google Shape;7112;p92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13" name="Google Shape;7113;p924"/>
            <p:cNvCxnSpPr>
              <a:stCxn id="7112" idx="2"/>
            </p:cNvCxnSpPr>
            <p:nvPr/>
          </p:nvCxnSpPr>
          <p:spPr>
            <a:xfrm rot="10800000">
              <a:off x="45719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7114" name="Google Shape;7114;p924"/>
            <p:cNvCxnSpPr/>
            <p:nvPr/>
          </p:nvCxnSpPr>
          <p:spPr>
            <a:xfrm rot="10800000">
              <a:off x="713125" y="2912025"/>
              <a:ext cx="7709100" cy="0"/>
            </a:xfrm>
            <a:prstGeom prst="straightConnector1">
              <a:avLst/>
            </a:prstGeom>
            <a:noFill/>
            <a:ln cap="flat" cmpd="sng" w="38100">
              <a:solidFill>
                <a:schemeClr val="accent1"/>
              </a:solidFill>
              <a:prstDash val="solid"/>
              <a:round/>
              <a:headEnd len="med" w="med" type="none"/>
              <a:tailEnd len="med" w="med" type="none"/>
            </a:ln>
          </p:spPr>
        </p:cxnSp>
        <p:cxnSp>
          <p:nvCxnSpPr>
            <p:cNvPr id="7115" name="Google Shape;7115;p924"/>
            <p:cNvCxnSpPr/>
            <p:nvPr/>
          </p:nvCxnSpPr>
          <p:spPr>
            <a:xfrm rot="10800000">
              <a:off x="17602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7116" name="Google Shape;7116;p924"/>
            <p:cNvCxnSpPr/>
            <p:nvPr/>
          </p:nvCxnSpPr>
          <p:spPr>
            <a:xfrm rot="10800000">
              <a:off x="7378100" y="1254400"/>
              <a:ext cx="0" cy="3349500"/>
            </a:xfrm>
            <a:prstGeom prst="straightConnector1">
              <a:avLst/>
            </a:prstGeom>
            <a:noFill/>
            <a:ln cap="flat" cmpd="sng" w="38100">
              <a:solidFill>
                <a:schemeClr val="accent1"/>
              </a:solidFill>
              <a:prstDash val="solid"/>
              <a:round/>
              <a:headEnd len="med" w="med" type="none"/>
              <a:tailEnd len="med" w="med" type="none"/>
            </a:ln>
          </p:spPr>
        </p:cxnSp>
      </p:grpSp>
      <p:sp>
        <p:nvSpPr>
          <p:cNvPr id="7117" name="Google Shape;7117;p924"/>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118" name="Google Shape;7118;p924"/>
          <p:cNvSpPr txBox="1"/>
          <p:nvPr>
            <p:ph idx="1" type="subTitle"/>
          </p:nvPr>
        </p:nvSpPr>
        <p:spPr>
          <a:xfrm>
            <a:off x="1924988" y="2036825"/>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119" name="Google Shape;7119;p924"/>
          <p:cNvSpPr txBox="1"/>
          <p:nvPr>
            <p:ph idx="2" type="subTitle"/>
          </p:nvPr>
        </p:nvSpPr>
        <p:spPr>
          <a:xfrm>
            <a:off x="1924988" y="1518125"/>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120" name="Google Shape;7120;p924"/>
          <p:cNvSpPr txBox="1"/>
          <p:nvPr>
            <p:ph hasCustomPrompt="1" idx="3" type="title"/>
          </p:nvPr>
        </p:nvSpPr>
        <p:spPr>
          <a:xfrm>
            <a:off x="8197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7121" name="Google Shape;7121;p924"/>
          <p:cNvSpPr txBox="1"/>
          <p:nvPr>
            <p:ph idx="4" type="subTitle"/>
          </p:nvPr>
        </p:nvSpPr>
        <p:spPr>
          <a:xfrm>
            <a:off x="4760188" y="2036825"/>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7122" name="Google Shape;7122;p924"/>
          <p:cNvSpPr txBox="1"/>
          <p:nvPr>
            <p:ph idx="5" type="subTitle"/>
          </p:nvPr>
        </p:nvSpPr>
        <p:spPr>
          <a:xfrm>
            <a:off x="4760188" y="1518125"/>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7123" name="Google Shape;7123;p924"/>
          <p:cNvSpPr txBox="1"/>
          <p:nvPr>
            <p:ph hasCustomPrompt="1" idx="6" type="title"/>
          </p:nvPr>
        </p:nvSpPr>
        <p:spPr>
          <a:xfrm>
            <a:off x="74842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7124" name="Google Shape;7124;p924"/>
          <p:cNvSpPr txBox="1"/>
          <p:nvPr>
            <p:ph idx="7" type="subTitle"/>
          </p:nvPr>
        </p:nvSpPr>
        <p:spPr>
          <a:xfrm>
            <a:off x="1924988" y="3691200"/>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125" name="Google Shape;7125;p924"/>
          <p:cNvSpPr txBox="1"/>
          <p:nvPr>
            <p:ph idx="8" type="subTitle"/>
          </p:nvPr>
        </p:nvSpPr>
        <p:spPr>
          <a:xfrm>
            <a:off x="1924988" y="3172500"/>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126" name="Google Shape;7126;p924"/>
          <p:cNvSpPr txBox="1"/>
          <p:nvPr>
            <p:ph hasCustomPrompt="1" idx="9" type="title"/>
          </p:nvPr>
        </p:nvSpPr>
        <p:spPr>
          <a:xfrm>
            <a:off x="819800" y="346450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7127" name="Google Shape;7127;p924"/>
          <p:cNvSpPr txBox="1"/>
          <p:nvPr>
            <p:ph idx="13" type="subTitle"/>
          </p:nvPr>
        </p:nvSpPr>
        <p:spPr>
          <a:xfrm>
            <a:off x="4760200" y="3673200"/>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7128" name="Google Shape;7128;p924"/>
          <p:cNvSpPr txBox="1"/>
          <p:nvPr>
            <p:ph idx="14" type="subTitle"/>
          </p:nvPr>
        </p:nvSpPr>
        <p:spPr>
          <a:xfrm>
            <a:off x="4760200" y="3154500"/>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7129" name="Google Shape;7129;p924"/>
          <p:cNvSpPr txBox="1"/>
          <p:nvPr>
            <p:ph hasCustomPrompt="1" idx="15" type="title"/>
          </p:nvPr>
        </p:nvSpPr>
        <p:spPr>
          <a:xfrm>
            <a:off x="7488624" y="3475788"/>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9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
    <p:bg>
      <p:bgPr>
        <a:solidFill>
          <a:schemeClr val="dk1"/>
        </a:solidFill>
      </p:bgPr>
    </p:bg>
    <p:spTree>
      <p:nvGrpSpPr>
        <p:cNvPr id="7130" name="Shape 7130"/>
        <p:cNvGrpSpPr/>
        <p:nvPr/>
      </p:nvGrpSpPr>
      <p:grpSpPr>
        <a:xfrm>
          <a:off x="0" y="0"/>
          <a:ext cx="0" cy="0"/>
          <a:chOff x="0" y="0"/>
          <a:chExt cx="0" cy="0"/>
        </a:xfrm>
      </p:grpSpPr>
      <p:grpSp>
        <p:nvGrpSpPr>
          <p:cNvPr id="7131" name="Google Shape;7131;p925"/>
          <p:cNvGrpSpPr/>
          <p:nvPr/>
        </p:nvGrpSpPr>
        <p:grpSpPr>
          <a:xfrm>
            <a:off x="713300" y="539513"/>
            <a:ext cx="7717500" cy="4064400"/>
            <a:chOff x="713225" y="539500"/>
            <a:chExt cx="7717500" cy="4064400"/>
          </a:xfrm>
        </p:grpSpPr>
        <p:cxnSp>
          <p:nvCxnSpPr>
            <p:cNvPr id="7132" name="Google Shape;7132;p925"/>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7133" name="Google Shape;7133;p92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4" name="Google Shape;7134;p925"/>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135" name="Google Shape;7135;p925"/>
          <p:cNvSpPr txBox="1"/>
          <p:nvPr>
            <p:ph idx="1" type="subTitle"/>
          </p:nvPr>
        </p:nvSpPr>
        <p:spPr>
          <a:xfrm>
            <a:off x="897170"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136" name="Google Shape;7136;p925"/>
          <p:cNvSpPr txBox="1"/>
          <p:nvPr>
            <p:ph idx="2" type="subTitle"/>
          </p:nvPr>
        </p:nvSpPr>
        <p:spPr>
          <a:xfrm>
            <a:off x="897170"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137" name="Google Shape;7137;p925"/>
          <p:cNvSpPr txBox="1"/>
          <p:nvPr>
            <p:ph hasCustomPrompt="1" idx="3" type="title"/>
          </p:nvPr>
        </p:nvSpPr>
        <p:spPr>
          <a:xfrm>
            <a:off x="1261666"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7138" name="Google Shape;7138;p925"/>
          <p:cNvSpPr txBox="1"/>
          <p:nvPr>
            <p:ph idx="4" type="subTitle"/>
          </p:nvPr>
        </p:nvSpPr>
        <p:spPr>
          <a:xfrm>
            <a:off x="47527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7139" name="Google Shape;7139;p925"/>
          <p:cNvSpPr txBox="1"/>
          <p:nvPr>
            <p:ph idx="5" type="subTitle"/>
          </p:nvPr>
        </p:nvSpPr>
        <p:spPr>
          <a:xfrm>
            <a:off x="47527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7140" name="Google Shape;7140;p925"/>
          <p:cNvSpPr txBox="1"/>
          <p:nvPr>
            <p:ph hasCustomPrompt="1" idx="6" type="title"/>
          </p:nvPr>
        </p:nvSpPr>
        <p:spPr>
          <a:xfrm>
            <a:off x="5117252"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7141" name="Google Shape;7141;p925"/>
          <p:cNvSpPr txBox="1"/>
          <p:nvPr>
            <p:ph idx="7" type="subTitle"/>
          </p:nvPr>
        </p:nvSpPr>
        <p:spPr>
          <a:xfrm>
            <a:off x="28249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142" name="Google Shape;7142;p925"/>
          <p:cNvSpPr txBox="1"/>
          <p:nvPr>
            <p:ph idx="8" type="subTitle"/>
          </p:nvPr>
        </p:nvSpPr>
        <p:spPr>
          <a:xfrm>
            <a:off x="28249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143" name="Google Shape;7143;p925"/>
          <p:cNvSpPr txBox="1"/>
          <p:nvPr>
            <p:ph hasCustomPrompt="1" idx="9" type="title"/>
          </p:nvPr>
        </p:nvSpPr>
        <p:spPr>
          <a:xfrm>
            <a:off x="3189459"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7144" name="Google Shape;7144;p925"/>
          <p:cNvSpPr txBox="1"/>
          <p:nvPr>
            <p:ph idx="13" type="subTitle"/>
          </p:nvPr>
        </p:nvSpPr>
        <p:spPr>
          <a:xfrm>
            <a:off x="6680545"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7145" name="Google Shape;7145;p925"/>
          <p:cNvSpPr txBox="1"/>
          <p:nvPr>
            <p:ph idx="14" type="subTitle"/>
          </p:nvPr>
        </p:nvSpPr>
        <p:spPr>
          <a:xfrm>
            <a:off x="6680545"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7146" name="Google Shape;7146;p925"/>
          <p:cNvSpPr txBox="1"/>
          <p:nvPr>
            <p:ph hasCustomPrompt="1" idx="15" type="title"/>
          </p:nvPr>
        </p:nvSpPr>
        <p:spPr>
          <a:xfrm>
            <a:off x="7045045" y="1975647"/>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9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dk1"/>
        </a:solidFill>
      </p:bgPr>
    </p:bg>
    <p:spTree>
      <p:nvGrpSpPr>
        <p:cNvPr id="7147" name="Shape 7147"/>
        <p:cNvGrpSpPr/>
        <p:nvPr/>
      </p:nvGrpSpPr>
      <p:grpSpPr>
        <a:xfrm>
          <a:off x="0" y="0"/>
          <a:ext cx="0" cy="0"/>
          <a:chOff x="0" y="0"/>
          <a:chExt cx="0" cy="0"/>
        </a:xfrm>
      </p:grpSpPr>
      <p:sp>
        <p:nvSpPr>
          <p:cNvPr id="7148" name="Google Shape;7148;p92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926"/>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7150" name="Google Shape;7150;p926"/>
          <p:cNvSpPr txBox="1"/>
          <p:nvPr>
            <p:ph hasCustomPrompt="1" idx="2" type="title"/>
          </p:nvPr>
        </p:nvSpPr>
        <p:spPr>
          <a:xfrm>
            <a:off x="1131163" y="96802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7151" name="Google Shape;7151;p926"/>
          <p:cNvSpPr txBox="1"/>
          <p:nvPr>
            <p:ph idx="1" type="subTitle"/>
          </p:nvPr>
        </p:nvSpPr>
        <p:spPr>
          <a:xfrm>
            <a:off x="1131163" y="37284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9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
    <p:bg>
      <p:bgPr>
        <a:solidFill>
          <a:schemeClr val="dk1"/>
        </a:solidFill>
      </p:bgPr>
    </p:bg>
    <p:spTree>
      <p:nvGrpSpPr>
        <p:cNvPr id="7152" name="Shape 7152"/>
        <p:cNvGrpSpPr/>
        <p:nvPr/>
      </p:nvGrpSpPr>
      <p:grpSpPr>
        <a:xfrm>
          <a:off x="0" y="0"/>
          <a:ext cx="0" cy="0"/>
          <a:chOff x="0" y="0"/>
          <a:chExt cx="0" cy="0"/>
        </a:xfrm>
      </p:grpSpPr>
      <p:sp>
        <p:nvSpPr>
          <p:cNvPr id="7153" name="Google Shape;7153;p92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927"/>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7155" name="Google Shape;7155;p927"/>
          <p:cNvSpPr txBox="1"/>
          <p:nvPr>
            <p:ph hasCustomPrompt="1" idx="2" type="title"/>
          </p:nvPr>
        </p:nvSpPr>
        <p:spPr>
          <a:xfrm>
            <a:off x="3496800" y="894025"/>
            <a:ext cx="2150400" cy="1665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7156" name="Google Shape;7156;p927"/>
          <p:cNvSpPr txBox="1"/>
          <p:nvPr>
            <p:ph idx="1" type="subTitle"/>
          </p:nvPr>
        </p:nvSpPr>
        <p:spPr>
          <a:xfrm>
            <a:off x="1896450" y="3802475"/>
            <a:ext cx="53511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9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7157" name="Shape 7157"/>
        <p:cNvGrpSpPr/>
        <p:nvPr/>
      </p:nvGrpSpPr>
      <p:grpSpPr>
        <a:xfrm>
          <a:off x="0" y="0"/>
          <a:ext cx="0" cy="0"/>
          <a:chOff x="0" y="0"/>
          <a:chExt cx="0" cy="0"/>
        </a:xfrm>
      </p:grpSpPr>
      <p:sp>
        <p:nvSpPr>
          <p:cNvPr id="7158" name="Google Shape;7158;p92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928"/>
          <p:cNvSpPr txBox="1"/>
          <p:nvPr>
            <p:ph type="title"/>
          </p:nvPr>
        </p:nvSpPr>
        <p:spPr>
          <a:xfrm>
            <a:off x="1952375" y="3189813"/>
            <a:ext cx="4629600" cy="491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160" name="Google Shape;7160;p928"/>
          <p:cNvSpPr txBox="1"/>
          <p:nvPr>
            <p:ph idx="1" type="subTitle"/>
          </p:nvPr>
        </p:nvSpPr>
        <p:spPr>
          <a:xfrm>
            <a:off x="1952375" y="1995238"/>
            <a:ext cx="4629600" cy="111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9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
    <p:bg>
      <p:bgPr>
        <a:solidFill>
          <a:schemeClr val="dk1"/>
        </a:solidFill>
      </p:bgPr>
    </p:bg>
    <p:spTree>
      <p:nvGrpSpPr>
        <p:cNvPr id="7161" name="Shape 7161"/>
        <p:cNvGrpSpPr/>
        <p:nvPr/>
      </p:nvGrpSpPr>
      <p:grpSpPr>
        <a:xfrm>
          <a:off x="0" y="0"/>
          <a:ext cx="0" cy="0"/>
          <a:chOff x="0" y="0"/>
          <a:chExt cx="0" cy="0"/>
        </a:xfrm>
      </p:grpSpPr>
      <p:sp>
        <p:nvSpPr>
          <p:cNvPr id="7162" name="Google Shape;7162;p929"/>
          <p:cNvSpPr txBox="1"/>
          <p:nvPr>
            <p:ph type="title"/>
          </p:nvPr>
        </p:nvSpPr>
        <p:spPr>
          <a:xfrm>
            <a:off x="713250" y="5395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atin typeface="Roboto"/>
                <a:ea typeface="Roboto"/>
                <a:cs typeface="Roboto"/>
                <a:sym typeface="Roboto"/>
              </a:defRPr>
            </a:lvl1pPr>
            <a:lvl2pPr lvl="1">
              <a:spcBef>
                <a:spcPts val="0"/>
              </a:spcBef>
              <a:spcAft>
                <a:spcPts val="0"/>
              </a:spcAft>
              <a:buSzPts val="2800"/>
              <a:buNone/>
              <a:defRPr>
                <a:latin typeface="Roboto"/>
                <a:ea typeface="Roboto"/>
                <a:cs typeface="Roboto"/>
                <a:sym typeface="Roboto"/>
              </a:defRPr>
            </a:lvl2pPr>
            <a:lvl3pPr lvl="2">
              <a:spcBef>
                <a:spcPts val="0"/>
              </a:spcBef>
              <a:spcAft>
                <a:spcPts val="0"/>
              </a:spcAft>
              <a:buSzPts val="2800"/>
              <a:buNone/>
              <a:defRPr>
                <a:latin typeface="Roboto"/>
                <a:ea typeface="Roboto"/>
                <a:cs typeface="Roboto"/>
                <a:sym typeface="Roboto"/>
              </a:defRPr>
            </a:lvl3pPr>
            <a:lvl4pPr lvl="3">
              <a:spcBef>
                <a:spcPts val="0"/>
              </a:spcBef>
              <a:spcAft>
                <a:spcPts val="0"/>
              </a:spcAft>
              <a:buSzPts val="2800"/>
              <a:buNone/>
              <a:defRPr>
                <a:latin typeface="Roboto"/>
                <a:ea typeface="Roboto"/>
                <a:cs typeface="Roboto"/>
                <a:sym typeface="Roboto"/>
              </a:defRPr>
            </a:lvl4pPr>
            <a:lvl5pPr lvl="4">
              <a:spcBef>
                <a:spcPts val="0"/>
              </a:spcBef>
              <a:spcAft>
                <a:spcPts val="0"/>
              </a:spcAft>
              <a:buSzPts val="2800"/>
              <a:buNone/>
              <a:defRPr>
                <a:latin typeface="Roboto"/>
                <a:ea typeface="Roboto"/>
                <a:cs typeface="Roboto"/>
                <a:sym typeface="Roboto"/>
              </a:defRPr>
            </a:lvl5pPr>
            <a:lvl6pPr lvl="5">
              <a:spcBef>
                <a:spcPts val="0"/>
              </a:spcBef>
              <a:spcAft>
                <a:spcPts val="0"/>
              </a:spcAft>
              <a:buSzPts val="2800"/>
              <a:buNone/>
              <a:defRPr>
                <a:latin typeface="Roboto"/>
                <a:ea typeface="Roboto"/>
                <a:cs typeface="Roboto"/>
                <a:sym typeface="Roboto"/>
              </a:defRPr>
            </a:lvl6pPr>
            <a:lvl7pPr lvl="6">
              <a:spcBef>
                <a:spcPts val="0"/>
              </a:spcBef>
              <a:spcAft>
                <a:spcPts val="0"/>
              </a:spcAft>
              <a:buSzPts val="2800"/>
              <a:buNone/>
              <a:defRPr>
                <a:latin typeface="Roboto"/>
                <a:ea typeface="Roboto"/>
                <a:cs typeface="Roboto"/>
                <a:sym typeface="Roboto"/>
              </a:defRPr>
            </a:lvl7pPr>
            <a:lvl8pPr lvl="7">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7163" name="Google Shape;7163;p92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929"/>
          <p:cNvSpPr txBox="1"/>
          <p:nvPr>
            <p:ph idx="2" type="title"/>
          </p:nvPr>
        </p:nvSpPr>
        <p:spPr>
          <a:xfrm>
            <a:off x="3364525" y="3430088"/>
            <a:ext cx="4629600" cy="491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165" name="Google Shape;7165;p929"/>
          <p:cNvSpPr txBox="1"/>
          <p:nvPr>
            <p:ph idx="1" type="subTitle"/>
          </p:nvPr>
        </p:nvSpPr>
        <p:spPr>
          <a:xfrm>
            <a:off x="3364525" y="2235513"/>
            <a:ext cx="4629600" cy="111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9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0">
    <p:bg>
      <p:bgPr>
        <a:solidFill>
          <a:schemeClr val="dk1"/>
        </a:solidFill>
      </p:bgPr>
    </p:bg>
    <p:spTree>
      <p:nvGrpSpPr>
        <p:cNvPr id="7166" name="Shape 7166"/>
        <p:cNvGrpSpPr/>
        <p:nvPr/>
      </p:nvGrpSpPr>
      <p:grpSpPr>
        <a:xfrm>
          <a:off x="0" y="0"/>
          <a:ext cx="0" cy="0"/>
          <a:chOff x="0" y="0"/>
          <a:chExt cx="0" cy="0"/>
        </a:xfrm>
      </p:grpSpPr>
      <p:sp>
        <p:nvSpPr>
          <p:cNvPr id="7167" name="Google Shape;7167;p93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930"/>
          <p:cNvSpPr txBox="1"/>
          <p:nvPr>
            <p:ph hasCustomPrompt="1" type="title"/>
          </p:nvPr>
        </p:nvSpPr>
        <p:spPr>
          <a:xfrm>
            <a:off x="2070613" y="1505850"/>
            <a:ext cx="4774200" cy="1332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7169" name="Google Shape;7169;p930"/>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22">
    <p:bg>
      <p:bgPr>
        <a:solidFill>
          <a:schemeClr val="dk1"/>
        </a:solidFill>
      </p:bgPr>
    </p:bg>
    <p:spTree>
      <p:nvGrpSpPr>
        <p:cNvPr id="7170" name="Shape 7170"/>
        <p:cNvGrpSpPr/>
        <p:nvPr/>
      </p:nvGrpSpPr>
      <p:grpSpPr>
        <a:xfrm>
          <a:off x="0" y="0"/>
          <a:ext cx="0" cy="0"/>
          <a:chOff x="0" y="0"/>
          <a:chExt cx="0" cy="0"/>
        </a:xfrm>
      </p:grpSpPr>
      <p:sp>
        <p:nvSpPr>
          <p:cNvPr id="7171" name="Google Shape;7171;p931"/>
          <p:cNvSpPr txBox="1"/>
          <p:nvPr>
            <p:ph hasCustomPrompt="1" type="title"/>
          </p:nvPr>
        </p:nvSpPr>
        <p:spPr>
          <a:xfrm>
            <a:off x="2337663" y="1768700"/>
            <a:ext cx="2299800" cy="1209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7172" name="Google Shape;7172;p931"/>
          <p:cNvSpPr txBox="1"/>
          <p:nvPr>
            <p:ph idx="1" type="subTitle"/>
          </p:nvPr>
        </p:nvSpPr>
        <p:spPr>
          <a:xfrm>
            <a:off x="4989538" y="1768700"/>
            <a:ext cx="3188400" cy="1209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173" name="Google Shape;7173;p931"/>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74" name="Google Shape;7174;p931"/>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7175" name="Google Shape;7175;p931"/>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9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bg>
      <p:bgPr>
        <a:solidFill>
          <a:schemeClr val="dk1"/>
        </a:solidFill>
      </p:bgPr>
    </p:bg>
    <p:spTree>
      <p:nvGrpSpPr>
        <p:cNvPr id="7176" name="Shape 7176"/>
        <p:cNvGrpSpPr/>
        <p:nvPr/>
      </p:nvGrpSpPr>
      <p:grpSpPr>
        <a:xfrm>
          <a:off x="0" y="0"/>
          <a:ext cx="0" cy="0"/>
          <a:chOff x="0" y="0"/>
          <a:chExt cx="0" cy="0"/>
        </a:xfrm>
      </p:grpSpPr>
      <p:sp>
        <p:nvSpPr>
          <p:cNvPr id="7177" name="Google Shape;7177;p932"/>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78" name="Google Shape;7178;p932"/>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7179" name="Google Shape;7179;p93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180" name="Google Shape;7180;p932"/>
          <p:cNvSpPr txBox="1"/>
          <p:nvPr>
            <p:ph hasCustomPrompt="1" idx="2" type="title"/>
          </p:nvPr>
        </p:nvSpPr>
        <p:spPr>
          <a:xfrm>
            <a:off x="1153250" y="1714350"/>
            <a:ext cx="2299800" cy="103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7181" name="Google Shape;7181;p932"/>
          <p:cNvSpPr txBox="1"/>
          <p:nvPr>
            <p:ph idx="1" type="subTitle"/>
          </p:nvPr>
        </p:nvSpPr>
        <p:spPr>
          <a:xfrm>
            <a:off x="1153250" y="2750550"/>
            <a:ext cx="2299800" cy="1058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182" name="Google Shape;7182;p932"/>
          <p:cNvSpPr txBox="1"/>
          <p:nvPr>
            <p:ph hasCustomPrompt="1" idx="3" type="title"/>
          </p:nvPr>
        </p:nvSpPr>
        <p:spPr>
          <a:xfrm>
            <a:off x="5006988" y="1378188"/>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7183" name="Google Shape;7183;p932"/>
          <p:cNvSpPr txBox="1"/>
          <p:nvPr>
            <p:ph idx="4" type="subTitle"/>
          </p:nvPr>
        </p:nvSpPr>
        <p:spPr>
          <a:xfrm>
            <a:off x="5006988" y="202385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184" name="Google Shape;7184;p932"/>
          <p:cNvSpPr txBox="1"/>
          <p:nvPr>
            <p:ph hasCustomPrompt="1" idx="5" type="title"/>
          </p:nvPr>
        </p:nvSpPr>
        <p:spPr>
          <a:xfrm>
            <a:off x="5006988" y="3133450"/>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7185" name="Google Shape;7185;p932"/>
          <p:cNvSpPr txBox="1"/>
          <p:nvPr>
            <p:ph idx="6" type="subTitle"/>
          </p:nvPr>
        </p:nvSpPr>
        <p:spPr>
          <a:xfrm>
            <a:off x="5006988" y="377900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3">
    <p:bg>
      <p:bgPr>
        <a:solidFill>
          <a:schemeClr val="dk1"/>
        </a:solidFill>
      </p:bgPr>
    </p:bg>
    <p:spTree>
      <p:nvGrpSpPr>
        <p:cNvPr id="7186" name="Shape 7186"/>
        <p:cNvGrpSpPr/>
        <p:nvPr/>
      </p:nvGrpSpPr>
      <p:grpSpPr>
        <a:xfrm>
          <a:off x="0" y="0"/>
          <a:ext cx="0" cy="0"/>
          <a:chOff x="0" y="0"/>
          <a:chExt cx="0" cy="0"/>
        </a:xfrm>
      </p:grpSpPr>
      <p:sp>
        <p:nvSpPr>
          <p:cNvPr id="7187" name="Google Shape;7187;p933"/>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88" name="Google Shape;7188;p933"/>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7189" name="Google Shape;7189;p93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190" name="Google Shape;7190;p933"/>
          <p:cNvSpPr txBox="1"/>
          <p:nvPr>
            <p:ph hasCustomPrompt="1" idx="2" type="title"/>
          </p:nvPr>
        </p:nvSpPr>
        <p:spPr>
          <a:xfrm>
            <a:off x="1153250"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7191" name="Google Shape;7191;p933"/>
          <p:cNvSpPr txBox="1"/>
          <p:nvPr>
            <p:ph idx="1" type="subTitle"/>
          </p:nvPr>
        </p:nvSpPr>
        <p:spPr>
          <a:xfrm>
            <a:off x="1153250" y="3575299"/>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192" name="Google Shape;7192;p933"/>
          <p:cNvSpPr txBox="1"/>
          <p:nvPr>
            <p:ph hasCustomPrompt="1" idx="3" type="title"/>
          </p:nvPr>
        </p:nvSpPr>
        <p:spPr>
          <a:xfrm>
            <a:off x="3476088"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7193" name="Google Shape;7193;p933"/>
          <p:cNvSpPr txBox="1"/>
          <p:nvPr>
            <p:ph idx="4" type="subTitle"/>
          </p:nvPr>
        </p:nvSpPr>
        <p:spPr>
          <a:xfrm>
            <a:off x="3476100" y="3575295"/>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194" name="Google Shape;7194;p933"/>
          <p:cNvSpPr txBox="1"/>
          <p:nvPr>
            <p:ph hasCustomPrompt="1" idx="5" type="title"/>
          </p:nvPr>
        </p:nvSpPr>
        <p:spPr>
          <a:xfrm>
            <a:off x="5798944" y="2777254"/>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7195" name="Google Shape;7195;p933"/>
          <p:cNvSpPr txBox="1"/>
          <p:nvPr>
            <p:ph idx="6" type="subTitle"/>
          </p:nvPr>
        </p:nvSpPr>
        <p:spPr>
          <a:xfrm>
            <a:off x="5798944" y="3575198"/>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_1_1">
    <p:bg>
      <p:bgPr>
        <a:solidFill>
          <a:schemeClr val="dk1"/>
        </a:solidFill>
      </p:bgPr>
    </p:bg>
    <p:spTree>
      <p:nvGrpSpPr>
        <p:cNvPr id="7196" name="Shape 7196"/>
        <p:cNvGrpSpPr/>
        <p:nvPr/>
      </p:nvGrpSpPr>
      <p:grpSpPr>
        <a:xfrm>
          <a:off x="0" y="0"/>
          <a:ext cx="0" cy="0"/>
          <a:chOff x="0" y="0"/>
          <a:chExt cx="0" cy="0"/>
        </a:xfrm>
      </p:grpSpPr>
      <p:grpSp>
        <p:nvGrpSpPr>
          <p:cNvPr id="7197" name="Google Shape;7197;p934"/>
          <p:cNvGrpSpPr/>
          <p:nvPr/>
        </p:nvGrpSpPr>
        <p:grpSpPr>
          <a:xfrm>
            <a:off x="713225" y="539500"/>
            <a:ext cx="7717500" cy="4064400"/>
            <a:chOff x="713225" y="539500"/>
            <a:chExt cx="7717500" cy="4064400"/>
          </a:xfrm>
        </p:grpSpPr>
        <p:sp>
          <p:nvSpPr>
            <p:cNvPr id="7198" name="Google Shape;7198;p93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99" name="Google Shape;7199;p93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200" name="Google Shape;7200;p93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9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_1">
    <p:bg>
      <p:bgPr>
        <a:solidFill>
          <a:schemeClr val="dk1"/>
        </a:solidFill>
      </p:bgPr>
    </p:bg>
    <p:spTree>
      <p:nvGrpSpPr>
        <p:cNvPr id="7201" name="Shape 7201"/>
        <p:cNvGrpSpPr/>
        <p:nvPr/>
      </p:nvGrpSpPr>
      <p:grpSpPr>
        <a:xfrm>
          <a:off x="0" y="0"/>
          <a:ext cx="0" cy="0"/>
          <a:chOff x="0" y="0"/>
          <a:chExt cx="0" cy="0"/>
        </a:xfrm>
      </p:grpSpPr>
      <p:grpSp>
        <p:nvGrpSpPr>
          <p:cNvPr id="7202" name="Google Shape;7202;p935"/>
          <p:cNvGrpSpPr/>
          <p:nvPr/>
        </p:nvGrpSpPr>
        <p:grpSpPr>
          <a:xfrm>
            <a:off x="713225" y="539500"/>
            <a:ext cx="7717500" cy="4064400"/>
            <a:chOff x="713225" y="539500"/>
            <a:chExt cx="7717500" cy="4064400"/>
          </a:xfrm>
        </p:grpSpPr>
        <p:sp>
          <p:nvSpPr>
            <p:cNvPr id="7203" name="Google Shape;7203;p93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04" name="Google Shape;7204;p93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205" name="Google Shape;7205;p935"/>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9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1_1_1">
    <p:bg>
      <p:bgPr>
        <a:solidFill>
          <a:schemeClr val="dk1"/>
        </a:solidFill>
      </p:bgPr>
    </p:bg>
    <p:spTree>
      <p:nvGrpSpPr>
        <p:cNvPr id="7206" name="Shape 7206"/>
        <p:cNvGrpSpPr/>
        <p:nvPr/>
      </p:nvGrpSpPr>
      <p:grpSpPr>
        <a:xfrm>
          <a:off x="0" y="0"/>
          <a:ext cx="0" cy="0"/>
          <a:chOff x="0" y="0"/>
          <a:chExt cx="0" cy="0"/>
        </a:xfrm>
      </p:grpSpPr>
      <p:grpSp>
        <p:nvGrpSpPr>
          <p:cNvPr id="7207" name="Google Shape;7207;p936"/>
          <p:cNvGrpSpPr/>
          <p:nvPr/>
        </p:nvGrpSpPr>
        <p:grpSpPr>
          <a:xfrm>
            <a:off x="713225" y="539500"/>
            <a:ext cx="7717500" cy="4064400"/>
            <a:chOff x="713225" y="539500"/>
            <a:chExt cx="7717500" cy="4064400"/>
          </a:xfrm>
        </p:grpSpPr>
        <p:sp>
          <p:nvSpPr>
            <p:cNvPr id="7208" name="Google Shape;7208;p93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09" name="Google Shape;7209;p93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210" name="Google Shape;7210;p936"/>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9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BLANK_1_1_1_1_1_1_3">
    <p:bg>
      <p:bgPr>
        <a:solidFill>
          <a:schemeClr val="dk1"/>
        </a:solidFill>
      </p:bgPr>
    </p:bg>
    <p:spTree>
      <p:nvGrpSpPr>
        <p:cNvPr id="7211" name="Shape 7211"/>
        <p:cNvGrpSpPr/>
        <p:nvPr/>
      </p:nvGrpSpPr>
      <p:grpSpPr>
        <a:xfrm>
          <a:off x="0" y="0"/>
          <a:ext cx="0" cy="0"/>
          <a:chOff x="0" y="0"/>
          <a:chExt cx="0" cy="0"/>
        </a:xfrm>
      </p:grpSpPr>
      <p:grpSp>
        <p:nvGrpSpPr>
          <p:cNvPr id="7212" name="Google Shape;7212;p937"/>
          <p:cNvGrpSpPr/>
          <p:nvPr/>
        </p:nvGrpSpPr>
        <p:grpSpPr>
          <a:xfrm>
            <a:off x="713225" y="539500"/>
            <a:ext cx="7717500" cy="4064400"/>
            <a:chOff x="713225" y="539500"/>
            <a:chExt cx="7717500" cy="4064400"/>
          </a:xfrm>
        </p:grpSpPr>
        <p:sp>
          <p:nvSpPr>
            <p:cNvPr id="7213" name="Google Shape;7213;p93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14" name="Google Shape;7214;p93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215" name="Google Shape;7215;p937"/>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9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_1_3_1">
    <p:bg>
      <p:bgPr>
        <a:solidFill>
          <a:schemeClr val="dk1"/>
        </a:solidFill>
      </p:bgPr>
    </p:bg>
    <p:spTree>
      <p:nvGrpSpPr>
        <p:cNvPr id="7216" name="Shape 7216"/>
        <p:cNvGrpSpPr/>
        <p:nvPr/>
      </p:nvGrpSpPr>
      <p:grpSpPr>
        <a:xfrm>
          <a:off x="0" y="0"/>
          <a:ext cx="0" cy="0"/>
          <a:chOff x="0" y="0"/>
          <a:chExt cx="0" cy="0"/>
        </a:xfrm>
      </p:grpSpPr>
      <p:grpSp>
        <p:nvGrpSpPr>
          <p:cNvPr id="7217" name="Google Shape;7217;p938"/>
          <p:cNvGrpSpPr/>
          <p:nvPr/>
        </p:nvGrpSpPr>
        <p:grpSpPr>
          <a:xfrm>
            <a:off x="713225" y="539500"/>
            <a:ext cx="7717500" cy="4064400"/>
            <a:chOff x="713225" y="539500"/>
            <a:chExt cx="7717500" cy="4064400"/>
          </a:xfrm>
        </p:grpSpPr>
        <p:sp>
          <p:nvSpPr>
            <p:cNvPr id="7218" name="Google Shape;7218;p93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19" name="Google Shape;7219;p93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220" name="Google Shape;7220;p938"/>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9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0">
    <p:bg>
      <p:bgPr>
        <a:solidFill>
          <a:schemeClr val="dk1"/>
        </a:solidFill>
      </p:bgPr>
    </p:bg>
    <p:spTree>
      <p:nvGrpSpPr>
        <p:cNvPr id="7221" name="Shape 7221"/>
        <p:cNvGrpSpPr/>
        <p:nvPr/>
      </p:nvGrpSpPr>
      <p:grpSpPr>
        <a:xfrm>
          <a:off x="0" y="0"/>
          <a:ext cx="0" cy="0"/>
          <a:chOff x="0" y="0"/>
          <a:chExt cx="0" cy="0"/>
        </a:xfrm>
      </p:grpSpPr>
      <p:sp>
        <p:nvSpPr>
          <p:cNvPr id="7222" name="Google Shape;7222;p93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939"/>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9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_1_1_1_2">
    <p:bg>
      <p:bgPr>
        <a:solidFill>
          <a:schemeClr val="dk1"/>
        </a:solidFill>
      </p:bgPr>
    </p:bg>
    <p:spTree>
      <p:nvGrpSpPr>
        <p:cNvPr id="7224" name="Shape 7224"/>
        <p:cNvGrpSpPr/>
        <p:nvPr/>
      </p:nvGrpSpPr>
      <p:grpSpPr>
        <a:xfrm>
          <a:off x="0" y="0"/>
          <a:ext cx="0" cy="0"/>
          <a:chOff x="0" y="0"/>
          <a:chExt cx="0" cy="0"/>
        </a:xfrm>
      </p:grpSpPr>
      <p:sp>
        <p:nvSpPr>
          <p:cNvPr id="7225" name="Google Shape;7225;p940"/>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940"/>
          <p:cNvSpPr txBox="1"/>
          <p:nvPr>
            <p:ph type="title"/>
          </p:nvPr>
        </p:nvSpPr>
        <p:spPr>
          <a:xfrm>
            <a:off x="1263200" y="1298488"/>
            <a:ext cx="2732700" cy="109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7227" name="Google Shape;7227;p940"/>
          <p:cNvSpPr txBox="1"/>
          <p:nvPr>
            <p:ph idx="1" type="subTitle"/>
          </p:nvPr>
        </p:nvSpPr>
        <p:spPr>
          <a:xfrm>
            <a:off x="1263200" y="2394813"/>
            <a:ext cx="2732700" cy="1541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9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7228" name="Shape 7228"/>
        <p:cNvGrpSpPr/>
        <p:nvPr/>
      </p:nvGrpSpPr>
      <p:grpSpPr>
        <a:xfrm>
          <a:off x="0" y="0"/>
          <a:ext cx="0" cy="0"/>
          <a:chOff x="0" y="0"/>
          <a:chExt cx="0" cy="0"/>
        </a:xfrm>
      </p:grpSpPr>
      <p:sp>
        <p:nvSpPr>
          <p:cNvPr id="7229" name="Google Shape;7229;p941"/>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941"/>
          <p:cNvSpPr txBox="1"/>
          <p:nvPr>
            <p:ph type="title"/>
          </p:nvPr>
        </p:nvSpPr>
        <p:spPr>
          <a:xfrm>
            <a:off x="948875" y="1767400"/>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7231" name="Google Shape;7231;p941"/>
          <p:cNvSpPr txBox="1"/>
          <p:nvPr>
            <p:ph idx="1" type="subTitle"/>
          </p:nvPr>
        </p:nvSpPr>
        <p:spPr>
          <a:xfrm>
            <a:off x="948875" y="2274200"/>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9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1_1_1_2_1_1_1">
    <p:bg>
      <p:bgPr>
        <a:solidFill>
          <a:schemeClr val="dk1"/>
        </a:solidFill>
      </p:bgPr>
    </p:bg>
    <p:spTree>
      <p:nvGrpSpPr>
        <p:cNvPr id="7232" name="Shape 7232"/>
        <p:cNvGrpSpPr/>
        <p:nvPr/>
      </p:nvGrpSpPr>
      <p:grpSpPr>
        <a:xfrm>
          <a:off x="0" y="0"/>
          <a:ext cx="0" cy="0"/>
          <a:chOff x="0" y="0"/>
          <a:chExt cx="0" cy="0"/>
        </a:xfrm>
      </p:grpSpPr>
      <p:grpSp>
        <p:nvGrpSpPr>
          <p:cNvPr id="7233" name="Google Shape;7233;p942"/>
          <p:cNvGrpSpPr/>
          <p:nvPr/>
        </p:nvGrpSpPr>
        <p:grpSpPr>
          <a:xfrm>
            <a:off x="713225" y="539500"/>
            <a:ext cx="7717500" cy="4064400"/>
            <a:chOff x="713225" y="539500"/>
            <a:chExt cx="7717500" cy="4064400"/>
          </a:xfrm>
        </p:grpSpPr>
        <p:sp>
          <p:nvSpPr>
            <p:cNvPr id="7234" name="Google Shape;7234;p94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35" name="Google Shape;7235;p94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236" name="Google Shape;7236;p94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237" name="Google Shape;7237;p942"/>
          <p:cNvSpPr txBox="1"/>
          <p:nvPr>
            <p:ph idx="1" type="subTitle"/>
          </p:nvPr>
        </p:nvSpPr>
        <p:spPr>
          <a:xfrm>
            <a:off x="862402" y="2181950"/>
            <a:ext cx="74778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7238" name="Google Shape;7238;p942"/>
          <p:cNvSpPr txBox="1"/>
          <p:nvPr>
            <p:ph idx="2" type="subTitle"/>
          </p:nvPr>
        </p:nvSpPr>
        <p:spPr>
          <a:xfrm>
            <a:off x="853775" y="2571350"/>
            <a:ext cx="7477800" cy="1937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7239" name="Google Shape;7239;p942"/>
          <p:cNvSpPr txBox="1"/>
          <p:nvPr>
            <p:ph idx="3" type="subTitle"/>
          </p:nvPr>
        </p:nvSpPr>
        <p:spPr>
          <a:xfrm>
            <a:off x="821225" y="1404325"/>
            <a:ext cx="76095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Tree>
  </p:cSld>
  <p:clrMapOvr>
    <a:masterClrMapping/>
  </p:clrMapOvr>
</p:sldLayout>
</file>

<file path=ppt/slideLayouts/slideLayout9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bg>
      <p:bgPr>
        <a:solidFill>
          <a:schemeClr val="dk1"/>
        </a:solidFill>
      </p:bgPr>
    </p:bg>
    <p:spTree>
      <p:nvGrpSpPr>
        <p:cNvPr id="7240" name="Shape 7240"/>
        <p:cNvGrpSpPr/>
        <p:nvPr/>
      </p:nvGrpSpPr>
      <p:grpSpPr>
        <a:xfrm>
          <a:off x="0" y="0"/>
          <a:ext cx="0" cy="0"/>
          <a:chOff x="0" y="0"/>
          <a:chExt cx="0" cy="0"/>
        </a:xfrm>
      </p:grpSpPr>
      <p:sp>
        <p:nvSpPr>
          <p:cNvPr id="7241" name="Google Shape;7241;p943"/>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943"/>
          <p:cNvSpPr txBox="1"/>
          <p:nvPr>
            <p:ph type="title"/>
          </p:nvPr>
        </p:nvSpPr>
        <p:spPr>
          <a:xfrm>
            <a:off x="4762538" y="1024043"/>
            <a:ext cx="3159900" cy="2028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7243" name="Google Shape;7243;p943"/>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9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bg>
      <p:bgPr>
        <a:solidFill>
          <a:schemeClr val="dk1"/>
        </a:solidFill>
      </p:bgPr>
    </p:bg>
    <p:spTree>
      <p:nvGrpSpPr>
        <p:cNvPr id="7244" name="Shape 7244"/>
        <p:cNvGrpSpPr/>
        <p:nvPr/>
      </p:nvGrpSpPr>
      <p:grpSpPr>
        <a:xfrm>
          <a:off x="0" y="0"/>
          <a:ext cx="0" cy="0"/>
          <a:chOff x="0" y="0"/>
          <a:chExt cx="0" cy="0"/>
        </a:xfrm>
      </p:grpSpPr>
      <p:sp>
        <p:nvSpPr>
          <p:cNvPr id="7245" name="Google Shape;7245;p944"/>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944"/>
          <p:cNvSpPr txBox="1"/>
          <p:nvPr>
            <p:ph type="title"/>
          </p:nvPr>
        </p:nvSpPr>
        <p:spPr>
          <a:xfrm>
            <a:off x="954338" y="1773175"/>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7247" name="Google Shape;7247;p944"/>
          <p:cNvSpPr txBox="1"/>
          <p:nvPr>
            <p:ph idx="1" type="subTitle"/>
          </p:nvPr>
        </p:nvSpPr>
        <p:spPr>
          <a:xfrm>
            <a:off x="954338" y="2279975"/>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9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
    <p:bg>
      <p:bgPr>
        <a:solidFill>
          <a:schemeClr val="dk1"/>
        </a:solidFill>
      </p:bgPr>
    </p:bg>
    <p:spTree>
      <p:nvGrpSpPr>
        <p:cNvPr id="7248" name="Shape 7248"/>
        <p:cNvGrpSpPr/>
        <p:nvPr/>
      </p:nvGrpSpPr>
      <p:grpSpPr>
        <a:xfrm>
          <a:off x="0" y="0"/>
          <a:ext cx="0" cy="0"/>
          <a:chOff x="0" y="0"/>
          <a:chExt cx="0" cy="0"/>
        </a:xfrm>
      </p:grpSpPr>
      <p:grpSp>
        <p:nvGrpSpPr>
          <p:cNvPr id="7249" name="Google Shape;7249;p945"/>
          <p:cNvGrpSpPr/>
          <p:nvPr/>
        </p:nvGrpSpPr>
        <p:grpSpPr>
          <a:xfrm>
            <a:off x="713225" y="539500"/>
            <a:ext cx="7717500" cy="4064400"/>
            <a:chOff x="713225" y="539500"/>
            <a:chExt cx="7717500" cy="4064400"/>
          </a:xfrm>
        </p:grpSpPr>
        <p:sp>
          <p:nvSpPr>
            <p:cNvPr id="7250" name="Google Shape;7250;p94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51" name="Google Shape;7251;p94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252" name="Google Shape;7252;p94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253" name="Google Shape;7253;p945"/>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7254" name="Google Shape;7254;p945"/>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7255" name="Google Shape;7255;p945"/>
          <p:cNvSpPr txBox="1"/>
          <p:nvPr>
            <p:ph idx="3" type="subTitle"/>
          </p:nvPr>
        </p:nvSpPr>
        <p:spPr>
          <a:xfrm>
            <a:off x="853775" y="2571192"/>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7256" name="Google Shape;7256;p945"/>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7257" name="Google Shape;7257;p945"/>
          <p:cNvSpPr txBox="1"/>
          <p:nvPr>
            <p:ph idx="5" type="subTitle"/>
          </p:nvPr>
        </p:nvSpPr>
        <p:spPr>
          <a:xfrm>
            <a:off x="4615325" y="2570500"/>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9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1_1_1_1">
    <p:bg>
      <p:bgPr>
        <a:solidFill>
          <a:schemeClr val="dk1"/>
        </a:solidFill>
      </p:bgPr>
    </p:bg>
    <p:spTree>
      <p:nvGrpSpPr>
        <p:cNvPr id="7258" name="Shape 7258"/>
        <p:cNvGrpSpPr/>
        <p:nvPr/>
      </p:nvGrpSpPr>
      <p:grpSpPr>
        <a:xfrm>
          <a:off x="0" y="0"/>
          <a:ext cx="0" cy="0"/>
          <a:chOff x="0" y="0"/>
          <a:chExt cx="0" cy="0"/>
        </a:xfrm>
      </p:grpSpPr>
      <p:grpSp>
        <p:nvGrpSpPr>
          <p:cNvPr id="7259" name="Google Shape;7259;p946"/>
          <p:cNvGrpSpPr/>
          <p:nvPr/>
        </p:nvGrpSpPr>
        <p:grpSpPr>
          <a:xfrm>
            <a:off x="713225" y="539500"/>
            <a:ext cx="7717500" cy="4064400"/>
            <a:chOff x="713225" y="539500"/>
            <a:chExt cx="7717500" cy="4064400"/>
          </a:xfrm>
        </p:grpSpPr>
        <p:sp>
          <p:nvSpPr>
            <p:cNvPr id="7260" name="Google Shape;7260;p94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61" name="Google Shape;7261;p94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262" name="Google Shape;7262;p94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263" name="Google Shape;7263;p946"/>
          <p:cNvSpPr txBox="1"/>
          <p:nvPr>
            <p:ph idx="1" type="subTitle"/>
          </p:nvPr>
        </p:nvSpPr>
        <p:spPr>
          <a:xfrm>
            <a:off x="1422663" y="3527586"/>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264" name="Google Shape;7264;p946"/>
          <p:cNvSpPr txBox="1"/>
          <p:nvPr>
            <p:ph idx="2" type="subTitle"/>
          </p:nvPr>
        </p:nvSpPr>
        <p:spPr>
          <a:xfrm>
            <a:off x="1422663" y="3098062"/>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265" name="Google Shape;7265;p946"/>
          <p:cNvSpPr txBox="1"/>
          <p:nvPr>
            <p:ph idx="3" type="subTitle"/>
          </p:nvPr>
        </p:nvSpPr>
        <p:spPr>
          <a:xfrm>
            <a:off x="5336638" y="3527925"/>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266" name="Google Shape;7266;p946"/>
          <p:cNvSpPr txBox="1"/>
          <p:nvPr>
            <p:ph idx="4" type="subTitle"/>
          </p:nvPr>
        </p:nvSpPr>
        <p:spPr>
          <a:xfrm>
            <a:off x="5336638" y="30980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8">
    <p:bg>
      <p:bgPr>
        <a:solidFill>
          <a:schemeClr val="dk1"/>
        </a:solidFill>
      </p:bgPr>
    </p:bg>
    <p:spTree>
      <p:nvGrpSpPr>
        <p:cNvPr id="7267" name="Shape 7267"/>
        <p:cNvGrpSpPr/>
        <p:nvPr/>
      </p:nvGrpSpPr>
      <p:grpSpPr>
        <a:xfrm>
          <a:off x="0" y="0"/>
          <a:ext cx="0" cy="0"/>
          <a:chOff x="0" y="0"/>
          <a:chExt cx="0" cy="0"/>
        </a:xfrm>
      </p:grpSpPr>
      <p:grpSp>
        <p:nvGrpSpPr>
          <p:cNvPr id="7268" name="Google Shape;7268;p947"/>
          <p:cNvGrpSpPr/>
          <p:nvPr/>
        </p:nvGrpSpPr>
        <p:grpSpPr>
          <a:xfrm>
            <a:off x="713225" y="539500"/>
            <a:ext cx="7717500" cy="4064400"/>
            <a:chOff x="713225" y="539500"/>
            <a:chExt cx="7717500" cy="4064400"/>
          </a:xfrm>
        </p:grpSpPr>
        <p:sp>
          <p:nvSpPr>
            <p:cNvPr id="7269" name="Google Shape;7269;p94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70" name="Google Shape;7270;p94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271" name="Google Shape;7271;p94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272" name="Google Shape;7272;p947"/>
          <p:cNvSpPr txBox="1"/>
          <p:nvPr>
            <p:ph idx="1" type="subTitle"/>
          </p:nvPr>
        </p:nvSpPr>
        <p:spPr>
          <a:xfrm>
            <a:off x="2965993" y="1780597"/>
            <a:ext cx="3506400" cy="80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273" name="Google Shape;7273;p947"/>
          <p:cNvSpPr txBox="1"/>
          <p:nvPr>
            <p:ph idx="2" type="subTitle"/>
          </p:nvPr>
        </p:nvSpPr>
        <p:spPr>
          <a:xfrm>
            <a:off x="2965993" y="1351073"/>
            <a:ext cx="3506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274" name="Google Shape;7274;p947"/>
          <p:cNvSpPr txBox="1"/>
          <p:nvPr>
            <p:ph idx="3" type="subTitle"/>
          </p:nvPr>
        </p:nvSpPr>
        <p:spPr>
          <a:xfrm>
            <a:off x="2280193" y="3541819"/>
            <a:ext cx="3506400" cy="809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275" name="Google Shape;7275;p947"/>
          <p:cNvSpPr txBox="1"/>
          <p:nvPr>
            <p:ph idx="4" type="subTitle"/>
          </p:nvPr>
        </p:nvSpPr>
        <p:spPr>
          <a:xfrm>
            <a:off x="2280193" y="3111944"/>
            <a:ext cx="3506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bg>
      <p:bgPr>
        <a:solidFill>
          <a:schemeClr val="dk1"/>
        </a:solidFill>
      </p:bgPr>
    </p:bg>
    <p:spTree>
      <p:nvGrpSpPr>
        <p:cNvPr id="7276" name="Shape 7276"/>
        <p:cNvGrpSpPr/>
        <p:nvPr/>
      </p:nvGrpSpPr>
      <p:grpSpPr>
        <a:xfrm>
          <a:off x="0" y="0"/>
          <a:ext cx="0" cy="0"/>
          <a:chOff x="0" y="0"/>
          <a:chExt cx="0" cy="0"/>
        </a:xfrm>
      </p:grpSpPr>
      <p:grpSp>
        <p:nvGrpSpPr>
          <p:cNvPr id="7277" name="Google Shape;7277;p948"/>
          <p:cNvGrpSpPr/>
          <p:nvPr/>
        </p:nvGrpSpPr>
        <p:grpSpPr>
          <a:xfrm>
            <a:off x="713225" y="539500"/>
            <a:ext cx="7717500" cy="4064400"/>
            <a:chOff x="713225" y="539500"/>
            <a:chExt cx="7717500" cy="4064400"/>
          </a:xfrm>
        </p:grpSpPr>
        <p:sp>
          <p:nvSpPr>
            <p:cNvPr id="7278" name="Google Shape;7278;p94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79" name="Google Shape;7279;p94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280" name="Google Shape;7280;p94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281" name="Google Shape;7281;p948"/>
          <p:cNvSpPr txBox="1"/>
          <p:nvPr>
            <p:ph idx="1" type="subTitle"/>
          </p:nvPr>
        </p:nvSpPr>
        <p:spPr>
          <a:xfrm>
            <a:off x="1041662" y="2850162"/>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282" name="Google Shape;7282;p948"/>
          <p:cNvSpPr txBox="1"/>
          <p:nvPr>
            <p:ph idx="2" type="subTitle"/>
          </p:nvPr>
        </p:nvSpPr>
        <p:spPr>
          <a:xfrm>
            <a:off x="1041662"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283" name="Google Shape;7283;p948"/>
          <p:cNvSpPr txBox="1"/>
          <p:nvPr>
            <p:ph idx="3" type="subTitle"/>
          </p:nvPr>
        </p:nvSpPr>
        <p:spPr>
          <a:xfrm>
            <a:off x="6437934" y="2850513"/>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284" name="Google Shape;7284;p948"/>
          <p:cNvSpPr txBox="1"/>
          <p:nvPr>
            <p:ph idx="4" type="subTitle"/>
          </p:nvPr>
        </p:nvSpPr>
        <p:spPr>
          <a:xfrm>
            <a:off x="6437934"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6">
    <p:bg>
      <p:bgPr>
        <a:solidFill>
          <a:schemeClr val="dk1"/>
        </a:solidFill>
      </p:bgPr>
    </p:bg>
    <p:spTree>
      <p:nvGrpSpPr>
        <p:cNvPr id="7285" name="Shape 7285"/>
        <p:cNvGrpSpPr/>
        <p:nvPr/>
      </p:nvGrpSpPr>
      <p:grpSpPr>
        <a:xfrm>
          <a:off x="0" y="0"/>
          <a:ext cx="0" cy="0"/>
          <a:chOff x="0" y="0"/>
          <a:chExt cx="0" cy="0"/>
        </a:xfrm>
      </p:grpSpPr>
      <p:grpSp>
        <p:nvGrpSpPr>
          <p:cNvPr id="7286" name="Google Shape;7286;p949"/>
          <p:cNvGrpSpPr/>
          <p:nvPr/>
        </p:nvGrpSpPr>
        <p:grpSpPr>
          <a:xfrm>
            <a:off x="713225" y="539500"/>
            <a:ext cx="7717500" cy="4064400"/>
            <a:chOff x="713225" y="539500"/>
            <a:chExt cx="7717500" cy="4064400"/>
          </a:xfrm>
        </p:grpSpPr>
        <p:sp>
          <p:nvSpPr>
            <p:cNvPr id="7287" name="Google Shape;7287;p94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88" name="Google Shape;7288;p94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289" name="Google Shape;7289;p94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290" name="Google Shape;7290;p949"/>
          <p:cNvSpPr txBox="1"/>
          <p:nvPr>
            <p:ph idx="1" type="subTitle"/>
          </p:nvPr>
        </p:nvSpPr>
        <p:spPr>
          <a:xfrm>
            <a:off x="1425525" y="1808851"/>
            <a:ext cx="2384700" cy="2377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
        <p:nvSpPr>
          <p:cNvPr id="7291" name="Google Shape;7291;p949"/>
          <p:cNvSpPr txBox="1"/>
          <p:nvPr>
            <p:ph idx="2" type="subTitle"/>
          </p:nvPr>
        </p:nvSpPr>
        <p:spPr>
          <a:xfrm>
            <a:off x="5333725" y="1808850"/>
            <a:ext cx="2384700" cy="2356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9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_1_1_1">
    <p:bg>
      <p:bgPr>
        <a:solidFill>
          <a:schemeClr val="dk1"/>
        </a:solidFill>
      </p:bgPr>
    </p:bg>
    <p:spTree>
      <p:nvGrpSpPr>
        <p:cNvPr id="7292" name="Shape 7292"/>
        <p:cNvGrpSpPr/>
        <p:nvPr/>
      </p:nvGrpSpPr>
      <p:grpSpPr>
        <a:xfrm>
          <a:off x="0" y="0"/>
          <a:ext cx="0" cy="0"/>
          <a:chOff x="0" y="0"/>
          <a:chExt cx="0" cy="0"/>
        </a:xfrm>
      </p:grpSpPr>
      <p:grpSp>
        <p:nvGrpSpPr>
          <p:cNvPr id="7293" name="Google Shape;7293;p950"/>
          <p:cNvGrpSpPr/>
          <p:nvPr/>
        </p:nvGrpSpPr>
        <p:grpSpPr>
          <a:xfrm>
            <a:off x="713225" y="539500"/>
            <a:ext cx="7717500" cy="4064400"/>
            <a:chOff x="713225" y="539500"/>
            <a:chExt cx="7717500" cy="4064400"/>
          </a:xfrm>
        </p:grpSpPr>
        <p:sp>
          <p:nvSpPr>
            <p:cNvPr id="7294" name="Google Shape;7294;p95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95" name="Google Shape;7295;p95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296" name="Google Shape;7296;p95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297" name="Google Shape;7297;p950"/>
          <p:cNvSpPr txBox="1"/>
          <p:nvPr>
            <p:ph idx="1" type="subTitle"/>
          </p:nvPr>
        </p:nvSpPr>
        <p:spPr>
          <a:xfrm>
            <a:off x="852300" y="16473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298" name="Google Shape;7298;p950"/>
          <p:cNvSpPr txBox="1"/>
          <p:nvPr>
            <p:ph idx="2" type="subTitle"/>
          </p:nvPr>
        </p:nvSpPr>
        <p:spPr>
          <a:xfrm>
            <a:off x="852300" y="12178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7299" name="Google Shape;7299;p950"/>
          <p:cNvSpPr txBox="1"/>
          <p:nvPr>
            <p:ph idx="3" type="subTitle"/>
          </p:nvPr>
        </p:nvSpPr>
        <p:spPr>
          <a:xfrm>
            <a:off x="852300" y="27819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300" name="Google Shape;7300;p950"/>
          <p:cNvSpPr txBox="1"/>
          <p:nvPr>
            <p:ph idx="4" type="subTitle"/>
          </p:nvPr>
        </p:nvSpPr>
        <p:spPr>
          <a:xfrm>
            <a:off x="852300" y="23524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7301" name="Google Shape;7301;p950"/>
          <p:cNvSpPr txBox="1"/>
          <p:nvPr>
            <p:ph idx="5" type="subTitle"/>
          </p:nvPr>
        </p:nvSpPr>
        <p:spPr>
          <a:xfrm>
            <a:off x="852300" y="3916538"/>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302" name="Google Shape;7302;p950"/>
          <p:cNvSpPr txBox="1"/>
          <p:nvPr>
            <p:ph idx="6" type="subTitle"/>
          </p:nvPr>
        </p:nvSpPr>
        <p:spPr>
          <a:xfrm>
            <a:off x="852300" y="34870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9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bg>
      <p:bgPr>
        <a:solidFill>
          <a:schemeClr val="dk1"/>
        </a:solidFill>
      </p:bgPr>
    </p:bg>
    <p:spTree>
      <p:nvGrpSpPr>
        <p:cNvPr id="7303" name="Shape 7303"/>
        <p:cNvGrpSpPr/>
        <p:nvPr/>
      </p:nvGrpSpPr>
      <p:grpSpPr>
        <a:xfrm>
          <a:off x="0" y="0"/>
          <a:ext cx="0" cy="0"/>
          <a:chOff x="0" y="0"/>
          <a:chExt cx="0" cy="0"/>
        </a:xfrm>
      </p:grpSpPr>
      <p:grpSp>
        <p:nvGrpSpPr>
          <p:cNvPr id="7304" name="Google Shape;7304;p951"/>
          <p:cNvGrpSpPr/>
          <p:nvPr/>
        </p:nvGrpSpPr>
        <p:grpSpPr>
          <a:xfrm>
            <a:off x="713225" y="539500"/>
            <a:ext cx="7717500" cy="4064400"/>
            <a:chOff x="713225" y="539500"/>
            <a:chExt cx="7717500" cy="4064400"/>
          </a:xfrm>
        </p:grpSpPr>
        <p:sp>
          <p:nvSpPr>
            <p:cNvPr id="7305" name="Google Shape;7305;p95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06" name="Google Shape;7306;p95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307" name="Google Shape;7307;p95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308" name="Google Shape;7308;p951"/>
          <p:cNvSpPr txBox="1"/>
          <p:nvPr>
            <p:ph idx="1" type="subTitle"/>
          </p:nvPr>
        </p:nvSpPr>
        <p:spPr>
          <a:xfrm>
            <a:off x="919850"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309" name="Google Shape;7309;p951"/>
          <p:cNvSpPr txBox="1"/>
          <p:nvPr>
            <p:ph idx="2" type="subTitle"/>
          </p:nvPr>
        </p:nvSpPr>
        <p:spPr>
          <a:xfrm>
            <a:off x="919850"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310" name="Google Shape;7310;p951"/>
          <p:cNvSpPr txBox="1"/>
          <p:nvPr>
            <p:ph idx="3" type="subTitle"/>
          </p:nvPr>
        </p:nvSpPr>
        <p:spPr>
          <a:xfrm>
            <a:off x="3500699"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311" name="Google Shape;7311;p951"/>
          <p:cNvSpPr txBox="1"/>
          <p:nvPr>
            <p:ph idx="4" type="subTitle"/>
          </p:nvPr>
        </p:nvSpPr>
        <p:spPr>
          <a:xfrm>
            <a:off x="3500697"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312" name="Google Shape;7312;p951"/>
          <p:cNvSpPr txBox="1"/>
          <p:nvPr>
            <p:ph idx="5" type="subTitle"/>
          </p:nvPr>
        </p:nvSpPr>
        <p:spPr>
          <a:xfrm>
            <a:off x="6069048"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313" name="Google Shape;7313;p951"/>
          <p:cNvSpPr txBox="1"/>
          <p:nvPr>
            <p:ph idx="6" type="subTitle"/>
          </p:nvPr>
        </p:nvSpPr>
        <p:spPr>
          <a:xfrm>
            <a:off x="6069043"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1_1_1_1_1_1">
    <p:bg>
      <p:bgPr>
        <a:solidFill>
          <a:schemeClr val="dk1"/>
        </a:solidFill>
      </p:bgPr>
    </p:bg>
    <p:spTree>
      <p:nvGrpSpPr>
        <p:cNvPr id="7314" name="Shape 7314"/>
        <p:cNvGrpSpPr/>
        <p:nvPr/>
      </p:nvGrpSpPr>
      <p:grpSpPr>
        <a:xfrm>
          <a:off x="0" y="0"/>
          <a:ext cx="0" cy="0"/>
          <a:chOff x="0" y="0"/>
          <a:chExt cx="0" cy="0"/>
        </a:xfrm>
      </p:grpSpPr>
      <p:grpSp>
        <p:nvGrpSpPr>
          <p:cNvPr id="7315" name="Google Shape;7315;p952"/>
          <p:cNvGrpSpPr/>
          <p:nvPr/>
        </p:nvGrpSpPr>
        <p:grpSpPr>
          <a:xfrm>
            <a:off x="713225" y="539500"/>
            <a:ext cx="7717500" cy="4064400"/>
            <a:chOff x="713225" y="539500"/>
            <a:chExt cx="7717500" cy="4064400"/>
          </a:xfrm>
        </p:grpSpPr>
        <p:sp>
          <p:nvSpPr>
            <p:cNvPr id="7316" name="Google Shape;7316;p95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17" name="Google Shape;7317;p95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318" name="Google Shape;7318;p95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319" name="Google Shape;7319;p952"/>
          <p:cNvSpPr txBox="1"/>
          <p:nvPr>
            <p:ph idx="1" type="subTitle"/>
          </p:nvPr>
        </p:nvSpPr>
        <p:spPr>
          <a:xfrm>
            <a:off x="919850" y="28955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320" name="Google Shape;7320;p952"/>
          <p:cNvSpPr txBox="1"/>
          <p:nvPr>
            <p:ph idx="2" type="subTitle"/>
          </p:nvPr>
        </p:nvSpPr>
        <p:spPr>
          <a:xfrm>
            <a:off x="919850" y="23982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321" name="Google Shape;7321;p952"/>
          <p:cNvSpPr txBox="1"/>
          <p:nvPr>
            <p:ph idx="3" type="subTitle"/>
          </p:nvPr>
        </p:nvSpPr>
        <p:spPr>
          <a:xfrm>
            <a:off x="3500700" y="32003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322" name="Google Shape;7322;p952"/>
          <p:cNvSpPr txBox="1"/>
          <p:nvPr>
            <p:ph idx="4" type="subTitle"/>
          </p:nvPr>
        </p:nvSpPr>
        <p:spPr>
          <a:xfrm>
            <a:off x="3500697" y="27030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323" name="Google Shape;7323;p952"/>
          <p:cNvSpPr txBox="1"/>
          <p:nvPr>
            <p:ph idx="5" type="subTitle"/>
          </p:nvPr>
        </p:nvSpPr>
        <p:spPr>
          <a:xfrm>
            <a:off x="6069049" y="35051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324" name="Google Shape;7324;p952"/>
          <p:cNvSpPr txBox="1"/>
          <p:nvPr>
            <p:ph idx="6" type="subTitle"/>
          </p:nvPr>
        </p:nvSpPr>
        <p:spPr>
          <a:xfrm>
            <a:off x="6069043" y="30078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BLANK_1_1_1_1_1_1_1_1_1_1">
    <p:bg>
      <p:bgPr>
        <a:solidFill>
          <a:schemeClr val="dk1"/>
        </a:solidFill>
      </p:bgPr>
    </p:bg>
    <p:spTree>
      <p:nvGrpSpPr>
        <p:cNvPr id="7325" name="Shape 7325"/>
        <p:cNvGrpSpPr/>
        <p:nvPr/>
      </p:nvGrpSpPr>
      <p:grpSpPr>
        <a:xfrm>
          <a:off x="0" y="0"/>
          <a:ext cx="0" cy="0"/>
          <a:chOff x="0" y="0"/>
          <a:chExt cx="0" cy="0"/>
        </a:xfrm>
      </p:grpSpPr>
      <p:grpSp>
        <p:nvGrpSpPr>
          <p:cNvPr id="7326" name="Google Shape;7326;p953"/>
          <p:cNvGrpSpPr/>
          <p:nvPr/>
        </p:nvGrpSpPr>
        <p:grpSpPr>
          <a:xfrm>
            <a:off x="713225" y="539500"/>
            <a:ext cx="7717500" cy="4064400"/>
            <a:chOff x="713225" y="539500"/>
            <a:chExt cx="7717500" cy="4064400"/>
          </a:xfrm>
        </p:grpSpPr>
        <p:sp>
          <p:nvSpPr>
            <p:cNvPr id="7327" name="Google Shape;7327;p95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28" name="Google Shape;7328;p95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329" name="Google Shape;7329;p95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330" name="Google Shape;7330;p953"/>
          <p:cNvSpPr txBox="1"/>
          <p:nvPr>
            <p:ph idx="1" type="subTitle"/>
          </p:nvPr>
        </p:nvSpPr>
        <p:spPr>
          <a:xfrm>
            <a:off x="111297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331" name="Google Shape;7331;p953"/>
          <p:cNvSpPr txBox="1"/>
          <p:nvPr>
            <p:ph idx="2" type="subTitle"/>
          </p:nvPr>
        </p:nvSpPr>
        <p:spPr>
          <a:xfrm>
            <a:off x="111297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332" name="Google Shape;7332;p953"/>
          <p:cNvSpPr txBox="1"/>
          <p:nvPr>
            <p:ph idx="3" type="subTitle"/>
          </p:nvPr>
        </p:nvSpPr>
        <p:spPr>
          <a:xfrm>
            <a:off x="3497250" y="18612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333" name="Google Shape;7333;p953"/>
          <p:cNvSpPr txBox="1"/>
          <p:nvPr>
            <p:ph idx="4" type="subTitle"/>
          </p:nvPr>
        </p:nvSpPr>
        <p:spPr>
          <a:xfrm>
            <a:off x="3497250" y="13639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334" name="Google Shape;7334;p953"/>
          <p:cNvSpPr txBox="1"/>
          <p:nvPr>
            <p:ph idx="5" type="subTitle"/>
          </p:nvPr>
        </p:nvSpPr>
        <p:spPr>
          <a:xfrm>
            <a:off x="588152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335" name="Google Shape;7335;p953"/>
          <p:cNvSpPr txBox="1"/>
          <p:nvPr>
            <p:ph idx="6" type="subTitle"/>
          </p:nvPr>
        </p:nvSpPr>
        <p:spPr>
          <a:xfrm>
            <a:off x="588152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2">
    <p:bg>
      <p:bgPr>
        <a:solidFill>
          <a:schemeClr val="dk1"/>
        </a:solidFill>
      </p:bgPr>
    </p:bg>
    <p:spTree>
      <p:nvGrpSpPr>
        <p:cNvPr id="7336" name="Shape 7336"/>
        <p:cNvGrpSpPr/>
        <p:nvPr/>
      </p:nvGrpSpPr>
      <p:grpSpPr>
        <a:xfrm>
          <a:off x="0" y="0"/>
          <a:ext cx="0" cy="0"/>
          <a:chOff x="0" y="0"/>
          <a:chExt cx="0" cy="0"/>
        </a:xfrm>
      </p:grpSpPr>
      <p:grpSp>
        <p:nvGrpSpPr>
          <p:cNvPr id="7337" name="Google Shape;7337;p954"/>
          <p:cNvGrpSpPr/>
          <p:nvPr/>
        </p:nvGrpSpPr>
        <p:grpSpPr>
          <a:xfrm>
            <a:off x="713225" y="539500"/>
            <a:ext cx="7717500" cy="4064400"/>
            <a:chOff x="713225" y="539500"/>
            <a:chExt cx="7717500" cy="4064400"/>
          </a:xfrm>
        </p:grpSpPr>
        <p:sp>
          <p:nvSpPr>
            <p:cNvPr id="7338" name="Google Shape;7338;p95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39" name="Google Shape;7339;p95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340" name="Google Shape;7340;p95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341" name="Google Shape;7341;p954"/>
          <p:cNvSpPr txBox="1"/>
          <p:nvPr>
            <p:ph idx="1" type="subTitle"/>
          </p:nvPr>
        </p:nvSpPr>
        <p:spPr>
          <a:xfrm>
            <a:off x="945800" y="1875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342" name="Google Shape;7342;p954"/>
          <p:cNvSpPr txBox="1"/>
          <p:nvPr>
            <p:ph idx="2" type="subTitle"/>
          </p:nvPr>
        </p:nvSpPr>
        <p:spPr>
          <a:xfrm>
            <a:off x="945800" y="1446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7343" name="Google Shape;7343;p954"/>
          <p:cNvSpPr txBox="1"/>
          <p:nvPr>
            <p:ph idx="3" type="subTitle"/>
          </p:nvPr>
        </p:nvSpPr>
        <p:spPr>
          <a:xfrm>
            <a:off x="5153800" y="2781950"/>
            <a:ext cx="30444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344" name="Google Shape;7344;p954"/>
          <p:cNvSpPr txBox="1"/>
          <p:nvPr>
            <p:ph idx="4" type="subTitle"/>
          </p:nvPr>
        </p:nvSpPr>
        <p:spPr>
          <a:xfrm>
            <a:off x="5153800" y="2352425"/>
            <a:ext cx="3044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7345" name="Google Shape;7345;p954"/>
          <p:cNvSpPr txBox="1"/>
          <p:nvPr>
            <p:ph idx="5" type="subTitle"/>
          </p:nvPr>
        </p:nvSpPr>
        <p:spPr>
          <a:xfrm>
            <a:off x="945800" y="3687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346" name="Google Shape;7346;p954"/>
          <p:cNvSpPr txBox="1"/>
          <p:nvPr>
            <p:ph idx="6" type="subTitle"/>
          </p:nvPr>
        </p:nvSpPr>
        <p:spPr>
          <a:xfrm>
            <a:off x="945800" y="3258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9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5">
    <p:bg>
      <p:bgPr>
        <a:solidFill>
          <a:schemeClr val="dk1"/>
        </a:solidFill>
      </p:bgPr>
    </p:bg>
    <p:spTree>
      <p:nvGrpSpPr>
        <p:cNvPr id="7347" name="Shape 7347"/>
        <p:cNvGrpSpPr/>
        <p:nvPr/>
      </p:nvGrpSpPr>
      <p:grpSpPr>
        <a:xfrm>
          <a:off x="0" y="0"/>
          <a:ext cx="0" cy="0"/>
          <a:chOff x="0" y="0"/>
          <a:chExt cx="0" cy="0"/>
        </a:xfrm>
      </p:grpSpPr>
      <p:grpSp>
        <p:nvGrpSpPr>
          <p:cNvPr id="7348" name="Google Shape;7348;p955"/>
          <p:cNvGrpSpPr/>
          <p:nvPr/>
        </p:nvGrpSpPr>
        <p:grpSpPr>
          <a:xfrm>
            <a:off x="713225" y="539500"/>
            <a:ext cx="7717500" cy="4064400"/>
            <a:chOff x="713225" y="539500"/>
            <a:chExt cx="7717500" cy="4064400"/>
          </a:xfrm>
        </p:grpSpPr>
        <p:sp>
          <p:nvSpPr>
            <p:cNvPr id="7349" name="Google Shape;7349;p95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50" name="Google Shape;7350;p95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351" name="Google Shape;7351;p95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352" name="Google Shape;7352;p955"/>
          <p:cNvSpPr txBox="1"/>
          <p:nvPr>
            <p:ph idx="1" type="subTitle"/>
          </p:nvPr>
        </p:nvSpPr>
        <p:spPr>
          <a:xfrm>
            <a:off x="1658100" y="1978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353" name="Google Shape;7353;p955"/>
          <p:cNvSpPr txBox="1"/>
          <p:nvPr>
            <p:ph idx="2" type="subTitle"/>
          </p:nvPr>
        </p:nvSpPr>
        <p:spPr>
          <a:xfrm>
            <a:off x="1658100" y="1549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7354" name="Google Shape;7354;p955"/>
          <p:cNvSpPr txBox="1"/>
          <p:nvPr>
            <p:ph idx="3" type="subTitle"/>
          </p:nvPr>
        </p:nvSpPr>
        <p:spPr>
          <a:xfrm>
            <a:off x="1658100" y="2884846"/>
            <a:ext cx="62850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355" name="Google Shape;7355;p955"/>
          <p:cNvSpPr txBox="1"/>
          <p:nvPr>
            <p:ph idx="4" type="subTitle"/>
          </p:nvPr>
        </p:nvSpPr>
        <p:spPr>
          <a:xfrm>
            <a:off x="1658100" y="2455321"/>
            <a:ext cx="62850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7356" name="Google Shape;7356;p955"/>
          <p:cNvSpPr txBox="1"/>
          <p:nvPr>
            <p:ph idx="5" type="subTitle"/>
          </p:nvPr>
        </p:nvSpPr>
        <p:spPr>
          <a:xfrm>
            <a:off x="1658100" y="3790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357" name="Google Shape;7357;p955"/>
          <p:cNvSpPr txBox="1"/>
          <p:nvPr>
            <p:ph idx="6" type="subTitle"/>
          </p:nvPr>
        </p:nvSpPr>
        <p:spPr>
          <a:xfrm>
            <a:off x="1658100" y="3361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9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24">
    <p:bg>
      <p:bgPr>
        <a:solidFill>
          <a:schemeClr val="dk1"/>
        </a:solidFill>
      </p:bgPr>
    </p:bg>
    <p:spTree>
      <p:nvGrpSpPr>
        <p:cNvPr id="7358" name="Shape 7358"/>
        <p:cNvGrpSpPr/>
        <p:nvPr/>
      </p:nvGrpSpPr>
      <p:grpSpPr>
        <a:xfrm>
          <a:off x="0" y="0"/>
          <a:ext cx="0" cy="0"/>
          <a:chOff x="0" y="0"/>
          <a:chExt cx="0" cy="0"/>
        </a:xfrm>
      </p:grpSpPr>
      <p:grpSp>
        <p:nvGrpSpPr>
          <p:cNvPr id="7359" name="Google Shape;7359;p956"/>
          <p:cNvGrpSpPr/>
          <p:nvPr/>
        </p:nvGrpSpPr>
        <p:grpSpPr>
          <a:xfrm>
            <a:off x="713225" y="539500"/>
            <a:ext cx="7717500" cy="4064400"/>
            <a:chOff x="713225" y="539500"/>
            <a:chExt cx="7717500" cy="4064400"/>
          </a:xfrm>
        </p:grpSpPr>
        <p:sp>
          <p:nvSpPr>
            <p:cNvPr id="7360" name="Google Shape;7360;p95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61" name="Google Shape;7361;p95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362" name="Google Shape;7362;p95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363" name="Google Shape;7363;p956"/>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7364" name="Google Shape;7364;p956"/>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7365" name="Google Shape;7365;p956"/>
          <p:cNvSpPr txBox="1"/>
          <p:nvPr>
            <p:ph idx="3" type="subTitle"/>
          </p:nvPr>
        </p:nvSpPr>
        <p:spPr>
          <a:xfrm>
            <a:off x="853775" y="257119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7366" name="Google Shape;7366;p956"/>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7367" name="Google Shape;7367;p956"/>
          <p:cNvSpPr txBox="1"/>
          <p:nvPr>
            <p:ph idx="5" type="subTitle"/>
          </p:nvPr>
        </p:nvSpPr>
        <p:spPr>
          <a:xfrm>
            <a:off x="4452875" y="2570500"/>
            <a:ext cx="3761700" cy="172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7368" name="Google Shape;7368;p956"/>
          <p:cNvSpPr txBox="1"/>
          <p:nvPr>
            <p:ph idx="6" type="subTitle"/>
          </p:nvPr>
        </p:nvSpPr>
        <p:spPr>
          <a:xfrm>
            <a:off x="853775" y="323750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7369" name="Google Shape;7369;p956"/>
          <p:cNvSpPr txBox="1"/>
          <p:nvPr>
            <p:ph idx="7" type="subTitle"/>
          </p:nvPr>
        </p:nvSpPr>
        <p:spPr>
          <a:xfrm>
            <a:off x="853775" y="362674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9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_1_1_1_1">
    <p:bg>
      <p:bgPr>
        <a:solidFill>
          <a:schemeClr val="dk1"/>
        </a:solidFill>
      </p:bgPr>
    </p:bg>
    <p:spTree>
      <p:nvGrpSpPr>
        <p:cNvPr id="7370" name="Shape 7370"/>
        <p:cNvGrpSpPr/>
        <p:nvPr/>
      </p:nvGrpSpPr>
      <p:grpSpPr>
        <a:xfrm>
          <a:off x="0" y="0"/>
          <a:ext cx="0" cy="0"/>
          <a:chOff x="0" y="0"/>
          <a:chExt cx="0" cy="0"/>
        </a:xfrm>
      </p:grpSpPr>
      <p:grpSp>
        <p:nvGrpSpPr>
          <p:cNvPr id="7371" name="Google Shape;7371;p957"/>
          <p:cNvGrpSpPr/>
          <p:nvPr/>
        </p:nvGrpSpPr>
        <p:grpSpPr>
          <a:xfrm>
            <a:off x="713225" y="539500"/>
            <a:ext cx="7717500" cy="4064400"/>
            <a:chOff x="713225" y="539500"/>
            <a:chExt cx="7717500" cy="4064400"/>
          </a:xfrm>
        </p:grpSpPr>
        <p:sp>
          <p:nvSpPr>
            <p:cNvPr id="7372" name="Google Shape;7372;p95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73" name="Google Shape;7373;p95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374" name="Google Shape;7374;p95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375" name="Google Shape;7375;p957"/>
          <p:cNvSpPr txBox="1"/>
          <p:nvPr>
            <p:ph idx="1" type="subTitle"/>
          </p:nvPr>
        </p:nvSpPr>
        <p:spPr>
          <a:xfrm>
            <a:off x="1112425"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7376" name="Google Shape;7376;p957"/>
          <p:cNvSpPr txBox="1"/>
          <p:nvPr>
            <p:ph idx="2" type="subTitle"/>
          </p:nvPr>
        </p:nvSpPr>
        <p:spPr>
          <a:xfrm>
            <a:off x="1112425"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377" name="Google Shape;7377;p957"/>
          <p:cNvSpPr txBox="1"/>
          <p:nvPr>
            <p:ph idx="3" type="subTitle"/>
          </p:nvPr>
        </p:nvSpPr>
        <p:spPr>
          <a:xfrm>
            <a:off x="5584150"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7378" name="Google Shape;7378;p957"/>
          <p:cNvSpPr txBox="1"/>
          <p:nvPr>
            <p:ph idx="4" type="subTitle"/>
          </p:nvPr>
        </p:nvSpPr>
        <p:spPr>
          <a:xfrm>
            <a:off x="5584150"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379" name="Google Shape;7379;p957"/>
          <p:cNvSpPr txBox="1"/>
          <p:nvPr>
            <p:ph idx="5" type="subTitle"/>
          </p:nvPr>
        </p:nvSpPr>
        <p:spPr>
          <a:xfrm>
            <a:off x="1112425"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7380" name="Google Shape;7380;p957"/>
          <p:cNvSpPr txBox="1"/>
          <p:nvPr>
            <p:ph idx="6" type="subTitle"/>
          </p:nvPr>
        </p:nvSpPr>
        <p:spPr>
          <a:xfrm>
            <a:off x="1112425"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381" name="Google Shape;7381;p957"/>
          <p:cNvSpPr txBox="1"/>
          <p:nvPr>
            <p:ph idx="7" type="subTitle"/>
          </p:nvPr>
        </p:nvSpPr>
        <p:spPr>
          <a:xfrm>
            <a:off x="5584150"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7382" name="Google Shape;7382;p957"/>
          <p:cNvSpPr txBox="1"/>
          <p:nvPr>
            <p:ph idx="8" type="subTitle"/>
          </p:nvPr>
        </p:nvSpPr>
        <p:spPr>
          <a:xfrm>
            <a:off x="5584150"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1_1_1_1_1">
    <p:bg>
      <p:bgPr>
        <a:solidFill>
          <a:schemeClr val="dk1"/>
        </a:solidFill>
      </p:bgPr>
    </p:bg>
    <p:spTree>
      <p:nvGrpSpPr>
        <p:cNvPr id="7383" name="Shape 7383"/>
        <p:cNvGrpSpPr/>
        <p:nvPr/>
      </p:nvGrpSpPr>
      <p:grpSpPr>
        <a:xfrm>
          <a:off x="0" y="0"/>
          <a:ext cx="0" cy="0"/>
          <a:chOff x="0" y="0"/>
          <a:chExt cx="0" cy="0"/>
        </a:xfrm>
      </p:grpSpPr>
      <p:grpSp>
        <p:nvGrpSpPr>
          <p:cNvPr id="7384" name="Google Shape;7384;p958"/>
          <p:cNvGrpSpPr/>
          <p:nvPr/>
        </p:nvGrpSpPr>
        <p:grpSpPr>
          <a:xfrm>
            <a:off x="713300" y="539550"/>
            <a:ext cx="7717500" cy="4064400"/>
            <a:chOff x="713300" y="539550"/>
            <a:chExt cx="7717500" cy="4064400"/>
          </a:xfrm>
        </p:grpSpPr>
        <p:cxnSp>
          <p:nvCxnSpPr>
            <p:cNvPr id="7385" name="Google Shape;7385;p958"/>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7386" name="Google Shape;7386;p958"/>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87" name="Google Shape;7387;p95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388" name="Google Shape;7388;p958"/>
          <p:cNvSpPr txBox="1"/>
          <p:nvPr>
            <p:ph idx="1" type="subTitle"/>
          </p:nvPr>
        </p:nvSpPr>
        <p:spPr>
          <a:xfrm>
            <a:off x="10166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389" name="Google Shape;7389;p958"/>
          <p:cNvSpPr txBox="1"/>
          <p:nvPr>
            <p:ph idx="2" type="subTitle"/>
          </p:nvPr>
        </p:nvSpPr>
        <p:spPr>
          <a:xfrm>
            <a:off x="10166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390" name="Google Shape;7390;p958"/>
          <p:cNvSpPr txBox="1"/>
          <p:nvPr>
            <p:ph idx="3" type="subTitle"/>
          </p:nvPr>
        </p:nvSpPr>
        <p:spPr>
          <a:xfrm>
            <a:off x="10166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391" name="Google Shape;7391;p958"/>
          <p:cNvSpPr txBox="1"/>
          <p:nvPr>
            <p:ph idx="4" type="subTitle"/>
          </p:nvPr>
        </p:nvSpPr>
        <p:spPr>
          <a:xfrm>
            <a:off x="10166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392" name="Google Shape;7392;p958"/>
          <p:cNvSpPr txBox="1"/>
          <p:nvPr>
            <p:ph idx="5" type="subTitle"/>
          </p:nvPr>
        </p:nvSpPr>
        <p:spPr>
          <a:xfrm>
            <a:off x="48094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393" name="Google Shape;7393;p958"/>
          <p:cNvSpPr txBox="1"/>
          <p:nvPr>
            <p:ph idx="6" type="subTitle"/>
          </p:nvPr>
        </p:nvSpPr>
        <p:spPr>
          <a:xfrm>
            <a:off x="48094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394" name="Google Shape;7394;p958"/>
          <p:cNvSpPr txBox="1"/>
          <p:nvPr>
            <p:ph idx="7" type="subTitle"/>
          </p:nvPr>
        </p:nvSpPr>
        <p:spPr>
          <a:xfrm>
            <a:off x="48094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395" name="Google Shape;7395;p958"/>
          <p:cNvSpPr txBox="1"/>
          <p:nvPr>
            <p:ph idx="8" type="subTitle"/>
          </p:nvPr>
        </p:nvSpPr>
        <p:spPr>
          <a:xfrm>
            <a:off x="48094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1_1_1_1_1_1_1_1_1">
    <p:bg>
      <p:bgPr>
        <a:solidFill>
          <a:schemeClr val="dk1"/>
        </a:solidFill>
      </p:bgPr>
    </p:bg>
    <p:spTree>
      <p:nvGrpSpPr>
        <p:cNvPr id="7396" name="Shape 7396"/>
        <p:cNvGrpSpPr/>
        <p:nvPr/>
      </p:nvGrpSpPr>
      <p:grpSpPr>
        <a:xfrm>
          <a:off x="0" y="0"/>
          <a:ext cx="0" cy="0"/>
          <a:chOff x="0" y="0"/>
          <a:chExt cx="0" cy="0"/>
        </a:xfrm>
      </p:grpSpPr>
      <p:grpSp>
        <p:nvGrpSpPr>
          <p:cNvPr id="7397" name="Google Shape;7397;p959"/>
          <p:cNvGrpSpPr/>
          <p:nvPr/>
        </p:nvGrpSpPr>
        <p:grpSpPr>
          <a:xfrm>
            <a:off x="713225" y="539500"/>
            <a:ext cx="7717500" cy="4064400"/>
            <a:chOff x="713225" y="539500"/>
            <a:chExt cx="7717500" cy="4064400"/>
          </a:xfrm>
        </p:grpSpPr>
        <p:sp>
          <p:nvSpPr>
            <p:cNvPr id="7398" name="Google Shape;7398;p95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99" name="Google Shape;7399;p95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400" name="Google Shape;7400;p95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401" name="Google Shape;7401;p959"/>
          <p:cNvSpPr txBox="1"/>
          <p:nvPr>
            <p:ph idx="1" type="subTitle"/>
          </p:nvPr>
        </p:nvSpPr>
        <p:spPr>
          <a:xfrm>
            <a:off x="8844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402" name="Google Shape;7402;p959"/>
          <p:cNvSpPr txBox="1"/>
          <p:nvPr>
            <p:ph idx="2" type="subTitle"/>
          </p:nvPr>
        </p:nvSpPr>
        <p:spPr>
          <a:xfrm>
            <a:off x="884474"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403" name="Google Shape;7403;p959"/>
          <p:cNvSpPr txBox="1"/>
          <p:nvPr>
            <p:ph idx="3" type="subTitle"/>
          </p:nvPr>
        </p:nvSpPr>
        <p:spPr>
          <a:xfrm>
            <a:off x="2767708"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404" name="Google Shape;7404;p959"/>
          <p:cNvSpPr txBox="1"/>
          <p:nvPr>
            <p:ph idx="4" type="subTitle"/>
          </p:nvPr>
        </p:nvSpPr>
        <p:spPr>
          <a:xfrm>
            <a:off x="2767709"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405" name="Google Shape;7405;p959"/>
          <p:cNvSpPr txBox="1"/>
          <p:nvPr>
            <p:ph idx="5" type="subTitle"/>
          </p:nvPr>
        </p:nvSpPr>
        <p:spPr>
          <a:xfrm>
            <a:off x="4650942"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406" name="Google Shape;7406;p959"/>
          <p:cNvSpPr txBox="1"/>
          <p:nvPr>
            <p:ph idx="6" type="subTitle"/>
          </p:nvPr>
        </p:nvSpPr>
        <p:spPr>
          <a:xfrm>
            <a:off x="4650945"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407" name="Google Shape;7407;p959"/>
          <p:cNvSpPr txBox="1"/>
          <p:nvPr>
            <p:ph idx="7" type="subTitle"/>
          </p:nvPr>
        </p:nvSpPr>
        <p:spPr>
          <a:xfrm>
            <a:off x="65341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408" name="Google Shape;7408;p959"/>
          <p:cNvSpPr txBox="1"/>
          <p:nvPr>
            <p:ph idx="8" type="subTitle"/>
          </p:nvPr>
        </p:nvSpPr>
        <p:spPr>
          <a:xfrm>
            <a:off x="6534180"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7">
    <p:bg>
      <p:bgPr>
        <a:solidFill>
          <a:schemeClr val="dk1"/>
        </a:solidFill>
      </p:bgPr>
    </p:bg>
    <p:spTree>
      <p:nvGrpSpPr>
        <p:cNvPr id="7409" name="Shape 7409"/>
        <p:cNvGrpSpPr/>
        <p:nvPr/>
      </p:nvGrpSpPr>
      <p:grpSpPr>
        <a:xfrm>
          <a:off x="0" y="0"/>
          <a:ext cx="0" cy="0"/>
          <a:chOff x="0" y="0"/>
          <a:chExt cx="0" cy="0"/>
        </a:xfrm>
      </p:grpSpPr>
      <p:grpSp>
        <p:nvGrpSpPr>
          <p:cNvPr id="7410" name="Google Shape;7410;p960"/>
          <p:cNvGrpSpPr/>
          <p:nvPr/>
        </p:nvGrpSpPr>
        <p:grpSpPr>
          <a:xfrm>
            <a:off x="713225" y="539500"/>
            <a:ext cx="7717500" cy="4064400"/>
            <a:chOff x="713225" y="539500"/>
            <a:chExt cx="7717500" cy="4064400"/>
          </a:xfrm>
        </p:grpSpPr>
        <p:sp>
          <p:nvSpPr>
            <p:cNvPr id="7411" name="Google Shape;7411;p96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12" name="Google Shape;7412;p96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413" name="Google Shape;7413;p96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414" name="Google Shape;7414;p960"/>
          <p:cNvSpPr txBox="1"/>
          <p:nvPr>
            <p:ph idx="1" type="subTitle"/>
          </p:nvPr>
        </p:nvSpPr>
        <p:spPr>
          <a:xfrm>
            <a:off x="1909431" y="1906051"/>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7415" name="Google Shape;7415;p960"/>
          <p:cNvSpPr txBox="1"/>
          <p:nvPr>
            <p:ph idx="2" type="subTitle"/>
          </p:nvPr>
        </p:nvSpPr>
        <p:spPr>
          <a:xfrm>
            <a:off x="1909431" y="1387350"/>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416" name="Google Shape;7416;p960"/>
          <p:cNvSpPr txBox="1"/>
          <p:nvPr>
            <p:ph idx="3" type="subTitle"/>
          </p:nvPr>
        </p:nvSpPr>
        <p:spPr>
          <a:xfrm>
            <a:off x="4971369" y="1906050"/>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7417" name="Google Shape;7417;p960"/>
          <p:cNvSpPr txBox="1"/>
          <p:nvPr>
            <p:ph idx="4" type="subTitle"/>
          </p:nvPr>
        </p:nvSpPr>
        <p:spPr>
          <a:xfrm>
            <a:off x="4971369" y="1387350"/>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418" name="Google Shape;7418;p960"/>
          <p:cNvSpPr txBox="1"/>
          <p:nvPr>
            <p:ph idx="5" type="subTitle"/>
          </p:nvPr>
        </p:nvSpPr>
        <p:spPr>
          <a:xfrm>
            <a:off x="1909431" y="3654425"/>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7419" name="Google Shape;7419;p960"/>
          <p:cNvSpPr txBox="1"/>
          <p:nvPr>
            <p:ph idx="6" type="subTitle"/>
          </p:nvPr>
        </p:nvSpPr>
        <p:spPr>
          <a:xfrm>
            <a:off x="1909431" y="3135724"/>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420" name="Google Shape;7420;p960"/>
          <p:cNvSpPr txBox="1"/>
          <p:nvPr>
            <p:ph idx="7" type="subTitle"/>
          </p:nvPr>
        </p:nvSpPr>
        <p:spPr>
          <a:xfrm>
            <a:off x="4971369" y="3654424"/>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7421" name="Google Shape;7421;p960"/>
          <p:cNvSpPr txBox="1"/>
          <p:nvPr>
            <p:ph idx="8" type="subTitle"/>
          </p:nvPr>
        </p:nvSpPr>
        <p:spPr>
          <a:xfrm>
            <a:off x="4971369" y="3135724"/>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1_1_1_1_1_2">
    <p:bg>
      <p:bgPr>
        <a:solidFill>
          <a:schemeClr val="dk1"/>
        </a:solidFill>
      </p:bgPr>
    </p:bg>
    <p:spTree>
      <p:nvGrpSpPr>
        <p:cNvPr id="7422" name="Shape 7422"/>
        <p:cNvGrpSpPr/>
        <p:nvPr/>
      </p:nvGrpSpPr>
      <p:grpSpPr>
        <a:xfrm>
          <a:off x="0" y="0"/>
          <a:ext cx="0" cy="0"/>
          <a:chOff x="0" y="0"/>
          <a:chExt cx="0" cy="0"/>
        </a:xfrm>
      </p:grpSpPr>
      <p:grpSp>
        <p:nvGrpSpPr>
          <p:cNvPr id="7423" name="Google Shape;7423;p961"/>
          <p:cNvGrpSpPr/>
          <p:nvPr/>
        </p:nvGrpSpPr>
        <p:grpSpPr>
          <a:xfrm>
            <a:off x="713225" y="539500"/>
            <a:ext cx="7717500" cy="4064400"/>
            <a:chOff x="713225" y="539500"/>
            <a:chExt cx="7717500" cy="4064400"/>
          </a:xfrm>
        </p:grpSpPr>
        <p:sp>
          <p:nvSpPr>
            <p:cNvPr id="7424" name="Google Shape;7424;p96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25" name="Google Shape;7425;p96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426" name="Google Shape;7426;p96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427" name="Google Shape;7427;p961"/>
          <p:cNvSpPr txBox="1"/>
          <p:nvPr>
            <p:ph idx="1" type="subTitle"/>
          </p:nvPr>
        </p:nvSpPr>
        <p:spPr>
          <a:xfrm>
            <a:off x="95812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428" name="Google Shape;7428;p961"/>
          <p:cNvSpPr txBox="1"/>
          <p:nvPr>
            <p:ph idx="2" type="subTitle"/>
          </p:nvPr>
        </p:nvSpPr>
        <p:spPr>
          <a:xfrm>
            <a:off x="95812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429" name="Google Shape;7429;p961"/>
          <p:cNvSpPr txBox="1"/>
          <p:nvPr>
            <p:ph idx="3" type="subTitle"/>
          </p:nvPr>
        </p:nvSpPr>
        <p:spPr>
          <a:xfrm>
            <a:off x="3420000"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430" name="Google Shape;7430;p961"/>
          <p:cNvSpPr txBox="1"/>
          <p:nvPr>
            <p:ph idx="4" type="subTitle"/>
          </p:nvPr>
        </p:nvSpPr>
        <p:spPr>
          <a:xfrm>
            <a:off x="3420000"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431" name="Google Shape;7431;p961"/>
          <p:cNvSpPr txBox="1"/>
          <p:nvPr>
            <p:ph idx="5" type="subTitle"/>
          </p:nvPr>
        </p:nvSpPr>
        <p:spPr>
          <a:xfrm>
            <a:off x="588187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432" name="Google Shape;7432;p961"/>
          <p:cNvSpPr txBox="1"/>
          <p:nvPr>
            <p:ph idx="6" type="subTitle"/>
          </p:nvPr>
        </p:nvSpPr>
        <p:spPr>
          <a:xfrm>
            <a:off x="588187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433" name="Google Shape;7433;p961"/>
          <p:cNvSpPr txBox="1"/>
          <p:nvPr>
            <p:ph idx="7" type="subTitle"/>
          </p:nvPr>
        </p:nvSpPr>
        <p:spPr>
          <a:xfrm>
            <a:off x="2189050"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434" name="Google Shape;7434;p961"/>
          <p:cNvSpPr txBox="1"/>
          <p:nvPr>
            <p:ph idx="8" type="subTitle"/>
          </p:nvPr>
        </p:nvSpPr>
        <p:spPr>
          <a:xfrm>
            <a:off x="2189050"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435" name="Google Shape;7435;p961"/>
          <p:cNvSpPr txBox="1"/>
          <p:nvPr>
            <p:ph idx="9" type="subTitle"/>
          </p:nvPr>
        </p:nvSpPr>
        <p:spPr>
          <a:xfrm>
            <a:off x="4650925"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436" name="Google Shape;7436;p961"/>
          <p:cNvSpPr txBox="1"/>
          <p:nvPr>
            <p:ph idx="13" type="subTitle"/>
          </p:nvPr>
        </p:nvSpPr>
        <p:spPr>
          <a:xfrm>
            <a:off x="4650925"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_1_1_1_1_1_1">
    <p:bg>
      <p:bgPr>
        <a:solidFill>
          <a:schemeClr val="dk1"/>
        </a:solidFill>
      </p:bgPr>
    </p:bg>
    <p:spTree>
      <p:nvGrpSpPr>
        <p:cNvPr id="7437" name="Shape 7437"/>
        <p:cNvGrpSpPr/>
        <p:nvPr/>
      </p:nvGrpSpPr>
      <p:grpSpPr>
        <a:xfrm>
          <a:off x="0" y="0"/>
          <a:ext cx="0" cy="0"/>
          <a:chOff x="0" y="0"/>
          <a:chExt cx="0" cy="0"/>
        </a:xfrm>
      </p:grpSpPr>
      <p:grpSp>
        <p:nvGrpSpPr>
          <p:cNvPr id="7438" name="Google Shape;7438;p962"/>
          <p:cNvGrpSpPr/>
          <p:nvPr/>
        </p:nvGrpSpPr>
        <p:grpSpPr>
          <a:xfrm>
            <a:off x="713225" y="539500"/>
            <a:ext cx="7717500" cy="4064400"/>
            <a:chOff x="713225" y="539500"/>
            <a:chExt cx="7717500" cy="4064400"/>
          </a:xfrm>
        </p:grpSpPr>
        <p:sp>
          <p:nvSpPr>
            <p:cNvPr id="7439" name="Google Shape;7439;p96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40" name="Google Shape;7440;p96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441" name="Google Shape;7441;p96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442" name="Google Shape;7442;p962"/>
          <p:cNvSpPr txBox="1"/>
          <p:nvPr>
            <p:ph idx="1" type="subTitle"/>
          </p:nvPr>
        </p:nvSpPr>
        <p:spPr>
          <a:xfrm>
            <a:off x="1134425"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443" name="Google Shape;7443;p962"/>
          <p:cNvSpPr txBox="1"/>
          <p:nvPr>
            <p:ph idx="2" type="subTitle"/>
          </p:nvPr>
        </p:nvSpPr>
        <p:spPr>
          <a:xfrm>
            <a:off x="113442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444" name="Google Shape;7444;p962"/>
          <p:cNvSpPr txBox="1"/>
          <p:nvPr>
            <p:ph idx="3" type="subTitle"/>
          </p:nvPr>
        </p:nvSpPr>
        <p:spPr>
          <a:xfrm>
            <a:off x="3495738"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445" name="Google Shape;7445;p962"/>
          <p:cNvSpPr txBox="1"/>
          <p:nvPr>
            <p:ph idx="4" type="subTitle"/>
          </p:nvPr>
        </p:nvSpPr>
        <p:spPr>
          <a:xfrm>
            <a:off x="3495750"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446" name="Google Shape;7446;p962"/>
          <p:cNvSpPr txBox="1"/>
          <p:nvPr>
            <p:ph idx="5" type="subTitle"/>
          </p:nvPr>
        </p:nvSpPr>
        <p:spPr>
          <a:xfrm>
            <a:off x="5857051"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447" name="Google Shape;7447;p962"/>
          <p:cNvSpPr txBox="1"/>
          <p:nvPr>
            <p:ph idx="6" type="subTitle"/>
          </p:nvPr>
        </p:nvSpPr>
        <p:spPr>
          <a:xfrm>
            <a:off x="585707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448" name="Google Shape;7448;p962"/>
          <p:cNvSpPr txBox="1"/>
          <p:nvPr>
            <p:ph idx="7" type="subTitle"/>
          </p:nvPr>
        </p:nvSpPr>
        <p:spPr>
          <a:xfrm>
            <a:off x="1134425"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449" name="Google Shape;7449;p962"/>
          <p:cNvSpPr txBox="1"/>
          <p:nvPr>
            <p:ph idx="8" type="subTitle"/>
          </p:nvPr>
        </p:nvSpPr>
        <p:spPr>
          <a:xfrm>
            <a:off x="113442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450" name="Google Shape;7450;p962"/>
          <p:cNvSpPr txBox="1"/>
          <p:nvPr>
            <p:ph idx="9" type="subTitle"/>
          </p:nvPr>
        </p:nvSpPr>
        <p:spPr>
          <a:xfrm>
            <a:off x="3495738"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451" name="Google Shape;7451;p962"/>
          <p:cNvSpPr txBox="1"/>
          <p:nvPr>
            <p:ph idx="13" type="subTitle"/>
          </p:nvPr>
        </p:nvSpPr>
        <p:spPr>
          <a:xfrm>
            <a:off x="3495750"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452" name="Google Shape;7452;p962"/>
          <p:cNvSpPr txBox="1"/>
          <p:nvPr>
            <p:ph idx="14" type="subTitle"/>
          </p:nvPr>
        </p:nvSpPr>
        <p:spPr>
          <a:xfrm>
            <a:off x="5857051"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453" name="Google Shape;7453;p962"/>
          <p:cNvSpPr txBox="1"/>
          <p:nvPr>
            <p:ph idx="15" type="subTitle"/>
          </p:nvPr>
        </p:nvSpPr>
        <p:spPr>
          <a:xfrm>
            <a:off x="585707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21">
    <p:bg>
      <p:bgPr>
        <a:solidFill>
          <a:schemeClr val="dk1"/>
        </a:solidFill>
      </p:bgPr>
    </p:bg>
    <p:spTree>
      <p:nvGrpSpPr>
        <p:cNvPr id="7454" name="Shape 7454"/>
        <p:cNvGrpSpPr/>
        <p:nvPr/>
      </p:nvGrpSpPr>
      <p:grpSpPr>
        <a:xfrm>
          <a:off x="0" y="0"/>
          <a:ext cx="0" cy="0"/>
          <a:chOff x="0" y="0"/>
          <a:chExt cx="0" cy="0"/>
        </a:xfrm>
      </p:grpSpPr>
      <p:grpSp>
        <p:nvGrpSpPr>
          <p:cNvPr id="7455" name="Google Shape;7455;p963"/>
          <p:cNvGrpSpPr/>
          <p:nvPr/>
        </p:nvGrpSpPr>
        <p:grpSpPr>
          <a:xfrm>
            <a:off x="713225" y="539500"/>
            <a:ext cx="7717500" cy="4064400"/>
            <a:chOff x="713225" y="539500"/>
            <a:chExt cx="7717500" cy="4064400"/>
          </a:xfrm>
        </p:grpSpPr>
        <p:sp>
          <p:nvSpPr>
            <p:cNvPr id="7456" name="Google Shape;7456;p96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57" name="Google Shape;7457;p96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458" name="Google Shape;7458;p96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459" name="Google Shape;7459;p963"/>
          <p:cNvSpPr txBox="1"/>
          <p:nvPr>
            <p:ph idx="1" type="subTitle"/>
          </p:nvPr>
        </p:nvSpPr>
        <p:spPr>
          <a:xfrm>
            <a:off x="1059065"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460" name="Google Shape;7460;p963"/>
          <p:cNvSpPr txBox="1"/>
          <p:nvPr>
            <p:ph idx="2" type="subTitle"/>
          </p:nvPr>
        </p:nvSpPr>
        <p:spPr>
          <a:xfrm>
            <a:off x="1059065"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461" name="Google Shape;7461;p963"/>
          <p:cNvSpPr txBox="1"/>
          <p:nvPr>
            <p:ph idx="3" type="subTitle"/>
          </p:nvPr>
        </p:nvSpPr>
        <p:spPr>
          <a:xfrm>
            <a:off x="1059052" y="2806879"/>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462" name="Google Shape;7462;p963"/>
          <p:cNvSpPr txBox="1"/>
          <p:nvPr>
            <p:ph idx="4" type="subTitle"/>
          </p:nvPr>
        </p:nvSpPr>
        <p:spPr>
          <a:xfrm>
            <a:off x="1059070" y="2454554"/>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463" name="Google Shape;7463;p963"/>
          <p:cNvSpPr txBox="1"/>
          <p:nvPr>
            <p:ph idx="5" type="subTitle"/>
          </p:nvPr>
        </p:nvSpPr>
        <p:spPr>
          <a:xfrm>
            <a:off x="5042599"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464" name="Google Shape;7464;p963"/>
          <p:cNvSpPr txBox="1"/>
          <p:nvPr>
            <p:ph idx="6" type="subTitle"/>
          </p:nvPr>
        </p:nvSpPr>
        <p:spPr>
          <a:xfrm>
            <a:off x="5042634"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465" name="Google Shape;7465;p963"/>
          <p:cNvSpPr txBox="1"/>
          <p:nvPr>
            <p:ph idx="7" type="subTitle"/>
          </p:nvPr>
        </p:nvSpPr>
        <p:spPr>
          <a:xfrm>
            <a:off x="1059065"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466" name="Google Shape;7466;p963"/>
          <p:cNvSpPr txBox="1"/>
          <p:nvPr>
            <p:ph idx="8" type="subTitle"/>
          </p:nvPr>
        </p:nvSpPr>
        <p:spPr>
          <a:xfrm>
            <a:off x="1059065"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467" name="Google Shape;7467;p963"/>
          <p:cNvSpPr txBox="1"/>
          <p:nvPr>
            <p:ph idx="9" type="subTitle"/>
          </p:nvPr>
        </p:nvSpPr>
        <p:spPr>
          <a:xfrm>
            <a:off x="5042630" y="2806867"/>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468" name="Google Shape;7468;p963"/>
          <p:cNvSpPr txBox="1"/>
          <p:nvPr>
            <p:ph idx="13" type="subTitle"/>
          </p:nvPr>
        </p:nvSpPr>
        <p:spPr>
          <a:xfrm>
            <a:off x="5042648" y="24545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469" name="Google Shape;7469;p963"/>
          <p:cNvSpPr txBox="1"/>
          <p:nvPr>
            <p:ph idx="14" type="subTitle"/>
          </p:nvPr>
        </p:nvSpPr>
        <p:spPr>
          <a:xfrm>
            <a:off x="5042599"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470" name="Google Shape;7470;p963"/>
          <p:cNvSpPr txBox="1"/>
          <p:nvPr>
            <p:ph idx="15" type="subTitle"/>
          </p:nvPr>
        </p:nvSpPr>
        <p:spPr>
          <a:xfrm>
            <a:off x="5042634"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_1_1_1_1_1">
    <p:bg>
      <p:bgPr>
        <a:solidFill>
          <a:schemeClr val="dk1"/>
        </a:solidFill>
      </p:bgPr>
    </p:bg>
    <p:spTree>
      <p:nvGrpSpPr>
        <p:cNvPr id="7471" name="Shape 7471"/>
        <p:cNvGrpSpPr/>
        <p:nvPr/>
      </p:nvGrpSpPr>
      <p:grpSpPr>
        <a:xfrm>
          <a:off x="0" y="0"/>
          <a:ext cx="0" cy="0"/>
          <a:chOff x="0" y="0"/>
          <a:chExt cx="0" cy="0"/>
        </a:xfrm>
      </p:grpSpPr>
      <p:grpSp>
        <p:nvGrpSpPr>
          <p:cNvPr id="7472" name="Google Shape;7472;p964"/>
          <p:cNvGrpSpPr/>
          <p:nvPr/>
        </p:nvGrpSpPr>
        <p:grpSpPr>
          <a:xfrm>
            <a:off x="713225" y="539500"/>
            <a:ext cx="7717500" cy="4064400"/>
            <a:chOff x="713225" y="539500"/>
            <a:chExt cx="7717500" cy="4064400"/>
          </a:xfrm>
        </p:grpSpPr>
        <p:sp>
          <p:nvSpPr>
            <p:cNvPr id="7473" name="Google Shape;7473;p96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74" name="Google Shape;7474;p964"/>
            <p:cNvCxnSpPr/>
            <p:nvPr/>
          </p:nvCxnSpPr>
          <p:spPr>
            <a:xfrm>
              <a:off x="734825" y="1483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475" name="Google Shape;7475;p964"/>
          <p:cNvSpPr txBox="1"/>
          <p:nvPr>
            <p:ph type="title"/>
          </p:nvPr>
        </p:nvSpPr>
        <p:spPr>
          <a:xfrm>
            <a:off x="3607800" y="539500"/>
            <a:ext cx="4519200" cy="939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r">
              <a:spcBef>
                <a:spcPts val="0"/>
              </a:spcBef>
              <a:spcAft>
                <a:spcPts val="0"/>
              </a:spcAft>
              <a:buClr>
                <a:schemeClr val="lt1"/>
              </a:buClr>
              <a:buSzPts val="4800"/>
              <a:buNone/>
              <a:defRPr sz="4800">
                <a:solidFill>
                  <a:schemeClr val="lt1"/>
                </a:solidFill>
              </a:defRPr>
            </a:lvl2pPr>
            <a:lvl3pPr lvl="2" algn="r">
              <a:spcBef>
                <a:spcPts val="0"/>
              </a:spcBef>
              <a:spcAft>
                <a:spcPts val="0"/>
              </a:spcAft>
              <a:buClr>
                <a:schemeClr val="lt1"/>
              </a:buClr>
              <a:buSzPts val="4800"/>
              <a:buNone/>
              <a:defRPr sz="4800">
                <a:solidFill>
                  <a:schemeClr val="lt1"/>
                </a:solidFill>
              </a:defRPr>
            </a:lvl3pPr>
            <a:lvl4pPr lvl="3" algn="r">
              <a:spcBef>
                <a:spcPts val="0"/>
              </a:spcBef>
              <a:spcAft>
                <a:spcPts val="0"/>
              </a:spcAft>
              <a:buClr>
                <a:schemeClr val="lt1"/>
              </a:buClr>
              <a:buSzPts val="4800"/>
              <a:buNone/>
              <a:defRPr sz="4800">
                <a:solidFill>
                  <a:schemeClr val="lt1"/>
                </a:solidFill>
              </a:defRPr>
            </a:lvl4pPr>
            <a:lvl5pPr lvl="4" algn="r">
              <a:spcBef>
                <a:spcPts val="0"/>
              </a:spcBef>
              <a:spcAft>
                <a:spcPts val="0"/>
              </a:spcAft>
              <a:buClr>
                <a:schemeClr val="lt1"/>
              </a:buClr>
              <a:buSzPts val="4800"/>
              <a:buNone/>
              <a:defRPr sz="4800">
                <a:solidFill>
                  <a:schemeClr val="lt1"/>
                </a:solidFill>
              </a:defRPr>
            </a:lvl5pPr>
            <a:lvl6pPr lvl="5" algn="r">
              <a:spcBef>
                <a:spcPts val="0"/>
              </a:spcBef>
              <a:spcAft>
                <a:spcPts val="0"/>
              </a:spcAft>
              <a:buClr>
                <a:schemeClr val="lt1"/>
              </a:buClr>
              <a:buSzPts val="4800"/>
              <a:buNone/>
              <a:defRPr sz="4800">
                <a:solidFill>
                  <a:schemeClr val="lt1"/>
                </a:solidFill>
              </a:defRPr>
            </a:lvl6pPr>
            <a:lvl7pPr lvl="6" algn="r">
              <a:spcBef>
                <a:spcPts val="0"/>
              </a:spcBef>
              <a:spcAft>
                <a:spcPts val="0"/>
              </a:spcAft>
              <a:buClr>
                <a:schemeClr val="lt1"/>
              </a:buClr>
              <a:buSzPts val="4800"/>
              <a:buNone/>
              <a:defRPr sz="4800">
                <a:solidFill>
                  <a:schemeClr val="lt1"/>
                </a:solidFill>
              </a:defRPr>
            </a:lvl7pPr>
            <a:lvl8pPr lvl="7" algn="r">
              <a:spcBef>
                <a:spcPts val="0"/>
              </a:spcBef>
              <a:spcAft>
                <a:spcPts val="0"/>
              </a:spcAft>
              <a:buClr>
                <a:schemeClr val="lt1"/>
              </a:buClr>
              <a:buSzPts val="4800"/>
              <a:buNone/>
              <a:defRPr sz="4800">
                <a:solidFill>
                  <a:schemeClr val="lt1"/>
                </a:solidFill>
              </a:defRPr>
            </a:lvl8pPr>
            <a:lvl9pPr lvl="8" algn="r">
              <a:spcBef>
                <a:spcPts val="0"/>
              </a:spcBef>
              <a:spcAft>
                <a:spcPts val="0"/>
              </a:spcAft>
              <a:buClr>
                <a:schemeClr val="lt1"/>
              </a:buClr>
              <a:buSzPts val="4800"/>
              <a:buNone/>
              <a:defRPr sz="4800">
                <a:solidFill>
                  <a:schemeClr val="lt1"/>
                </a:solidFill>
              </a:defRPr>
            </a:lvl9pPr>
          </a:lstStyle>
          <a:p/>
        </p:txBody>
      </p:sp>
      <p:sp>
        <p:nvSpPr>
          <p:cNvPr id="7476" name="Google Shape;7476;p964"/>
          <p:cNvSpPr txBox="1"/>
          <p:nvPr>
            <p:ph idx="1" type="subTitle"/>
          </p:nvPr>
        </p:nvSpPr>
        <p:spPr>
          <a:xfrm>
            <a:off x="3607800" y="2278000"/>
            <a:ext cx="4519200" cy="744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r">
              <a:lnSpc>
                <a:spcPct val="100000"/>
              </a:lnSpc>
              <a:spcBef>
                <a:spcPts val="0"/>
              </a:spcBef>
              <a:spcAft>
                <a:spcPts val="0"/>
              </a:spcAft>
              <a:buClr>
                <a:schemeClr val="lt1"/>
              </a:buClr>
              <a:buSzPts val="2800"/>
              <a:buNone/>
              <a:defRPr sz="2800">
                <a:solidFill>
                  <a:schemeClr val="lt1"/>
                </a:solidFill>
              </a:defRPr>
            </a:lvl2pPr>
            <a:lvl3pPr lvl="2" algn="r">
              <a:lnSpc>
                <a:spcPct val="100000"/>
              </a:lnSpc>
              <a:spcBef>
                <a:spcPts val="0"/>
              </a:spcBef>
              <a:spcAft>
                <a:spcPts val="0"/>
              </a:spcAft>
              <a:buClr>
                <a:schemeClr val="lt1"/>
              </a:buClr>
              <a:buSzPts val="2800"/>
              <a:buNone/>
              <a:defRPr sz="2800">
                <a:solidFill>
                  <a:schemeClr val="lt1"/>
                </a:solidFill>
              </a:defRPr>
            </a:lvl3pPr>
            <a:lvl4pPr lvl="3" algn="r">
              <a:lnSpc>
                <a:spcPct val="100000"/>
              </a:lnSpc>
              <a:spcBef>
                <a:spcPts val="0"/>
              </a:spcBef>
              <a:spcAft>
                <a:spcPts val="0"/>
              </a:spcAft>
              <a:buClr>
                <a:schemeClr val="lt1"/>
              </a:buClr>
              <a:buSzPts val="2800"/>
              <a:buNone/>
              <a:defRPr sz="2800">
                <a:solidFill>
                  <a:schemeClr val="lt1"/>
                </a:solidFill>
              </a:defRPr>
            </a:lvl4pPr>
            <a:lvl5pPr lvl="4" algn="r">
              <a:lnSpc>
                <a:spcPct val="100000"/>
              </a:lnSpc>
              <a:spcBef>
                <a:spcPts val="0"/>
              </a:spcBef>
              <a:spcAft>
                <a:spcPts val="0"/>
              </a:spcAft>
              <a:buClr>
                <a:schemeClr val="lt1"/>
              </a:buClr>
              <a:buSzPts val="2800"/>
              <a:buNone/>
              <a:defRPr sz="2800">
                <a:solidFill>
                  <a:schemeClr val="lt1"/>
                </a:solidFill>
              </a:defRPr>
            </a:lvl5pPr>
            <a:lvl6pPr lvl="5" algn="r">
              <a:lnSpc>
                <a:spcPct val="100000"/>
              </a:lnSpc>
              <a:spcBef>
                <a:spcPts val="0"/>
              </a:spcBef>
              <a:spcAft>
                <a:spcPts val="0"/>
              </a:spcAft>
              <a:buClr>
                <a:schemeClr val="lt1"/>
              </a:buClr>
              <a:buSzPts val="2800"/>
              <a:buNone/>
              <a:defRPr sz="2800">
                <a:solidFill>
                  <a:schemeClr val="lt1"/>
                </a:solidFill>
              </a:defRPr>
            </a:lvl6pPr>
            <a:lvl7pPr lvl="6" algn="r">
              <a:lnSpc>
                <a:spcPct val="100000"/>
              </a:lnSpc>
              <a:spcBef>
                <a:spcPts val="0"/>
              </a:spcBef>
              <a:spcAft>
                <a:spcPts val="0"/>
              </a:spcAft>
              <a:buClr>
                <a:schemeClr val="lt1"/>
              </a:buClr>
              <a:buSzPts val="2800"/>
              <a:buNone/>
              <a:defRPr sz="2800">
                <a:solidFill>
                  <a:schemeClr val="lt1"/>
                </a:solidFill>
              </a:defRPr>
            </a:lvl7pPr>
            <a:lvl8pPr lvl="7"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sp>
        <p:nvSpPr>
          <p:cNvPr id="7477" name="Google Shape;7477;p964"/>
          <p:cNvSpPr txBox="1"/>
          <p:nvPr>
            <p:ph idx="2" type="subTitle"/>
          </p:nvPr>
        </p:nvSpPr>
        <p:spPr>
          <a:xfrm>
            <a:off x="3607800" y="1769750"/>
            <a:ext cx="4519200" cy="510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7478" name="Google Shape;7478;p964"/>
          <p:cNvSpPr txBox="1"/>
          <p:nvPr/>
        </p:nvSpPr>
        <p:spPr>
          <a:xfrm>
            <a:off x="3508050" y="3477600"/>
            <a:ext cx="4718700" cy="554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Roboto"/>
                <a:ea typeface="Roboto"/>
                <a:cs typeface="Roboto"/>
                <a:sym typeface="Roboto"/>
              </a:rPr>
              <a:t>CREDITS:</a:t>
            </a:r>
            <a:r>
              <a:rPr lang="en" sz="1200">
                <a:solidFill>
                  <a:schemeClr val="lt1"/>
                </a:solidFill>
                <a:latin typeface="Roboto"/>
                <a:ea typeface="Roboto"/>
                <a:cs typeface="Roboto"/>
                <a:sym typeface="Roboto"/>
              </a:rPr>
              <a:t> This presentation template was created by </a:t>
            </a:r>
            <a:r>
              <a:rPr b="1" lang="en" sz="1200">
                <a:solidFill>
                  <a:schemeClr val="accent1"/>
                </a:solidFill>
                <a:uFill>
                  <a:noFill/>
                </a:uFill>
                <a:latin typeface="Roboto"/>
                <a:ea typeface="Roboto"/>
                <a:cs typeface="Roboto"/>
                <a:sym typeface="Roboto"/>
                <a:hlinkClick r:id="rId2">
                  <a:extLst>
                    <a:ext uri="{A12FA001-AC4F-418D-AE19-62706E023703}">
                      <ahyp:hlinkClr val="tx"/>
                    </a:ext>
                  </a:extLst>
                </a:hlinkClick>
              </a:rPr>
              <a:t>Slidesgo</a:t>
            </a:r>
            <a:r>
              <a:rPr b="1" lang="en" sz="1200">
                <a:solidFill>
                  <a:schemeClr val="accent6"/>
                </a:solidFill>
                <a:latin typeface="Roboto"/>
                <a:ea typeface="Roboto"/>
                <a:cs typeface="Roboto"/>
                <a:sym typeface="Roboto"/>
              </a:rPr>
              <a:t>,</a:t>
            </a:r>
            <a:r>
              <a:rPr lang="en" sz="1200">
                <a:solidFill>
                  <a:schemeClr val="lt1"/>
                </a:solidFill>
                <a:latin typeface="Roboto"/>
                <a:ea typeface="Roboto"/>
                <a:cs typeface="Roboto"/>
                <a:sym typeface="Roboto"/>
              </a:rPr>
              <a:t> including icons by </a:t>
            </a:r>
            <a:r>
              <a:rPr b="1" lang="en" sz="1200">
                <a:solidFill>
                  <a:schemeClr val="accent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1"/>
                </a:solidFill>
                <a:latin typeface="Roboto"/>
                <a:ea typeface="Roboto"/>
                <a:cs typeface="Roboto"/>
                <a:sym typeface="Roboto"/>
              </a:rPr>
              <a:t>, and infographics &amp; images by </a:t>
            </a:r>
            <a:r>
              <a:rPr b="1" lang="en" sz="1200">
                <a:solidFill>
                  <a:schemeClr val="accent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accent1"/>
              </a:solidFill>
              <a:latin typeface="Roboto"/>
              <a:ea typeface="Roboto"/>
              <a:cs typeface="Roboto"/>
              <a:sym typeface="Roboto"/>
            </a:endParaRPr>
          </a:p>
        </p:txBody>
      </p:sp>
    </p:spTree>
  </p:cSld>
  <p:clrMapOvr>
    <a:masterClrMapping/>
  </p:clrMapOvr>
</p:sldLayout>
</file>

<file path=ppt/slideLayouts/slideLayout9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_1_1_1_1_1">
    <p:bg>
      <p:bgPr>
        <a:solidFill>
          <a:schemeClr val="dk1"/>
        </a:solidFill>
      </p:bgPr>
    </p:bg>
    <p:spTree>
      <p:nvGrpSpPr>
        <p:cNvPr id="7479" name="Shape 7479"/>
        <p:cNvGrpSpPr/>
        <p:nvPr/>
      </p:nvGrpSpPr>
      <p:grpSpPr>
        <a:xfrm>
          <a:off x="0" y="0"/>
          <a:ext cx="0" cy="0"/>
          <a:chOff x="0" y="0"/>
          <a:chExt cx="0" cy="0"/>
        </a:xfrm>
      </p:grpSpPr>
      <p:sp>
        <p:nvSpPr>
          <p:cNvPr id="7480" name="Google Shape;7480;p96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_1_1_1_1_1">
    <p:bg>
      <p:bgPr>
        <a:solidFill>
          <a:schemeClr val="dk1"/>
        </a:solidFill>
      </p:bgPr>
    </p:bg>
    <p:spTree>
      <p:nvGrpSpPr>
        <p:cNvPr id="7481" name="Shape 7481"/>
        <p:cNvGrpSpPr/>
        <p:nvPr/>
      </p:nvGrpSpPr>
      <p:grpSpPr>
        <a:xfrm>
          <a:off x="0" y="0"/>
          <a:ext cx="0" cy="0"/>
          <a:chOff x="0" y="0"/>
          <a:chExt cx="0" cy="0"/>
        </a:xfrm>
      </p:grpSpPr>
      <p:grpSp>
        <p:nvGrpSpPr>
          <p:cNvPr id="7482" name="Google Shape;7482;p966"/>
          <p:cNvGrpSpPr/>
          <p:nvPr/>
        </p:nvGrpSpPr>
        <p:grpSpPr>
          <a:xfrm>
            <a:off x="713225" y="539500"/>
            <a:ext cx="7717500" cy="4064400"/>
            <a:chOff x="713225" y="539500"/>
            <a:chExt cx="7717500" cy="4064400"/>
          </a:xfrm>
        </p:grpSpPr>
        <p:sp>
          <p:nvSpPr>
            <p:cNvPr id="7483" name="Google Shape;7483;p96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84" name="Google Shape;7484;p96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Layouts/slideLayout9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7489" name="Shape 7489"/>
        <p:cNvGrpSpPr/>
        <p:nvPr/>
      </p:nvGrpSpPr>
      <p:grpSpPr>
        <a:xfrm>
          <a:off x="0" y="0"/>
          <a:ext cx="0" cy="0"/>
          <a:chOff x="0" y="0"/>
          <a:chExt cx="0" cy="0"/>
        </a:xfrm>
      </p:grpSpPr>
      <p:sp>
        <p:nvSpPr>
          <p:cNvPr id="7490" name="Google Shape;7490;p96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968"/>
          <p:cNvSpPr txBox="1"/>
          <p:nvPr>
            <p:ph type="ctrTitle"/>
          </p:nvPr>
        </p:nvSpPr>
        <p:spPr>
          <a:xfrm>
            <a:off x="2048825" y="848600"/>
            <a:ext cx="5046300" cy="10305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7492" name="Google Shape;7492;p968"/>
          <p:cNvSpPr txBox="1"/>
          <p:nvPr>
            <p:ph idx="1" type="subTitle"/>
          </p:nvPr>
        </p:nvSpPr>
        <p:spPr>
          <a:xfrm>
            <a:off x="2048825" y="3798375"/>
            <a:ext cx="50463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7493" name="Google Shape;7493;p968"/>
          <p:cNvSpPr txBox="1"/>
          <p:nvPr>
            <p:ph idx="2" type="subTitle"/>
          </p:nvPr>
        </p:nvSpPr>
        <p:spPr>
          <a:xfrm>
            <a:off x="2902475" y="1879100"/>
            <a:ext cx="3339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9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7494" name="Shape 7494"/>
        <p:cNvGrpSpPr/>
        <p:nvPr/>
      </p:nvGrpSpPr>
      <p:grpSpPr>
        <a:xfrm>
          <a:off x="0" y="0"/>
          <a:ext cx="0" cy="0"/>
          <a:chOff x="0" y="0"/>
          <a:chExt cx="0" cy="0"/>
        </a:xfrm>
      </p:grpSpPr>
      <p:sp>
        <p:nvSpPr>
          <p:cNvPr id="7495" name="Google Shape;7495;p96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969"/>
          <p:cNvSpPr/>
          <p:nvPr/>
        </p:nvSpPr>
        <p:spPr>
          <a:xfrm flipH="1" rot="-5400000">
            <a:off x="-1114550" y="743900"/>
            <a:ext cx="3655500" cy="3655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969"/>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7498" name="Google Shape;7498;p969"/>
          <p:cNvSpPr txBox="1"/>
          <p:nvPr>
            <p:ph hasCustomPrompt="1" idx="2" type="title"/>
          </p:nvPr>
        </p:nvSpPr>
        <p:spPr>
          <a:xfrm>
            <a:off x="821288" y="157487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7499" name="Google Shape;7499;p969"/>
          <p:cNvSpPr txBox="1"/>
          <p:nvPr>
            <p:ph idx="1" type="subTitle"/>
          </p:nvPr>
        </p:nvSpPr>
        <p:spPr>
          <a:xfrm>
            <a:off x="2971613" y="32407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9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7500" name="Shape 7500"/>
        <p:cNvGrpSpPr/>
        <p:nvPr/>
      </p:nvGrpSpPr>
      <p:grpSpPr>
        <a:xfrm>
          <a:off x="0" y="0"/>
          <a:ext cx="0" cy="0"/>
          <a:chOff x="0" y="0"/>
          <a:chExt cx="0" cy="0"/>
        </a:xfrm>
      </p:grpSpPr>
      <p:grpSp>
        <p:nvGrpSpPr>
          <p:cNvPr id="7501" name="Google Shape;7501;p970"/>
          <p:cNvGrpSpPr/>
          <p:nvPr/>
        </p:nvGrpSpPr>
        <p:grpSpPr>
          <a:xfrm>
            <a:off x="713225" y="539500"/>
            <a:ext cx="7717500" cy="4064400"/>
            <a:chOff x="713225" y="539500"/>
            <a:chExt cx="7717500" cy="4064400"/>
          </a:xfrm>
        </p:grpSpPr>
        <p:cxnSp>
          <p:nvCxnSpPr>
            <p:cNvPr id="7502" name="Google Shape;7502;p97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7503" name="Google Shape;7503;p97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4" name="Google Shape;7504;p97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505" name="Google Shape;7505;p970"/>
          <p:cNvSpPr txBox="1"/>
          <p:nvPr>
            <p:ph idx="1" type="subTitle"/>
          </p:nvPr>
        </p:nvSpPr>
        <p:spPr>
          <a:xfrm>
            <a:off x="2817300" y="2114400"/>
            <a:ext cx="3509400" cy="1529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6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9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7506" name="Shape 7506"/>
        <p:cNvGrpSpPr/>
        <p:nvPr/>
      </p:nvGrpSpPr>
      <p:grpSpPr>
        <a:xfrm>
          <a:off x="0" y="0"/>
          <a:ext cx="0" cy="0"/>
          <a:chOff x="0" y="0"/>
          <a:chExt cx="0" cy="0"/>
        </a:xfrm>
      </p:grpSpPr>
      <p:grpSp>
        <p:nvGrpSpPr>
          <p:cNvPr id="7507" name="Google Shape;7507;p971"/>
          <p:cNvGrpSpPr/>
          <p:nvPr/>
        </p:nvGrpSpPr>
        <p:grpSpPr>
          <a:xfrm>
            <a:off x="713225" y="539500"/>
            <a:ext cx="7717500" cy="4064400"/>
            <a:chOff x="713225" y="539500"/>
            <a:chExt cx="7717500" cy="4064400"/>
          </a:xfrm>
        </p:grpSpPr>
        <p:sp>
          <p:nvSpPr>
            <p:cNvPr id="7508" name="Google Shape;7508;p97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09" name="Google Shape;7509;p97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510" name="Google Shape;7510;p97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511" name="Google Shape;7511;p971"/>
          <p:cNvSpPr txBox="1"/>
          <p:nvPr>
            <p:ph idx="1" type="subTitle"/>
          </p:nvPr>
        </p:nvSpPr>
        <p:spPr>
          <a:xfrm>
            <a:off x="1425525" y="32987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512" name="Google Shape;7512;p971"/>
          <p:cNvSpPr txBox="1"/>
          <p:nvPr>
            <p:ph idx="2" type="subTitle"/>
          </p:nvPr>
        </p:nvSpPr>
        <p:spPr>
          <a:xfrm>
            <a:off x="1425525" y="2867137"/>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513" name="Google Shape;7513;p971"/>
          <p:cNvSpPr txBox="1"/>
          <p:nvPr>
            <p:ph idx="3" type="subTitle"/>
          </p:nvPr>
        </p:nvSpPr>
        <p:spPr>
          <a:xfrm>
            <a:off x="5333725" y="32885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514" name="Google Shape;7514;p971"/>
          <p:cNvSpPr txBox="1"/>
          <p:nvPr>
            <p:ph idx="4" type="subTitle"/>
          </p:nvPr>
        </p:nvSpPr>
        <p:spPr>
          <a:xfrm>
            <a:off x="5333725" y="28586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7515" name="Shape 7515"/>
        <p:cNvGrpSpPr/>
        <p:nvPr/>
      </p:nvGrpSpPr>
      <p:grpSpPr>
        <a:xfrm>
          <a:off x="0" y="0"/>
          <a:ext cx="0" cy="0"/>
          <a:chOff x="0" y="0"/>
          <a:chExt cx="0" cy="0"/>
        </a:xfrm>
      </p:grpSpPr>
      <p:grpSp>
        <p:nvGrpSpPr>
          <p:cNvPr id="7516" name="Google Shape;7516;p972"/>
          <p:cNvGrpSpPr/>
          <p:nvPr/>
        </p:nvGrpSpPr>
        <p:grpSpPr>
          <a:xfrm>
            <a:off x="713225" y="539500"/>
            <a:ext cx="7717500" cy="4064400"/>
            <a:chOff x="713225" y="539500"/>
            <a:chExt cx="7717500" cy="4064400"/>
          </a:xfrm>
        </p:grpSpPr>
        <p:sp>
          <p:nvSpPr>
            <p:cNvPr id="7517" name="Google Shape;7517;p97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18" name="Google Shape;7518;p97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519" name="Google Shape;7519;p97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9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7520" name="Shape 7520"/>
        <p:cNvGrpSpPr/>
        <p:nvPr/>
      </p:nvGrpSpPr>
      <p:grpSpPr>
        <a:xfrm>
          <a:off x="0" y="0"/>
          <a:ext cx="0" cy="0"/>
          <a:chOff x="0" y="0"/>
          <a:chExt cx="0" cy="0"/>
        </a:xfrm>
      </p:grpSpPr>
      <p:grpSp>
        <p:nvGrpSpPr>
          <p:cNvPr id="7521" name="Google Shape;7521;p973"/>
          <p:cNvGrpSpPr/>
          <p:nvPr/>
        </p:nvGrpSpPr>
        <p:grpSpPr>
          <a:xfrm>
            <a:off x="713225" y="539500"/>
            <a:ext cx="7717500" cy="4064400"/>
            <a:chOff x="713225" y="539500"/>
            <a:chExt cx="7717500" cy="4064400"/>
          </a:xfrm>
        </p:grpSpPr>
        <p:cxnSp>
          <p:nvCxnSpPr>
            <p:cNvPr id="7522" name="Google Shape;7522;p97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7523" name="Google Shape;7523;p97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4" name="Google Shape;7524;p97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525" name="Google Shape;7525;p973"/>
          <p:cNvSpPr txBox="1"/>
          <p:nvPr>
            <p:ph idx="1" type="subTitle"/>
          </p:nvPr>
        </p:nvSpPr>
        <p:spPr>
          <a:xfrm>
            <a:off x="2105700" y="1543900"/>
            <a:ext cx="4932600" cy="2550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800"/>
              <a:buChar char="●"/>
              <a:defRPr sz="1600">
                <a:solidFill>
                  <a:schemeClr val="lt1"/>
                </a:solidFill>
              </a:defRPr>
            </a:lvl1pPr>
            <a:lvl2pPr lvl="1">
              <a:lnSpc>
                <a:spcPct val="100000"/>
              </a:lnSpc>
              <a:spcBef>
                <a:spcPts val="0"/>
              </a:spcBef>
              <a:spcAft>
                <a:spcPts val="0"/>
              </a:spcAft>
              <a:buClr>
                <a:schemeClr val="lt1"/>
              </a:buClr>
              <a:buSzPts val="2800"/>
              <a:buChar char="○"/>
              <a:defRPr sz="2800">
                <a:solidFill>
                  <a:schemeClr val="lt1"/>
                </a:solidFill>
              </a:defRPr>
            </a:lvl2pPr>
            <a:lvl3pPr lvl="2">
              <a:lnSpc>
                <a:spcPct val="100000"/>
              </a:lnSpc>
              <a:spcBef>
                <a:spcPts val="0"/>
              </a:spcBef>
              <a:spcAft>
                <a:spcPts val="0"/>
              </a:spcAft>
              <a:buClr>
                <a:schemeClr val="lt1"/>
              </a:buClr>
              <a:buSzPts val="2800"/>
              <a:buChar char="■"/>
              <a:defRPr sz="2800">
                <a:solidFill>
                  <a:schemeClr val="lt1"/>
                </a:solidFill>
              </a:defRPr>
            </a:lvl3pPr>
            <a:lvl4pPr lvl="3">
              <a:lnSpc>
                <a:spcPct val="100000"/>
              </a:lnSpc>
              <a:spcBef>
                <a:spcPts val="0"/>
              </a:spcBef>
              <a:spcAft>
                <a:spcPts val="0"/>
              </a:spcAft>
              <a:buClr>
                <a:schemeClr val="lt1"/>
              </a:buClr>
              <a:buSzPts val="2800"/>
              <a:buChar char="●"/>
              <a:defRPr sz="2800">
                <a:solidFill>
                  <a:schemeClr val="lt1"/>
                </a:solidFill>
              </a:defRPr>
            </a:lvl4pPr>
            <a:lvl5pPr lvl="4">
              <a:lnSpc>
                <a:spcPct val="100000"/>
              </a:lnSpc>
              <a:spcBef>
                <a:spcPts val="0"/>
              </a:spcBef>
              <a:spcAft>
                <a:spcPts val="0"/>
              </a:spcAft>
              <a:buClr>
                <a:schemeClr val="lt1"/>
              </a:buClr>
              <a:buSzPts val="2800"/>
              <a:buChar char="○"/>
              <a:defRPr sz="2800">
                <a:solidFill>
                  <a:schemeClr val="lt1"/>
                </a:solidFill>
              </a:defRPr>
            </a:lvl5pPr>
            <a:lvl6pPr lvl="5">
              <a:lnSpc>
                <a:spcPct val="100000"/>
              </a:lnSpc>
              <a:spcBef>
                <a:spcPts val="0"/>
              </a:spcBef>
              <a:spcAft>
                <a:spcPts val="0"/>
              </a:spcAft>
              <a:buClr>
                <a:schemeClr val="lt1"/>
              </a:buClr>
              <a:buSzPts val="2800"/>
              <a:buChar char="■"/>
              <a:defRPr sz="2800">
                <a:solidFill>
                  <a:schemeClr val="lt1"/>
                </a:solidFill>
              </a:defRPr>
            </a:lvl6pPr>
            <a:lvl7pPr lvl="6">
              <a:lnSpc>
                <a:spcPct val="100000"/>
              </a:lnSpc>
              <a:spcBef>
                <a:spcPts val="0"/>
              </a:spcBef>
              <a:spcAft>
                <a:spcPts val="0"/>
              </a:spcAft>
              <a:buClr>
                <a:schemeClr val="lt1"/>
              </a:buClr>
              <a:buSzPts val="2800"/>
              <a:buChar char="●"/>
              <a:defRPr sz="2800">
                <a:solidFill>
                  <a:schemeClr val="lt1"/>
                </a:solidFill>
              </a:defRPr>
            </a:lvl7pPr>
            <a:lvl8pPr lvl="7">
              <a:lnSpc>
                <a:spcPct val="100000"/>
              </a:lnSpc>
              <a:spcBef>
                <a:spcPts val="0"/>
              </a:spcBef>
              <a:spcAft>
                <a:spcPts val="0"/>
              </a:spcAft>
              <a:buClr>
                <a:schemeClr val="lt1"/>
              </a:buClr>
              <a:buSzPts val="2800"/>
              <a:buChar char="○"/>
              <a:defRPr sz="2800">
                <a:solidFill>
                  <a:schemeClr val="lt1"/>
                </a:solidFill>
              </a:defRPr>
            </a:lvl8pPr>
            <a:lvl9pPr lvl="8">
              <a:lnSpc>
                <a:spcPct val="100000"/>
              </a:lnSpc>
              <a:spcBef>
                <a:spcPts val="0"/>
              </a:spcBef>
              <a:spcAft>
                <a:spcPts val="0"/>
              </a:spcAft>
              <a:buClr>
                <a:schemeClr val="lt1"/>
              </a:buClr>
              <a:buSzPts val="2800"/>
              <a:buChar char="■"/>
              <a:defRPr sz="2800">
                <a:solidFill>
                  <a:schemeClr val="lt1"/>
                </a:solidFill>
              </a:defRPr>
            </a:lvl9pPr>
          </a:lstStyle>
          <a:p/>
        </p:txBody>
      </p:sp>
    </p:spTree>
  </p:cSld>
  <p:clrMapOvr>
    <a:masterClrMapping/>
  </p:clrMapOvr>
</p:sldLayout>
</file>

<file path=ppt/slideLayouts/slideLayout9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7526" name="Shape 7526"/>
        <p:cNvGrpSpPr/>
        <p:nvPr/>
      </p:nvGrpSpPr>
      <p:grpSpPr>
        <a:xfrm>
          <a:off x="0" y="0"/>
          <a:ext cx="0" cy="0"/>
          <a:chOff x="0" y="0"/>
          <a:chExt cx="0" cy="0"/>
        </a:xfrm>
      </p:grpSpPr>
      <p:sp>
        <p:nvSpPr>
          <p:cNvPr id="7527" name="Google Shape;7527;p97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974"/>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9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7529" name="Shape 7529"/>
        <p:cNvGrpSpPr/>
        <p:nvPr/>
      </p:nvGrpSpPr>
      <p:grpSpPr>
        <a:xfrm>
          <a:off x="0" y="0"/>
          <a:ext cx="0" cy="0"/>
          <a:chOff x="0" y="0"/>
          <a:chExt cx="0" cy="0"/>
        </a:xfrm>
      </p:grpSpPr>
      <p:grpSp>
        <p:nvGrpSpPr>
          <p:cNvPr id="7530" name="Google Shape;7530;p975"/>
          <p:cNvGrpSpPr/>
          <p:nvPr/>
        </p:nvGrpSpPr>
        <p:grpSpPr>
          <a:xfrm>
            <a:off x="713225" y="539500"/>
            <a:ext cx="7717500" cy="4064400"/>
            <a:chOff x="713225" y="539500"/>
            <a:chExt cx="7717500" cy="4064400"/>
          </a:xfrm>
        </p:grpSpPr>
        <p:cxnSp>
          <p:nvCxnSpPr>
            <p:cNvPr id="7531" name="Google Shape;7531;p97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7532" name="Google Shape;7532;p97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33" name="Google Shape;7533;p975"/>
            <p:cNvCxnSpPr/>
            <p:nvPr/>
          </p:nvCxnSpPr>
          <p:spPr>
            <a:xfrm rot="10800000">
              <a:off x="4876775" y="1096300"/>
              <a:ext cx="0" cy="3507600"/>
            </a:xfrm>
            <a:prstGeom prst="straightConnector1">
              <a:avLst/>
            </a:prstGeom>
            <a:noFill/>
            <a:ln cap="flat" cmpd="sng" w="38100">
              <a:solidFill>
                <a:schemeClr val="accent1"/>
              </a:solidFill>
              <a:prstDash val="solid"/>
              <a:round/>
              <a:headEnd len="med" w="med" type="none"/>
              <a:tailEnd len="med" w="med" type="none"/>
            </a:ln>
          </p:spPr>
        </p:cxnSp>
      </p:grpSp>
      <p:sp>
        <p:nvSpPr>
          <p:cNvPr id="7534" name="Google Shape;7534;p97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535" name="Google Shape;7535;p975"/>
          <p:cNvSpPr txBox="1"/>
          <p:nvPr>
            <p:ph idx="1" type="subTitle"/>
          </p:nvPr>
        </p:nvSpPr>
        <p:spPr>
          <a:xfrm>
            <a:off x="1312950" y="2327975"/>
            <a:ext cx="2973000" cy="13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536" name="Google Shape;7536;p975"/>
          <p:cNvSpPr txBox="1"/>
          <p:nvPr>
            <p:ph idx="2" type="subTitle"/>
          </p:nvPr>
        </p:nvSpPr>
        <p:spPr>
          <a:xfrm>
            <a:off x="1312950" y="1809275"/>
            <a:ext cx="29730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9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7537" name="Shape 7537"/>
        <p:cNvGrpSpPr/>
        <p:nvPr/>
      </p:nvGrpSpPr>
      <p:grpSpPr>
        <a:xfrm>
          <a:off x="0" y="0"/>
          <a:ext cx="0" cy="0"/>
          <a:chOff x="0" y="0"/>
          <a:chExt cx="0" cy="0"/>
        </a:xfrm>
      </p:grpSpPr>
      <p:sp>
        <p:nvSpPr>
          <p:cNvPr id="7538" name="Google Shape;7538;p976"/>
          <p:cNvSpPr txBox="1"/>
          <p:nvPr>
            <p:ph type="title"/>
          </p:nvPr>
        </p:nvSpPr>
        <p:spPr>
          <a:xfrm>
            <a:off x="865625" y="3328700"/>
            <a:ext cx="6367800" cy="1427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3600"/>
              <a:buNone/>
              <a:defRPr sz="3600">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9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7539" name="Shape 7539"/>
        <p:cNvGrpSpPr/>
        <p:nvPr/>
      </p:nvGrpSpPr>
      <p:grpSpPr>
        <a:xfrm>
          <a:off x="0" y="0"/>
          <a:ext cx="0" cy="0"/>
          <a:chOff x="0" y="0"/>
          <a:chExt cx="0" cy="0"/>
        </a:xfrm>
      </p:grpSpPr>
      <p:sp>
        <p:nvSpPr>
          <p:cNvPr id="7540" name="Google Shape;7540;p97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977"/>
          <p:cNvSpPr txBox="1"/>
          <p:nvPr>
            <p:ph hasCustomPrompt="1" type="title"/>
          </p:nvPr>
        </p:nvSpPr>
        <p:spPr>
          <a:xfrm>
            <a:off x="994200" y="1505850"/>
            <a:ext cx="7155600" cy="13323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7542" name="Google Shape;7542;p977"/>
          <p:cNvSpPr txBox="1"/>
          <p:nvPr>
            <p:ph idx="1" type="subTitle"/>
          </p:nvPr>
        </p:nvSpPr>
        <p:spPr>
          <a:xfrm>
            <a:off x="994200" y="2838150"/>
            <a:ext cx="4774200" cy="79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7543" name="Shape 7543"/>
        <p:cNvGrpSpPr/>
        <p:nvPr/>
      </p:nvGrpSpPr>
      <p:grpSpPr>
        <a:xfrm>
          <a:off x="0" y="0"/>
          <a:ext cx="0" cy="0"/>
          <a:chOff x="0" y="0"/>
          <a:chExt cx="0" cy="0"/>
        </a:xfrm>
      </p:grpSpPr>
    </p:spTree>
  </p:cSld>
  <p:clrMapOvr>
    <a:masterClrMapping/>
  </p:clrMapOvr>
</p:sldLayout>
</file>

<file path=ppt/slideLayouts/slideLayout9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7544" name="Shape 7544"/>
        <p:cNvGrpSpPr/>
        <p:nvPr/>
      </p:nvGrpSpPr>
      <p:grpSpPr>
        <a:xfrm>
          <a:off x="0" y="0"/>
          <a:ext cx="0" cy="0"/>
          <a:chOff x="0" y="0"/>
          <a:chExt cx="0" cy="0"/>
        </a:xfrm>
      </p:grpSpPr>
      <p:sp>
        <p:nvSpPr>
          <p:cNvPr id="7545" name="Google Shape;7545;p979"/>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9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7546" name="Shape 7546"/>
        <p:cNvGrpSpPr/>
        <p:nvPr/>
      </p:nvGrpSpPr>
      <p:grpSpPr>
        <a:xfrm>
          <a:off x="0" y="0"/>
          <a:ext cx="0" cy="0"/>
          <a:chOff x="0" y="0"/>
          <a:chExt cx="0" cy="0"/>
        </a:xfrm>
      </p:grpSpPr>
      <p:grpSp>
        <p:nvGrpSpPr>
          <p:cNvPr id="7547" name="Google Shape;7547;p980"/>
          <p:cNvGrpSpPr/>
          <p:nvPr/>
        </p:nvGrpSpPr>
        <p:grpSpPr>
          <a:xfrm>
            <a:off x="713200" y="539513"/>
            <a:ext cx="7717600" cy="4064400"/>
            <a:chOff x="713125" y="539500"/>
            <a:chExt cx="7717600" cy="4064400"/>
          </a:xfrm>
        </p:grpSpPr>
        <p:cxnSp>
          <p:nvCxnSpPr>
            <p:cNvPr id="7548" name="Google Shape;7548;p980"/>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7549" name="Google Shape;7549;p98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50" name="Google Shape;7550;p980"/>
            <p:cNvCxnSpPr>
              <a:stCxn id="7549" idx="2"/>
            </p:cNvCxnSpPr>
            <p:nvPr/>
          </p:nvCxnSpPr>
          <p:spPr>
            <a:xfrm rot="10800000">
              <a:off x="45719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7551" name="Google Shape;7551;p980"/>
            <p:cNvCxnSpPr/>
            <p:nvPr/>
          </p:nvCxnSpPr>
          <p:spPr>
            <a:xfrm rot="10800000">
              <a:off x="713125" y="2912025"/>
              <a:ext cx="7709100" cy="0"/>
            </a:xfrm>
            <a:prstGeom prst="straightConnector1">
              <a:avLst/>
            </a:prstGeom>
            <a:noFill/>
            <a:ln cap="flat" cmpd="sng" w="38100">
              <a:solidFill>
                <a:schemeClr val="accent1"/>
              </a:solidFill>
              <a:prstDash val="solid"/>
              <a:round/>
              <a:headEnd len="med" w="med" type="none"/>
              <a:tailEnd len="med" w="med" type="none"/>
            </a:ln>
          </p:spPr>
        </p:cxnSp>
        <p:cxnSp>
          <p:nvCxnSpPr>
            <p:cNvPr id="7552" name="Google Shape;7552;p980"/>
            <p:cNvCxnSpPr/>
            <p:nvPr/>
          </p:nvCxnSpPr>
          <p:spPr>
            <a:xfrm rot="10800000">
              <a:off x="17602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7553" name="Google Shape;7553;p980"/>
            <p:cNvCxnSpPr/>
            <p:nvPr/>
          </p:nvCxnSpPr>
          <p:spPr>
            <a:xfrm rot="10800000">
              <a:off x="7378100" y="1254400"/>
              <a:ext cx="0" cy="3349500"/>
            </a:xfrm>
            <a:prstGeom prst="straightConnector1">
              <a:avLst/>
            </a:prstGeom>
            <a:noFill/>
            <a:ln cap="flat" cmpd="sng" w="38100">
              <a:solidFill>
                <a:schemeClr val="accent1"/>
              </a:solidFill>
              <a:prstDash val="solid"/>
              <a:round/>
              <a:headEnd len="med" w="med" type="none"/>
              <a:tailEnd len="med" w="med" type="none"/>
            </a:ln>
          </p:spPr>
        </p:cxnSp>
      </p:grpSp>
      <p:sp>
        <p:nvSpPr>
          <p:cNvPr id="7554" name="Google Shape;7554;p980"/>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555" name="Google Shape;7555;p980"/>
          <p:cNvSpPr txBox="1"/>
          <p:nvPr>
            <p:ph idx="1" type="subTitle"/>
          </p:nvPr>
        </p:nvSpPr>
        <p:spPr>
          <a:xfrm>
            <a:off x="1924988" y="2036825"/>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556" name="Google Shape;7556;p980"/>
          <p:cNvSpPr txBox="1"/>
          <p:nvPr>
            <p:ph idx="2" type="subTitle"/>
          </p:nvPr>
        </p:nvSpPr>
        <p:spPr>
          <a:xfrm>
            <a:off x="1924988" y="1518125"/>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557" name="Google Shape;7557;p980"/>
          <p:cNvSpPr txBox="1"/>
          <p:nvPr>
            <p:ph hasCustomPrompt="1" idx="3" type="title"/>
          </p:nvPr>
        </p:nvSpPr>
        <p:spPr>
          <a:xfrm>
            <a:off x="8197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7558" name="Google Shape;7558;p980"/>
          <p:cNvSpPr txBox="1"/>
          <p:nvPr>
            <p:ph idx="4" type="subTitle"/>
          </p:nvPr>
        </p:nvSpPr>
        <p:spPr>
          <a:xfrm>
            <a:off x="4760188" y="2036825"/>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7559" name="Google Shape;7559;p980"/>
          <p:cNvSpPr txBox="1"/>
          <p:nvPr>
            <p:ph idx="5" type="subTitle"/>
          </p:nvPr>
        </p:nvSpPr>
        <p:spPr>
          <a:xfrm>
            <a:off x="4760188" y="1518125"/>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7560" name="Google Shape;7560;p980"/>
          <p:cNvSpPr txBox="1"/>
          <p:nvPr>
            <p:ph hasCustomPrompt="1" idx="6" type="title"/>
          </p:nvPr>
        </p:nvSpPr>
        <p:spPr>
          <a:xfrm>
            <a:off x="74842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7561" name="Google Shape;7561;p980"/>
          <p:cNvSpPr txBox="1"/>
          <p:nvPr>
            <p:ph idx="7" type="subTitle"/>
          </p:nvPr>
        </p:nvSpPr>
        <p:spPr>
          <a:xfrm>
            <a:off x="1924988" y="3691200"/>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562" name="Google Shape;7562;p980"/>
          <p:cNvSpPr txBox="1"/>
          <p:nvPr>
            <p:ph idx="8" type="subTitle"/>
          </p:nvPr>
        </p:nvSpPr>
        <p:spPr>
          <a:xfrm>
            <a:off x="1924988" y="3172500"/>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563" name="Google Shape;7563;p980"/>
          <p:cNvSpPr txBox="1"/>
          <p:nvPr>
            <p:ph hasCustomPrompt="1" idx="9" type="title"/>
          </p:nvPr>
        </p:nvSpPr>
        <p:spPr>
          <a:xfrm>
            <a:off x="819800" y="346450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7564" name="Google Shape;7564;p980"/>
          <p:cNvSpPr txBox="1"/>
          <p:nvPr>
            <p:ph idx="13" type="subTitle"/>
          </p:nvPr>
        </p:nvSpPr>
        <p:spPr>
          <a:xfrm>
            <a:off x="4760200" y="3673200"/>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7565" name="Google Shape;7565;p980"/>
          <p:cNvSpPr txBox="1"/>
          <p:nvPr>
            <p:ph idx="14" type="subTitle"/>
          </p:nvPr>
        </p:nvSpPr>
        <p:spPr>
          <a:xfrm>
            <a:off x="4760200" y="3154500"/>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7566" name="Google Shape;7566;p980"/>
          <p:cNvSpPr txBox="1"/>
          <p:nvPr>
            <p:ph hasCustomPrompt="1" idx="15" type="title"/>
          </p:nvPr>
        </p:nvSpPr>
        <p:spPr>
          <a:xfrm>
            <a:off x="7488624" y="3475788"/>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9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
    <p:bg>
      <p:bgPr>
        <a:solidFill>
          <a:schemeClr val="dk1"/>
        </a:solidFill>
      </p:bgPr>
    </p:bg>
    <p:spTree>
      <p:nvGrpSpPr>
        <p:cNvPr id="7567" name="Shape 7567"/>
        <p:cNvGrpSpPr/>
        <p:nvPr/>
      </p:nvGrpSpPr>
      <p:grpSpPr>
        <a:xfrm>
          <a:off x="0" y="0"/>
          <a:ext cx="0" cy="0"/>
          <a:chOff x="0" y="0"/>
          <a:chExt cx="0" cy="0"/>
        </a:xfrm>
      </p:grpSpPr>
      <p:grpSp>
        <p:nvGrpSpPr>
          <p:cNvPr id="7568" name="Google Shape;7568;p981"/>
          <p:cNvGrpSpPr/>
          <p:nvPr/>
        </p:nvGrpSpPr>
        <p:grpSpPr>
          <a:xfrm>
            <a:off x="713300" y="539513"/>
            <a:ext cx="7717500" cy="4064400"/>
            <a:chOff x="713225" y="539500"/>
            <a:chExt cx="7717500" cy="4064400"/>
          </a:xfrm>
        </p:grpSpPr>
        <p:cxnSp>
          <p:nvCxnSpPr>
            <p:cNvPr id="7569" name="Google Shape;7569;p981"/>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7570" name="Google Shape;7570;p98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1" name="Google Shape;7571;p981"/>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572" name="Google Shape;7572;p981"/>
          <p:cNvSpPr txBox="1"/>
          <p:nvPr>
            <p:ph idx="1" type="subTitle"/>
          </p:nvPr>
        </p:nvSpPr>
        <p:spPr>
          <a:xfrm>
            <a:off x="897170"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573" name="Google Shape;7573;p981"/>
          <p:cNvSpPr txBox="1"/>
          <p:nvPr>
            <p:ph idx="2" type="subTitle"/>
          </p:nvPr>
        </p:nvSpPr>
        <p:spPr>
          <a:xfrm>
            <a:off x="897170"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574" name="Google Shape;7574;p981"/>
          <p:cNvSpPr txBox="1"/>
          <p:nvPr>
            <p:ph hasCustomPrompt="1" idx="3" type="title"/>
          </p:nvPr>
        </p:nvSpPr>
        <p:spPr>
          <a:xfrm>
            <a:off x="1261666"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7575" name="Google Shape;7575;p981"/>
          <p:cNvSpPr txBox="1"/>
          <p:nvPr>
            <p:ph idx="4" type="subTitle"/>
          </p:nvPr>
        </p:nvSpPr>
        <p:spPr>
          <a:xfrm>
            <a:off x="47527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7576" name="Google Shape;7576;p981"/>
          <p:cNvSpPr txBox="1"/>
          <p:nvPr>
            <p:ph idx="5" type="subTitle"/>
          </p:nvPr>
        </p:nvSpPr>
        <p:spPr>
          <a:xfrm>
            <a:off x="47527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7577" name="Google Shape;7577;p981"/>
          <p:cNvSpPr txBox="1"/>
          <p:nvPr>
            <p:ph hasCustomPrompt="1" idx="6" type="title"/>
          </p:nvPr>
        </p:nvSpPr>
        <p:spPr>
          <a:xfrm>
            <a:off x="5117252"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7578" name="Google Shape;7578;p981"/>
          <p:cNvSpPr txBox="1"/>
          <p:nvPr>
            <p:ph idx="7" type="subTitle"/>
          </p:nvPr>
        </p:nvSpPr>
        <p:spPr>
          <a:xfrm>
            <a:off x="28249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579" name="Google Shape;7579;p981"/>
          <p:cNvSpPr txBox="1"/>
          <p:nvPr>
            <p:ph idx="8" type="subTitle"/>
          </p:nvPr>
        </p:nvSpPr>
        <p:spPr>
          <a:xfrm>
            <a:off x="28249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580" name="Google Shape;7580;p981"/>
          <p:cNvSpPr txBox="1"/>
          <p:nvPr>
            <p:ph hasCustomPrompt="1" idx="9" type="title"/>
          </p:nvPr>
        </p:nvSpPr>
        <p:spPr>
          <a:xfrm>
            <a:off x="3189459"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7581" name="Google Shape;7581;p981"/>
          <p:cNvSpPr txBox="1"/>
          <p:nvPr>
            <p:ph idx="13" type="subTitle"/>
          </p:nvPr>
        </p:nvSpPr>
        <p:spPr>
          <a:xfrm>
            <a:off x="6680545"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7582" name="Google Shape;7582;p981"/>
          <p:cNvSpPr txBox="1"/>
          <p:nvPr>
            <p:ph idx="14" type="subTitle"/>
          </p:nvPr>
        </p:nvSpPr>
        <p:spPr>
          <a:xfrm>
            <a:off x="6680545"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7583" name="Google Shape;7583;p981"/>
          <p:cNvSpPr txBox="1"/>
          <p:nvPr>
            <p:ph hasCustomPrompt="1" idx="15" type="title"/>
          </p:nvPr>
        </p:nvSpPr>
        <p:spPr>
          <a:xfrm>
            <a:off x="7045045" y="1975647"/>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9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dk1"/>
        </a:solidFill>
      </p:bgPr>
    </p:bg>
    <p:spTree>
      <p:nvGrpSpPr>
        <p:cNvPr id="7584" name="Shape 7584"/>
        <p:cNvGrpSpPr/>
        <p:nvPr/>
      </p:nvGrpSpPr>
      <p:grpSpPr>
        <a:xfrm>
          <a:off x="0" y="0"/>
          <a:ext cx="0" cy="0"/>
          <a:chOff x="0" y="0"/>
          <a:chExt cx="0" cy="0"/>
        </a:xfrm>
      </p:grpSpPr>
      <p:sp>
        <p:nvSpPr>
          <p:cNvPr id="7585" name="Google Shape;7585;p98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982"/>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7587" name="Google Shape;7587;p982"/>
          <p:cNvSpPr txBox="1"/>
          <p:nvPr>
            <p:ph hasCustomPrompt="1" idx="2" type="title"/>
          </p:nvPr>
        </p:nvSpPr>
        <p:spPr>
          <a:xfrm>
            <a:off x="1131163" y="96802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7588" name="Google Shape;7588;p982"/>
          <p:cNvSpPr txBox="1"/>
          <p:nvPr>
            <p:ph idx="1" type="subTitle"/>
          </p:nvPr>
        </p:nvSpPr>
        <p:spPr>
          <a:xfrm>
            <a:off x="1131163" y="37284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9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
    <p:bg>
      <p:bgPr>
        <a:solidFill>
          <a:schemeClr val="dk1"/>
        </a:solidFill>
      </p:bgPr>
    </p:bg>
    <p:spTree>
      <p:nvGrpSpPr>
        <p:cNvPr id="7589" name="Shape 7589"/>
        <p:cNvGrpSpPr/>
        <p:nvPr/>
      </p:nvGrpSpPr>
      <p:grpSpPr>
        <a:xfrm>
          <a:off x="0" y="0"/>
          <a:ext cx="0" cy="0"/>
          <a:chOff x="0" y="0"/>
          <a:chExt cx="0" cy="0"/>
        </a:xfrm>
      </p:grpSpPr>
      <p:sp>
        <p:nvSpPr>
          <p:cNvPr id="7590" name="Google Shape;7590;p98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983"/>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7592" name="Google Shape;7592;p983"/>
          <p:cNvSpPr txBox="1"/>
          <p:nvPr>
            <p:ph hasCustomPrompt="1" idx="2" type="title"/>
          </p:nvPr>
        </p:nvSpPr>
        <p:spPr>
          <a:xfrm>
            <a:off x="3496800" y="894025"/>
            <a:ext cx="2150400" cy="1665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7593" name="Google Shape;7593;p983"/>
          <p:cNvSpPr txBox="1"/>
          <p:nvPr>
            <p:ph idx="1" type="subTitle"/>
          </p:nvPr>
        </p:nvSpPr>
        <p:spPr>
          <a:xfrm>
            <a:off x="1896450" y="3802475"/>
            <a:ext cx="53511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9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7594" name="Shape 7594"/>
        <p:cNvGrpSpPr/>
        <p:nvPr/>
      </p:nvGrpSpPr>
      <p:grpSpPr>
        <a:xfrm>
          <a:off x="0" y="0"/>
          <a:ext cx="0" cy="0"/>
          <a:chOff x="0" y="0"/>
          <a:chExt cx="0" cy="0"/>
        </a:xfrm>
      </p:grpSpPr>
      <p:sp>
        <p:nvSpPr>
          <p:cNvPr id="7595" name="Google Shape;7595;p98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984"/>
          <p:cNvSpPr txBox="1"/>
          <p:nvPr>
            <p:ph type="title"/>
          </p:nvPr>
        </p:nvSpPr>
        <p:spPr>
          <a:xfrm>
            <a:off x="1952375" y="3189813"/>
            <a:ext cx="4629600" cy="491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597" name="Google Shape;7597;p984"/>
          <p:cNvSpPr txBox="1"/>
          <p:nvPr>
            <p:ph idx="1" type="subTitle"/>
          </p:nvPr>
        </p:nvSpPr>
        <p:spPr>
          <a:xfrm>
            <a:off x="1952375" y="1995238"/>
            <a:ext cx="4629600" cy="111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9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
    <p:bg>
      <p:bgPr>
        <a:solidFill>
          <a:schemeClr val="dk1"/>
        </a:solidFill>
      </p:bgPr>
    </p:bg>
    <p:spTree>
      <p:nvGrpSpPr>
        <p:cNvPr id="7598" name="Shape 7598"/>
        <p:cNvGrpSpPr/>
        <p:nvPr/>
      </p:nvGrpSpPr>
      <p:grpSpPr>
        <a:xfrm>
          <a:off x="0" y="0"/>
          <a:ext cx="0" cy="0"/>
          <a:chOff x="0" y="0"/>
          <a:chExt cx="0" cy="0"/>
        </a:xfrm>
      </p:grpSpPr>
      <p:sp>
        <p:nvSpPr>
          <p:cNvPr id="7599" name="Google Shape;7599;p985"/>
          <p:cNvSpPr txBox="1"/>
          <p:nvPr>
            <p:ph type="title"/>
          </p:nvPr>
        </p:nvSpPr>
        <p:spPr>
          <a:xfrm>
            <a:off x="713250" y="5395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atin typeface="Roboto"/>
                <a:ea typeface="Roboto"/>
                <a:cs typeface="Roboto"/>
                <a:sym typeface="Roboto"/>
              </a:defRPr>
            </a:lvl1pPr>
            <a:lvl2pPr lvl="1">
              <a:spcBef>
                <a:spcPts val="0"/>
              </a:spcBef>
              <a:spcAft>
                <a:spcPts val="0"/>
              </a:spcAft>
              <a:buSzPts val="2800"/>
              <a:buNone/>
              <a:defRPr>
                <a:latin typeface="Roboto"/>
                <a:ea typeface="Roboto"/>
                <a:cs typeface="Roboto"/>
                <a:sym typeface="Roboto"/>
              </a:defRPr>
            </a:lvl2pPr>
            <a:lvl3pPr lvl="2">
              <a:spcBef>
                <a:spcPts val="0"/>
              </a:spcBef>
              <a:spcAft>
                <a:spcPts val="0"/>
              </a:spcAft>
              <a:buSzPts val="2800"/>
              <a:buNone/>
              <a:defRPr>
                <a:latin typeface="Roboto"/>
                <a:ea typeface="Roboto"/>
                <a:cs typeface="Roboto"/>
                <a:sym typeface="Roboto"/>
              </a:defRPr>
            </a:lvl3pPr>
            <a:lvl4pPr lvl="3">
              <a:spcBef>
                <a:spcPts val="0"/>
              </a:spcBef>
              <a:spcAft>
                <a:spcPts val="0"/>
              </a:spcAft>
              <a:buSzPts val="2800"/>
              <a:buNone/>
              <a:defRPr>
                <a:latin typeface="Roboto"/>
                <a:ea typeface="Roboto"/>
                <a:cs typeface="Roboto"/>
                <a:sym typeface="Roboto"/>
              </a:defRPr>
            </a:lvl4pPr>
            <a:lvl5pPr lvl="4">
              <a:spcBef>
                <a:spcPts val="0"/>
              </a:spcBef>
              <a:spcAft>
                <a:spcPts val="0"/>
              </a:spcAft>
              <a:buSzPts val="2800"/>
              <a:buNone/>
              <a:defRPr>
                <a:latin typeface="Roboto"/>
                <a:ea typeface="Roboto"/>
                <a:cs typeface="Roboto"/>
                <a:sym typeface="Roboto"/>
              </a:defRPr>
            </a:lvl5pPr>
            <a:lvl6pPr lvl="5">
              <a:spcBef>
                <a:spcPts val="0"/>
              </a:spcBef>
              <a:spcAft>
                <a:spcPts val="0"/>
              </a:spcAft>
              <a:buSzPts val="2800"/>
              <a:buNone/>
              <a:defRPr>
                <a:latin typeface="Roboto"/>
                <a:ea typeface="Roboto"/>
                <a:cs typeface="Roboto"/>
                <a:sym typeface="Roboto"/>
              </a:defRPr>
            </a:lvl6pPr>
            <a:lvl7pPr lvl="6">
              <a:spcBef>
                <a:spcPts val="0"/>
              </a:spcBef>
              <a:spcAft>
                <a:spcPts val="0"/>
              </a:spcAft>
              <a:buSzPts val="2800"/>
              <a:buNone/>
              <a:defRPr>
                <a:latin typeface="Roboto"/>
                <a:ea typeface="Roboto"/>
                <a:cs typeface="Roboto"/>
                <a:sym typeface="Roboto"/>
              </a:defRPr>
            </a:lvl7pPr>
            <a:lvl8pPr lvl="7">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7600" name="Google Shape;7600;p98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985"/>
          <p:cNvSpPr txBox="1"/>
          <p:nvPr>
            <p:ph idx="2" type="title"/>
          </p:nvPr>
        </p:nvSpPr>
        <p:spPr>
          <a:xfrm>
            <a:off x="3364525" y="3430088"/>
            <a:ext cx="4629600" cy="491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602" name="Google Shape;7602;p985"/>
          <p:cNvSpPr txBox="1"/>
          <p:nvPr>
            <p:ph idx="1" type="subTitle"/>
          </p:nvPr>
        </p:nvSpPr>
        <p:spPr>
          <a:xfrm>
            <a:off x="3364525" y="2235513"/>
            <a:ext cx="4629600" cy="111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9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0">
    <p:bg>
      <p:bgPr>
        <a:solidFill>
          <a:schemeClr val="dk1"/>
        </a:solidFill>
      </p:bgPr>
    </p:bg>
    <p:spTree>
      <p:nvGrpSpPr>
        <p:cNvPr id="7603" name="Shape 7603"/>
        <p:cNvGrpSpPr/>
        <p:nvPr/>
      </p:nvGrpSpPr>
      <p:grpSpPr>
        <a:xfrm>
          <a:off x="0" y="0"/>
          <a:ext cx="0" cy="0"/>
          <a:chOff x="0" y="0"/>
          <a:chExt cx="0" cy="0"/>
        </a:xfrm>
      </p:grpSpPr>
      <p:sp>
        <p:nvSpPr>
          <p:cNvPr id="7604" name="Google Shape;7604;p98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986"/>
          <p:cNvSpPr txBox="1"/>
          <p:nvPr>
            <p:ph hasCustomPrompt="1" type="title"/>
          </p:nvPr>
        </p:nvSpPr>
        <p:spPr>
          <a:xfrm>
            <a:off x="2070613" y="1505850"/>
            <a:ext cx="4774200" cy="1332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7606" name="Google Shape;7606;p986"/>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22">
    <p:bg>
      <p:bgPr>
        <a:solidFill>
          <a:schemeClr val="dk1"/>
        </a:solidFill>
      </p:bgPr>
    </p:bg>
    <p:spTree>
      <p:nvGrpSpPr>
        <p:cNvPr id="7607" name="Shape 7607"/>
        <p:cNvGrpSpPr/>
        <p:nvPr/>
      </p:nvGrpSpPr>
      <p:grpSpPr>
        <a:xfrm>
          <a:off x="0" y="0"/>
          <a:ext cx="0" cy="0"/>
          <a:chOff x="0" y="0"/>
          <a:chExt cx="0" cy="0"/>
        </a:xfrm>
      </p:grpSpPr>
      <p:sp>
        <p:nvSpPr>
          <p:cNvPr id="7608" name="Google Shape;7608;p987"/>
          <p:cNvSpPr txBox="1"/>
          <p:nvPr>
            <p:ph hasCustomPrompt="1" type="title"/>
          </p:nvPr>
        </p:nvSpPr>
        <p:spPr>
          <a:xfrm>
            <a:off x="2337663" y="1768700"/>
            <a:ext cx="2299800" cy="1209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7609" name="Google Shape;7609;p987"/>
          <p:cNvSpPr txBox="1"/>
          <p:nvPr>
            <p:ph idx="1" type="subTitle"/>
          </p:nvPr>
        </p:nvSpPr>
        <p:spPr>
          <a:xfrm>
            <a:off x="4989538" y="1768700"/>
            <a:ext cx="3188400" cy="1209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610" name="Google Shape;7610;p987"/>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11" name="Google Shape;7611;p987"/>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7612" name="Google Shape;7612;p987"/>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9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bg>
      <p:bgPr>
        <a:solidFill>
          <a:schemeClr val="dk1"/>
        </a:solidFill>
      </p:bgPr>
    </p:bg>
    <p:spTree>
      <p:nvGrpSpPr>
        <p:cNvPr id="7613" name="Shape 7613"/>
        <p:cNvGrpSpPr/>
        <p:nvPr/>
      </p:nvGrpSpPr>
      <p:grpSpPr>
        <a:xfrm>
          <a:off x="0" y="0"/>
          <a:ext cx="0" cy="0"/>
          <a:chOff x="0" y="0"/>
          <a:chExt cx="0" cy="0"/>
        </a:xfrm>
      </p:grpSpPr>
      <p:sp>
        <p:nvSpPr>
          <p:cNvPr id="7614" name="Google Shape;7614;p988"/>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15" name="Google Shape;7615;p988"/>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7616" name="Google Shape;7616;p98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617" name="Google Shape;7617;p988"/>
          <p:cNvSpPr txBox="1"/>
          <p:nvPr>
            <p:ph hasCustomPrompt="1" idx="2" type="title"/>
          </p:nvPr>
        </p:nvSpPr>
        <p:spPr>
          <a:xfrm>
            <a:off x="1153250" y="1714350"/>
            <a:ext cx="2299800" cy="103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7618" name="Google Shape;7618;p988"/>
          <p:cNvSpPr txBox="1"/>
          <p:nvPr>
            <p:ph idx="1" type="subTitle"/>
          </p:nvPr>
        </p:nvSpPr>
        <p:spPr>
          <a:xfrm>
            <a:off x="1153250" y="2750550"/>
            <a:ext cx="2299800" cy="1058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619" name="Google Shape;7619;p988"/>
          <p:cNvSpPr txBox="1"/>
          <p:nvPr>
            <p:ph hasCustomPrompt="1" idx="3" type="title"/>
          </p:nvPr>
        </p:nvSpPr>
        <p:spPr>
          <a:xfrm>
            <a:off x="5006988" y="1378188"/>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7620" name="Google Shape;7620;p988"/>
          <p:cNvSpPr txBox="1"/>
          <p:nvPr>
            <p:ph idx="4" type="subTitle"/>
          </p:nvPr>
        </p:nvSpPr>
        <p:spPr>
          <a:xfrm>
            <a:off x="5006988" y="202385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621" name="Google Shape;7621;p988"/>
          <p:cNvSpPr txBox="1"/>
          <p:nvPr>
            <p:ph hasCustomPrompt="1" idx="5" type="title"/>
          </p:nvPr>
        </p:nvSpPr>
        <p:spPr>
          <a:xfrm>
            <a:off x="5006988" y="3133450"/>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7622" name="Google Shape;7622;p988"/>
          <p:cNvSpPr txBox="1"/>
          <p:nvPr>
            <p:ph idx="6" type="subTitle"/>
          </p:nvPr>
        </p:nvSpPr>
        <p:spPr>
          <a:xfrm>
            <a:off x="5006988" y="377900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3">
    <p:bg>
      <p:bgPr>
        <a:solidFill>
          <a:schemeClr val="dk1"/>
        </a:solidFill>
      </p:bgPr>
    </p:bg>
    <p:spTree>
      <p:nvGrpSpPr>
        <p:cNvPr id="7623" name="Shape 7623"/>
        <p:cNvGrpSpPr/>
        <p:nvPr/>
      </p:nvGrpSpPr>
      <p:grpSpPr>
        <a:xfrm>
          <a:off x="0" y="0"/>
          <a:ext cx="0" cy="0"/>
          <a:chOff x="0" y="0"/>
          <a:chExt cx="0" cy="0"/>
        </a:xfrm>
      </p:grpSpPr>
      <p:sp>
        <p:nvSpPr>
          <p:cNvPr id="7624" name="Google Shape;7624;p989"/>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25" name="Google Shape;7625;p989"/>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7626" name="Google Shape;7626;p98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627" name="Google Shape;7627;p989"/>
          <p:cNvSpPr txBox="1"/>
          <p:nvPr>
            <p:ph hasCustomPrompt="1" idx="2" type="title"/>
          </p:nvPr>
        </p:nvSpPr>
        <p:spPr>
          <a:xfrm>
            <a:off x="1153250"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7628" name="Google Shape;7628;p989"/>
          <p:cNvSpPr txBox="1"/>
          <p:nvPr>
            <p:ph idx="1" type="subTitle"/>
          </p:nvPr>
        </p:nvSpPr>
        <p:spPr>
          <a:xfrm>
            <a:off x="1153250" y="3575299"/>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629" name="Google Shape;7629;p989"/>
          <p:cNvSpPr txBox="1"/>
          <p:nvPr>
            <p:ph hasCustomPrompt="1" idx="3" type="title"/>
          </p:nvPr>
        </p:nvSpPr>
        <p:spPr>
          <a:xfrm>
            <a:off x="3476088"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7630" name="Google Shape;7630;p989"/>
          <p:cNvSpPr txBox="1"/>
          <p:nvPr>
            <p:ph idx="4" type="subTitle"/>
          </p:nvPr>
        </p:nvSpPr>
        <p:spPr>
          <a:xfrm>
            <a:off x="3476100" y="3575295"/>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631" name="Google Shape;7631;p989"/>
          <p:cNvSpPr txBox="1"/>
          <p:nvPr>
            <p:ph hasCustomPrompt="1" idx="5" type="title"/>
          </p:nvPr>
        </p:nvSpPr>
        <p:spPr>
          <a:xfrm>
            <a:off x="5798944" y="2777254"/>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7632" name="Google Shape;7632;p989"/>
          <p:cNvSpPr txBox="1"/>
          <p:nvPr>
            <p:ph idx="6" type="subTitle"/>
          </p:nvPr>
        </p:nvSpPr>
        <p:spPr>
          <a:xfrm>
            <a:off x="5798944" y="3575198"/>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_1_1">
    <p:bg>
      <p:bgPr>
        <a:solidFill>
          <a:schemeClr val="dk1"/>
        </a:solidFill>
      </p:bgPr>
    </p:bg>
    <p:spTree>
      <p:nvGrpSpPr>
        <p:cNvPr id="7633" name="Shape 7633"/>
        <p:cNvGrpSpPr/>
        <p:nvPr/>
      </p:nvGrpSpPr>
      <p:grpSpPr>
        <a:xfrm>
          <a:off x="0" y="0"/>
          <a:ext cx="0" cy="0"/>
          <a:chOff x="0" y="0"/>
          <a:chExt cx="0" cy="0"/>
        </a:xfrm>
      </p:grpSpPr>
      <p:grpSp>
        <p:nvGrpSpPr>
          <p:cNvPr id="7634" name="Google Shape;7634;p990"/>
          <p:cNvGrpSpPr/>
          <p:nvPr/>
        </p:nvGrpSpPr>
        <p:grpSpPr>
          <a:xfrm>
            <a:off x="713225" y="539500"/>
            <a:ext cx="7717500" cy="4064400"/>
            <a:chOff x="713225" y="539500"/>
            <a:chExt cx="7717500" cy="4064400"/>
          </a:xfrm>
        </p:grpSpPr>
        <p:sp>
          <p:nvSpPr>
            <p:cNvPr id="7635" name="Google Shape;7635;p99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36" name="Google Shape;7636;p99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637" name="Google Shape;7637;p99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9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_1">
    <p:bg>
      <p:bgPr>
        <a:solidFill>
          <a:schemeClr val="dk1"/>
        </a:solidFill>
      </p:bgPr>
    </p:bg>
    <p:spTree>
      <p:nvGrpSpPr>
        <p:cNvPr id="7638" name="Shape 7638"/>
        <p:cNvGrpSpPr/>
        <p:nvPr/>
      </p:nvGrpSpPr>
      <p:grpSpPr>
        <a:xfrm>
          <a:off x="0" y="0"/>
          <a:ext cx="0" cy="0"/>
          <a:chOff x="0" y="0"/>
          <a:chExt cx="0" cy="0"/>
        </a:xfrm>
      </p:grpSpPr>
      <p:grpSp>
        <p:nvGrpSpPr>
          <p:cNvPr id="7639" name="Google Shape;7639;p991"/>
          <p:cNvGrpSpPr/>
          <p:nvPr/>
        </p:nvGrpSpPr>
        <p:grpSpPr>
          <a:xfrm>
            <a:off x="713225" y="539500"/>
            <a:ext cx="7717500" cy="4064400"/>
            <a:chOff x="713225" y="539500"/>
            <a:chExt cx="7717500" cy="4064400"/>
          </a:xfrm>
        </p:grpSpPr>
        <p:sp>
          <p:nvSpPr>
            <p:cNvPr id="7640" name="Google Shape;7640;p99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41" name="Google Shape;7641;p99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642" name="Google Shape;7642;p991"/>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9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1_1_1">
    <p:bg>
      <p:bgPr>
        <a:solidFill>
          <a:schemeClr val="dk1"/>
        </a:solidFill>
      </p:bgPr>
    </p:bg>
    <p:spTree>
      <p:nvGrpSpPr>
        <p:cNvPr id="7643" name="Shape 7643"/>
        <p:cNvGrpSpPr/>
        <p:nvPr/>
      </p:nvGrpSpPr>
      <p:grpSpPr>
        <a:xfrm>
          <a:off x="0" y="0"/>
          <a:ext cx="0" cy="0"/>
          <a:chOff x="0" y="0"/>
          <a:chExt cx="0" cy="0"/>
        </a:xfrm>
      </p:grpSpPr>
      <p:grpSp>
        <p:nvGrpSpPr>
          <p:cNvPr id="7644" name="Google Shape;7644;p992"/>
          <p:cNvGrpSpPr/>
          <p:nvPr/>
        </p:nvGrpSpPr>
        <p:grpSpPr>
          <a:xfrm>
            <a:off x="713225" y="539500"/>
            <a:ext cx="7717500" cy="4064400"/>
            <a:chOff x="713225" y="539500"/>
            <a:chExt cx="7717500" cy="4064400"/>
          </a:xfrm>
        </p:grpSpPr>
        <p:sp>
          <p:nvSpPr>
            <p:cNvPr id="7645" name="Google Shape;7645;p99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46" name="Google Shape;7646;p99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647" name="Google Shape;7647;p992"/>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9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BLANK_1_1_1_1_1_1_3">
    <p:bg>
      <p:bgPr>
        <a:solidFill>
          <a:schemeClr val="dk1"/>
        </a:solidFill>
      </p:bgPr>
    </p:bg>
    <p:spTree>
      <p:nvGrpSpPr>
        <p:cNvPr id="7648" name="Shape 7648"/>
        <p:cNvGrpSpPr/>
        <p:nvPr/>
      </p:nvGrpSpPr>
      <p:grpSpPr>
        <a:xfrm>
          <a:off x="0" y="0"/>
          <a:ext cx="0" cy="0"/>
          <a:chOff x="0" y="0"/>
          <a:chExt cx="0" cy="0"/>
        </a:xfrm>
      </p:grpSpPr>
      <p:grpSp>
        <p:nvGrpSpPr>
          <p:cNvPr id="7649" name="Google Shape;7649;p993"/>
          <p:cNvGrpSpPr/>
          <p:nvPr/>
        </p:nvGrpSpPr>
        <p:grpSpPr>
          <a:xfrm>
            <a:off x="713225" y="539500"/>
            <a:ext cx="7717500" cy="4064400"/>
            <a:chOff x="713225" y="539500"/>
            <a:chExt cx="7717500" cy="4064400"/>
          </a:xfrm>
        </p:grpSpPr>
        <p:sp>
          <p:nvSpPr>
            <p:cNvPr id="7650" name="Google Shape;7650;p99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51" name="Google Shape;7651;p99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652" name="Google Shape;7652;p993"/>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9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_1_3_1">
    <p:bg>
      <p:bgPr>
        <a:solidFill>
          <a:schemeClr val="dk1"/>
        </a:solidFill>
      </p:bgPr>
    </p:bg>
    <p:spTree>
      <p:nvGrpSpPr>
        <p:cNvPr id="7653" name="Shape 7653"/>
        <p:cNvGrpSpPr/>
        <p:nvPr/>
      </p:nvGrpSpPr>
      <p:grpSpPr>
        <a:xfrm>
          <a:off x="0" y="0"/>
          <a:ext cx="0" cy="0"/>
          <a:chOff x="0" y="0"/>
          <a:chExt cx="0" cy="0"/>
        </a:xfrm>
      </p:grpSpPr>
      <p:grpSp>
        <p:nvGrpSpPr>
          <p:cNvPr id="7654" name="Google Shape;7654;p994"/>
          <p:cNvGrpSpPr/>
          <p:nvPr/>
        </p:nvGrpSpPr>
        <p:grpSpPr>
          <a:xfrm>
            <a:off x="713225" y="539500"/>
            <a:ext cx="7717500" cy="4064400"/>
            <a:chOff x="713225" y="539500"/>
            <a:chExt cx="7717500" cy="4064400"/>
          </a:xfrm>
        </p:grpSpPr>
        <p:sp>
          <p:nvSpPr>
            <p:cNvPr id="7655" name="Google Shape;7655;p99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56" name="Google Shape;7656;p99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657" name="Google Shape;7657;p994"/>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9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0">
    <p:bg>
      <p:bgPr>
        <a:solidFill>
          <a:schemeClr val="dk1"/>
        </a:solidFill>
      </p:bgPr>
    </p:bg>
    <p:spTree>
      <p:nvGrpSpPr>
        <p:cNvPr id="7658" name="Shape 7658"/>
        <p:cNvGrpSpPr/>
        <p:nvPr/>
      </p:nvGrpSpPr>
      <p:grpSpPr>
        <a:xfrm>
          <a:off x="0" y="0"/>
          <a:ext cx="0" cy="0"/>
          <a:chOff x="0" y="0"/>
          <a:chExt cx="0" cy="0"/>
        </a:xfrm>
      </p:grpSpPr>
      <p:sp>
        <p:nvSpPr>
          <p:cNvPr id="7659" name="Google Shape;7659;p99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995"/>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9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_1_1_1_2">
    <p:bg>
      <p:bgPr>
        <a:solidFill>
          <a:schemeClr val="dk1"/>
        </a:solidFill>
      </p:bgPr>
    </p:bg>
    <p:spTree>
      <p:nvGrpSpPr>
        <p:cNvPr id="7661" name="Shape 7661"/>
        <p:cNvGrpSpPr/>
        <p:nvPr/>
      </p:nvGrpSpPr>
      <p:grpSpPr>
        <a:xfrm>
          <a:off x="0" y="0"/>
          <a:ext cx="0" cy="0"/>
          <a:chOff x="0" y="0"/>
          <a:chExt cx="0" cy="0"/>
        </a:xfrm>
      </p:grpSpPr>
      <p:sp>
        <p:nvSpPr>
          <p:cNvPr id="7662" name="Google Shape;7662;p996"/>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996"/>
          <p:cNvSpPr txBox="1"/>
          <p:nvPr>
            <p:ph type="title"/>
          </p:nvPr>
        </p:nvSpPr>
        <p:spPr>
          <a:xfrm>
            <a:off x="1263200" y="1298488"/>
            <a:ext cx="2732700" cy="109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7664" name="Google Shape;7664;p996"/>
          <p:cNvSpPr txBox="1"/>
          <p:nvPr>
            <p:ph idx="1" type="subTitle"/>
          </p:nvPr>
        </p:nvSpPr>
        <p:spPr>
          <a:xfrm>
            <a:off x="1263200" y="2394813"/>
            <a:ext cx="2732700" cy="1541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9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7665" name="Shape 7665"/>
        <p:cNvGrpSpPr/>
        <p:nvPr/>
      </p:nvGrpSpPr>
      <p:grpSpPr>
        <a:xfrm>
          <a:off x="0" y="0"/>
          <a:ext cx="0" cy="0"/>
          <a:chOff x="0" y="0"/>
          <a:chExt cx="0" cy="0"/>
        </a:xfrm>
      </p:grpSpPr>
      <p:sp>
        <p:nvSpPr>
          <p:cNvPr id="7666" name="Google Shape;7666;p997"/>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997"/>
          <p:cNvSpPr txBox="1"/>
          <p:nvPr>
            <p:ph type="title"/>
          </p:nvPr>
        </p:nvSpPr>
        <p:spPr>
          <a:xfrm>
            <a:off x="948875" y="1767400"/>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7668" name="Google Shape;7668;p997"/>
          <p:cNvSpPr txBox="1"/>
          <p:nvPr>
            <p:ph idx="1" type="subTitle"/>
          </p:nvPr>
        </p:nvSpPr>
        <p:spPr>
          <a:xfrm>
            <a:off x="948875" y="2274200"/>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9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1_1_1_2_1_1_1">
    <p:bg>
      <p:bgPr>
        <a:solidFill>
          <a:schemeClr val="dk1"/>
        </a:solidFill>
      </p:bgPr>
    </p:bg>
    <p:spTree>
      <p:nvGrpSpPr>
        <p:cNvPr id="7669" name="Shape 7669"/>
        <p:cNvGrpSpPr/>
        <p:nvPr/>
      </p:nvGrpSpPr>
      <p:grpSpPr>
        <a:xfrm>
          <a:off x="0" y="0"/>
          <a:ext cx="0" cy="0"/>
          <a:chOff x="0" y="0"/>
          <a:chExt cx="0" cy="0"/>
        </a:xfrm>
      </p:grpSpPr>
      <p:grpSp>
        <p:nvGrpSpPr>
          <p:cNvPr id="7670" name="Google Shape;7670;p998"/>
          <p:cNvGrpSpPr/>
          <p:nvPr/>
        </p:nvGrpSpPr>
        <p:grpSpPr>
          <a:xfrm>
            <a:off x="713225" y="539500"/>
            <a:ext cx="7717500" cy="4064400"/>
            <a:chOff x="713225" y="539500"/>
            <a:chExt cx="7717500" cy="4064400"/>
          </a:xfrm>
        </p:grpSpPr>
        <p:sp>
          <p:nvSpPr>
            <p:cNvPr id="7671" name="Google Shape;7671;p99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72" name="Google Shape;7672;p99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673" name="Google Shape;7673;p99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674" name="Google Shape;7674;p998"/>
          <p:cNvSpPr txBox="1"/>
          <p:nvPr>
            <p:ph idx="1" type="subTitle"/>
          </p:nvPr>
        </p:nvSpPr>
        <p:spPr>
          <a:xfrm>
            <a:off x="862402" y="2181950"/>
            <a:ext cx="74778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7675" name="Google Shape;7675;p998"/>
          <p:cNvSpPr txBox="1"/>
          <p:nvPr>
            <p:ph idx="2" type="subTitle"/>
          </p:nvPr>
        </p:nvSpPr>
        <p:spPr>
          <a:xfrm>
            <a:off x="853775" y="2571350"/>
            <a:ext cx="7477800" cy="1937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7676" name="Google Shape;7676;p998"/>
          <p:cNvSpPr txBox="1"/>
          <p:nvPr>
            <p:ph idx="3" type="subTitle"/>
          </p:nvPr>
        </p:nvSpPr>
        <p:spPr>
          <a:xfrm>
            <a:off x="821225" y="1404325"/>
            <a:ext cx="76095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Tree>
  </p:cSld>
  <p:clrMapOvr>
    <a:masterClrMapping/>
  </p:clrMapOvr>
</p:sldLayout>
</file>

<file path=ppt/slideLayouts/slideLayout9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bg>
      <p:bgPr>
        <a:solidFill>
          <a:schemeClr val="dk1"/>
        </a:solidFill>
      </p:bgPr>
    </p:bg>
    <p:spTree>
      <p:nvGrpSpPr>
        <p:cNvPr id="7677" name="Shape 7677"/>
        <p:cNvGrpSpPr/>
        <p:nvPr/>
      </p:nvGrpSpPr>
      <p:grpSpPr>
        <a:xfrm>
          <a:off x="0" y="0"/>
          <a:ext cx="0" cy="0"/>
          <a:chOff x="0" y="0"/>
          <a:chExt cx="0" cy="0"/>
        </a:xfrm>
      </p:grpSpPr>
      <p:sp>
        <p:nvSpPr>
          <p:cNvPr id="7678" name="Google Shape;7678;p999"/>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999"/>
          <p:cNvSpPr txBox="1"/>
          <p:nvPr>
            <p:ph type="title"/>
          </p:nvPr>
        </p:nvSpPr>
        <p:spPr>
          <a:xfrm>
            <a:off x="4762538" y="1024043"/>
            <a:ext cx="3159900" cy="2028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7680" name="Google Shape;7680;p999"/>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9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bg>
      <p:bgPr>
        <a:solidFill>
          <a:schemeClr val="dk1"/>
        </a:solidFill>
      </p:bgPr>
    </p:bg>
    <p:spTree>
      <p:nvGrpSpPr>
        <p:cNvPr id="7681" name="Shape 7681"/>
        <p:cNvGrpSpPr/>
        <p:nvPr/>
      </p:nvGrpSpPr>
      <p:grpSpPr>
        <a:xfrm>
          <a:off x="0" y="0"/>
          <a:ext cx="0" cy="0"/>
          <a:chOff x="0" y="0"/>
          <a:chExt cx="0" cy="0"/>
        </a:xfrm>
      </p:grpSpPr>
      <p:sp>
        <p:nvSpPr>
          <p:cNvPr id="7682" name="Google Shape;7682;p1000"/>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1000"/>
          <p:cNvSpPr txBox="1"/>
          <p:nvPr>
            <p:ph type="title"/>
          </p:nvPr>
        </p:nvSpPr>
        <p:spPr>
          <a:xfrm>
            <a:off x="954338" y="1773175"/>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7684" name="Google Shape;7684;p1000"/>
          <p:cNvSpPr txBox="1"/>
          <p:nvPr>
            <p:ph idx="1" type="subTitle"/>
          </p:nvPr>
        </p:nvSpPr>
        <p:spPr>
          <a:xfrm>
            <a:off x="954338" y="2279975"/>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9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
    <p:bg>
      <p:bgPr>
        <a:solidFill>
          <a:schemeClr val="dk1"/>
        </a:solidFill>
      </p:bgPr>
    </p:bg>
    <p:spTree>
      <p:nvGrpSpPr>
        <p:cNvPr id="7685" name="Shape 7685"/>
        <p:cNvGrpSpPr/>
        <p:nvPr/>
      </p:nvGrpSpPr>
      <p:grpSpPr>
        <a:xfrm>
          <a:off x="0" y="0"/>
          <a:ext cx="0" cy="0"/>
          <a:chOff x="0" y="0"/>
          <a:chExt cx="0" cy="0"/>
        </a:xfrm>
      </p:grpSpPr>
      <p:grpSp>
        <p:nvGrpSpPr>
          <p:cNvPr id="7686" name="Google Shape;7686;p1001"/>
          <p:cNvGrpSpPr/>
          <p:nvPr/>
        </p:nvGrpSpPr>
        <p:grpSpPr>
          <a:xfrm>
            <a:off x="713225" y="539500"/>
            <a:ext cx="7717500" cy="4064400"/>
            <a:chOff x="713225" y="539500"/>
            <a:chExt cx="7717500" cy="4064400"/>
          </a:xfrm>
        </p:grpSpPr>
        <p:sp>
          <p:nvSpPr>
            <p:cNvPr id="7687" name="Google Shape;7687;p100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88" name="Google Shape;7688;p100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689" name="Google Shape;7689;p100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690" name="Google Shape;7690;p1001"/>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7691" name="Google Shape;7691;p1001"/>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7692" name="Google Shape;7692;p1001"/>
          <p:cNvSpPr txBox="1"/>
          <p:nvPr>
            <p:ph idx="3" type="subTitle"/>
          </p:nvPr>
        </p:nvSpPr>
        <p:spPr>
          <a:xfrm>
            <a:off x="853775" y="2571192"/>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7693" name="Google Shape;7693;p1001"/>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7694" name="Google Shape;7694;p1001"/>
          <p:cNvSpPr txBox="1"/>
          <p:nvPr>
            <p:ph idx="5" type="subTitle"/>
          </p:nvPr>
        </p:nvSpPr>
        <p:spPr>
          <a:xfrm>
            <a:off x="4615325" y="2570500"/>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9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1_1_1_1">
    <p:bg>
      <p:bgPr>
        <a:solidFill>
          <a:schemeClr val="dk1"/>
        </a:solidFill>
      </p:bgPr>
    </p:bg>
    <p:spTree>
      <p:nvGrpSpPr>
        <p:cNvPr id="7695" name="Shape 7695"/>
        <p:cNvGrpSpPr/>
        <p:nvPr/>
      </p:nvGrpSpPr>
      <p:grpSpPr>
        <a:xfrm>
          <a:off x="0" y="0"/>
          <a:ext cx="0" cy="0"/>
          <a:chOff x="0" y="0"/>
          <a:chExt cx="0" cy="0"/>
        </a:xfrm>
      </p:grpSpPr>
      <p:grpSp>
        <p:nvGrpSpPr>
          <p:cNvPr id="7696" name="Google Shape;7696;p1002"/>
          <p:cNvGrpSpPr/>
          <p:nvPr/>
        </p:nvGrpSpPr>
        <p:grpSpPr>
          <a:xfrm>
            <a:off x="713225" y="539500"/>
            <a:ext cx="7717500" cy="4064400"/>
            <a:chOff x="713225" y="539500"/>
            <a:chExt cx="7717500" cy="4064400"/>
          </a:xfrm>
        </p:grpSpPr>
        <p:sp>
          <p:nvSpPr>
            <p:cNvPr id="7697" name="Google Shape;7697;p100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98" name="Google Shape;7698;p100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699" name="Google Shape;7699;p100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700" name="Google Shape;7700;p1002"/>
          <p:cNvSpPr txBox="1"/>
          <p:nvPr>
            <p:ph idx="1" type="subTitle"/>
          </p:nvPr>
        </p:nvSpPr>
        <p:spPr>
          <a:xfrm>
            <a:off x="1422663" y="3527586"/>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701" name="Google Shape;7701;p1002"/>
          <p:cNvSpPr txBox="1"/>
          <p:nvPr>
            <p:ph idx="2" type="subTitle"/>
          </p:nvPr>
        </p:nvSpPr>
        <p:spPr>
          <a:xfrm>
            <a:off x="1422663" y="3098062"/>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702" name="Google Shape;7702;p1002"/>
          <p:cNvSpPr txBox="1"/>
          <p:nvPr>
            <p:ph idx="3" type="subTitle"/>
          </p:nvPr>
        </p:nvSpPr>
        <p:spPr>
          <a:xfrm>
            <a:off x="5336638" y="3527925"/>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703" name="Google Shape;7703;p1002"/>
          <p:cNvSpPr txBox="1"/>
          <p:nvPr>
            <p:ph idx="4" type="subTitle"/>
          </p:nvPr>
        </p:nvSpPr>
        <p:spPr>
          <a:xfrm>
            <a:off x="5336638" y="30980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8">
    <p:bg>
      <p:bgPr>
        <a:solidFill>
          <a:schemeClr val="dk1"/>
        </a:solidFill>
      </p:bgPr>
    </p:bg>
    <p:spTree>
      <p:nvGrpSpPr>
        <p:cNvPr id="7704" name="Shape 7704"/>
        <p:cNvGrpSpPr/>
        <p:nvPr/>
      </p:nvGrpSpPr>
      <p:grpSpPr>
        <a:xfrm>
          <a:off x="0" y="0"/>
          <a:ext cx="0" cy="0"/>
          <a:chOff x="0" y="0"/>
          <a:chExt cx="0" cy="0"/>
        </a:xfrm>
      </p:grpSpPr>
      <p:grpSp>
        <p:nvGrpSpPr>
          <p:cNvPr id="7705" name="Google Shape;7705;p1003"/>
          <p:cNvGrpSpPr/>
          <p:nvPr/>
        </p:nvGrpSpPr>
        <p:grpSpPr>
          <a:xfrm>
            <a:off x="713225" y="539500"/>
            <a:ext cx="7717500" cy="4064400"/>
            <a:chOff x="713225" y="539500"/>
            <a:chExt cx="7717500" cy="4064400"/>
          </a:xfrm>
        </p:grpSpPr>
        <p:sp>
          <p:nvSpPr>
            <p:cNvPr id="7706" name="Google Shape;7706;p100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07" name="Google Shape;7707;p100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708" name="Google Shape;7708;p100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709" name="Google Shape;7709;p1003"/>
          <p:cNvSpPr txBox="1"/>
          <p:nvPr>
            <p:ph idx="1" type="subTitle"/>
          </p:nvPr>
        </p:nvSpPr>
        <p:spPr>
          <a:xfrm>
            <a:off x="2965993" y="1780597"/>
            <a:ext cx="3506400" cy="80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710" name="Google Shape;7710;p1003"/>
          <p:cNvSpPr txBox="1"/>
          <p:nvPr>
            <p:ph idx="2" type="subTitle"/>
          </p:nvPr>
        </p:nvSpPr>
        <p:spPr>
          <a:xfrm>
            <a:off x="2965993" y="1351073"/>
            <a:ext cx="3506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711" name="Google Shape;7711;p1003"/>
          <p:cNvSpPr txBox="1"/>
          <p:nvPr>
            <p:ph idx="3" type="subTitle"/>
          </p:nvPr>
        </p:nvSpPr>
        <p:spPr>
          <a:xfrm>
            <a:off x="2280193" y="3541819"/>
            <a:ext cx="3506400" cy="809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712" name="Google Shape;7712;p1003"/>
          <p:cNvSpPr txBox="1"/>
          <p:nvPr>
            <p:ph idx="4" type="subTitle"/>
          </p:nvPr>
        </p:nvSpPr>
        <p:spPr>
          <a:xfrm>
            <a:off x="2280193" y="3111944"/>
            <a:ext cx="3506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bg>
      <p:bgPr>
        <a:solidFill>
          <a:schemeClr val="dk1"/>
        </a:solidFill>
      </p:bgPr>
    </p:bg>
    <p:spTree>
      <p:nvGrpSpPr>
        <p:cNvPr id="7713" name="Shape 7713"/>
        <p:cNvGrpSpPr/>
        <p:nvPr/>
      </p:nvGrpSpPr>
      <p:grpSpPr>
        <a:xfrm>
          <a:off x="0" y="0"/>
          <a:ext cx="0" cy="0"/>
          <a:chOff x="0" y="0"/>
          <a:chExt cx="0" cy="0"/>
        </a:xfrm>
      </p:grpSpPr>
      <p:grpSp>
        <p:nvGrpSpPr>
          <p:cNvPr id="7714" name="Google Shape;7714;p1004"/>
          <p:cNvGrpSpPr/>
          <p:nvPr/>
        </p:nvGrpSpPr>
        <p:grpSpPr>
          <a:xfrm>
            <a:off x="713225" y="539500"/>
            <a:ext cx="7717500" cy="4064400"/>
            <a:chOff x="713225" y="539500"/>
            <a:chExt cx="7717500" cy="4064400"/>
          </a:xfrm>
        </p:grpSpPr>
        <p:sp>
          <p:nvSpPr>
            <p:cNvPr id="7715" name="Google Shape;7715;p100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16" name="Google Shape;7716;p100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717" name="Google Shape;7717;p100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718" name="Google Shape;7718;p1004"/>
          <p:cNvSpPr txBox="1"/>
          <p:nvPr>
            <p:ph idx="1" type="subTitle"/>
          </p:nvPr>
        </p:nvSpPr>
        <p:spPr>
          <a:xfrm>
            <a:off x="1041662" y="2850162"/>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719" name="Google Shape;7719;p1004"/>
          <p:cNvSpPr txBox="1"/>
          <p:nvPr>
            <p:ph idx="2" type="subTitle"/>
          </p:nvPr>
        </p:nvSpPr>
        <p:spPr>
          <a:xfrm>
            <a:off x="1041662"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720" name="Google Shape;7720;p1004"/>
          <p:cNvSpPr txBox="1"/>
          <p:nvPr>
            <p:ph idx="3" type="subTitle"/>
          </p:nvPr>
        </p:nvSpPr>
        <p:spPr>
          <a:xfrm>
            <a:off x="6437934" y="2850513"/>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721" name="Google Shape;7721;p1004"/>
          <p:cNvSpPr txBox="1"/>
          <p:nvPr>
            <p:ph idx="4" type="subTitle"/>
          </p:nvPr>
        </p:nvSpPr>
        <p:spPr>
          <a:xfrm>
            <a:off x="6437934"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6">
    <p:bg>
      <p:bgPr>
        <a:solidFill>
          <a:schemeClr val="dk1"/>
        </a:solidFill>
      </p:bgPr>
    </p:bg>
    <p:spTree>
      <p:nvGrpSpPr>
        <p:cNvPr id="7722" name="Shape 7722"/>
        <p:cNvGrpSpPr/>
        <p:nvPr/>
      </p:nvGrpSpPr>
      <p:grpSpPr>
        <a:xfrm>
          <a:off x="0" y="0"/>
          <a:ext cx="0" cy="0"/>
          <a:chOff x="0" y="0"/>
          <a:chExt cx="0" cy="0"/>
        </a:xfrm>
      </p:grpSpPr>
      <p:grpSp>
        <p:nvGrpSpPr>
          <p:cNvPr id="7723" name="Google Shape;7723;p1005"/>
          <p:cNvGrpSpPr/>
          <p:nvPr/>
        </p:nvGrpSpPr>
        <p:grpSpPr>
          <a:xfrm>
            <a:off x="713225" y="539500"/>
            <a:ext cx="7717500" cy="4064400"/>
            <a:chOff x="713225" y="539500"/>
            <a:chExt cx="7717500" cy="4064400"/>
          </a:xfrm>
        </p:grpSpPr>
        <p:sp>
          <p:nvSpPr>
            <p:cNvPr id="7724" name="Google Shape;7724;p100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25" name="Google Shape;7725;p100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726" name="Google Shape;7726;p100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727" name="Google Shape;7727;p1005"/>
          <p:cNvSpPr txBox="1"/>
          <p:nvPr>
            <p:ph idx="1" type="subTitle"/>
          </p:nvPr>
        </p:nvSpPr>
        <p:spPr>
          <a:xfrm>
            <a:off x="1425525" y="1808851"/>
            <a:ext cx="2384700" cy="2377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
        <p:nvSpPr>
          <p:cNvPr id="7728" name="Google Shape;7728;p1005"/>
          <p:cNvSpPr txBox="1"/>
          <p:nvPr>
            <p:ph idx="2" type="subTitle"/>
          </p:nvPr>
        </p:nvSpPr>
        <p:spPr>
          <a:xfrm>
            <a:off x="5333725" y="1808850"/>
            <a:ext cx="2384700" cy="2356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9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_1_1_1">
    <p:bg>
      <p:bgPr>
        <a:solidFill>
          <a:schemeClr val="dk1"/>
        </a:solidFill>
      </p:bgPr>
    </p:bg>
    <p:spTree>
      <p:nvGrpSpPr>
        <p:cNvPr id="7729" name="Shape 7729"/>
        <p:cNvGrpSpPr/>
        <p:nvPr/>
      </p:nvGrpSpPr>
      <p:grpSpPr>
        <a:xfrm>
          <a:off x="0" y="0"/>
          <a:ext cx="0" cy="0"/>
          <a:chOff x="0" y="0"/>
          <a:chExt cx="0" cy="0"/>
        </a:xfrm>
      </p:grpSpPr>
      <p:grpSp>
        <p:nvGrpSpPr>
          <p:cNvPr id="7730" name="Google Shape;7730;p1006"/>
          <p:cNvGrpSpPr/>
          <p:nvPr/>
        </p:nvGrpSpPr>
        <p:grpSpPr>
          <a:xfrm>
            <a:off x="713225" y="539500"/>
            <a:ext cx="7717500" cy="4064400"/>
            <a:chOff x="713225" y="539500"/>
            <a:chExt cx="7717500" cy="4064400"/>
          </a:xfrm>
        </p:grpSpPr>
        <p:sp>
          <p:nvSpPr>
            <p:cNvPr id="7731" name="Google Shape;7731;p100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32" name="Google Shape;7732;p100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733" name="Google Shape;7733;p100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734" name="Google Shape;7734;p1006"/>
          <p:cNvSpPr txBox="1"/>
          <p:nvPr>
            <p:ph idx="1" type="subTitle"/>
          </p:nvPr>
        </p:nvSpPr>
        <p:spPr>
          <a:xfrm>
            <a:off x="852300" y="16473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735" name="Google Shape;7735;p1006"/>
          <p:cNvSpPr txBox="1"/>
          <p:nvPr>
            <p:ph idx="2" type="subTitle"/>
          </p:nvPr>
        </p:nvSpPr>
        <p:spPr>
          <a:xfrm>
            <a:off x="852300" y="12178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7736" name="Google Shape;7736;p1006"/>
          <p:cNvSpPr txBox="1"/>
          <p:nvPr>
            <p:ph idx="3" type="subTitle"/>
          </p:nvPr>
        </p:nvSpPr>
        <p:spPr>
          <a:xfrm>
            <a:off x="852300" y="27819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737" name="Google Shape;7737;p1006"/>
          <p:cNvSpPr txBox="1"/>
          <p:nvPr>
            <p:ph idx="4" type="subTitle"/>
          </p:nvPr>
        </p:nvSpPr>
        <p:spPr>
          <a:xfrm>
            <a:off x="852300" y="23524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7738" name="Google Shape;7738;p1006"/>
          <p:cNvSpPr txBox="1"/>
          <p:nvPr>
            <p:ph idx="5" type="subTitle"/>
          </p:nvPr>
        </p:nvSpPr>
        <p:spPr>
          <a:xfrm>
            <a:off x="852300" y="3916538"/>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739" name="Google Shape;7739;p1006"/>
          <p:cNvSpPr txBox="1"/>
          <p:nvPr>
            <p:ph idx="6" type="subTitle"/>
          </p:nvPr>
        </p:nvSpPr>
        <p:spPr>
          <a:xfrm>
            <a:off x="852300" y="34870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9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bg>
      <p:bgPr>
        <a:solidFill>
          <a:schemeClr val="dk1"/>
        </a:solidFill>
      </p:bgPr>
    </p:bg>
    <p:spTree>
      <p:nvGrpSpPr>
        <p:cNvPr id="7740" name="Shape 7740"/>
        <p:cNvGrpSpPr/>
        <p:nvPr/>
      </p:nvGrpSpPr>
      <p:grpSpPr>
        <a:xfrm>
          <a:off x="0" y="0"/>
          <a:ext cx="0" cy="0"/>
          <a:chOff x="0" y="0"/>
          <a:chExt cx="0" cy="0"/>
        </a:xfrm>
      </p:grpSpPr>
      <p:grpSp>
        <p:nvGrpSpPr>
          <p:cNvPr id="7741" name="Google Shape;7741;p1007"/>
          <p:cNvGrpSpPr/>
          <p:nvPr/>
        </p:nvGrpSpPr>
        <p:grpSpPr>
          <a:xfrm>
            <a:off x="713225" y="539500"/>
            <a:ext cx="7717500" cy="4064400"/>
            <a:chOff x="713225" y="539500"/>
            <a:chExt cx="7717500" cy="4064400"/>
          </a:xfrm>
        </p:grpSpPr>
        <p:sp>
          <p:nvSpPr>
            <p:cNvPr id="7742" name="Google Shape;7742;p100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43" name="Google Shape;7743;p100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744" name="Google Shape;7744;p100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745" name="Google Shape;7745;p1007"/>
          <p:cNvSpPr txBox="1"/>
          <p:nvPr>
            <p:ph idx="1" type="subTitle"/>
          </p:nvPr>
        </p:nvSpPr>
        <p:spPr>
          <a:xfrm>
            <a:off x="919850"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746" name="Google Shape;7746;p1007"/>
          <p:cNvSpPr txBox="1"/>
          <p:nvPr>
            <p:ph idx="2" type="subTitle"/>
          </p:nvPr>
        </p:nvSpPr>
        <p:spPr>
          <a:xfrm>
            <a:off x="919850"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747" name="Google Shape;7747;p1007"/>
          <p:cNvSpPr txBox="1"/>
          <p:nvPr>
            <p:ph idx="3" type="subTitle"/>
          </p:nvPr>
        </p:nvSpPr>
        <p:spPr>
          <a:xfrm>
            <a:off x="3500699"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748" name="Google Shape;7748;p1007"/>
          <p:cNvSpPr txBox="1"/>
          <p:nvPr>
            <p:ph idx="4" type="subTitle"/>
          </p:nvPr>
        </p:nvSpPr>
        <p:spPr>
          <a:xfrm>
            <a:off x="3500697"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749" name="Google Shape;7749;p1007"/>
          <p:cNvSpPr txBox="1"/>
          <p:nvPr>
            <p:ph idx="5" type="subTitle"/>
          </p:nvPr>
        </p:nvSpPr>
        <p:spPr>
          <a:xfrm>
            <a:off x="6069048"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750" name="Google Shape;7750;p1007"/>
          <p:cNvSpPr txBox="1"/>
          <p:nvPr>
            <p:ph idx="6" type="subTitle"/>
          </p:nvPr>
        </p:nvSpPr>
        <p:spPr>
          <a:xfrm>
            <a:off x="6069043"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1_1_1_1_1_1">
    <p:bg>
      <p:bgPr>
        <a:solidFill>
          <a:schemeClr val="dk1"/>
        </a:solidFill>
      </p:bgPr>
    </p:bg>
    <p:spTree>
      <p:nvGrpSpPr>
        <p:cNvPr id="7751" name="Shape 7751"/>
        <p:cNvGrpSpPr/>
        <p:nvPr/>
      </p:nvGrpSpPr>
      <p:grpSpPr>
        <a:xfrm>
          <a:off x="0" y="0"/>
          <a:ext cx="0" cy="0"/>
          <a:chOff x="0" y="0"/>
          <a:chExt cx="0" cy="0"/>
        </a:xfrm>
      </p:grpSpPr>
      <p:grpSp>
        <p:nvGrpSpPr>
          <p:cNvPr id="7752" name="Google Shape;7752;p1008"/>
          <p:cNvGrpSpPr/>
          <p:nvPr/>
        </p:nvGrpSpPr>
        <p:grpSpPr>
          <a:xfrm>
            <a:off x="713225" y="539500"/>
            <a:ext cx="7717500" cy="4064400"/>
            <a:chOff x="713225" y="539500"/>
            <a:chExt cx="7717500" cy="4064400"/>
          </a:xfrm>
        </p:grpSpPr>
        <p:sp>
          <p:nvSpPr>
            <p:cNvPr id="7753" name="Google Shape;7753;p100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54" name="Google Shape;7754;p100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755" name="Google Shape;7755;p100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756" name="Google Shape;7756;p1008"/>
          <p:cNvSpPr txBox="1"/>
          <p:nvPr>
            <p:ph idx="1" type="subTitle"/>
          </p:nvPr>
        </p:nvSpPr>
        <p:spPr>
          <a:xfrm>
            <a:off x="919850" y="28955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757" name="Google Shape;7757;p1008"/>
          <p:cNvSpPr txBox="1"/>
          <p:nvPr>
            <p:ph idx="2" type="subTitle"/>
          </p:nvPr>
        </p:nvSpPr>
        <p:spPr>
          <a:xfrm>
            <a:off x="919850" y="23982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758" name="Google Shape;7758;p1008"/>
          <p:cNvSpPr txBox="1"/>
          <p:nvPr>
            <p:ph idx="3" type="subTitle"/>
          </p:nvPr>
        </p:nvSpPr>
        <p:spPr>
          <a:xfrm>
            <a:off x="3500700" y="32003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759" name="Google Shape;7759;p1008"/>
          <p:cNvSpPr txBox="1"/>
          <p:nvPr>
            <p:ph idx="4" type="subTitle"/>
          </p:nvPr>
        </p:nvSpPr>
        <p:spPr>
          <a:xfrm>
            <a:off x="3500697" y="27030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760" name="Google Shape;7760;p1008"/>
          <p:cNvSpPr txBox="1"/>
          <p:nvPr>
            <p:ph idx="5" type="subTitle"/>
          </p:nvPr>
        </p:nvSpPr>
        <p:spPr>
          <a:xfrm>
            <a:off x="6069049" y="35051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761" name="Google Shape;7761;p1008"/>
          <p:cNvSpPr txBox="1"/>
          <p:nvPr>
            <p:ph idx="6" type="subTitle"/>
          </p:nvPr>
        </p:nvSpPr>
        <p:spPr>
          <a:xfrm>
            <a:off x="6069043" y="30078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BLANK_1_1_1_1_1_1_1_1_1_1">
    <p:bg>
      <p:bgPr>
        <a:solidFill>
          <a:schemeClr val="dk1"/>
        </a:solidFill>
      </p:bgPr>
    </p:bg>
    <p:spTree>
      <p:nvGrpSpPr>
        <p:cNvPr id="7762" name="Shape 7762"/>
        <p:cNvGrpSpPr/>
        <p:nvPr/>
      </p:nvGrpSpPr>
      <p:grpSpPr>
        <a:xfrm>
          <a:off x="0" y="0"/>
          <a:ext cx="0" cy="0"/>
          <a:chOff x="0" y="0"/>
          <a:chExt cx="0" cy="0"/>
        </a:xfrm>
      </p:grpSpPr>
      <p:grpSp>
        <p:nvGrpSpPr>
          <p:cNvPr id="7763" name="Google Shape;7763;p1009"/>
          <p:cNvGrpSpPr/>
          <p:nvPr/>
        </p:nvGrpSpPr>
        <p:grpSpPr>
          <a:xfrm>
            <a:off x="713225" y="539500"/>
            <a:ext cx="7717500" cy="4064400"/>
            <a:chOff x="713225" y="539500"/>
            <a:chExt cx="7717500" cy="4064400"/>
          </a:xfrm>
        </p:grpSpPr>
        <p:sp>
          <p:nvSpPr>
            <p:cNvPr id="7764" name="Google Shape;7764;p100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65" name="Google Shape;7765;p100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766" name="Google Shape;7766;p100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767" name="Google Shape;7767;p1009"/>
          <p:cNvSpPr txBox="1"/>
          <p:nvPr>
            <p:ph idx="1" type="subTitle"/>
          </p:nvPr>
        </p:nvSpPr>
        <p:spPr>
          <a:xfrm>
            <a:off x="111297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768" name="Google Shape;7768;p1009"/>
          <p:cNvSpPr txBox="1"/>
          <p:nvPr>
            <p:ph idx="2" type="subTitle"/>
          </p:nvPr>
        </p:nvSpPr>
        <p:spPr>
          <a:xfrm>
            <a:off x="111297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769" name="Google Shape;7769;p1009"/>
          <p:cNvSpPr txBox="1"/>
          <p:nvPr>
            <p:ph idx="3" type="subTitle"/>
          </p:nvPr>
        </p:nvSpPr>
        <p:spPr>
          <a:xfrm>
            <a:off x="3497250" y="18612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770" name="Google Shape;7770;p1009"/>
          <p:cNvSpPr txBox="1"/>
          <p:nvPr>
            <p:ph idx="4" type="subTitle"/>
          </p:nvPr>
        </p:nvSpPr>
        <p:spPr>
          <a:xfrm>
            <a:off x="3497250" y="13639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771" name="Google Shape;7771;p1009"/>
          <p:cNvSpPr txBox="1"/>
          <p:nvPr>
            <p:ph idx="5" type="subTitle"/>
          </p:nvPr>
        </p:nvSpPr>
        <p:spPr>
          <a:xfrm>
            <a:off x="588152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772" name="Google Shape;7772;p1009"/>
          <p:cNvSpPr txBox="1"/>
          <p:nvPr>
            <p:ph idx="6" type="subTitle"/>
          </p:nvPr>
        </p:nvSpPr>
        <p:spPr>
          <a:xfrm>
            <a:off x="588152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2">
    <p:bg>
      <p:bgPr>
        <a:solidFill>
          <a:schemeClr val="dk1"/>
        </a:solidFill>
      </p:bgPr>
    </p:bg>
    <p:spTree>
      <p:nvGrpSpPr>
        <p:cNvPr id="7773" name="Shape 7773"/>
        <p:cNvGrpSpPr/>
        <p:nvPr/>
      </p:nvGrpSpPr>
      <p:grpSpPr>
        <a:xfrm>
          <a:off x="0" y="0"/>
          <a:ext cx="0" cy="0"/>
          <a:chOff x="0" y="0"/>
          <a:chExt cx="0" cy="0"/>
        </a:xfrm>
      </p:grpSpPr>
      <p:grpSp>
        <p:nvGrpSpPr>
          <p:cNvPr id="7774" name="Google Shape;7774;p1010"/>
          <p:cNvGrpSpPr/>
          <p:nvPr/>
        </p:nvGrpSpPr>
        <p:grpSpPr>
          <a:xfrm>
            <a:off x="713225" y="539500"/>
            <a:ext cx="7717500" cy="4064400"/>
            <a:chOff x="713225" y="539500"/>
            <a:chExt cx="7717500" cy="4064400"/>
          </a:xfrm>
        </p:grpSpPr>
        <p:sp>
          <p:nvSpPr>
            <p:cNvPr id="7775" name="Google Shape;7775;p101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76" name="Google Shape;7776;p101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777" name="Google Shape;7777;p101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778" name="Google Shape;7778;p1010"/>
          <p:cNvSpPr txBox="1"/>
          <p:nvPr>
            <p:ph idx="1" type="subTitle"/>
          </p:nvPr>
        </p:nvSpPr>
        <p:spPr>
          <a:xfrm>
            <a:off x="945800" y="1875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779" name="Google Shape;7779;p1010"/>
          <p:cNvSpPr txBox="1"/>
          <p:nvPr>
            <p:ph idx="2" type="subTitle"/>
          </p:nvPr>
        </p:nvSpPr>
        <p:spPr>
          <a:xfrm>
            <a:off x="945800" y="1446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7780" name="Google Shape;7780;p1010"/>
          <p:cNvSpPr txBox="1"/>
          <p:nvPr>
            <p:ph idx="3" type="subTitle"/>
          </p:nvPr>
        </p:nvSpPr>
        <p:spPr>
          <a:xfrm>
            <a:off x="5153800" y="2781950"/>
            <a:ext cx="30444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781" name="Google Shape;7781;p1010"/>
          <p:cNvSpPr txBox="1"/>
          <p:nvPr>
            <p:ph idx="4" type="subTitle"/>
          </p:nvPr>
        </p:nvSpPr>
        <p:spPr>
          <a:xfrm>
            <a:off x="5153800" y="2352425"/>
            <a:ext cx="3044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7782" name="Google Shape;7782;p1010"/>
          <p:cNvSpPr txBox="1"/>
          <p:nvPr>
            <p:ph idx="5" type="subTitle"/>
          </p:nvPr>
        </p:nvSpPr>
        <p:spPr>
          <a:xfrm>
            <a:off x="945800" y="3687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783" name="Google Shape;7783;p1010"/>
          <p:cNvSpPr txBox="1"/>
          <p:nvPr>
            <p:ph idx="6" type="subTitle"/>
          </p:nvPr>
        </p:nvSpPr>
        <p:spPr>
          <a:xfrm>
            <a:off x="945800" y="3258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9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5">
    <p:bg>
      <p:bgPr>
        <a:solidFill>
          <a:schemeClr val="dk1"/>
        </a:solidFill>
      </p:bgPr>
    </p:bg>
    <p:spTree>
      <p:nvGrpSpPr>
        <p:cNvPr id="7784" name="Shape 7784"/>
        <p:cNvGrpSpPr/>
        <p:nvPr/>
      </p:nvGrpSpPr>
      <p:grpSpPr>
        <a:xfrm>
          <a:off x="0" y="0"/>
          <a:ext cx="0" cy="0"/>
          <a:chOff x="0" y="0"/>
          <a:chExt cx="0" cy="0"/>
        </a:xfrm>
      </p:grpSpPr>
      <p:grpSp>
        <p:nvGrpSpPr>
          <p:cNvPr id="7785" name="Google Shape;7785;p1011"/>
          <p:cNvGrpSpPr/>
          <p:nvPr/>
        </p:nvGrpSpPr>
        <p:grpSpPr>
          <a:xfrm>
            <a:off x="713225" y="539500"/>
            <a:ext cx="7717500" cy="4064400"/>
            <a:chOff x="713225" y="539500"/>
            <a:chExt cx="7717500" cy="4064400"/>
          </a:xfrm>
        </p:grpSpPr>
        <p:sp>
          <p:nvSpPr>
            <p:cNvPr id="7786" name="Google Shape;7786;p101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87" name="Google Shape;7787;p101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788" name="Google Shape;7788;p101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789" name="Google Shape;7789;p1011"/>
          <p:cNvSpPr txBox="1"/>
          <p:nvPr>
            <p:ph idx="1" type="subTitle"/>
          </p:nvPr>
        </p:nvSpPr>
        <p:spPr>
          <a:xfrm>
            <a:off x="1658100" y="1978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790" name="Google Shape;7790;p1011"/>
          <p:cNvSpPr txBox="1"/>
          <p:nvPr>
            <p:ph idx="2" type="subTitle"/>
          </p:nvPr>
        </p:nvSpPr>
        <p:spPr>
          <a:xfrm>
            <a:off x="1658100" y="1549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7791" name="Google Shape;7791;p1011"/>
          <p:cNvSpPr txBox="1"/>
          <p:nvPr>
            <p:ph idx="3" type="subTitle"/>
          </p:nvPr>
        </p:nvSpPr>
        <p:spPr>
          <a:xfrm>
            <a:off x="1658100" y="2884846"/>
            <a:ext cx="62850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792" name="Google Shape;7792;p1011"/>
          <p:cNvSpPr txBox="1"/>
          <p:nvPr>
            <p:ph idx="4" type="subTitle"/>
          </p:nvPr>
        </p:nvSpPr>
        <p:spPr>
          <a:xfrm>
            <a:off x="1658100" y="2455321"/>
            <a:ext cx="62850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7793" name="Google Shape;7793;p1011"/>
          <p:cNvSpPr txBox="1"/>
          <p:nvPr>
            <p:ph idx="5" type="subTitle"/>
          </p:nvPr>
        </p:nvSpPr>
        <p:spPr>
          <a:xfrm>
            <a:off x="1658100" y="3790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794" name="Google Shape;7794;p1011"/>
          <p:cNvSpPr txBox="1"/>
          <p:nvPr>
            <p:ph idx="6" type="subTitle"/>
          </p:nvPr>
        </p:nvSpPr>
        <p:spPr>
          <a:xfrm>
            <a:off x="1658100" y="3361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9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24">
    <p:bg>
      <p:bgPr>
        <a:solidFill>
          <a:schemeClr val="dk1"/>
        </a:solidFill>
      </p:bgPr>
    </p:bg>
    <p:spTree>
      <p:nvGrpSpPr>
        <p:cNvPr id="7795" name="Shape 7795"/>
        <p:cNvGrpSpPr/>
        <p:nvPr/>
      </p:nvGrpSpPr>
      <p:grpSpPr>
        <a:xfrm>
          <a:off x="0" y="0"/>
          <a:ext cx="0" cy="0"/>
          <a:chOff x="0" y="0"/>
          <a:chExt cx="0" cy="0"/>
        </a:xfrm>
      </p:grpSpPr>
      <p:grpSp>
        <p:nvGrpSpPr>
          <p:cNvPr id="7796" name="Google Shape;7796;p1012"/>
          <p:cNvGrpSpPr/>
          <p:nvPr/>
        </p:nvGrpSpPr>
        <p:grpSpPr>
          <a:xfrm>
            <a:off x="713225" y="539500"/>
            <a:ext cx="7717500" cy="4064400"/>
            <a:chOff x="713225" y="539500"/>
            <a:chExt cx="7717500" cy="4064400"/>
          </a:xfrm>
        </p:grpSpPr>
        <p:sp>
          <p:nvSpPr>
            <p:cNvPr id="7797" name="Google Shape;7797;p101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98" name="Google Shape;7798;p101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799" name="Google Shape;7799;p101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800" name="Google Shape;7800;p1012"/>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7801" name="Google Shape;7801;p1012"/>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7802" name="Google Shape;7802;p1012"/>
          <p:cNvSpPr txBox="1"/>
          <p:nvPr>
            <p:ph idx="3" type="subTitle"/>
          </p:nvPr>
        </p:nvSpPr>
        <p:spPr>
          <a:xfrm>
            <a:off x="853775" y="257119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7803" name="Google Shape;7803;p1012"/>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7804" name="Google Shape;7804;p1012"/>
          <p:cNvSpPr txBox="1"/>
          <p:nvPr>
            <p:ph idx="5" type="subTitle"/>
          </p:nvPr>
        </p:nvSpPr>
        <p:spPr>
          <a:xfrm>
            <a:off x="4452875" y="2570500"/>
            <a:ext cx="3761700" cy="172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7805" name="Google Shape;7805;p1012"/>
          <p:cNvSpPr txBox="1"/>
          <p:nvPr>
            <p:ph idx="6" type="subTitle"/>
          </p:nvPr>
        </p:nvSpPr>
        <p:spPr>
          <a:xfrm>
            <a:off x="853775" y="323750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7806" name="Google Shape;7806;p1012"/>
          <p:cNvSpPr txBox="1"/>
          <p:nvPr>
            <p:ph idx="7" type="subTitle"/>
          </p:nvPr>
        </p:nvSpPr>
        <p:spPr>
          <a:xfrm>
            <a:off x="853775" y="362674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9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_1_1_1_1">
    <p:bg>
      <p:bgPr>
        <a:solidFill>
          <a:schemeClr val="dk1"/>
        </a:solidFill>
      </p:bgPr>
    </p:bg>
    <p:spTree>
      <p:nvGrpSpPr>
        <p:cNvPr id="7807" name="Shape 7807"/>
        <p:cNvGrpSpPr/>
        <p:nvPr/>
      </p:nvGrpSpPr>
      <p:grpSpPr>
        <a:xfrm>
          <a:off x="0" y="0"/>
          <a:ext cx="0" cy="0"/>
          <a:chOff x="0" y="0"/>
          <a:chExt cx="0" cy="0"/>
        </a:xfrm>
      </p:grpSpPr>
      <p:grpSp>
        <p:nvGrpSpPr>
          <p:cNvPr id="7808" name="Google Shape;7808;p1013"/>
          <p:cNvGrpSpPr/>
          <p:nvPr/>
        </p:nvGrpSpPr>
        <p:grpSpPr>
          <a:xfrm>
            <a:off x="713225" y="539500"/>
            <a:ext cx="7717500" cy="4064400"/>
            <a:chOff x="713225" y="539500"/>
            <a:chExt cx="7717500" cy="4064400"/>
          </a:xfrm>
        </p:grpSpPr>
        <p:sp>
          <p:nvSpPr>
            <p:cNvPr id="7809" name="Google Shape;7809;p101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10" name="Google Shape;7810;p101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811" name="Google Shape;7811;p101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812" name="Google Shape;7812;p1013"/>
          <p:cNvSpPr txBox="1"/>
          <p:nvPr>
            <p:ph idx="1" type="subTitle"/>
          </p:nvPr>
        </p:nvSpPr>
        <p:spPr>
          <a:xfrm>
            <a:off x="1112425"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7813" name="Google Shape;7813;p1013"/>
          <p:cNvSpPr txBox="1"/>
          <p:nvPr>
            <p:ph idx="2" type="subTitle"/>
          </p:nvPr>
        </p:nvSpPr>
        <p:spPr>
          <a:xfrm>
            <a:off x="1112425"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814" name="Google Shape;7814;p1013"/>
          <p:cNvSpPr txBox="1"/>
          <p:nvPr>
            <p:ph idx="3" type="subTitle"/>
          </p:nvPr>
        </p:nvSpPr>
        <p:spPr>
          <a:xfrm>
            <a:off x="5584150"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7815" name="Google Shape;7815;p1013"/>
          <p:cNvSpPr txBox="1"/>
          <p:nvPr>
            <p:ph idx="4" type="subTitle"/>
          </p:nvPr>
        </p:nvSpPr>
        <p:spPr>
          <a:xfrm>
            <a:off x="5584150"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816" name="Google Shape;7816;p1013"/>
          <p:cNvSpPr txBox="1"/>
          <p:nvPr>
            <p:ph idx="5" type="subTitle"/>
          </p:nvPr>
        </p:nvSpPr>
        <p:spPr>
          <a:xfrm>
            <a:off x="1112425"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7817" name="Google Shape;7817;p1013"/>
          <p:cNvSpPr txBox="1"/>
          <p:nvPr>
            <p:ph idx="6" type="subTitle"/>
          </p:nvPr>
        </p:nvSpPr>
        <p:spPr>
          <a:xfrm>
            <a:off x="1112425"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818" name="Google Shape;7818;p1013"/>
          <p:cNvSpPr txBox="1"/>
          <p:nvPr>
            <p:ph idx="7" type="subTitle"/>
          </p:nvPr>
        </p:nvSpPr>
        <p:spPr>
          <a:xfrm>
            <a:off x="5584150"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7819" name="Google Shape;7819;p1013"/>
          <p:cNvSpPr txBox="1"/>
          <p:nvPr>
            <p:ph idx="8" type="subTitle"/>
          </p:nvPr>
        </p:nvSpPr>
        <p:spPr>
          <a:xfrm>
            <a:off x="5584150"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1_1_1_1_1">
    <p:bg>
      <p:bgPr>
        <a:solidFill>
          <a:schemeClr val="dk1"/>
        </a:solidFill>
      </p:bgPr>
    </p:bg>
    <p:spTree>
      <p:nvGrpSpPr>
        <p:cNvPr id="7820" name="Shape 7820"/>
        <p:cNvGrpSpPr/>
        <p:nvPr/>
      </p:nvGrpSpPr>
      <p:grpSpPr>
        <a:xfrm>
          <a:off x="0" y="0"/>
          <a:ext cx="0" cy="0"/>
          <a:chOff x="0" y="0"/>
          <a:chExt cx="0" cy="0"/>
        </a:xfrm>
      </p:grpSpPr>
      <p:grpSp>
        <p:nvGrpSpPr>
          <p:cNvPr id="7821" name="Google Shape;7821;p1014"/>
          <p:cNvGrpSpPr/>
          <p:nvPr/>
        </p:nvGrpSpPr>
        <p:grpSpPr>
          <a:xfrm>
            <a:off x="713300" y="539550"/>
            <a:ext cx="7717500" cy="4064400"/>
            <a:chOff x="713300" y="539550"/>
            <a:chExt cx="7717500" cy="4064400"/>
          </a:xfrm>
        </p:grpSpPr>
        <p:cxnSp>
          <p:nvCxnSpPr>
            <p:cNvPr id="7822" name="Google Shape;7822;p1014"/>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7823" name="Google Shape;7823;p1014"/>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4" name="Google Shape;7824;p101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825" name="Google Shape;7825;p1014"/>
          <p:cNvSpPr txBox="1"/>
          <p:nvPr>
            <p:ph idx="1" type="subTitle"/>
          </p:nvPr>
        </p:nvSpPr>
        <p:spPr>
          <a:xfrm>
            <a:off x="10166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826" name="Google Shape;7826;p1014"/>
          <p:cNvSpPr txBox="1"/>
          <p:nvPr>
            <p:ph idx="2" type="subTitle"/>
          </p:nvPr>
        </p:nvSpPr>
        <p:spPr>
          <a:xfrm>
            <a:off x="10166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827" name="Google Shape;7827;p1014"/>
          <p:cNvSpPr txBox="1"/>
          <p:nvPr>
            <p:ph idx="3" type="subTitle"/>
          </p:nvPr>
        </p:nvSpPr>
        <p:spPr>
          <a:xfrm>
            <a:off x="10166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828" name="Google Shape;7828;p1014"/>
          <p:cNvSpPr txBox="1"/>
          <p:nvPr>
            <p:ph idx="4" type="subTitle"/>
          </p:nvPr>
        </p:nvSpPr>
        <p:spPr>
          <a:xfrm>
            <a:off x="10166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829" name="Google Shape;7829;p1014"/>
          <p:cNvSpPr txBox="1"/>
          <p:nvPr>
            <p:ph idx="5" type="subTitle"/>
          </p:nvPr>
        </p:nvSpPr>
        <p:spPr>
          <a:xfrm>
            <a:off x="48094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830" name="Google Shape;7830;p1014"/>
          <p:cNvSpPr txBox="1"/>
          <p:nvPr>
            <p:ph idx="6" type="subTitle"/>
          </p:nvPr>
        </p:nvSpPr>
        <p:spPr>
          <a:xfrm>
            <a:off x="48094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831" name="Google Shape;7831;p1014"/>
          <p:cNvSpPr txBox="1"/>
          <p:nvPr>
            <p:ph idx="7" type="subTitle"/>
          </p:nvPr>
        </p:nvSpPr>
        <p:spPr>
          <a:xfrm>
            <a:off x="48094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832" name="Google Shape;7832;p1014"/>
          <p:cNvSpPr txBox="1"/>
          <p:nvPr>
            <p:ph idx="8" type="subTitle"/>
          </p:nvPr>
        </p:nvSpPr>
        <p:spPr>
          <a:xfrm>
            <a:off x="48094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1_1_1_1_1_1_1_1_1">
    <p:bg>
      <p:bgPr>
        <a:solidFill>
          <a:schemeClr val="dk1"/>
        </a:solidFill>
      </p:bgPr>
    </p:bg>
    <p:spTree>
      <p:nvGrpSpPr>
        <p:cNvPr id="7833" name="Shape 7833"/>
        <p:cNvGrpSpPr/>
        <p:nvPr/>
      </p:nvGrpSpPr>
      <p:grpSpPr>
        <a:xfrm>
          <a:off x="0" y="0"/>
          <a:ext cx="0" cy="0"/>
          <a:chOff x="0" y="0"/>
          <a:chExt cx="0" cy="0"/>
        </a:xfrm>
      </p:grpSpPr>
      <p:grpSp>
        <p:nvGrpSpPr>
          <p:cNvPr id="7834" name="Google Shape;7834;p1015"/>
          <p:cNvGrpSpPr/>
          <p:nvPr/>
        </p:nvGrpSpPr>
        <p:grpSpPr>
          <a:xfrm>
            <a:off x="713225" y="539500"/>
            <a:ext cx="7717500" cy="4064400"/>
            <a:chOff x="713225" y="539500"/>
            <a:chExt cx="7717500" cy="4064400"/>
          </a:xfrm>
        </p:grpSpPr>
        <p:sp>
          <p:nvSpPr>
            <p:cNvPr id="7835" name="Google Shape;7835;p101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36" name="Google Shape;7836;p101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837" name="Google Shape;7837;p101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838" name="Google Shape;7838;p1015"/>
          <p:cNvSpPr txBox="1"/>
          <p:nvPr>
            <p:ph idx="1" type="subTitle"/>
          </p:nvPr>
        </p:nvSpPr>
        <p:spPr>
          <a:xfrm>
            <a:off x="8844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839" name="Google Shape;7839;p1015"/>
          <p:cNvSpPr txBox="1"/>
          <p:nvPr>
            <p:ph idx="2" type="subTitle"/>
          </p:nvPr>
        </p:nvSpPr>
        <p:spPr>
          <a:xfrm>
            <a:off x="884474"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840" name="Google Shape;7840;p1015"/>
          <p:cNvSpPr txBox="1"/>
          <p:nvPr>
            <p:ph idx="3" type="subTitle"/>
          </p:nvPr>
        </p:nvSpPr>
        <p:spPr>
          <a:xfrm>
            <a:off x="2767708"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841" name="Google Shape;7841;p1015"/>
          <p:cNvSpPr txBox="1"/>
          <p:nvPr>
            <p:ph idx="4" type="subTitle"/>
          </p:nvPr>
        </p:nvSpPr>
        <p:spPr>
          <a:xfrm>
            <a:off x="2767709"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842" name="Google Shape;7842;p1015"/>
          <p:cNvSpPr txBox="1"/>
          <p:nvPr>
            <p:ph idx="5" type="subTitle"/>
          </p:nvPr>
        </p:nvSpPr>
        <p:spPr>
          <a:xfrm>
            <a:off x="4650942"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843" name="Google Shape;7843;p1015"/>
          <p:cNvSpPr txBox="1"/>
          <p:nvPr>
            <p:ph idx="6" type="subTitle"/>
          </p:nvPr>
        </p:nvSpPr>
        <p:spPr>
          <a:xfrm>
            <a:off x="4650945"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844" name="Google Shape;7844;p1015"/>
          <p:cNvSpPr txBox="1"/>
          <p:nvPr>
            <p:ph idx="7" type="subTitle"/>
          </p:nvPr>
        </p:nvSpPr>
        <p:spPr>
          <a:xfrm>
            <a:off x="65341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845" name="Google Shape;7845;p1015"/>
          <p:cNvSpPr txBox="1"/>
          <p:nvPr>
            <p:ph idx="8" type="subTitle"/>
          </p:nvPr>
        </p:nvSpPr>
        <p:spPr>
          <a:xfrm>
            <a:off x="6534180"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7">
    <p:bg>
      <p:bgPr>
        <a:solidFill>
          <a:schemeClr val="dk1"/>
        </a:solidFill>
      </p:bgPr>
    </p:bg>
    <p:spTree>
      <p:nvGrpSpPr>
        <p:cNvPr id="7846" name="Shape 7846"/>
        <p:cNvGrpSpPr/>
        <p:nvPr/>
      </p:nvGrpSpPr>
      <p:grpSpPr>
        <a:xfrm>
          <a:off x="0" y="0"/>
          <a:ext cx="0" cy="0"/>
          <a:chOff x="0" y="0"/>
          <a:chExt cx="0" cy="0"/>
        </a:xfrm>
      </p:grpSpPr>
      <p:grpSp>
        <p:nvGrpSpPr>
          <p:cNvPr id="7847" name="Google Shape;7847;p1016"/>
          <p:cNvGrpSpPr/>
          <p:nvPr/>
        </p:nvGrpSpPr>
        <p:grpSpPr>
          <a:xfrm>
            <a:off x="713225" y="539500"/>
            <a:ext cx="7717500" cy="4064400"/>
            <a:chOff x="713225" y="539500"/>
            <a:chExt cx="7717500" cy="4064400"/>
          </a:xfrm>
        </p:grpSpPr>
        <p:sp>
          <p:nvSpPr>
            <p:cNvPr id="7848" name="Google Shape;7848;p101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49" name="Google Shape;7849;p101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850" name="Google Shape;7850;p101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851" name="Google Shape;7851;p1016"/>
          <p:cNvSpPr txBox="1"/>
          <p:nvPr>
            <p:ph idx="1" type="subTitle"/>
          </p:nvPr>
        </p:nvSpPr>
        <p:spPr>
          <a:xfrm>
            <a:off x="1909431" y="1906051"/>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7852" name="Google Shape;7852;p1016"/>
          <p:cNvSpPr txBox="1"/>
          <p:nvPr>
            <p:ph idx="2" type="subTitle"/>
          </p:nvPr>
        </p:nvSpPr>
        <p:spPr>
          <a:xfrm>
            <a:off x="1909431" y="1387350"/>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853" name="Google Shape;7853;p1016"/>
          <p:cNvSpPr txBox="1"/>
          <p:nvPr>
            <p:ph idx="3" type="subTitle"/>
          </p:nvPr>
        </p:nvSpPr>
        <p:spPr>
          <a:xfrm>
            <a:off x="4971369" y="1906050"/>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7854" name="Google Shape;7854;p1016"/>
          <p:cNvSpPr txBox="1"/>
          <p:nvPr>
            <p:ph idx="4" type="subTitle"/>
          </p:nvPr>
        </p:nvSpPr>
        <p:spPr>
          <a:xfrm>
            <a:off x="4971369" y="1387350"/>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855" name="Google Shape;7855;p1016"/>
          <p:cNvSpPr txBox="1"/>
          <p:nvPr>
            <p:ph idx="5" type="subTitle"/>
          </p:nvPr>
        </p:nvSpPr>
        <p:spPr>
          <a:xfrm>
            <a:off x="1909431" y="3654425"/>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7856" name="Google Shape;7856;p1016"/>
          <p:cNvSpPr txBox="1"/>
          <p:nvPr>
            <p:ph idx="6" type="subTitle"/>
          </p:nvPr>
        </p:nvSpPr>
        <p:spPr>
          <a:xfrm>
            <a:off x="1909431" y="3135724"/>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857" name="Google Shape;7857;p1016"/>
          <p:cNvSpPr txBox="1"/>
          <p:nvPr>
            <p:ph idx="7" type="subTitle"/>
          </p:nvPr>
        </p:nvSpPr>
        <p:spPr>
          <a:xfrm>
            <a:off x="4971369" y="3654424"/>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7858" name="Google Shape;7858;p1016"/>
          <p:cNvSpPr txBox="1"/>
          <p:nvPr>
            <p:ph idx="8" type="subTitle"/>
          </p:nvPr>
        </p:nvSpPr>
        <p:spPr>
          <a:xfrm>
            <a:off x="4971369" y="3135724"/>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1_1_1_1_1_2">
    <p:bg>
      <p:bgPr>
        <a:solidFill>
          <a:schemeClr val="dk1"/>
        </a:solidFill>
      </p:bgPr>
    </p:bg>
    <p:spTree>
      <p:nvGrpSpPr>
        <p:cNvPr id="7859" name="Shape 7859"/>
        <p:cNvGrpSpPr/>
        <p:nvPr/>
      </p:nvGrpSpPr>
      <p:grpSpPr>
        <a:xfrm>
          <a:off x="0" y="0"/>
          <a:ext cx="0" cy="0"/>
          <a:chOff x="0" y="0"/>
          <a:chExt cx="0" cy="0"/>
        </a:xfrm>
      </p:grpSpPr>
      <p:grpSp>
        <p:nvGrpSpPr>
          <p:cNvPr id="7860" name="Google Shape;7860;p1017"/>
          <p:cNvGrpSpPr/>
          <p:nvPr/>
        </p:nvGrpSpPr>
        <p:grpSpPr>
          <a:xfrm>
            <a:off x="713225" y="539500"/>
            <a:ext cx="7717500" cy="4064400"/>
            <a:chOff x="713225" y="539500"/>
            <a:chExt cx="7717500" cy="4064400"/>
          </a:xfrm>
        </p:grpSpPr>
        <p:sp>
          <p:nvSpPr>
            <p:cNvPr id="7861" name="Google Shape;7861;p101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62" name="Google Shape;7862;p101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863" name="Google Shape;7863;p101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864" name="Google Shape;7864;p1017"/>
          <p:cNvSpPr txBox="1"/>
          <p:nvPr>
            <p:ph idx="1" type="subTitle"/>
          </p:nvPr>
        </p:nvSpPr>
        <p:spPr>
          <a:xfrm>
            <a:off x="95812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865" name="Google Shape;7865;p1017"/>
          <p:cNvSpPr txBox="1"/>
          <p:nvPr>
            <p:ph idx="2" type="subTitle"/>
          </p:nvPr>
        </p:nvSpPr>
        <p:spPr>
          <a:xfrm>
            <a:off x="95812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866" name="Google Shape;7866;p1017"/>
          <p:cNvSpPr txBox="1"/>
          <p:nvPr>
            <p:ph idx="3" type="subTitle"/>
          </p:nvPr>
        </p:nvSpPr>
        <p:spPr>
          <a:xfrm>
            <a:off x="3420000"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867" name="Google Shape;7867;p1017"/>
          <p:cNvSpPr txBox="1"/>
          <p:nvPr>
            <p:ph idx="4" type="subTitle"/>
          </p:nvPr>
        </p:nvSpPr>
        <p:spPr>
          <a:xfrm>
            <a:off x="3420000"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868" name="Google Shape;7868;p1017"/>
          <p:cNvSpPr txBox="1"/>
          <p:nvPr>
            <p:ph idx="5" type="subTitle"/>
          </p:nvPr>
        </p:nvSpPr>
        <p:spPr>
          <a:xfrm>
            <a:off x="588187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869" name="Google Shape;7869;p1017"/>
          <p:cNvSpPr txBox="1"/>
          <p:nvPr>
            <p:ph idx="6" type="subTitle"/>
          </p:nvPr>
        </p:nvSpPr>
        <p:spPr>
          <a:xfrm>
            <a:off x="588187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870" name="Google Shape;7870;p1017"/>
          <p:cNvSpPr txBox="1"/>
          <p:nvPr>
            <p:ph idx="7" type="subTitle"/>
          </p:nvPr>
        </p:nvSpPr>
        <p:spPr>
          <a:xfrm>
            <a:off x="2189050"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871" name="Google Shape;7871;p1017"/>
          <p:cNvSpPr txBox="1"/>
          <p:nvPr>
            <p:ph idx="8" type="subTitle"/>
          </p:nvPr>
        </p:nvSpPr>
        <p:spPr>
          <a:xfrm>
            <a:off x="2189050"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872" name="Google Shape;7872;p1017"/>
          <p:cNvSpPr txBox="1"/>
          <p:nvPr>
            <p:ph idx="9" type="subTitle"/>
          </p:nvPr>
        </p:nvSpPr>
        <p:spPr>
          <a:xfrm>
            <a:off x="4650925"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873" name="Google Shape;7873;p1017"/>
          <p:cNvSpPr txBox="1"/>
          <p:nvPr>
            <p:ph idx="13" type="subTitle"/>
          </p:nvPr>
        </p:nvSpPr>
        <p:spPr>
          <a:xfrm>
            <a:off x="4650925"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_1_1_1_1_1_1">
    <p:bg>
      <p:bgPr>
        <a:solidFill>
          <a:schemeClr val="dk1"/>
        </a:solidFill>
      </p:bgPr>
    </p:bg>
    <p:spTree>
      <p:nvGrpSpPr>
        <p:cNvPr id="7874" name="Shape 7874"/>
        <p:cNvGrpSpPr/>
        <p:nvPr/>
      </p:nvGrpSpPr>
      <p:grpSpPr>
        <a:xfrm>
          <a:off x="0" y="0"/>
          <a:ext cx="0" cy="0"/>
          <a:chOff x="0" y="0"/>
          <a:chExt cx="0" cy="0"/>
        </a:xfrm>
      </p:grpSpPr>
      <p:grpSp>
        <p:nvGrpSpPr>
          <p:cNvPr id="7875" name="Google Shape;7875;p1018"/>
          <p:cNvGrpSpPr/>
          <p:nvPr/>
        </p:nvGrpSpPr>
        <p:grpSpPr>
          <a:xfrm>
            <a:off x="713225" y="539500"/>
            <a:ext cx="7717500" cy="4064400"/>
            <a:chOff x="713225" y="539500"/>
            <a:chExt cx="7717500" cy="4064400"/>
          </a:xfrm>
        </p:grpSpPr>
        <p:sp>
          <p:nvSpPr>
            <p:cNvPr id="7876" name="Google Shape;7876;p101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77" name="Google Shape;7877;p101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878" name="Google Shape;7878;p101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879" name="Google Shape;7879;p1018"/>
          <p:cNvSpPr txBox="1"/>
          <p:nvPr>
            <p:ph idx="1" type="subTitle"/>
          </p:nvPr>
        </p:nvSpPr>
        <p:spPr>
          <a:xfrm>
            <a:off x="1134425"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880" name="Google Shape;7880;p1018"/>
          <p:cNvSpPr txBox="1"/>
          <p:nvPr>
            <p:ph idx="2" type="subTitle"/>
          </p:nvPr>
        </p:nvSpPr>
        <p:spPr>
          <a:xfrm>
            <a:off x="113442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881" name="Google Shape;7881;p1018"/>
          <p:cNvSpPr txBox="1"/>
          <p:nvPr>
            <p:ph idx="3" type="subTitle"/>
          </p:nvPr>
        </p:nvSpPr>
        <p:spPr>
          <a:xfrm>
            <a:off x="3495738"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882" name="Google Shape;7882;p1018"/>
          <p:cNvSpPr txBox="1"/>
          <p:nvPr>
            <p:ph idx="4" type="subTitle"/>
          </p:nvPr>
        </p:nvSpPr>
        <p:spPr>
          <a:xfrm>
            <a:off x="3495750"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883" name="Google Shape;7883;p1018"/>
          <p:cNvSpPr txBox="1"/>
          <p:nvPr>
            <p:ph idx="5" type="subTitle"/>
          </p:nvPr>
        </p:nvSpPr>
        <p:spPr>
          <a:xfrm>
            <a:off x="5857051"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884" name="Google Shape;7884;p1018"/>
          <p:cNvSpPr txBox="1"/>
          <p:nvPr>
            <p:ph idx="6" type="subTitle"/>
          </p:nvPr>
        </p:nvSpPr>
        <p:spPr>
          <a:xfrm>
            <a:off x="585707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885" name="Google Shape;7885;p1018"/>
          <p:cNvSpPr txBox="1"/>
          <p:nvPr>
            <p:ph idx="7" type="subTitle"/>
          </p:nvPr>
        </p:nvSpPr>
        <p:spPr>
          <a:xfrm>
            <a:off x="1134425"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886" name="Google Shape;7886;p1018"/>
          <p:cNvSpPr txBox="1"/>
          <p:nvPr>
            <p:ph idx="8" type="subTitle"/>
          </p:nvPr>
        </p:nvSpPr>
        <p:spPr>
          <a:xfrm>
            <a:off x="113442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887" name="Google Shape;7887;p1018"/>
          <p:cNvSpPr txBox="1"/>
          <p:nvPr>
            <p:ph idx="9" type="subTitle"/>
          </p:nvPr>
        </p:nvSpPr>
        <p:spPr>
          <a:xfrm>
            <a:off x="3495738"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888" name="Google Shape;7888;p1018"/>
          <p:cNvSpPr txBox="1"/>
          <p:nvPr>
            <p:ph idx="13" type="subTitle"/>
          </p:nvPr>
        </p:nvSpPr>
        <p:spPr>
          <a:xfrm>
            <a:off x="3495750"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889" name="Google Shape;7889;p1018"/>
          <p:cNvSpPr txBox="1"/>
          <p:nvPr>
            <p:ph idx="14" type="subTitle"/>
          </p:nvPr>
        </p:nvSpPr>
        <p:spPr>
          <a:xfrm>
            <a:off x="5857051"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890" name="Google Shape;7890;p1018"/>
          <p:cNvSpPr txBox="1"/>
          <p:nvPr>
            <p:ph idx="15" type="subTitle"/>
          </p:nvPr>
        </p:nvSpPr>
        <p:spPr>
          <a:xfrm>
            <a:off x="585707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21">
    <p:bg>
      <p:bgPr>
        <a:solidFill>
          <a:schemeClr val="dk1"/>
        </a:solidFill>
      </p:bgPr>
    </p:bg>
    <p:spTree>
      <p:nvGrpSpPr>
        <p:cNvPr id="7891" name="Shape 7891"/>
        <p:cNvGrpSpPr/>
        <p:nvPr/>
      </p:nvGrpSpPr>
      <p:grpSpPr>
        <a:xfrm>
          <a:off x="0" y="0"/>
          <a:ext cx="0" cy="0"/>
          <a:chOff x="0" y="0"/>
          <a:chExt cx="0" cy="0"/>
        </a:xfrm>
      </p:grpSpPr>
      <p:grpSp>
        <p:nvGrpSpPr>
          <p:cNvPr id="7892" name="Google Shape;7892;p1019"/>
          <p:cNvGrpSpPr/>
          <p:nvPr/>
        </p:nvGrpSpPr>
        <p:grpSpPr>
          <a:xfrm>
            <a:off x="713225" y="539500"/>
            <a:ext cx="7717500" cy="4064400"/>
            <a:chOff x="713225" y="539500"/>
            <a:chExt cx="7717500" cy="4064400"/>
          </a:xfrm>
        </p:grpSpPr>
        <p:sp>
          <p:nvSpPr>
            <p:cNvPr id="7893" name="Google Shape;7893;p101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94" name="Google Shape;7894;p101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895" name="Google Shape;7895;p101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896" name="Google Shape;7896;p1019"/>
          <p:cNvSpPr txBox="1"/>
          <p:nvPr>
            <p:ph idx="1" type="subTitle"/>
          </p:nvPr>
        </p:nvSpPr>
        <p:spPr>
          <a:xfrm>
            <a:off x="1059065"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897" name="Google Shape;7897;p1019"/>
          <p:cNvSpPr txBox="1"/>
          <p:nvPr>
            <p:ph idx="2" type="subTitle"/>
          </p:nvPr>
        </p:nvSpPr>
        <p:spPr>
          <a:xfrm>
            <a:off x="1059065"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898" name="Google Shape;7898;p1019"/>
          <p:cNvSpPr txBox="1"/>
          <p:nvPr>
            <p:ph idx="3" type="subTitle"/>
          </p:nvPr>
        </p:nvSpPr>
        <p:spPr>
          <a:xfrm>
            <a:off x="1059052" y="2806879"/>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899" name="Google Shape;7899;p1019"/>
          <p:cNvSpPr txBox="1"/>
          <p:nvPr>
            <p:ph idx="4" type="subTitle"/>
          </p:nvPr>
        </p:nvSpPr>
        <p:spPr>
          <a:xfrm>
            <a:off x="1059070" y="2454554"/>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900" name="Google Shape;7900;p1019"/>
          <p:cNvSpPr txBox="1"/>
          <p:nvPr>
            <p:ph idx="5" type="subTitle"/>
          </p:nvPr>
        </p:nvSpPr>
        <p:spPr>
          <a:xfrm>
            <a:off x="5042599"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901" name="Google Shape;7901;p1019"/>
          <p:cNvSpPr txBox="1"/>
          <p:nvPr>
            <p:ph idx="6" type="subTitle"/>
          </p:nvPr>
        </p:nvSpPr>
        <p:spPr>
          <a:xfrm>
            <a:off x="5042634"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902" name="Google Shape;7902;p1019"/>
          <p:cNvSpPr txBox="1"/>
          <p:nvPr>
            <p:ph idx="7" type="subTitle"/>
          </p:nvPr>
        </p:nvSpPr>
        <p:spPr>
          <a:xfrm>
            <a:off x="1059065"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903" name="Google Shape;7903;p1019"/>
          <p:cNvSpPr txBox="1"/>
          <p:nvPr>
            <p:ph idx="8" type="subTitle"/>
          </p:nvPr>
        </p:nvSpPr>
        <p:spPr>
          <a:xfrm>
            <a:off x="1059065"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904" name="Google Shape;7904;p1019"/>
          <p:cNvSpPr txBox="1"/>
          <p:nvPr>
            <p:ph idx="9" type="subTitle"/>
          </p:nvPr>
        </p:nvSpPr>
        <p:spPr>
          <a:xfrm>
            <a:off x="5042630" y="2806867"/>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905" name="Google Shape;7905;p1019"/>
          <p:cNvSpPr txBox="1"/>
          <p:nvPr>
            <p:ph idx="13" type="subTitle"/>
          </p:nvPr>
        </p:nvSpPr>
        <p:spPr>
          <a:xfrm>
            <a:off x="5042648" y="24545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906" name="Google Shape;7906;p1019"/>
          <p:cNvSpPr txBox="1"/>
          <p:nvPr>
            <p:ph idx="14" type="subTitle"/>
          </p:nvPr>
        </p:nvSpPr>
        <p:spPr>
          <a:xfrm>
            <a:off x="5042599"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907" name="Google Shape;7907;p1019"/>
          <p:cNvSpPr txBox="1"/>
          <p:nvPr>
            <p:ph idx="15" type="subTitle"/>
          </p:nvPr>
        </p:nvSpPr>
        <p:spPr>
          <a:xfrm>
            <a:off x="5042634"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_1_1_1_1_1">
    <p:bg>
      <p:bgPr>
        <a:solidFill>
          <a:schemeClr val="dk1"/>
        </a:solidFill>
      </p:bgPr>
    </p:bg>
    <p:spTree>
      <p:nvGrpSpPr>
        <p:cNvPr id="7908" name="Shape 7908"/>
        <p:cNvGrpSpPr/>
        <p:nvPr/>
      </p:nvGrpSpPr>
      <p:grpSpPr>
        <a:xfrm>
          <a:off x="0" y="0"/>
          <a:ext cx="0" cy="0"/>
          <a:chOff x="0" y="0"/>
          <a:chExt cx="0" cy="0"/>
        </a:xfrm>
      </p:grpSpPr>
      <p:grpSp>
        <p:nvGrpSpPr>
          <p:cNvPr id="7909" name="Google Shape;7909;p1020"/>
          <p:cNvGrpSpPr/>
          <p:nvPr/>
        </p:nvGrpSpPr>
        <p:grpSpPr>
          <a:xfrm>
            <a:off x="713225" y="539500"/>
            <a:ext cx="7717500" cy="4064400"/>
            <a:chOff x="713225" y="539500"/>
            <a:chExt cx="7717500" cy="4064400"/>
          </a:xfrm>
        </p:grpSpPr>
        <p:sp>
          <p:nvSpPr>
            <p:cNvPr id="7910" name="Google Shape;7910;p102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11" name="Google Shape;7911;p1020"/>
            <p:cNvCxnSpPr/>
            <p:nvPr/>
          </p:nvCxnSpPr>
          <p:spPr>
            <a:xfrm>
              <a:off x="734825" y="1483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912" name="Google Shape;7912;p1020"/>
          <p:cNvSpPr txBox="1"/>
          <p:nvPr>
            <p:ph type="title"/>
          </p:nvPr>
        </p:nvSpPr>
        <p:spPr>
          <a:xfrm>
            <a:off x="3607800" y="539500"/>
            <a:ext cx="4519200" cy="939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r">
              <a:spcBef>
                <a:spcPts val="0"/>
              </a:spcBef>
              <a:spcAft>
                <a:spcPts val="0"/>
              </a:spcAft>
              <a:buClr>
                <a:schemeClr val="lt1"/>
              </a:buClr>
              <a:buSzPts val="4800"/>
              <a:buNone/>
              <a:defRPr sz="4800">
                <a:solidFill>
                  <a:schemeClr val="lt1"/>
                </a:solidFill>
              </a:defRPr>
            </a:lvl2pPr>
            <a:lvl3pPr lvl="2" algn="r">
              <a:spcBef>
                <a:spcPts val="0"/>
              </a:spcBef>
              <a:spcAft>
                <a:spcPts val="0"/>
              </a:spcAft>
              <a:buClr>
                <a:schemeClr val="lt1"/>
              </a:buClr>
              <a:buSzPts val="4800"/>
              <a:buNone/>
              <a:defRPr sz="4800">
                <a:solidFill>
                  <a:schemeClr val="lt1"/>
                </a:solidFill>
              </a:defRPr>
            </a:lvl3pPr>
            <a:lvl4pPr lvl="3" algn="r">
              <a:spcBef>
                <a:spcPts val="0"/>
              </a:spcBef>
              <a:spcAft>
                <a:spcPts val="0"/>
              </a:spcAft>
              <a:buClr>
                <a:schemeClr val="lt1"/>
              </a:buClr>
              <a:buSzPts val="4800"/>
              <a:buNone/>
              <a:defRPr sz="4800">
                <a:solidFill>
                  <a:schemeClr val="lt1"/>
                </a:solidFill>
              </a:defRPr>
            </a:lvl4pPr>
            <a:lvl5pPr lvl="4" algn="r">
              <a:spcBef>
                <a:spcPts val="0"/>
              </a:spcBef>
              <a:spcAft>
                <a:spcPts val="0"/>
              </a:spcAft>
              <a:buClr>
                <a:schemeClr val="lt1"/>
              </a:buClr>
              <a:buSzPts val="4800"/>
              <a:buNone/>
              <a:defRPr sz="4800">
                <a:solidFill>
                  <a:schemeClr val="lt1"/>
                </a:solidFill>
              </a:defRPr>
            </a:lvl5pPr>
            <a:lvl6pPr lvl="5" algn="r">
              <a:spcBef>
                <a:spcPts val="0"/>
              </a:spcBef>
              <a:spcAft>
                <a:spcPts val="0"/>
              </a:spcAft>
              <a:buClr>
                <a:schemeClr val="lt1"/>
              </a:buClr>
              <a:buSzPts val="4800"/>
              <a:buNone/>
              <a:defRPr sz="4800">
                <a:solidFill>
                  <a:schemeClr val="lt1"/>
                </a:solidFill>
              </a:defRPr>
            </a:lvl6pPr>
            <a:lvl7pPr lvl="6" algn="r">
              <a:spcBef>
                <a:spcPts val="0"/>
              </a:spcBef>
              <a:spcAft>
                <a:spcPts val="0"/>
              </a:spcAft>
              <a:buClr>
                <a:schemeClr val="lt1"/>
              </a:buClr>
              <a:buSzPts val="4800"/>
              <a:buNone/>
              <a:defRPr sz="4800">
                <a:solidFill>
                  <a:schemeClr val="lt1"/>
                </a:solidFill>
              </a:defRPr>
            </a:lvl7pPr>
            <a:lvl8pPr lvl="7" algn="r">
              <a:spcBef>
                <a:spcPts val="0"/>
              </a:spcBef>
              <a:spcAft>
                <a:spcPts val="0"/>
              </a:spcAft>
              <a:buClr>
                <a:schemeClr val="lt1"/>
              </a:buClr>
              <a:buSzPts val="4800"/>
              <a:buNone/>
              <a:defRPr sz="4800">
                <a:solidFill>
                  <a:schemeClr val="lt1"/>
                </a:solidFill>
              </a:defRPr>
            </a:lvl8pPr>
            <a:lvl9pPr lvl="8" algn="r">
              <a:spcBef>
                <a:spcPts val="0"/>
              </a:spcBef>
              <a:spcAft>
                <a:spcPts val="0"/>
              </a:spcAft>
              <a:buClr>
                <a:schemeClr val="lt1"/>
              </a:buClr>
              <a:buSzPts val="4800"/>
              <a:buNone/>
              <a:defRPr sz="4800">
                <a:solidFill>
                  <a:schemeClr val="lt1"/>
                </a:solidFill>
              </a:defRPr>
            </a:lvl9pPr>
          </a:lstStyle>
          <a:p/>
        </p:txBody>
      </p:sp>
      <p:sp>
        <p:nvSpPr>
          <p:cNvPr id="7913" name="Google Shape;7913;p1020"/>
          <p:cNvSpPr txBox="1"/>
          <p:nvPr>
            <p:ph idx="1" type="subTitle"/>
          </p:nvPr>
        </p:nvSpPr>
        <p:spPr>
          <a:xfrm>
            <a:off x="3607800" y="2278000"/>
            <a:ext cx="4519200" cy="744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r">
              <a:lnSpc>
                <a:spcPct val="100000"/>
              </a:lnSpc>
              <a:spcBef>
                <a:spcPts val="0"/>
              </a:spcBef>
              <a:spcAft>
                <a:spcPts val="0"/>
              </a:spcAft>
              <a:buClr>
                <a:schemeClr val="lt1"/>
              </a:buClr>
              <a:buSzPts val="2800"/>
              <a:buNone/>
              <a:defRPr sz="2800">
                <a:solidFill>
                  <a:schemeClr val="lt1"/>
                </a:solidFill>
              </a:defRPr>
            </a:lvl2pPr>
            <a:lvl3pPr lvl="2" algn="r">
              <a:lnSpc>
                <a:spcPct val="100000"/>
              </a:lnSpc>
              <a:spcBef>
                <a:spcPts val="0"/>
              </a:spcBef>
              <a:spcAft>
                <a:spcPts val="0"/>
              </a:spcAft>
              <a:buClr>
                <a:schemeClr val="lt1"/>
              </a:buClr>
              <a:buSzPts val="2800"/>
              <a:buNone/>
              <a:defRPr sz="2800">
                <a:solidFill>
                  <a:schemeClr val="lt1"/>
                </a:solidFill>
              </a:defRPr>
            </a:lvl3pPr>
            <a:lvl4pPr lvl="3" algn="r">
              <a:lnSpc>
                <a:spcPct val="100000"/>
              </a:lnSpc>
              <a:spcBef>
                <a:spcPts val="0"/>
              </a:spcBef>
              <a:spcAft>
                <a:spcPts val="0"/>
              </a:spcAft>
              <a:buClr>
                <a:schemeClr val="lt1"/>
              </a:buClr>
              <a:buSzPts val="2800"/>
              <a:buNone/>
              <a:defRPr sz="2800">
                <a:solidFill>
                  <a:schemeClr val="lt1"/>
                </a:solidFill>
              </a:defRPr>
            </a:lvl4pPr>
            <a:lvl5pPr lvl="4" algn="r">
              <a:lnSpc>
                <a:spcPct val="100000"/>
              </a:lnSpc>
              <a:spcBef>
                <a:spcPts val="0"/>
              </a:spcBef>
              <a:spcAft>
                <a:spcPts val="0"/>
              </a:spcAft>
              <a:buClr>
                <a:schemeClr val="lt1"/>
              </a:buClr>
              <a:buSzPts val="2800"/>
              <a:buNone/>
              <a:defRPr sz="2800">
                <a:solidFill>
                  <a:schemeClr val="lt1"/>
                </a:solidFill>
              </a:defRPr>
            </a:lvl5pPr>
            <a:lvl6pPr lvl="5" algn="r">
              <a:lnSpc>
                <a:spcPct val="100000"/>
              </a:lnSpc>
              <a:spcBef>
                <a:spcPts val="0"/>
              </a:spcBef>
              <a:spcAft>
                <a:spcPts val="0"/>
              </a:spcAft>
              <a:buClr>
                <a:schemeClr val="lt1"/>
              </a:buClr>
              <a:buSzPts val="2800"/>
              <a:buNone/>
              <a:defRPr sz="2800">
                <a:solidFill>
                  <a:schemeClr val="lt1"/>
                </a:solidFill>
              </a:defRPr>
            </a:lvl6pPr>
            <a:lvl7pPr lvl="6" algn="r">
              <a:lnSpc>
                <a:spcPct val="100000"/>
              </a:lnSpc>
              <a:spcBef>
                <a:spcPts val="0"/>
              </a:spcBef>
              <a:spcAft>
                <a:spcPts val="0"/>
              </a:spcAft>
              <a:buClr>
                <a:schemeClr val="lt1"/>
              </a:buClr>
              <a:buSzPts val="2800"/>
              <a:buNone/>
              <a:defRPr sz="2800">
                <a:solidFill>
                  <a:schemeClr val="lt1"/>
                </a:solidFill>
              </a:defRPr>
            </a:lvl7pPr>
            <a:lvl8pPr lvl="7"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sp>
        <p:nvSpPr>
          <p:cNvPr id="7914" name="Google Shape;7914;p1020"/>
          <p:cNvSpPr txBox="1"/>
          <p:nvPr>
            <p:ph idx="2" type="subTitle"/>
          </p:nvPr>
        </p:nvSpPr>
        <p:spPr>
          <a:xfrm>
            <a:off x="3607800" y="1769750"/>
            <a:ext cx="4519200" cy="510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7915" name="Google Shape;7915;p1020"/>
          <p:cNvSpPr txBox="1"/>
          <p:nvPr/>
        </p:nvSpPr>
        <p:spPr>
          <a:xfrm>
            <a:off x="3508050" y="3477600"/>
            <a:ext cx="4718700" cy="554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Roboto"/>
                <a:ea typeface="Roboto"/>
                <a:cs typeface="Roboto"/>
                <a:sym typeface="Roboto"/>
              </a:rPr>
              <a:t>CREDITS:</a:t>
            </a:r>
            <a:r>
              <a:rPr lang="en" sz="1200">
                <a:solidFill>
                  <a:schemeClr val="lt1"/>
                </a:solidFill>
                <a:latin typeface="Roboto"/>
                <a:ea typeface="Roboto"/>
                <a:cs typeface="Roboto"/>
                <a:sym typeface="Roboto"/>
              </a:rPr>
              <a:t> This presentation template was created by </a:t>
            </a:r>
            <a:r>
              <a:rPr b="1" lang="en" sz="1200">
                <a:solidFill>
                  <a:schemeClr val="accent1"/>
                </a:solidFill>
                <a:uFill>
                  <a:noFill/>
                </a:uFill>
                <a:latin typeface="Roboto"/>
                <a:ea typeface="Roboto"/>
                <a:cs typeface="Roboto"/>
                <a:sym typeface="Roboto"/>
                <a:hlinkClick r:id="rId2">
                  <a:extLst>
                    <a:ext uri="{A12FA001-AC4F-418D-AE19-62706E023703}">
                      <ahyp:hlinkClr val="tx"/>
                    </a:ext>
                  </a:extLst>
                </a:hlinkClick>
              </a:rPr>
              <a:t>Slidesgo</a:t>
            </a:r>
            <a:r>
              <a:rPr b="1" lang="en" sz="1200">
                <a:solidFill>
                  <a:schemeClr val="accent6"/>
                </a:solidFill>
                <a:latin typeface="Roboto"/>
                <a:ea typeface="Roboto"/>
                <a:cs typeface="Roboto"/>
                <a:sym typeface="Roboto"/>
              </a:rPr>
              <a:t>,</a:t>
            </a:r>
            <a:r>
              <a:rPr lang="en" sz="1200">
                <a:solidFill>
                  <a:schemeClr val="lt1"/>
                </a:solidFill>
                <a:latin typeface="Roboto"/>
                <a:ea typeface="Roboto"/>
                <a:cs typeface="Roboto"/>
                <a:sym typeface="Roboto"/>
              </a:rPr>
              <a:t> including icons by </a:t>
            </a:r>
            <a:r>
              <a:rPr b="1" lang="en" sz="1200">
                <a:solidFill>
                  <a:schemeClr val="accent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1"/>
                </a:solidFill>
                <a:latin typeface="Roboto"/>
                <a:ea typeface="Roboto"/>
                <a:cs typeface="Roboto"/>
                <a:sym typeface="Roboto"/>
              </a:rPr>
              <a:t>, and infographics &amp; images by </a:t>
            </a:r>
            <a:r>
              <a:rPr b="1" lang="en" sz="1200">
                <a:solidFill>
                  <a:schemeClr val="accent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accent1"/>
              </a:solidFill>
              <a:latin typeface="Roboto"/>
              <a:ea typeface="Roboto"/>
              <a:cs typeface="Roboto"/>
              <a:sym typeface="Roboto"/>
            </a:endParaRPr>
          </a:p>
        </p:txBody>
      </p:sp>
    </p:spTree>
  </p:cSld>
  <p:clrMapOvr>
    <a:masterClrMapping/>
  </p:clrMapOvr>
</p:sldLayout>
</file>

<file path=ppt/slideLayouts/slideLayout10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_1_1_1_1_1">
    <p:bg>
      <p:bgPr>
        <a:solidFill>
          <a:schemeClr val="dk1"/>
        </a:solidFill>
      </p:bgPr>
    </p:bg>
    <p:spTree>
      <p:nvGrpSpPr>
        <p:cNvPr id="7916" name="Shape 7916"/>
        <p:cNvGrpSpPr/>
        <p:nvPr/>
      </p:nvGrpSpPr>
      <p:grpSpPr>
        <a:xfrm>
          <a:off x="0" y="0"/>
          <a:ext cx="0" cy="0"/>
          <a:chOff x="0" y="0"/>
          <a:chExt cx="0" cy="0"/>
        </a:xfrm>
      </p:grpSpPr>
      <p:sp>
        <p:nvSpPr>
          <p:cNvPr id="7917" name="Google Shape;7917;p102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_1_1_1_1_1">
    <p:bg>
      <p:bgPr>
        <a:solidFill>
          <a:schemeClr val="dk1"/>
        </a:solidFill>
      </p:bgPr>
    </p:bg>
    <p:spTree>
      <p:nvGrpSpPr>
        <p:cNvPr id="7918" name="Shape 7918"/>
        <p:cNvGrpSpPr/>
        <p:nvPr/>
      </p:nvGrpSpPr>
      <p:grpSpPr>
        <a:xfrm>
          <a:off x="0" y="0"/>
          <a:ext cx="0" cy="0"/>
          <a:chOff x="0" y="0"/>
          <a:chExt cx="0" cy="0"/>
        </a:xfrm>
      </p:grpSpPr>
      <p:grpSp>
        <p:nvGrpSpPr>
          <p:cNvPr id="7919" name="Google Shape;7919;p1022"/>
          <p:cNvGrpSpPr/>
          <p:nvPr/>
        </p:nvGrpSpPr>
        <p:grpSpPr>
          <a:xfrm>
            <a:off x="713225" y="539500"/>
            <a:ext cx="7717500" cy="4064400"/>
            <a:chOff x="713225" y="539500"/>
            <a:chExt cx="7717500" cy="4064400"/>
          </a:xfrm>
        </p:grpSpPr>
        <p:sp>
          <p:nvSpPr>
            <p:cNvPr id="7920" name="Google Shape;7920;p102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21" name="Google Shape;7921;p102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Layouts/slideLayout10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7926" name="Shape 7926"/>
        <p:cNvGrpSpPr/>
        <p:nvPr/>
      </p:nvGrpSpPr>
      <p:grpSpPr>
        <a:xfrm>
          <a:off x="0" y="0"/>
          <a:ext cx="0" cy="0"/>
          <a:chOff x="0" y="0"/>
          <a:chExt cx="0" cy="0"/>
        </a:xfrm>
      </p:grpSpPr>
      <p:sp>
        <p:nvSpPr>
          <p:cNvPr id="7927" name="Google Shape;7927;p102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1024"/>
          <p:cNvSpPr txBox="1"/>
          <p:nvPr>
            <p:ph type="ctrTitle"/>
          </p:nvPr>
        </p:nvSpPr>
        <p:spPr>
          <a:xfrm>
            <a:off x="2048825" y="848600"/>
            <a:ext cx="5046300" cy="10305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7929" name="Google Shape;7929;p1024"/>
          <p:cNvSpPr txBox="1"/>
          <p:nvPr>
            <p:ph idx="1" type="subTitle"/>
          </p:nvPr>
        </p:nvSpPr>
        <p:spPr>
          <a:xfrm>
            <a:off x="2048825" y="3798375"/>
            <a:ext cx="50463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7930" name="Google Shape;7930;p1024"/>
          <p:cNvSpPr txBox="1"/>
          <p:nvPr>
            <p:ph idx="2" type="subTitle"/>
          </p:nvPr>
        </p:nvSpPr>
        <p:spPr>
          <a:xfrm>
            <a:off x="2902475" y="1879100"/>
            <a:ext cx="3339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0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7931" name="Shape 7931"/>
        <p:cNvGrpSpPr/>
        <p:nvPr/>
      </p:nvGrpSpPr>
      <p:grpSpPr>
        <a:xfrm>
          <a:off x="0" y="0"/>
          <a:ext cx="0" cy="0"/>
          <a:chOff x="0" y="0"/>
          <a:chExt cx="0" cy="0"/>
        </a:xfrm>
      </p:grpSpPr>
      <p:sp>
        <p:nvSpPr>
          <p:cNvPr id="7932" name="Google Shape;7932;p102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1025"/>
          <p:cNvSpPr/>
          <p:nvPr/>
        </p:nvSpPr>
        <p:spPr>
          <a:xfrm flipH="1" rot="-5400000">
            <a:off x="-1114550" y="743900"/>
            <a:ext cx="3655500" cy="3655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1025"/>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7935" name="Google Shape;7935;p1025"/>
          <p:cNvSpPr txBox="1"/>
          <p:nvPr>
            <p:ph hasCustomPrompt="1" idx="2" type="title"/>
          </p:nvPr>
        </p:nvSpPr>
        <p:spPr>
          <a:xfrm>
            <a:off x="821288" y="157487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7936" name="Google Shape;7936;p1025"/>
          <p:cNvSpPr txBox="1"/>
          <p:nvPr>
            <p:ph idx="1" type="subTitle"/>
          </p:nvPr>
        </p:nvSpPr>
        <p:spPr>
          <a:xfrm>
            <a:off x="2971613" y="32407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0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7937" name="Shape 7937"/>
        <p:cNvGrpSpPr/>
        <p:nvPr/>
      </p:nvGrpSpPr>
      <p:grpSpPr>
        <a:xfrm>
          <a:off x="0" y="0"/>
          <a:ext cx="0" cy="0"/>
          <a:chOff x="0" y="0"/>
          <a:chExt cx="0" cy="0"/>
        </a:xfrm>
      </p:grpSpPr>
      <p:grpSp>
        <p:nvGrpSpPr>
          <p:cNvPr id="7938" name="Google Shape;7938;p1026"/>
          <p:cNvGrpSpPr/>
          <p:nvPr/>
        </p:nvGrpSpPr>
        <p:grpSpPr>
          <a:xfrm>
            <a:off x="713225" y="539500"/>
            <a:ext cx="7717500" cy="4064400"/>
            <a:chOff x="713225" y="539500"/>
            <a:chExt cx="7717500" cy="4064400"/>
          </a:xfrm>
        </p:grpSpPr>
        <p:cxnSp>
          <p:nvCxnSpPr>
            <p:cNvPr id="7939" name="Google Shape;7939;p102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7940" name="Google Shape;7940;p102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1" name="Google Shape;7941;p102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942" name="Google Shape;7942;p1026"/>
          <p:cNvSpPr txBox="1"/>
          <p:nvPr>
            <p:ph idx="1" type="subTitle"/>
          </p:nvPr>
        </p:nvSpPr>
        <p:spPr>
          <a:xfrm>
            <a:off x="2817300" y="2114400"/>
            <a:ext cx="3509400" cy="1529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6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10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7943" name="Shape 7943"/>
        <p:cNvGrpSpPr/>
        <p:nvPr/>
      </p:nvGrpSpPr>
      <p:grpSpPr>
        <a:xfrm>
          <a:off x="0" y="0"/>
          <a:ext cx="0" cy="0"/>
          <a:chOff x="0" y="0"/>
          <a:chExt cx="0" cy="0"/>
        </a:xfrm>
      </p:grpSpPr>
      <p:grpSp>
        <p:nvGrpSpPr>
          <p:cNvPr id="7944" name="Google Shape;7944;p1027"/>
          <p:cNvGrpSpPr/>
          <p:nvPr/>
        </p:nvGrpSpPr>
        <p:grpSpPr>
          <a:xfrm>
            <a:off x="713225" y="539500"/>
            <a:ext cx="7717500" cy="4064400"/>
            <a:chOff x="713225" y="539500"/>
            <a:chExt cx="7717500" cy="4064400"/>
          </a:xfrm>
        </p:grpSpPr>
        <p:sp>
          <p:nvSpPr>
            <p:cNvPr id="7945" name="Google Shape;7945;p102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46" name="Google Shape;7946;p102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947" name="Google Shape;7947;p102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948" name="Google Shape;7948;p1027"/>
          <p:cNvSpPr txBox="1"/>
          <p:nvPr>
            <p:ph idx="1" type="subTitle"/>
          </p:nvPr>
        </p:nvSpPr>
        <p:spPr>
          <a:xfrm>
            <a:off x="1425525" y="32987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949" name="Google Shape;7949;p1027"/>
          <p:cNvSpPr txBox="1"/>
          <p:nvPr>
            <p:ph idx="2" type="subTitle"/>
          </p:nvPr>
        </p:nvSpPr>
        <p:spPr>
          <a:xfrm>
            <a:off x="1425525" y="2867137"/>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950" name="Google Shape;7950;p1027"/>
          <p:cNvSpPr txBox="1"/>
          <p:nvPr>
            <p:ph idx="3" type="subTitle"/>
          </p:nvPr>
        </p:nvSpPr>
        <p:spPr>
          <a:xfrm>
            <a:off x="5333725" y="32885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951" name="Google Shape;7951;p1027"/>
          <p:cNvSpPr txBox="1"/>
          <p:nvPr>
            <p:ph idx="4" type="subTitle"/>
          </p:nvPr>
        </p:nvSpPr>
        <p:spPr>
          <a:xfrm>
            <a:off x="5333725" y="28586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7952" name="Shape 7952"/>
        <p:cNvGrpSpPr/>
        <p:nvPr/>
      </p:nvGrpSpPr>
      <p:grpSpPr>
        <a:xfrm>
          <a:off x="0" y="0"/>
          <a:ext cx="0" cy="0"/>
          <a:chOff x="0" y="0"/>
          <a:chExt cx="0" cy="0"/>
        </a:xfrm>
      </p:grpSpPr>
      <p:grpSp>
        <p:nvGrpSpPr>
          <p:cNvPr id="7953" name="Google Shape;7953;p1028"/>
          <p:cNvGrpSpPr/>
          <p:nvPr/>
        </p:nvGrpSpPr>
        <p:grpSpPr>
          <a:xfrm>
            <a:off x="713225" y="539500"/>
            <a:ext cx="7717500" cy="4064400"/>
            <a:chOff x="713225" y="539500"/>
            <a:chExt cx="7717500" cy="4064400"/>
          </a:xfrm>
        </p:grpSpPr>
        <p:sp>
          <p:nvSpPr>
            <p:cNvPr id="7954" name="Google Shape;7954;p102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55" name="Google Shape;7955;p102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7956" name="Google Shape;7956;p102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0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7957" name="Shape 7957"/>
        <p:cNvGrpSpPr/>
        <p:nvPr/>
      </p:nvGrpSpPr>
      <p:grpSpPr>
        <a:xfrm>
          <a:off x="0" y="0"/>
          <a:ext cx="0" cy="0"/>
          <a:chOff x="0" y="0"/>
          <a:chExt cx="0" cy="0"/>
        </a:xfrm>
      </p:grpSpPr>
      <p:grpSp>
        <p:nvGrpSpPr>
          <p:cNvPr id="7958" name="Google Shape;7958;p1029"/>
          <p:cNvGrpSpPr/>
          <p:nvPr/>
        </p:nvGrpSpPr>
        <p:grpSpPr>
          <a:xfrm>
            <a:off x="713225" y="539500"/>
            <a:ext cx="7717500" cy="4064400"/>
            <a:chOff x="713225" y="539500"/>
            <a:chExt cx="7717500" cy="4064400"/>
          </a:xfrm>
        </p:grpSpPr>
        <p:cxnSp>
          <p:nvCxnSpPr>
            <p:cNvPr id="7959" name="Google Shape;7959;p102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7960" name="Google Shape;7960;p102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1" name="Google Shape;7961;p102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962" name="Google Shape;7962;p1029"/>
          <p:cNvSpPr txBox="1"/>
          <p:nvPr>
            <p:ph idx="1" type="subTitle"/>
          </p:nvPr>
        </p:nvSpPr>
        <p:spPr>
          <a:xfrm>
            <a:off x="2105700" y="1543900"/>
            <a:ext cx="4932600" cy="2550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800"/>
              <a:buChar char="●"/>
              <a:defRPr sz="1600">
                <a:solidFill>
                  <a:schemeClr val="lt1"/>
                </a:solidFill>
              </a:defRPr>
            </a:lvl1pPr>
            <a:lvl2pPr lvl="1">
              <a:lnSpc>
                <a:spcPct val="100000"/>
              </a:lnSpc>
              <a:spcBef>
                <a:spcPts val="0"/>
              </a:spcBef>
              <a:spcAft>
                <a:spcPts val="0"/>
              </a:spcAft>
              <a:buClr>
                <a:schemeClr val="lt1"/>
              </a:buClr>
              <a:buSzPts val="2800"/>
              <a:buChar char="○"/>
              <a:defRPr sz="2800">
                <a:solidFill>
                  <a:schemeClr val="lt1"/>
                </a:solidFill>
              </a:defRPr>
            </a:lvl2pPr>
            <a:lvl3pPr lvl="2">
              <a:lnSpc>
                <a:spcPct val="100000"/>
              </a:lnSpc>
              <a:spcBef>
                <a:spcPts val="0"/>
              </a:spcBef>
              <a:spcAft>
                <a:spcPts val="0"/>
              </a:spcAft>
              <a:buClr>
                <a:schemeClr val="lt1"/>
              </a:buClr>
              <a:buSzPts val="2800"/>
              <a:buChar char="■"/>
              <a:defRPr sz="2800">
                <a:solidFill>
                  <a:schemeClr val="lt1"/>
                </a:solidFill>
              </a:defRPr>
            </a:lvl3pPr>
            <a:lvl4pPr lvl="3">
              <a:lnSpc>
                <a:spcPct val="100000"/>
              </a:lnSpc>
              <a:spcBef>
                <a:spcPts val="0"/>
              </a:spcBef>
              <a:spcAft>
                <a:spcPts val="0"/>
              </a:spcAft>
              <a:buClr>
                <a:schemeClr val="lt1"/>
              </a:buClr>
              <a:buSzPts val="2800"/>
              <a:buChar char="●"/>
              <a:defRPr sz="2800">
                <a:solidFill>
                  <a:schemeClr val="lt1"/>
                </a:solidFill>
              </a:defRPr>
            </a:lvl4pPr>
            <a:lvl5pPr lvl="4">
              <a:lnSpc>
                <a:spcPct val="100000"/>
              </a:lnSpc>
              <a:spcBef>
                <a:spcPts val="0"/>
              </a:spcBef>
              <a:spcAft>
                <a:spcPts val="0"/>
              </a:spcAft>
              <a:buClr>
                <a:schemeClr val="lt1"/>
              </a:buClr>
              <a:buSzPts val="2800"/>
              <a:buChar char="○"/>
              <a:defRPr sz="2800">
                <a:solidFill>
                  <a:schemeClr val="lt1"/>
                </a:solidFill>
              </a:defRPr>
            </a:lvl5pPr>
            <a:lvl6pPr lvl="5">
              <a:lnSpc>
                <a:spcPct val="100000"/>
              </a:lnSpc>
              <a:spcBef>
                <a:spcPts val="0"/>
              </a:spcBef>
              <a:spcAft>
                <a:spcPts val="0"/>
              </a:spcAft>
              <a:buClr>
                <a:schemeClr val="lt1"/>
              </a:buClr>
              <a:buSzPts val="2800"/>
              <a:buChar char="■"/>
              <a:defRPr sz="2800">
                <a:solidFill>
                  <a:schemeClr val="lt1"/>
                </a:solidFill>
              </a:defRPr>
            </a:lvl6pPr>
            <a:lvl7pPr lvl="6">
              <a:lnSpc>
                <a:spcPct val="100000"/>
              </a:lnSpc>
              <a:spcBef>
                <a:spcPts val="0"/>
              </a:spcBef>
              <a:spcAft>
                <a:spcPts val="0"/>
              </a:spcAft>
              <a:buClr>
                <a:schemeClr val="lt1"/>
              </a:buClr>
              <a:buSzPts val="2800"/>
              <a:buChar char="●"/>
              <a:defRPr sz="2800">
                <a:solidFill>
                  <a:schemeClr val="lt1"/>
                </a:solidFill>
              </a:defRPr>
            </a:lvl7pPr>
            <a:lvl8pPr lvl="7">
              <a:lnSpc>
                <a:spcPct val="100000"/>
              </a:lnSpc>
              <a:spcBef>
                <a:spcPts val="0"/>
              </a:spcBef>
              <a:spcAft>
                <a:spcPts val="0"/>
              </a:spcAft>
              <a:buClr>
                <a:schemeClr val="lt1"/>
              </a:buClr>
              <a:buSzPts val="2800"/>
              <a:buChar char="○"/>
              <a:defRPr sz="2800">
                <a:solidFill>
                  <a:schemeClr val="lt1"/>
                </a:solidFill>
              </a:defRPr>
            </a:lvl8pPr>
            <a:lvl9pPr lvl="8">
              <a:lnSpc>
                <a:spcPct val="100000"/>
              </a:lnSpc>
              <a:spcBef>
                <a:spcPts val="0"/>
              </a:spcBef>
              <a:spcAft>
                <a:spcPts val="0"/>
              </a:spcAft>
              <a:buClr>
                <a:schemeClr val="lt1"/>
              </a:buClr>
              <a:buSzPts val="2800"/>
              <a:buChar char="■"/>
              <a:defRPr sz="2800">
                <a:solidFill>
                  <a:schemeClr val="lt1"/>
                </a:solidFill>
              </a:defRPr>
            </a:lvl9pPr>
          </a:lstStyle>
          <a:p/>
        </p:txBody>
      </p:sp>
    </p:spTree>
  </p:cSld>
  <p:clrMapOvr>
    <a:masterClrMapping/>
  </p:clrMapOvr>
</p:sldLayout>
</file>

<file path=ppt/slideLayouts/slideLayout10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7963" name="Shape 7963"/>
        <p:cNvGrpSpPr/>
        <p:nvPr/>
      </p:nvGrpSpPr>
      <p:grpSpPr>
        <a:xfrm>
          <a:off x="0" y="0"/>
          <a:ext cx="0" cy="0"/>
          <a:chOff x="0" y="0"/>
          <a:chExt cx="0" cy="0"/>
        </a:xfrm>
      </p:grpSpPr>
      <p:sp>
        <p:nvSpPr>
          <p:cNvPr id="7964" name="Google Shape;7964;p103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1030"/>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10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7966" name="Shape 7966"/>
        <p:cNvGrpSpPr/>
        <p:nvPr/>
      </p:nvGrpSpPr>
      <p:grpSpPr>
        <a:xfrm>
          <a:off x="0" y="0"/>
          <a:ext cx="0" cy="0"/>
          <a:chOff x="0" y="0"/>
          <a:chExt cx="0" cy="0"/>
        </a:xfrm>
      </p:grpSpPr>
      <p:grpSp>
        <p:nvGrpSpPr>
          <p:cNvPr id="7967" name="Google Shape;7967;p1031"/>
          <p:cNvGrpSpPr/>
          <p:nvPr/>
        </p:nvGrpSpPr>
        <p:grpSpPr>
          <a:xfrm>
            <a:off x="713225" y="539500"/>
            <a:ext cx="7717500" cy="4064400"/>
            <a:chOff x="713225" y="539500"/>
            <a:chExt cx="7717500" cy="4064400"/>
          </a:xfrm>
        </p:grpSpPr>
        <p:cxnSp>
          <p:nvCxnSpPr>
            <p:cNvPr id="7968" name="Google Shape;7968;p103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7969" name="Google Shape;7969;p103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70" name="Google Shape;7970;p1031"/>
            <p:cNvCxnSpPr/>
            <p:nvPr/>
          </p:nvCxnSpPr>
          <p:spPr>
            <a:xfrm rot="10800000">
              <a:off x="4876775" y="1096300"/>
              <a:ext cx="0" cy="3507600"/>
            </a:xfrm>
            <a:prstGeom prst="straightConnector1">
              <a:avLst/>
            </a:prstGeom>
            <a:noFill/>
            <a:ln cap="flat" cmpd="sng" w="38100">
              <a:solidFill>
                <a:schemeClr val="accent1"/>
              </a:solidFill>
              <a:prstDash val="solid"/>
              <a:round/>
              <a:headEnd len="med" w="med" type="none"/>
              <a:tailEnd len="med" w="med" type="none"/>
            </a:ln>
          </p:spPr>
        </p:cxnSp>
      </p:grpSp>
      <p:sp>
        <p:nvSpPr>
          <p:cNvPr id="7971" name="Google Shape;7971;p103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972" name="Google Shape;7972;p1031"/>
          <p:cNvSpPr txBox="1"/>
          <p:nvPr>
            <p:ph idx="1" type="subTitle"/>
          </p:nvPr>
        </p:nvSpPr>
        <p:spPr>
          <a:xfrm>
            <a:off x="1312950" y="2327975"/>
            <a:ext cx="2973000" cy="13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7973" name="Google Shape;7973;p1031"/>
          <p:cNvSpPr txBox="1"/>
          <p:nvPr>
            <p:ph idx="2" type="subTitle"/>
          </p:nvPr>
        </p:nvSpPr>
        <p:spPr>
          <a:xfrm>
            <a:off x="1312950" y="1809275"/>
            <a:ext cx="29730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0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7974" name="Shape 7974"/>
        <p:cNvGrpSpPr/>
        <p:nvPr/>
      </p:nvGrpSpPr>
      <p:grpSpPr>
        <a:xfrm>
          <a:off x="0" y="0"/>
          <a:ext cx="0" cy="0"/>
          <a:chOff x="0" y="0"/>
          <a:chExt cx="0" cy="0"/>
        </a:xfrm>
      </p:grpSpPr>
      <p:sp>
        <p:nvSpPr>
          <p:cNvPr id="7975" name="Google Shape;7975;p1032"/>
          <p:cNvSpPr txBox="1"/>
          <p:nvPr>
            <p:ph type="title"/>
          </p:nvPr>
        </p:nvSpPr>
        <p:spPr>
          <a:xfrm>
            <a:off x="865625" y="3328700"/>
            <a:ext cx="6367800" cy="1427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3600"/>
              <a:buNone/>
              <a:defRPr sz="3600">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10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7976" name="Shape 7976"/>
        <p:cNvGrpSpPr/>
        <p:nvPr/>
      </p:nvGrpSpPr>
      <p:grpSpPr>
        <a:xfrm>
          <a:off x="0" y="0"/>
          <a:ext cx="0" cy="0"/>
          <a:chOff x="0" y="0"/>
          <a:chExt cx="0" cy="0"/>
        </a:xfrm>
      </p:grpSpPr>
      <p:sp>
        <p:nvSpPr>
          <p:cNvPr id="7977" name="Google Shape;7977;p103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033"/>
          <p:cNvSpPr txBox="1"/>
          <p:nvPr>
            <p:ph hasCustomPrompt="1" type="title"/>
          </p:nvPr>
        </p:nvSpPr>
        <p:spPr>
          <a:xfrm>
            <a:off x="994200" y="1505850"/>
            <a:ext cx="7155600" cy="13323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7979" name="Google Shape;7979;p1033"/>
          <p:cNvSpPr txBox="1"/>
          <p:nvPr>
            <p:ph idx="1" type="subTitle"/>
          </p:nvPr>
        </p:nvSpPr>
        <p:spPr>
          <a:xfrm>
            <a:off x="994200" y="2838150"/>
            <a:ext cx="4774200" cy="79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7980" name="Shape 7980"/>
        <p:cNvGrpSpPr/>
        <p:nvPr/>
      </p:nvGrpSpPr>
      <p:grpSpPr>
        <a:xfrm>
          <a:off x="0" y="0"/>
          <a:ext cx="0" cy="0"/>
          <a:chOff x="0" y="0"/>
          <a:chExt cx="0" cy="0"/>
        </a:xfrm>
      </p:grpSpPr>
    </p:spTree>
  </p:cSld>
  <p:clrMapOvr>
    <a:masterClrMapping/>
  </p:clrMapOvr>
</p:sldLayout>
</file>

<file path=ppt/slideLayouts/slideLayout10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7981" name="Shape 7981"/>
        <p:cNvGrpSpPr/>
        <p:nvPr/>
      </p:nvGrpSpPr>
      <p:grpSpPr>
        <a:xfrm>
          <a:off x="0" y="0"/>
          <a:ext cx="0" cy="0"/>
          <a:chOff x="0" y="0"/>
          <a:chExt cx="0" cy="0"/>
        </a:xfrm>
      </p:grpSpPr>
      <p:sp>
        <p:nvSpPr>
          <p:cNvPr id="7982" name="Google Shape;7982;p1035"/>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10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7983" name="Shape 7983"/>
        <p:cNvGrpSpPr/>
        <p:nvPr/>
      </p:nvGrpSpPr>
      <p:grpSpPr>
        <a:xfrm>
          <a:off x="0" y="0"/>
          <a:ext cx="0" cy="0"/>
          <a:chOff x="0" y="0"/>
          <a:chExt cx="0" cy="0"/>
        </a:xfrm>
      </p:grpSpPr>
      <p:grpSp>
        <p:nvGrpSpPr>
          <p:cNvPr id="7984" name="Google Shape;7984;p1036"/>
          <p:cNvGrpSpPr/>
          <p:nvPr/>
        </p:nvGrpSpPr>
        <p:grpSpPr>
          <a:xfrm>
            <a:off x="713200" y="539513"/>
            <a:ext cx="7717600" cy="4064400"/>
            <a:chOff x="713125" y="539500"/>
            <a:chExt cx="7717600" cy="4064400"/>
          </a:xfrm>
        </p:grpSpPr>
        <p:cxnSp>
          <p:nvCxnSpPr>
            <p:cNvPr id="7985" name="Google Shape;7985;p1036"/>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7986" name="Google Shape;7986;p103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87" name="Google Shape;7987;p1036"/>
            <p:cNvCxnSpPr>
              <a:stCxn id="7986" idx="2"/>
            </p:cNvCxnSpPr>
            <p:nvPr/>
          </p:nvCxnSpPr>
          <p:spPr>
            <a:xfrm rot="10800000">
              <a:off x="45719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7988" name="Google Shape;7988;p1036"/>
            <p:cNvCxnSpPr/>
            <p:nvPr/>
          </p:nvCxnSpPr>
          <p:spPr>
            <a:xfrm rot="10800000">
              <a:off x="713125" y="2912025"/>
              <a:ext cx="7709100" cy="0"/>
            </a:xfrm>
            <a:prstGeom prst="straightConnector1">
              <a:avLst/>
            </a:prstGeom>
            <a:noFill/>
            <a:ln cap="flat" cmpd="sng" w="38100">
              <a:solidFill>
                <a:schemeClr val="accent1"/>
              </a:solidFill>
              <a:prstDash val="solid"/>
              <a:round/>
              <a:headEnd len="med" w="med" type="none"/>
              <a:tailEnd len="med" w="med" type="none"/>
            </a:ln>
          </p:spPr>
        </p:cxnSp>
        <p:cxnSp>
          <p:nvCxnSpPr>
            <p:cNvPr id="7989" name="Google Shape;7989;p1036"/>
            <p:cNvCxnSpPr/>
            <p:nvPr/>
          </p:nvCxnSpPr>
          <p:spPr>
            <a:xfrm rot="10800000">
              <a:off x="17602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7990" name="Google Shape;7990;p1036"/>
            <p:cNvCxnSpPr/>
            <p:nvPr/>
          </p:nvCxnSpPr>
          <p:spPr>
            <a:xfrm rot="10800000">
              <a:off x="7378100" y="1254400"/>
              <a:ext cx="0" cy="3349500"/>
            </a:xfrm>
            <a:prstGeom prst="straightConnector1">
              <a:avLst/>
            </a:prstGeom>
            <a:noFill/>
            <a:ln cap="flat" cmpd="sng" w="38100">
              <a:solidFill>
                <a:schemeClr val="accent1"/>
              </a:solidFill>
              <a:prstDash val="solid"/>
              <a:round/>
              <a:headEnd len="med" w="med" type="none"/>
              <a:tailEnd len="med" w="med" type="none"/>
            </a:ln>
          </p:spPr>
        </p:cxnSp>
      </p:grpSp>
      <p:sp>
        <p:nvSpPr>
          <p:cNvPr id="7991" name="Google Shape;7991;p1036"/>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7992" name="Google Shape;7992;p1036"/>
          <p:cNvSpPr txBox="1"/>
          <p:nvPr>
            <p:ph idx="1" type="subTitle"/>
          </p:nvPr>
        </p:nvSpPr>
        <p:spPr>
          <a:xfrm>
            <a:off x="1924988" y="2036825"/>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993" name="Google Shape;7993;p1036"/>
          <p:cNvSpPr txBox="1"/>
          <p:nvPr>
            <p:ph idx="2" type="subTitle"/>
          </p:nvPr>
        </p:nvSpPr>
        <p:spPr>
          <a:xfrm>
            <a:off x="1924988" y="1518125"/>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994" name="Google Shape;7994;p1036"/>
          <p:cNvSpPr txBox="1"/>
          <p:nvPr>
            <p:ph hasCustomPrompt="1" idx="3" type="title"/>
          </p:nvPr>
        </p:nvSpPr>
        <p:spPr>
          <a:xfrm>
            <a:off x="8197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7995" name="Google Shape;7995;p1036"/>
          <p:cNvSpPr txBox="1"/>
          <p:nvPr>
            <p:ph idx="4" type="subTitle"/>
          </p:nvPr>
        </p:nvSpPr>
        <p:spPr>
          <a:xfrm>
            <a:off x="4760188" y="2036825"/>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7996" name="Google Shape;7996;p1036"/>
          <p:cNvSpPr txBox="1"/>
          <p:nvPr>
            <p:ph idx="5" type="subTitle"/>
          </p:nvPr>
        </p:nvSpPr>
        <p:spPr>
          <a:xfrm>
            <a:off x="4760188" y="1518125"/>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7997" name="Google Shape;7997;p1036"/>
          <p:cNvSpPr txBox="1"/>
          <p:nvPr>
            <p:ph hasCustomPrompt="1" idx="6" type="title"/>
          </p:nvPr>
        </p:nvSpPr>
        <p:spPr>
          <a:xfrm>
            <a:off x="74842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7998" name="Google Shape;7998;p1036"/>
          <p:cNvSpPr txBox="1"/>
          <p:nvPr>
            <p:ph idx="7" type="subTitle"/>
          </p:nvPr>
        </p:nvSpPr>
        <p:spPr>
          <a:xfrm>
            <a:off x="1924988" y="3691200"/>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7999" name="Google Shape;7999;p1036"/>
          <p:cNvSpPr txBox="1"/>
          <p:nvPr>
            <p:ph idx="8" type="subTitle"/>
          </p:nvPr>
        </p:nvSpPr>
        <p:spPr>
          <a:xfrm>
            <a:off x="1924988" y="3172500"/>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000" name="Google Shape;8000;p1036"/>
          <p:cNvSpPr txBox="1"/>
          <p:nvPr>
            <p:ph hasCustomPrompt="1" idx="9" type="title"/>
          </p:nvPr>
        </p:nvSpPr>
        <p:spPr>
          <a:xfrm>
            <a:off x="819800" y="346450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8001" name="Google Shape;8001;p1036"/>
          <p:cNvSpPr txBox="1"/>
          <p:nvPr>
            <p:ph idx="13" type="subTitle"/>
          </p:nvPr>
        </p:nvSpPr>
        <p:spPr>
          <a:xfrm>
            <a:off x="4760200" y="3673200"/>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8002" name="Google Shape;8002;p1036"/>
          <p:cNvSpPr txBox="1"/>
          <p:nvPr>
            <p:ph idx="14" type="subTitle"/>
          </p:nvPr>
        </p:nvSpPr>
        <p:spPr>
          <a:xfrm>
            <a:off x="4760200" y="3154500"/>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8003" name="Google Shape;8003;p1036"/>
          <p:cNvSpPr txBox="1"/>
          <p:nvPr>
            <p:ph hasCustomPrompt="1" idx="15" type="title"/>
          </p:nvPr>
        </p:nvSpPr>
        <p:spPr>
          <a:xfrm>
            <a:off x="7488624" y="3475788"/>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10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
    <p:bg>
      <p:bgPr>
        <a:solidFill>
          <a:schemeClr val="dk1"/>
        </a:solidFill>
      </p:bgPr>
    </p:bg>
    <p:spTree>
      <p:nvGrpSpPr>
        <p:cNvPr id="8004" name="Shape 8004"/>
        <p:cNvGrpSpPr/>
        <p:nvPr/>
      </p:nvGrpSpPr>
      <p:grpSpPr>
        <a:xfrm>
          <a:off x="0" y="0"/>
          <a:ext cx="0" cy="0"/>
          <a:chOff x="0" y="0"/>
          <a:chExt cx="0" cy="0"/>
        </a:xfrm>
      </p:grpSpPr>
      <p:grpSp>
        <p:nvGrpSpPr>
          <p:cNvPr id="8005" name="Google Shape;8005;p1037"/>
          <p:cNvGrpSpPr/>
          <p:nvPr/>
        </p:nvGrpSpPr>
        <p:grpSpPr>
          <a:xfrm>
            <a:off x="713300" y="539513"/>
            <a:ext cx="7717500" cy="4064400"/>
            <a:chOff x="713225" y="539500"/>
            <a:chExt cx="7717500" cy="4064400"/>
          </a:xfrm>
        </p:grpSpPr>
        <p:cxnSp>
          <p:nvCxnSpPr>
            <p:cNvPr id="8006" name="Google Shape;8006;p1037"/>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8007" name="Google Shape;8007;p103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8" name="Google Shape;8008;p1037"/>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009" name="Google Shape;8009;p1037"/>
          <p:cNvSpPr txBox="1"/>
          <p:nvPr>
            <p:ph idx="1" type="subTitle"/>
          </p:nvPr>
        </p:nvSpPr>
        <p:spPr>
          <a:xfrm>
            <a:off x="897170"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010" name="Google Shape;8010;p1037"/>
          <p:cNvSpPr txBox="1"/>
          <p:nvPr>
            <p:ph idx="2" type="subTitle"/>
          </p:nvPr>
        </p:nvSpPr>
        <p:spPr>
          <a:xfrm>
            <a:off x="897170"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011" name="Google Shape;8011;p1037"/>
          <p:cNvSpPr txBox="1"/>
          <p:nvPr>
            <p:ph hasCustomPrompt="1" idx="3" type="title"/>
          </p:nvPr>
        </p:nvSpPr>
        <p:spPr>
          <a:xfrm>
            <a:off x="1261666"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8012" name="Google Shape;8012;p1037"/>
          <p:cNvSpPr txBox="1"/>
          <p:nvPr>
            <p:ph idx="4" type="subTitle"/>
          </p:nvPr>
        </p:nvSpPr>
        <p:spPr>
          <a:xfrm>
            <a:off x="47527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8013" name="Google Shape;8013;p1037"/>
          <p:cNvSpPr txBox="1"/>
          <p:nvPr>
            <p:ph idx="5" type="subTitle"/>
          </p:nvPr>
        </p:nvSpPr>
        <p:spPr>
          <a:xfrm>
            <a:off x="47527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8014" name="Google Shape;8014;p1037"/>
          <p:cNvSpPr txBox="1"/>
          <p:nvPr>
            <p:ph hasCustomPrompt="1" idx="6" type="title"/>
          </p:nvPr>
        </p:nvSpPr>
        <p:spPr>
          <a:xfrm>
            <a:off x="5117252"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8015" name="Google Shape;8015;p1037"/>
          <p:cNvSpPr txBox="1"/>
          <p:nvPr>
            <p:ph idx="7" type="subTitle"/>
          </p:nvPr>
        </p:nvSpPr>
        <p:spPr>
          <a:xfrm>
            <a:off x="28249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016" name="Google Shape;8016;p1037"/>
          <p:cNvSpPr txBox="1"/>
          <p:nvPr>
            <p:ph idx="8" type="subTitle"/>
          </p:nvPr>
        </p:nvSpPr>
        <p:spPr>
          <a:xfrm>
            <a:off x="28249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017" name="Google Shape;8017;p1037"/>
          <p:cNvSpPr txBox="1"/>
          <p:nvPr>
            <p:ph hasCustomPrompt="1" idx="9" type="title"/>
          </p:nvPr>
        </p:nvSpPr>
        <p:spPr>
          <a:xfrm>
            <a:off x="3189459"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8018" name="Google Shape;8018;p1037"/>
          <p:cNvSpPr txBox="1"/>
          <p:nvPr>
            <p:ph idx="13" type="subTitle"/>
          </p:nvPr>
        </p:nvSpPr>
        <p:spPr>
          <a:xfrm>
            <a:off x="6680545"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8019" name="Google Shape;8019;p1037"/>
          <p:cNvSpPr txBox="1"/>
          <p:nvPr>
            <p:ph idx="14" type="subTitle"/>
          </p:nvPr>
        </p:nvSpPr>
        <p:spPr>
          <a:xfrm>
            <a:off x="6680545"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8020" name="Google Shape;8020;p1037"/>
          <p:cNvSpPr txBox="1"/>
          <p:nvPr>
            <p:ph hasCustomPrompt="1" idx="15" type="title"/>
          </p:nvPr>
        </p:nvSpPr>
        <p:spPr>
          <a:xfrm>
            <a:off x="7045045" y="1975647"/>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10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dk1"/>
        </a:solidFill>
      </p:bgPr>
    </p:bg>
    <p:spTree>
      <p:nvGrpSpPr>
        <p:cNvPr id="8021" name="Shape 8021"/>
        <p:cNvGrpSpPr/>
        <p:nvPr/>
      </p:nvGrpSpPr>
      <p:grpSpPr>
        <a:xfrm>
          <a:off x="0" y="0"/>
          <a:ext cx="0" cy="0"/>
          <a:chOff x="0" y="0"/>
          <a:chExt cx="0" cy="0"/>
        </a:xfrm>
      </p:grpSpPr>
      <p:sp>
        <p:nvSpPr>
          <p:cNvPr id="8022" name="Google Shape;8022;p103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1038"/>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8024" name="Google Shape;8024;p1038"/>
          <p:cNvSpPr txBox="1"/>
          <p:nvPr>
            <p:ph hasCustomPrompt="1" idx="2" type="title"/>
          </p:nvPr>
        </p:nvSpPr>
        <p:spPr>
          <a:xfrm>
            <a:off x="1131163" y="96802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8025" name="Google Shape;8025;p1038"/>
          <p:cNvSpPr txBox="1"/>
          <p:nvPr>
            <p:ph idx="1" type="subTitle"/>
          </p:nvPr>
        </p:nvSpPr>
        <p:spPr>
          <a:xfrm>
            <a:off x="1131163" y="37284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0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
    <p:bg>
      <p:bgPr>
        <a:solidFill>
          <a:schemeClr val="dk1"/>
        </a:solidFill>
      </p:bgPr>
    </p:bg>
    <p:spTree>
      <p:nvGrpSpPr>
        <p:cNvPr id="8026" name="Shape 8026"/>
        <p:cNvGrpSpPr/>
        <p:nvPr/>
      </p:nvGrpSpPr>
      <p:grpSpPr>
        <a:xfrm>
          <a:off x="0" y="0"/>
          <a:ext cx="0" cy="0"/>
          <a:chOff x="0" y="0"/>
          <a:chExt cx="0" cy="0"/>
        </a:xfrm>
      </p:grpSpPr>
      <p:sp>
        <p:nvSpPr>
          <p:cNvPr id="8027" name="Google Shape;8027;p103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1039"/>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8029" name="Google Shape;8029;p1039"/>
          <p:cNvSpPr txBox="1"/>
          <p:nvPr>
            <p:ph hasCustomPrompt="1" idx="2" type="title"/>
          </p:nvPr>
        </p:nvSpPr>
        <p:spPr>
          <a:xfrm>
            <a:off x="3496800" y="894025"/>
            <a:ext cx="2150400" cy="1665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8030" name="Google Shape;8030;p1039"/>
          <p:cNvSpPr txBox="1"/>
          <p:nvPr>
            <p:ph idx="1" type="subTitle"/>
          </p:nvPr>
        </p:nvSpPr>
        <p:spPr>
          <a:xfrm>
            <a:off x="1896450" y="3802475"/>
            <a:ext cx="53511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0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8031" name="Shape 8031"/>
        <p:cNvGrpSpPr/>
        <p:nvPr/>
      </p:nvGrpSpPr>
      <p:grpSpPr>
        <a:xfrm>
          <a:off x="0" y="0"/>
          <a:ext cx="0" cy="0"/>
          <a:chOff x="0" y="0"/>
          <a:chExt cx="0" cy="0"/>
        </a:xfrm>
      </p:grpSpPr>
      <p:sp>
        <p:nvSpPr>
          <p:cNvPr id="8032" name="Google Shape;8032;p104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1040"/>
          <p:cNvSpPr txBox="1"/>
          <p:nvPr>
            <p:ph type="title"/>
          </p:nvPr>
        </p:nvSpPr>
        <p:spPr>
          <a:xfrm>
            <a:off x="1952375" y="3189813"/>
            <a:ext cx="4629600" cy="491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034" name="Google Shape;8034;p1040"/>
          <p:cNvSpPr txBox="1"/>
          <p:nvPr>
            <p:ph idx="1" type="subTitle"/>
          </p:nvPr>
        </p:nvSpPr>
        <p:spPr>
          <a:xfrm>
            <a:off x="1952375" y="1995238"/>
            <a:ext cx="4629600" cy="111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10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
    <p:bg>
      <p:bgPr>
        <a:solidFill>
          <a:schemeClr val="dk1"/>
        </a:solidFill>
      </p:bgPr>
    </p:bg>
    <p:spTree>
      <p:nvGrpSpPr>
        <p:cNvPr id="8035" name="Shape 8035"/>
        <p:cNvGrpSpPr/>
        <p:nvPr/>
      </p:nvGrpSpPr>
      <p:grpSpPr>
        <a:xfrm>
          <a:off x="0" y="0"/>
          <a:ext cx="0" cy="0"/>
          <a:chOff x="0" y="0"/>
          <a:chExt cx="0" cy="0"/>
        </a:xfrm>
      </p:grpSpPr>
      <p:sp>
        <p:nvSpPr>
          <p:cNvPr id="8036" name="Google Shape;8036;p1041"/>
          <p:cNvSpPr txBox="1"/>
          <p:nvPr>
            <p:ph type="title"/>
          </p:nvPr>
        </p:nvSpPr>
        <p:spPr>
          <a:xfrm>
            <a:off x="713250" y="5395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atin typeface="Roboto"/>
                <a:ea typeface="Roboto"/>
                <a:cs typeface="Roboto"/>
                <a:sym typeface="Roboto"/>
              </a:defRPr>
            </a:lvl1pPr>
            <a:lvl2pPr lvl="1">
              <a:spcBef>
                <a:spcPts val="0"/>
              </a:spcBef>
              <a:spcAft>
                <a:spcPts val="0"/>
              </a:spcAft>
              <a:buSzPts val="2800"/>
              <a:buNone/>
              <a:defRPr>
                <a:latin typeface="Roboto"/>
                <a:ea typeface="Roboto"/>
                <a:cs typeface="Roboto"/>
                <a:sym typeface="Roboto"/>
              </a:defRPr>
            </a:lvl2pPr>
            <a:lvl3pPr lvl="2">
              <a:spcBef>
                <a:spcPts val="0"/>
              </a:spcBef>
              <a:spcAft>
                <a:spcPts val="0"/>
              </a:spcAft>
              <a:buSzPts val="2800"/>
              <a:buNone/>
              <a:defRPr>
                <a:latin typeface="Roboto"/>
                <a:ea typeface="Roboto"/>
                <a:cs typeface="Roboto"/>
                <a:sym typeface="Roboto"/>
              </a:defRPr>
            </a:lvl3pPr>
            <a:lvl4pPr lvl="3">
              <a:spcBef>
                <a:spcPts val="0"/>
              </a:spcBef>
              <a:spcAft>
                <a:spcPts val="0"/>
              </a:spcAft>
              <a:buSzPts val="2800"/>
              <a:buNone/>
              <a:defRPr>
                <a:latin typeface="Roboto"/>
                <a:ea typeface="Roboto"/>
                <a:cs typeface="Roboto"/>
                <a:sym typeface="Roboto"/>
              </a:defRPr>
            </a:lvl4pPr>
            <a:lvl5pPr lvl="4">
              <a:spcBef>
                <a:spcPts val="0"/>
              </a:spcBef>
              <a:spcAft>
                <a:spcPts val="0"/>
              </a:spcAft>
              <a:buSzPts val="2800"/>
              <a:buNone/>
              <a:defRPr>
                <a:latin typeface="Roboto"/>
                <a:ea typeface="Roboto"/>
                <a:cs typeface="Roboto"/>
                <a:sym typeface="Roboto"/>
              </a:defRPr>
            </a:lvl5pPr>
            <a:lvl6pPr lvl="5">
              <a:spcBef>
                <a:spcPts val="0"/>
              </a:spcBef>
              <a:spcAft>
                <a:spcPts val="0"/>
              </a:spcAft>
              <a:buSzPts val="2800"/>
              <a:buNone/>
              <a:defRPr>
                <a:latin typeface="Roboto"/>
                <a:ea typeface="Roboto"/>
                <a:cs typeface="Roboto"/>
                <a:sym typeface="Roboto"/>
              </a:defRPr>
            </a:lvl6pPr>
            <a:lvl7pPr lvl="6">
              <a:spcBef>
                <a:spcPts val="0"/>
              </a:spcBef>
              <a:spcAft>
                <a:spcPts val="0"/>
              </a:spcAft>
              <a:buSzPts val="2800"/>
              <a:buNone/>
              <a:defRPr>
                <a:latin typeface="Roboto"/>
                <a:ea typeface="Roboto"/>
                <a:cs typeface="Roboto"/>
                <a:sym typeface="Roboto"/>
              </a:defRPr>
            </a:lvl7pPr>
            <a:lvl8pPr lvl="7">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8037" name="Google Shape;8037;p104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1041"/>
          <p:cNvSpPr txBox="1"/>
          <p:nvPr>
            <p:ph idx="2" type="title"/>
          </p:nvPr>
        </p:nvSpPr>
        <p:spPr>
          <a:xfrm>
            <a:off x="3364525" y="3430088"/>
            <a:ext cx="4629600" cy="491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039" name="Google Shape;8039;p1041"/>
          <p:cNvSpPr txBox="1"/>
          <p:nvPr>
            <p:ph idx="1" type="subTitle"/>
          </p:nvPr>
        </p:nvSpPr>
        <p:spPr>
          <a:xfrm>
            <a:off x="3364525" y="2235513"/>
            <a:ext cx="4629600" cy="111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10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0">
    <p:bg>
      <p:bgPr>
        <a:solidFill>
          <a:schemeClr val="dk1"/>
        </a:solidFill>
      </p:bgPr>
    </p:bg>
    <p:spTree>
      <p:nvGrpSpPr>
        <p:cNvPr id="8040" name="Shape 8040"/>
        <p:cNvGrpSpPr/>
        <p:nvPr/>
      </p:nvGrpSpPr>
      <p:grpSpPr>
        <a:xfrm>
          <a:off x="0" y="0"/>
          <a:ext cx="0" cy="0"/>
          <a:chOff x="0" y="0"/>
          <a:chExt cx="0" cy="0"/>
        </a:xfrm>
      </p:grpSpPr>
      <p:sp>
        <p:nvSpPr>
          <p:cNvPr id="8041" name="Google Shape;8041;p104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1042"/>
          <p:cNvSpPr txBox="1"/>
          <p:nvPr>
            <p:ph hasCustomPrompt="1" type="title"/>
          </p:nvPr>
        </p:nvSpPr>
        <p:spPr>
          <a:xfrm>
            <a:off x="2070613" y="1505850"/>
            <a:ext cx="4774200" cy="1332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043" name="Google Shape;8043;p1042"/>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22">
    <p:bg>
      <p:bgPr>
        <a:solidFill>
          <a:schemeClr val="dk1"/>
        </a:solidFill>
      </p:bgPr>
    </p:bg>
    <p:spTree>
      <p:nvGrpSpPr>
        <p:cNvPr id="8044" name="Shape 8044"/>
        <p:cNvGrpSpPr/>
        <p:nvPr/>
      </p:nvGrpSpPr>
      <p:grpSpPr>
        <a:xfrm>
          <a:off x="0" y="0"/>
          <a:ext cx="0" cy="0"/>
          <a:chOff x="0" y="0"/>
          <a:chExt cx="0" cy="0"/>
        </a:xfrm>
      </p:grpSpPr>
      <p:sp>
        <p:nvSpPr>
          <p:cNvPr id="8045" name="Google Shape;8045;p1043"/>
          <p:cNvSpPr txBox="1"/>
          <p:nvPr>
            <p:ph hasCustomPrompt="1" type="title"/>
          </p:nvPr>
        </p:nvSpPr>
        <p:spPr>
          <a:xfrm>
            <a:off x="2337663" y="1768700"/>
            <a:ext cx="2299800" cy="1209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046" name="Google Shape;8046;p1043"/>
          <p:cNvSpPr txBox="1"/>
          <p:nvPr>
            <p:ph idx="1" type="subTitle"/>
          </p:nvPr>
        </p:nvSpPr>
        <p:spPr>
          <a:xfrm>
            <a:off x="4989538" y="1768700"/>
            <a:ext cx="3188400" cy="1209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047" name="Google Shape;8047;p1043"/>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48" name="Google Shape;8048;p1043"/>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8049" name="Google Shape;8049;p1043"/>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0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bg>
      <p:bgPr>
        <a:solidFill>
          <a:schemeClr val="dk1"/>
        </a:solidFill>
      </p:bgPr>
    </p:bg>
    <p:spTree>
      <p:nvGrpSpPr>
        <p:cNvPr id="8050" name="Shape 8050"/>
        <p:cNvGrpSpPr/>
        <p:nvPr/>
      </p:nvGrpSpPr>
      <p:grpSpPr>
        <a:xfrm>
          <a:off x="0" y="0"/>
          <a:ext cx="0" cy="0"/>
          <a:chOff x="0" y="0"/>
          <a:chExt cx="0" cy="0"/>
        </a:xfrm>
      </p:grpSpPr>
      <p:sp>
        <p:nvSpPr>
          <p:cNvPr id="8051" name="Google Shape;8051;p1044"/>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52" name="Google Shape;8052;p1044"/>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8053" name="Google Shape;8053;p104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054" name="Google Shape;8054;p1044"/>
          <p:cNvSpPr txBox="1"/>
          <p:nvPr>
            <p:ph hasCustomPrompt="1" idx="2" type="title"/>
          </p:nvPr>
        </p:nvSpPr>
        <p:spPr>
          <a:xfrm>
            <a:off x="1153250" y="1714350"/>
            <a:ext cx="2299800" cy="103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055" name="Google Shape;8055;p1044"/>
          <p:cNvSpPr txBox="1"/>
          <p:nvPr>
            <p:ph idx="1" type="subTitle"/>
          </p:nvPr>
        </p:nvSpPr>
        <p:spPr>
          <a:xfrm>
            <a:off x="1153250" y="2750550"/>
            <a:ext cx="2299800" cy="1058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056" name="Google Shape;8056;p1044"/>
          <p:cNvSpPr txBox="1"/>
          <p:nvPr>
            <p:ph hasCustomPrompt="1" idx="3" type="title"/>
          </p:nvPr>
        </p:nvSpPr>
        <p:spPr>
          <a:xfrm>
            <a:off x="5006988" y="1378188"/>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057" name="Google Shape;8057;p1044"/>
          <p:cNvSpPr txBox="1"/>
          <p:nvPr>
            <p:ph idx="4" type="subTitle"/>
          </p:nvPr>
        </p:nvSpPr>
        <p:spPr>
          <a:xfrm>
            <a:off x="5006988" y="202385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058" name="Google Shape;8058;p1044"/>
          <p:cNvSpPr txBox="1"/>
          <p:nvPr>
            <p:ph hasCustomPrompt="1" idx="5" type="title"/>
          </p:nvPr>
        </p:nvSpPr>
        <p:spPr>
          <a:xfrm>
            <a:off x="5006988" y="3133450"/>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059" name="Google Shape;8059;p1044"/>
          <p:cNvSpPr txBox="1"/>
          <p:nvPr>
            <p:ph idx="6" type="subTitle"/>
          </p:nvPr>
        </p:nvSpPr>
        <p:spPr>
          <a:xfrm>
            <a:off x="5006988" y="377900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3">
    <p:bg>
      <p:bgPr>
        <a:solidFill>
          <a:schemeClr val="dk1"/>
        </a:solidFill>
      </p:bgPr>
    </p:bg>
    <p:spTree>
      <p:nvGrpSpPr>
        <p:cNvPr id="8060" name="Shape 8060"/>
        <p:cNvGrpSpPr/>
        <p:nvPr/>
      </p:nvGrpSpPr>
      <p:grpSpPr>
        <a:xfrm>
          <a:off x="0" y="0"/>
          <a:ext cx="0" cy="0"/>
          <a:chOff x="0" y="0"/>
          <a:chExt cx="0" cy="0"/>
        </a:xfrm>
      </p:grpSpPr>
      <p:sp>
        <p:nvSpPr>
          <p:cNvPr id="8061" name="Google Shape;8061;p1045"/>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62" name="Google Shape;8062;p1045"/>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8063" name="Google Shape;8063;p104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064" name="Google Shape;8064;p1045"/>
          <p:cNvSpPr txBox="1"/>
          <p:nvPr>
            <p:ph hasCustomPrompt="1" idx="2" type="title"/>
          </p:nvPr>
        </p:nvSpPr>
        <p:spPr>
          <a:xfrm>
            <a:off x="1153250"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065" name="Google Shape;8065;p1045"/>
          <p:cNvSpPr txBox="1"/>
          <p:nvPr>
            <p:ph idx="1" type="subTitle"/>
          </p:nvPr>
        </p:nvSpPr>
        <p:spPr>
          <a:xfrm>
            <a:off x="1153250" y="3575299"/>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066" name="Google Shape;8066;p1045"/>
          <p:cNvSpPr txBox="1"/>
          <p:nvPr>
            <p:ph hasCustomPrompt="1" idx="3" type="title"/>
          </p:nvPr>
        </p:nvSpPr>
        <p:spPr>
          <a:xfrm>
            <a:off x="3476088"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067" name="Google Shape;8067;p1045"/>
          <p:cNvSpPr txBox="1"/>
          <p:nvPr>
            <p:ph idx="4" type="subTitle"/>
          </p:nvPr>
        </p:nvSpPr>
        <p:spPr>
          <a:xfrm>
            <a:off x="3476100" y="3575295"/>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068" name="Google Shape;8068;p1045"/>
          <p:cNvSpPr txBox="1"/>
          <p:nvPr>
            <p:ph hasCustomPrompt="1" idx="5" type="title"/>
          </p:nvPr>
        </p:nvSpPr>
        <p:spPr>
          <a:xfrm>
            <a:off x="5798944" y="2777254"/>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069" name="Google Shape;8069;p1045"/>
          <p:cNvSpPr txBox="1"/>
          <p:nvPr>
            <p:ph idx="6" type="subTitle"/>
          </p:nvPr>
        </p:nvSpPr>
        <p:spPr>
          <a:xfrm>
            <a:off x="5798944" y="3575198"/>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_1_1">
    <p:bg>
      <p:bgPr>
        <a:solidFill>
          <a:schemeClr val="dk1"/>
        </a:solidFill>
      </p:bgPr>
    </p:bg>
    <p:spTree>
      <p:nvGrpSpPr>
        <p:cNvPr id="8070" name="Shape 8070"/>
        <p:cNvGrpSpPr/>
        <p:nvPr/>
      </p:nvGrpSpPr>
      <p:grpSpPr>
        <a:xfrm>
          <a:off x="0" y="0"/>
          <a:ext cx="0" cy="0"/>
          <a:chOff x="0" y="0"/>
          <a:chExt cx="0" cy="0"/>
        </a:xfrm>
      </p:grpSpPr>
      <p:grpSp>
        <p:nvGrpSpPr>
          <p:cNvPr id="8071" name="Google Shape;8071;p1046"/>
          <p:cNvGrpSpPr/>
          <p:nvPr/>
        </p:nvGrpSpPr>
        <p:grpSpPr>
          <a:xfrm>
            <a:off x="713225" y="539500"/>
            <a:ext cx="7717500" cy="4064400"/>
            <a:chOff x="713225" y="539500"/>
            <a:chExt cx="7717500" cy="4064400"/>
          </a:xfrm>
        </p:grpSpPr>
        <p:sp>
          <p:nvSpPr>
            <p:cNvPr id="8072" name="Google Shape;8072;p104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73" name="Google Shape;8073;p104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074" name="Google Shape;8074;p104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0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_1">
    <p:bg>
      <p:bgPr>
        <a:solidFill>
          <a:schemeClr val="dk1"/>
        </a:solidFill>
      </p:bgPr>
    </p:bg>
    <p:spTree>
      <p:nvGrpSpPr>
        <p:cNvPr id="8075" name="Shape 8075"/>
        <p:cNvGrpSpPr/>
        <p:nvPr/>
      </p:nvGrpSpPr>
      <p:grpSpPr>
        <a:xfrm>
          <a:off x="0" y="0"/>
          <a:ext cx="0" cy="0"/>
          <a:chOff x="0" y="0"/>
          <a:chExt cx="0" cy="0"/>
        </a:xfrm>
      </p:grpSpPr>
      <p:grpSp>
        <p:nvGrpSpPr>
          <p:cNvPr id="8076" name="Google Shape;8076;p1047"/>
          <p:cNvGrpSpPr/>
          <p:nvPr/>
        </p:nvGrpSpPr>
        <p:grpSpPr>
          <a:xfrm>
            <a:off x="713225" y="539500"/>
            <a:ext cx="7717500" cy="4064400"/>
            <a:chOff x="713225" y="539500"/>
            <a:chExt cx="7717500" cy="4064400"/>
          </a:xfrm>
        </p:grpSpPr>
        <p:sp>
          <p:nvSpPr>
            <p:cNvPr id="8077" name="Google Shape;8077;p104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78" name="Google Shape;8078;p104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079" name="Google Shape;8079;p1047"/>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0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1_1_1">
    <p:bg>
      <p:bgPr>
        <a:solidFill>
          <a:schemeClr val="dk1"/>
        </a:solidFill>
      </p:bgPr>
    </p:bg>
    <p:spTree>
      <p:nvGrpSpPr>
        <p:cNvPr id="8080" name="Shape 8080"/>
        <p:cNvGrpSpPr/>
        <p:nvPr/>
      </p:nvGrpSpPr>
      <p:grpSpPr>
        <a:xfrm>
          <a:off x="0" y="0"/>
          <a:ext cx="0" cy="0"/>
          <a:chOff x="0" y="0"/>
          <a:chExt cx="0" cy="0"/>
        </a:xfrm>
      </p:grpSpPr>
      <p:grpSp>
        <p:nvGrpSpPr>
          <p:cNvPr id="8081" name="Google Shape;8081;p1048"/>
          <p:cNvGrpSpPr/>
          <p:nvPr/>
        </p:nvGrpSpPr>
        <p:grpSpPr>
          <a:xfrm>
            <a:off x="713225" y="539500"/>
            <a:ext cx="7717500" cy="4064400"/>
            <a:chOff x="713225" y="539500"/>
            <a:chExt cx="7717500" cy="4064400"/>
          </a:xfrm>
        </p:grpSpPr>
        <p:sp>
          <p:nvSpPr>
            <p:cNvPr id="8082" name="Google Shape;8082;p104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83" name="Google Shape;8083;p104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084" name="Google Shape;8084;p1048"/>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0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BLANK_1_1_1_1_1_1_3">
    <p:bg>
      <p:bgPr>
        <a:solidFill>
          <a:schemeClr val="dk1"/>
        </a:solidFill>
      </p:bgPr>
    </p:bg>
    <p:spTree>
      <p:nvGrpSpPr>
        <p:cNvPr id="8085" name="Shape 8085"/>
        <p:cNvGrpSpPr/>
        <p:nvPr/>
      </p:nvGrpSpPr>
      <p:grpSpPr>
        <a:xfrm>
          <a:off x="0" y="0"/>
          <a:ext cx="0" cy="0"/>
          <a:chOff x="0" y="0"/>
          <a:chExt cx="0" cy="0"/>
        </a:xfrm>
      </p:grpSpPr>
      <p:grpSp>
        <p:nvGrpSpPr>
          <p:cNvPr id="8086" name="Google Shape;8086;p1049"/>
          <p:cNvGrpSpPr/>
          <p:nvPr/>
        </p:nvGrpSpPr>
        <p:grpSpPr>
          <a:xfrm>
            <a:off x="713225" y="539500"/>
            <a:ext cx="7717500" cy="4064400"/>
            <a:chOff x="713225" y="539500"/>
            <a:chExt cx="7717500" cy="4064400"/>
          </a:xfrm>
        </p:grpSpPr>
        <p:sp>
          <p:nvSpPr>
            <p:cNvPr id="8087" name="Google Shape;8087;p104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88" name="Google Shape;8088;p104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089" name="Google Shape;8089;p1049"/>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0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_1_3_1">
    <p:bg>
      <p:bgPr>
        <a:solidFill>
          <a:schemeClr val="dk1"/>
        </a:solidFill>
      </p:bgPr>
    </p:bg>
    <p:spTree>
      <p:nvGrpSpPr>
        <p:cNvPr id="8090" name="Shape 8090"/>
        <p:cNvGrpSpPr/>
        <p:nvPr/>
      </p:nvGrpSpPr>
      <p:grpSpPr>
        <a:xfrm>
          <a:off x="0" y="0"/>
          <a:ext cx="0" cy="0"/>
          <a:chOff x="0" y="0"/>
          <a:chExt cx="0" cy="0"/>
        </a:xfrm>
      </p:grpSpPr>
      <p:grpSp>
        <p:nvGrpSpPr>
          <p:cNvPr id="8091" name="Google Shape;8091;p1050"/>
          <p:cNvGrpSpPr/>
          <p:nvPr/>
        </p:nvGrpSpPr>
        <p:grpSpPr>
          <a:xfrm>
            <a:off x="713225" y="539500"/>
            <a:ext cx="7717500" cy="4064400"/>
            <a:chOff x="713225" y="539500"/>
            <a:chExt cx="7717500" cy="4064400"/>
          </a:xfrm>
        </p:grpSpPr>
        <p:sp>
          <p:nvSpPr>
            <p:cNvPr id="8092" name="Google Shape;8092;p105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93" name="Google Shape;8093;p105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094" name="Google Shape;8094;p1050"/>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0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0">
    <p:bg>
      <p:bgPr>
        <a:solidFill>
          <a:schemeClr val="dk1"/>
        </a:solidFill>
      </p:bgPr>
    </p:bg>
    <p:spTree>
      <p:nvGrpSpPr>
        <p:cNvPr id="8095" name="Shape 8095"/>
        <p:cNvGrpSpPr/>
        <p:nvPr/>
      </p:nvGrpSpPr>
      <p:grpSpPr>
        <a:xfrm>
          <a:off x="0" y="0"/>
          <a:ext cx="0" cy="0"/>
          <a:chOff x="0" y="0"/>
          <a:chExt cx="0" cy="0"/>
        </a:xfrm>
      </p:grpSpPr>
      <p:sp>
        <p:nvSpPr>
          <p:cNvPr id="8096" name="Google Shape;8096;p105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1051"/>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10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_1_1_1_2">
    <p:bg>
      <p:bgPr>
        <a:solidFill>
          <a:schemeClr val="dk1"/>
        </a:solidFill>
      </p:bgPr>
    </p:bg>
    <p:spTree>
      <p:nvGrpSpPr>
        <p:cNvPr id="8098" name="Shape 8098"/>
        <p:cNvGrpSpPr/>
        <p:nvPr/>
      </p:nvGrpSpPr>
      <p:grpSpPr>
        <a:xfrm>
          <a:off x="0" y="0"/>
          <a:ext cx="0" cy="0"/>
          <a:chOff x="0" y="0"/>
          <a:chExt cx="0" cy="0"/>
        </a:xfrm>
      </p:grpSpPr>
      <p:sp>
        <p:nvSpPr>
          <p:cNvPr id="8099" name="Google Shape;8099;p1052"/>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1052"/>
          <p:cNvSpPr txBox="1"/>
          <p:nvPr>
            <p:ph type="title"/>
          </p:nvPr>
        </p:nvSpPr>
        <p:spPr>
          <a:xfrm>
            <a:off x="1263200" y="1298488"/>
            <a:ext cx="2732700" cy="109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8101" name="Google Shape;8101;p1052"/>
          <p:cNvSpPr txBox="1"/>
          <p:nvPr>
            <p:ph idx="1" type="subTitle"/>
          </p:nvPr>
        </p:nvSpPr>
        <p:spPr>
          <a:xfrm>
            <a:off x="1263200" y="2394813"/>
            <a:ext cx="2732700" cy="1541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0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8102" name="Shape 8102"/>
        <p:cNvGrpSpPr/>
        <p:nvPr/>
      </p:nvGrpSpPr>
      <p:grpSpPr>
        <a:xfrm>
          <a:off x="0" y="0"/>
          <a:ext cx="0" cy="0"/>
          <a:chOff x="0" y="0"/>
          <a:chExt cx="0" cy="0"/>
        </a:xfrm>
      </p:grpSpPr>
      <p:sp>
        <p:nvSpPr>
          <p:cNvPr id="8103" name="Google Shape;8103;p1053"/>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1053"/>
          <p:cNvSpPr txBox="1"/>
          <p:nvPr>
            <p:ph type="title"/>
          </p:nvPr>
        </p:nvSpPr>
        <p:spPr>
          <a:xfrm>
            <a:off x="948875" y="1767400"/>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8105" name="Google Shape;8105;p1053"/>
          <p:cNvSpPr txBox="1"/>
          <p:nvPr>
            <p:ph idx="1" type="subTitle"/>
          </p:nvPr>
        </p:nvSpPr>
        <p:spPr>
          <a:xfrm>
            <a:off x="948875" y="2274200"/>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0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1_1_1_2_1_1_1">
    <p:bg>
      <p:bgPr>
        <a:solidFill>
          <a:schemeClr val="dk1"/>
        </a:solidFill>
      </p:bgPr>
    </p:bg>
    <p:spTree>
      <p:nvGrpSpPr>
        <p:cNvPr id="8106" name="Shape 8106"/>
        <p:cNvGrpSpPr/>
        <p:nvPr/>
      </p:nvGrpSpPr>
      <p:grpSpPr>
        <a:xfrm>
          <a:off x="0" y="0"/>
          <a:ext cx="0" cy="0"/>
          <a:chOff x="0" y="0"/>
          <a:chExt cx="0" cy="0"/>
        </a:xfrm>
      </p:grpSpPr>
      <p:grpSp>
        <p:nvGrpSpPr>
          <p:cNvPr id="8107" name="Google Shape;8107;p1054"/>
          <p:cNvGrpSpPr/>
          <p:nvPr/>
        </p:nvGrpSpPr>
        <p:grpSpPr>
          <a:xfrm>
            <a:off x="713225" y="539500"/>
            <a:ext cx="7717500" cy="4064400"/>
            <a:chOff x="713225" y="539500"/>
            <a:chExt cx="7717500" cy="4064400"/>
          </a:xfrm>
        </p:grpSpPr>
        <p:sp>
          <p:nvSpPr>
            <p:cNvPr id="8108" name="Google Shape;8108;p105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09" name="Google Shape;8109;p105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110" name="Google Shape;8110;p105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111" name="Google Shape;8111;p1054"/>
          <p:cNvSpPr txBox="1"/>
          <p:nvPr>
            <p:ph idx="1" type="subTitle"/>
          </p:nvPr>
        </p:nvSpPr>
        <p:spPr>
          <a:xfrm>
            <a:off x="862402" y="2181950"/>
            <a:ext cx="74778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8112" name="Google Shape;8112;p1054"/>
          <p:cNvSpPr txBox="1"/>
          <p:nvPr>
            <p:ph idx="2" type="subTitle"/>
          </p:nvPr>
        </p:nvSpPr>
        <p:spPr>
          <a:xfrm>
            <a:off x="853775" y="2571350"/>
            <a:ext cx="7477800" cy="1937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8113" name="Google Shape;8113;p1054"/>
          <p:cNvSpPr txBox="1"/>
          <p:nvPr>
            <p:ph idx="3" type="subTitle"/>
          </p:nvPr>
        </p:nvSpPr>
        <p:spPr>
          <a:xfrm>
            <a:off x="821225" y="1404325"/>
            <a:ext cx="76095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Tree>
  </p:cSld>
  <p:clrMapOvr>
    <a:masterClrMapping/>
  </p:clrMapOvr>
</p:sldLayout>
</file>

<file path=ppt/slideLayouts/slideLayout10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bg>
      <p:bgPr>
        <a:solidFill>
          <a:schemeClr val="dk1"/>
        </a:solidFill>
      </p:bgPr>
    </p:bg>
    <p:spTree>
      <p:nvGrpSpPr>
        <p:cNvPr id="8114" name="Shape 8114"/>
        <p:cNvGrpSpPr/>
        <p:nvPr/>
      </p:nvGrpSpPr>
      <p:grpSpPr>
        <a:xfrm>
          <a:off x="0" y="0"/>
          <a:ext cx="0" cy="0"/>
          <a:chOff x="0" y="0"/>
          <a:chExt cx="0" cy="0"/>
        </a:xfrm>
      </p:grpSpPr>
      <p:sp>
        <p:nvSpPr>
          <p:cNvPr id="8115" name="Google Shape;8115;p1055"/>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1055"/>
          <p:cNvSpPr txBox="1"/>
          <p:nvPr>
            <p:ph type="title"/>
          </p:nvPr>
        </p:nvSpPr>
        <p:spPr>
          <a:xfrm>
            <a:off x="4762538" y="1024043"/>
            <a:ext cx="3159900" cy="2028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8117" name="Google Shape;8117;p1055"/>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0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bg>
      <p:bgPr>
        <a:solidFill>
          <a:schemeClr val="dk1"/>
        </a:solidFill>
      </p:bgPr>
    </p:bg>
    <p:spTree>
      <p:nvGrpSpPr>
        <p:cNvPr id="8118" name="Shape 8118"/>
        <p:cNvGrpSpPr/>
        <p:nvPr/>
      </p:nvGrpSpPr>
      <p:grpSpPr>
        <a:xfrm>
          <a:off x="0" y="0"/>
          <a:ext cx="0" cy="0"/>
          <a:chOff x="0" y="0"/>
          <a:chExt cx="0" cy="0"/>
        </a:xfrm>
      </p:grpSpPr>
      <p:sp>
        <p:nvSpPr>
          <p:cNvPr id="8119" name="Google Shape;8119;p1056"/>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1056"/>
          <p:cNvSpPr txBox="1"/>
          <p:nvPr>
            <p:ph type="title"/>
          </p:nvPr>
        </p:nvSpPr>
        <p:spPr>
          <a:xfrm>
            <a:off x="954338" y="1773175"/>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8121" name="Google Shape;8121;p1056"/>
          <p:cNvSpPr txBox="1"/>
          <p:nvPr>
            <p:ph idx="1" type="subTitle"/>
          </p:nvPr>
        </p:nvSpPr>
        <p:spPr>
          <a:xfrm>
            <a:off x="954338" y="2279975"/>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0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
    <p:bg>
      <p:bgPr>
        <a:solidFill>
          <a:schemeClr val="dk1"/>
        </a:solidFill>
      </p:bgPr>
    </p:bg>
    <p:spTree>
      <p:nvGrpSpPr>
        <p:cNvPr id="8122" name="Shape 8122"/>
        <p:cNvGrpSpPr/>
        <p:nvPr/>
      </p:nvGrpSpPr>
      <p:grpSpPr>
        <a:xfrm>
          <a:off x="0" y="0"/>
          <a:ext cx="0" cy="0"/>
          <a:chOff x="0" y="0"/>
          <a:chExt cx="0" cy="0"/>
        </a:xfrm>
      </p:grpSpPr>
      <p:grpSp>
        <p:nvGrpSpPr>
          <p:cNvPr id="8123" name="Google Shape;8123;p1057"/>
          <p:cNvGrpSpPr/>
          <p:nvPr/>
        </p:nvGrpSpPr>
        <p:grpSpPr>
          <a:xfrm>
            <a:off x="713225" y="539500"/>
            <a:ext cx="7717500" cy="4064400"/>
            <a:chOff x="713225" y="539500"/>
            <a:chExt cx="7717500" cy="4064400"/>
          </a:xfrm>
        </p:grpSpPr>
        <p:sp>
          <p:nvSpPr>
            <p:cNvPr id="8124" name="Google Shape;8124;p105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25" name="Google Shape;8125;p105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126" name="Google Shape;8126;p105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127" name="Google Shape;8127;p1057"/>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8128" name="Google Shape;8128;p1057"/>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8129" name="Google Shape;8129;p1057"/>
          <p:cNvSpPr txBox="1"/>
          <p:nvPr>
            <p:ph idx="3" type="subTitle"/>
          </p:nvPr>
        </p:nvSpPr>
        <p:spPr>
          <a:xfrm>
            <a:off x="853775" y="2571192"/>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8130" name="Google Shape;8130;p1057"/>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8131" name="Google Shape;8131;p1057"/>
          <p:cNvSpPr txBox="1"/>
          <p:nvPr>
            <p:ph idx="5" type="subTitle"/>
          </p:nvPr>
        </p:nvSpPr>
        <p:spPr>
          <a:xfrm>
            <a:off x="4615325" y="2570500"/>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0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1_1_1_1">
    <p:bg>
      <p:bgPr>
        <a:solidFill>
          <a:schemeClr val="dk1"/>
        </a:solidFill>
      </p:bgPr>
    </p:bg>
    <p:spTree>
      <p:nvGrpSpPr>
        <p:cNvPr id="8132" name="Shape 8132"/>
        <p:cNvGrpSpPr/>
        <p:nvPr/>
      </p:nvGrpSpPr>
      <p:grpSpPr>
        <a:xfrm>
          <a:off x="0" y="0"/>
          <a:ext cx="0" cy="0"/>
          <a:chOff x="0" y="0"/>
          <a:chExt cx="0" cy="0"/>
        </a:xfrm>
      </p:grpSpPr>
      <p:grpSp>
        <p:nvGrpSpPr>
          <p:cNvPr id="8133" name="Google Shape;8133;p1058"/>
          <p:cNvGrpSpPr/>
          <p:nvPr/>
        </p:nvGrpSpPr>
        <p:grpSpPr>
          <a:xfrm>
            <a:off x="713225" y="539500"/>
            <a:ext cx="7717500" cy="4064400"/>
            <a:chOff x="713225" y="539500"/>
            <a:chExt cx="7717500" cy="4064400"/>
          </a:xfrm>
        </p:grpSpPr>
        <p:sp>
          <p:nvSpPr>
            <p:cNvPr id="8134" name="Google Shape;8134;p105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35" name="Google Shape;8135;p105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136" name="Google Shape;8136;p105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137" name="Google Shape;8137;p1058"/>
          <p:cNvSpPr txBox="1"/>
          <p:nvPr>
            <p:ph idx="1" type="subTitle"/>
          </p:nvPr>
        </p:nvSpPr>
        <p:spPr>
          <a:xfrm>
            <a:off x="1422663" y="3527586"/>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138" name="Google Shape;8138;p1058"/>
          <p:cNvSpPr txBox="1"/>
          <p:nvPr>
            <p:ph idx="2" type="subTitle"/>
          </p:nvPr>
        </p:nvSpPr>
        <p:spPr>
          <a:xfrm>
            <a:off x="1422663" y="3098062"/>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139" name="Google Shape;8139;p1058"/>
          <p:cNvSpPr txBox="1"/>
          <p:nvPr>
            <p:ph idx="3" type="subTitle"/>
          </p:nvPr>
        </p:nvSpPr>
        <p:spPr>
          <a:xfrm>
            <a:off x="5336638" y="3527925"/>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140" name="Google Shape;8140;p1058"/>
          <p:cNvSpPr txBox="1"/>
          <p:nvPr>
            <p:ph idx="4" type="subTitle"/>
          </p:nvPr>
        </p:nvSpPr>
        <p:spPr>
          <a:xfrm>
            <a:off x="5336638" y="30980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8">
    <p:bg>
      <p:bgPr>
        <a:solidFill>
          <a:schemeClr val="dk1"/>
        </a:solidFill>
      </p:bgPr>
    </p:bg>
    <p:spTree>
      <p:nvGrpSpPr>
        <p:cNvPr id="8141" name="Shape 8141"/>
        <p:cNvGrpSpPr/>
        <p:nvPr/>
      </p:nvGrpSpPr>
      <p:grpSpPr>
        <a:xfrm>
          <a:off x="0" y="0"/>
          <a:ext cx="0" cy="0"/>
          <a:chOff x="0" y="0"/>
          <a:chExt cx="0" cy="0"/>
        </a:xfrm>
      </p:grpSpPr>
      <p:grpSp>
        <p:nvGrpSpPr>
          <p:cNvPr id="8142" name="Google Shape;8142;p1059"/>
          <p:cNvGrpSpPr/>
          <p:nvPr/>
        </p:nvGrpSpPr>
        <p:grpSpPr>
          <a:xfrm>
            <a:off x="713225" y="539500"/>
            <a:ext cx="7717500" cy="4064400"/>
            <a:chOff x="713225" y="539500"/>
            <a:chExt cx="7717500" cy="4064400"/>
          </a:xfrm>
        </p:grpSpPr>
        <p:sp>
          <p:nvSpPr>
            <p:cNvPr id="8143" name="Google Shape;8143;p105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44" name="Google Shape;8144;p105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145" name="Google Shape;8145;p105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146" name="Google Shape;8146;p1059"/>
          <p:cNvSpPr txBox="1"/>
          <p:nvPr>
            <p:ph idx="1" type="subTitle"/>
          </p:nvPr>
        </p:nvSpPr>
        <p:spPr>
          <a:xfrm>
            <a:off x="2965993" y="1780597"/>
            <a:ext cx="3506400" cy="80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147" name="Google Shape;8147;p1059"/>
          <p:cNvSpPr txBox="1"/>
          <p:nvPr>
            <p:ph idx="2" type="subTitle"/>
          </p:nvPr>
        </p:nvSpPr>
        <p:spPr>
          <a:xfrm>
            <a:off x="2965993" y="1351073"/>
            <a:ext cx="3506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148" name="Google Shape;8148;p1059"/>
          <p:cNvSpPr txBox="1"/>
          <p:nvPr>
            <p:ph idx="3" type="subTitle"/>
          </p:nvPr>
        </p:nvSpPr>
        <p:spPr>
          <a:xfrm>
            <a:off x="2280193" y="3541819"/>
            <a:ext cx="3506400" cy="809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149" name="Google Shape;8149;p1059"/>
          <p:cNvSpPr txBox="1"/>
          <p:nvPr>
            <p:ph idx="4" type="subTitle"/>
          </p:nvPr>
        </p:nvSpPr>
        <p:spPr>
          <a:xfrm>
            <a:off x="2280193" y="3111944"/>
            <a:ext cx="3506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bg>
      <p:bgPr>
        <a:solidFill>
          <a:schemeClr val="dk1"/>
        </a:solidFill>
      </p:bgPr>
    </p:bg>
    <p:spTree>
      <p:nvGrpSpPr>
        <p:cNvPr id="8150" name="Shape 8150"/>
        <p:cNvGrpSpPr/>
        <p:nvPr/>
      </p:nvGrpSpPr>
      <p:grpSpPr>
        <a:xfrm>
          <a:off x="0" y="0"/>
          <a:ext cx="0" cy="0"/>
          <a:chOff x="0" y="0"/>
          <a:chExt cx="0" cy="0"/>
        </a:xfrm>
      </p:grpSpPr>
      <p:grpSp>
        <p:nvGrpSpPr>
          <p:cNvPr id="8151" name="Google Shape;8151;p1060"/>
          <p:cNvGrpSpPr/>
          <p:nvPr/>
        </p:nvGrpSpPr>
        <p:grpSpPr>
          <a:xfrm>
            <a:off x="713225" y="539500"/>
            <a:ext cx="7717500" cy="4064400"/>
            <a:chOff x="713225" y="539500"/>
            <a:chExt cx="7717500" cy="4064400"/>
          </a:xfrm>
        </p:grpSpPr>
        <p:sp>
          <p:nvSpPr>
            <p:cNvPr id="8152" name="Google Shape;8152;p106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53" name="Google Shape;8153;p106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154" name="Google Shape;8154;p106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155" name="Google Shape;8155;p1060"/>
          <p:cNvSpPr txBox="1"/>
          <p:nvPr>
            <p:ph idx="1" type="subTitle"/>
          </p:nvPr>
        </p:nvSpPr>
        <p:spPr>
          <a:xfrm>
            <a:off x="1041662" y="2850162"/>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156" name="Google Shape;8156;p1060"/>
          <p:cNvSpPr txBox="1"/>
          <p:nvPr>
            <p:ph idx="2" type="subTitle"/>
          </p:nvPr>
        </p:nvSpPr>
        <p:spPr>
          <a:xfrm>
            <a:off x="1041662"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157" name="Google Shape;8157;p1060"/>
          <p:cNvSpPr txBox="1"/>
          <p:nvPr>
            <p:ph idx="3" type="subTitle"/>
          </p:nvPr>
        </p:nvSpPr>
        <p:spPr>
          <a:xfrm>
            <a:off x="6437934" y="2850513"/>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158" name="Google Shape;8158;p1060"/>
          <p:cNvSpPr txBox="1"/>
          <p:nvPr>
            <p:ph idx="4" type="subTitle"/>
          </p:nvPr>
        </p:nvSpPr>
        <p:spPr>
          <a:xfrm>
            <a:off x="6437934"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6">
    <p:bg>
      <p:bgPr>
        <a:solidFill>
          <a:schemeClr val="dk1"/>
        </a:solidFill>
      </p:bgPr>
    </p:bg>
    <p:spTree>
      <p:nvGrpSpPr>
        <p:cNvPr id="8159" name="Shape 8159"/>
        <p:cNvGrpSpPr/>
        <p:nvPr/>
      </p:nvGrpSpPr>
      <p:grpSpPr>
        <a:xfrm>
          <a:off x="0" y="0"/>
          <a:ext cx="0" cy="0"/>
          <a:chOff x="0" y="0"/>
          <a:chExt cx="0" cy="0"/>
        </a:xfrm>
      </p:grpSpPr>
      <p:grpSp>
        <p:nvGrpSpPr>
          <p:cNvPr id="8160" name="Google Shape;8160;p1061"/>
          <p:cNvGrpSpPr/>
          <p:nvPr/>
        </p:nvGrpSpPr>
        <p:grpSpPr>
          <a:xfrm>
            <a:off x="713225" y="539500"/>
            <a:ext cx="7717500" cy="4064400"/>
            <a:chOff x="713225" y="539500"/>
            <a:chExt cx="7717500" cy="4064400"/>
          </a:xfrm>
        </p:grpSpPr>
        <p:sp>
          <p:nvSpPr>
            <p:cNvPr id="8161" name="Google Shape;8161;p106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62" name="Google Shape;8162;p106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163" name="Google Shape;8163;p106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164" name="Google Shape;8164;p1061"/>
          <p:cNvSpPr txBox="1"/>
          <p:nvPr>
            <p:ph idx="1" type="subTitle"/>
          </p:nvPr>
        </p:nvSpPr>
        <p:spPr>
          <a:xfrm>
            <a:off x="1425525" y="1808851"/>
            <a:ext cx="2384700" cy="2377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
        <p:nvSpPr>
          <p:cNvPr id="8165" name="Google Shape;8165;p1061"/>
          <p:cNvSpPr txBox="1"/>
          <p:nvPr>
            <p:ph idx="2" type="subTitle"/>
          </p:nvPr>
        </p:nvSpPr>
        <p:spPr>
          <a:xfrm>
            <a:off x="5333725" y="1808850"/>
            <a:ext cx="2384700" cy="2356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0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_1_1_1">
    <p:bg>
      <p:bgPr>
        <a:solidFill>
          <a:schemeClr val="dk1"/>
        </a:solidFill>
      </p:bgPr>
    </p:bg>
    <p:spTree>
      <p:nvGrpSpPr>
        <p:cNvPr id="8166" name="Shape 8166"/>
        <p:cNvGrpSpPr/>
        <p:nvPr/>
      </p:nvGrpSpPr>
      <p:grpSpPr>
        <a:xfrm>
          <a:off x="0" y="0"/>
          <a:ext cx="0" cy="0"/>
          <a:chOff x="0" y="0"/>
          <a:chExt cx="0" cy="0"/>
        </a:xfrm>
      </p:grpSpPr>
      <p:grpSp>
        <p:nvGrpSpPr>
          <p:cNvPr id="8167" name="Google Shape;8167;p1062"/>
          <p:cNvGrpSpPr/>
          <p:nvPr/>
        </p:nvGrpSpPr>
        <p:grpSpPr>
          <a:xfrm>
            <a:off x="713225" y="539500"/>
            <a:ext cx="7717500" cy="4064400"/>
            <a:chOff x="713225" y="539500"/>
            <a:chExt cx="7717500" cy="4064400"/>
          </a:xfrm>
        </p:grpSpPr>
        <p:sp>
          <p:nvSpPr>
            <p:cNvPr id="8168" name="Google Shape;8168;p106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69" name="Google Shape;8169;p106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170" name="Google Shape;8170;p106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171" name="Google Shape;8171;p1062"/>
          <p:cNvSpPr txBox="1"/>
          <p:nvPr>
            <p:ph idx="1" type="subTitle"/>
          </p:nvPr>
        </p:nvSpPr>
        <p:spPr>
          <a:xfrm>
            <a:off x="852300" y="16473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8172" name="Google Shape;8172;p1062"/>
          <p:cNvSpPr txBox="1"/>
          <p:nvPr>
            <p:ph idx="2" type="subTitle"/>
          </p:nvPr>
        </p:nvSpPr>
        <p:spPr>
          <a:xfrm>
            <a:off x="852300" y="12178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8173" name="Google Shape;8173;p1062"/>
          <p:cNvSpPr txBox="1"/>
          <p:nvPr>
            <p:ph idx="3" type="subTitle"/>
          </p:nvPr>
        </p:nvSpPr>
        <p:spPr>
          <a:xfrm>
            <a:off x="852300" y="27819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8174" name="Google Shape;8174;p1062"/>
          <p:cNvSpPr txBox="1"/>
          <p:nvPr>
            <p:ph idx="4" type="subTitle"/>
          </p:nvPr>
        </p:nvSpPr>
        <p:spPr>
          <a:xfrm>
            <a:off x="852300" y="23524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8175" name="Google Shape;8175;p1062"/>
          <p:cNvSpPr txBox="1"/>
          <p:nvPr>
            <p:ph idx="5" type="subTitle"/>
          </p:nvPr>
        </p:nvSpPr>
        <p:spPr>
          <a:xfrm>
            <a:off x="852300" y="3916538"/>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8176" name="Google Shape;8176;p1062"/>
          <p:cNvSpPr txBox="1"/>
          <p:nvPr>
            <p:ph idx="6" type="subTitle"/>
          </p:nvPr>
        </p:nvSpPr>
        <p:spPr>
          <a:xfrm>
            <a:off x="852300" y="34870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0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bg>
      <p:bgPr>
        <a:solidFill>
          <a:schemeClr val="dk1"/>
        </a:solidFill>
      </p:bgPr>
    </p:bg>
    <p:spTree>
      <p:nvGrpSpPr>
        <p:cNvPr id="8177" name="Shape 8177"/>
        <p:cNvGrpSpPr/>
        <p:nvPr/>
      </p:nvGrpSpPr>
      <p:grpSpPr>
        <a:xfrm>
          <a:off x="0" y="0"/>
          <a:ext cx="0" cy="0"/>
          <a:chOff x="0" y="0"/>
          <a:chExt cx="0" cy="0"/>
        </a:xfrm>
      </p:grpSpPr>
      <p:grpSp>
        <p:nvGrpSpPr>
          <p:cNvPr id="8178" name="Google Shape;8178;p1063"/>
          <p:cNvGrpSpPr/>
          <p:nvPr/>
        </p:nvGrpSpPr>
        <p:grpSpPr>
          <a:xfrm>
            <a:off x="713225" y="539500"/>
            <a:ext cx="7717500" cy="4064400"/>
            <a:chOff x="713225" y="539500"/>
            <a:chExt cx="7717500" cy="4064400"/>
          </a:xfrm>
        </p:grpSpPr>
        <p:sp>
          <p:nvSpPr>
            <p:cNvPr id="8179" name="Google Shape;8179;p106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80" name="Google Shape;8180;p106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181" name="Google Shape;8181;p106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182" name="Google Shape;8182;p1063"/>
          <p:cNvSpPr txBox="1"/>
          <p:nvPr>
            <p:ph idx="1" type="subTitle"/>
          </p:nvPr>
        </p:nvSpPr>
        <p:spPr>
          <a:xfrm>
            <a:off x="919850"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183" name="Google Shape;8183;p1063"/>
          <p:cNvSpPr txBox="1"/>
          <p:nvPr>
            <p:ph idx="2" type="subTitle"/>
          </p:nvPr>
        </p:nvSpPr>
        <p:spPr>
          <a:xfrm>
            <a:off x="919850"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184" name="Google Shape;8184;p1063"/>
          <p:cNvSpPr txBox="1"/>
          <p:nvPr>
            <p:ph idx="3" type="subTitle"/>
          </p:nvPr>
        </p:nvSpPr>
        <p:spPr>
          <a:xfrm>
            <a:off x="3500699"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185" name="Google Shape;8185;p1063"/>
          <p:cNvSpPr txBox="1"/>
          <p:nvPr>
            <p:ph idx="4" type="subTitle"/>
          </p:nvPr>
        </p:nvSpPr>
        <p:spPr>
          <a:xfrm>
            <a:off x="3500697"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186" name="Google Shape;8186;p1063"/>
          <p:cNvSpPr txBox="1"/>
          <p:nvPr>
            <p:ph idx="5" type="subTitle"/>
          </p:nvPr>
        </p:nvSpPr>
        <p:spPr>
          <a:xfrm>
            <a:off x="6069048"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187" name="Google Shape;8187;p1063"/>
          <p:cNvSpPr txBox="1"/>
          <p:nvPr>
            <p:ph idx="6" type="subTitle"/>
          </p:nvPr>
        </p:nvSpPr>
        <p:spPr>
          <a:xfrm>
            <a:off x="6069043"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1_1_1_1_1_1">
    <p:bg>
      <p:bgPr>
        <a:solidFill>
          <a:schemeClr val="dk1"/>
        </a:solidFill>
      </p:bgPr>
    </p:bg>
    <p:spTree>
      <p:nvGrpSpPr>
        <p:cNvPr id="8188" name="Shape 8188"/>
        <p:cNvGrpSpPr/>
        <p:nvPr/>
      </p:nvGrpSpPr>
      <p:grpSpPr>
        <a:xfrm>
          <a:off x="0" y="0"/>
          <a:ext cx="0" cy="0"/>
          <a:chOff x="0" y="0"/>
          <a:chExt cx="0" cy="0"/>
        </a:xfrm>
      </p:grpSpPr>
      <p:grpSp>
        <p:nvGrpSpPr>
          <p:cNvPr id="8189" name="Google Shape;8189;p1064"/>
          <p:cNvGrpSpPr/>
          <p:nvPr/>
        </p:nvGrpSpPr>
        <p:grpSpPr>
          <a:xfrm>
            <a:off x="713225" y="539500"/>
            <a:ext cx="7717500" cy="4064400"/>
            <a:chOff x="713225" y="539500"/>
            <a:chExt cx="7717500" cy="4064400"/>
          </a:xfrm>
        </p:grpSpPr>
        <p:sp>
          <p:nvSpPr>
            <p:cNvPr id="8190" name="Google Shape;8190;p106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91" name="Google Shape;8191;p106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192" name="Google Shape;8192;p106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193" name="Google Shape;8193;p1064"/>
          <p:cNvSpPr txBox="1"/>
          <p:nvPr>
            <p:ph idx="1" type="subTitle"/>
          </p:nvPr>
        </p:nvSpPr>
        <p:spPr>
          <a:xfrm>
            <a:off x="919850" y="28955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194" name="Google Shape;8194;p1064"/>
          <p:cNvSpPr txBox="1"/>
          <p:nvPr>
            <p:ph idx="2" type="subTitle"/>
          </p:nvPr>
        </p:nvSpPr>
        <p:spPr>
          <a:xfrm>
            <a:off x="919850" y="23982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195" name="Google Shape;8195;p1064"/>
          <p:cNvSpPr txBox="1"/>
          <p:nvPr>
            <p:ph idx="3" type="subTitle"/>
          </p:nvPr>
        </p:nvSpPr>
        <p:spPr>
          <a:xfrm>
            <a:off x="3500700" y="32003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196" name="Google Shape;8196;p1064"/>
          <p:cNvSpPr txBox="1"/>
          <p:nvPr>
            <p:ph idx="4" type="subTitle"/>
          </p:nvPr>
        </p:nvSpPr>
        <p:spPr>
          <a:xfrm>
            <a:off x="3500697" y="27030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197" name="Google Shape;8197;p1064"/>
          <p:cNvSpPr txBox="1"/>
          <p:nvPr>
            <p:ph idx="5" type="subTitle"/>
          </p:nvPr>
        </p:nvSpPr>
        <p:spPr>
          <a:xfrm>
            <a:off x="6069049" y="35051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198" name="Google Shape;8198;p1064"/>
          <p:cNvSpPr txBox="1"/>
          <p:nvPr>
            <p:ph idx="6" type="subTitle"/>
          </p:nvPr>
        </p:nvSpPr>
        <p:spPr>
          <a:xfrm>
            <a:off x="6069043" y="30078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BLANK_1_1_1_1_1_1_1_1_1_1">
    <p:bg>
      <p:bgPr>
        <a:solidFill>
          <a:schemeClr val="dk1"/>
        </a:solidFill>
      </p:bgPr>
    </p:bg>
    <p:spTree>
      <p:nvGrpSpPr>
        <p:cNvPr id="8199" name="Shape 8199"/>
        <p:cNvGrpSpPr/>
        <p:nvPr/>
      </p:nvGrpSpPr>
      <p:grpSpPr>
        <a:xfrm>
          <a:off x="0" y="0"/>
          <a:ext cx="0" cy="0"/>
          <a:chOff x="0" y="0"/>
          <a:chExt cx="0" cy="0"/>
        </a:xfrm>
      </p:grpSpPr>
      <p:grpSp>
        <p:nvGrpSpPr>
          <p:cNvPr id="8200" name="Google Shape;8200;p1065"/>
          <p:cNvGrpSpPr/>
          <p:nvPr/>
        </p:nvGrpSpPr>
        <p:grpSpPr>
          <a:xfrm>
            <a:off x="713225" y="539500"/>
            <a:ext cx="7717500" cy="4064400"/>
            <a:chOff x="713225" y="539500"/>
            <a:chExt cx="7717500" cy="4064400"/>
          </a:xfrm>
        </p:grpSpPr>
        <p:sp>
          <p:nvSpPr>
            <p:cNvPr id="8201" name="Google Shape;8201;p106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02" name="Google Shape;8202;p106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203" name="Google Shape;8203;p106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204" name="Google Shape;8204;p1065"/>
          <p:cNvSpPr txBox="1"/>
          <p:nvPr>
            <p:ph idx="1" type="subTitle"/>
          </p:nvPr>
        </p:nvSpPr>
        <p:spPr>
          <a:xfrm>
            <a:off x="111297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205" name="Google Shape;8205;p1065"/>
          <p:cNvSpPr txBox="1"/>
          <p:nvPr>
            <p:ph idx="2" type="subTitle"/>
          </p:nvPr>
        </p:nvSpPr>
        <p:spPr>
          <a:xfrm>
            <a:off x="111297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06" name="Google Shape;8206;p1065"/>
          <p:cNvSpPr txBox="1"/>
          <p:nvPr>
            <p:ph idx="3" type="subTitle"/>
          </p:nvPr>
        </p:nvSpPr>
        <p:spPr>
          <a:xfrm>
            <a:off x="3497250" y="18612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207" name="Google Shape;8207;p1065"/>
          <p:cNvSpPr txBox="1"/>
          <p:nvPr>
            <p:ph idx="4" type="subTitle"/>
          </p:nvPr>
        </p:nvSpPr>
        <p:spPr>
          <a:xfrm>
            <a:off x="3497250" y="13639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08" name="Google Shape;8208;p1065"/>
          <p:cNvSpPr txBox="1"/>
          <p:nvPr>
            <p:ph idx="5" type="subTitle"/>
          </p:nvPr>
        </p:nvSpPr>
        <p:spPr>
          <a:xfrm>
            <a:off x="588152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209" name="Google Shape;8209;p1065"/>
          <p:cNvSpPr txBox="1"/>
          <p:nvPr>
            <p:ph idx="6" type="subTitle"/>
          </p:nvPr>
        </p:nvSpPr>
        <p:spPr>
          <a:xfrm>
            <a:off x="588152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2">
    <p:bg>
      <p:bgPr>
        <a:solidFill>
          <a:schemeClr val="dk1"/>
        </a:solidFill>
      </p:bgPr>
    </p:bg>
    <p:spTree>
      <p:nvGrpSpPr>
        <p:cNvPr id="8210" name="Shape 8210"/>
        <p:cNvGrpSpPr/>
        <p:nvPr/>
      </p:nvGrpSpPr>
      <p:grpSpPr>
        <a:xfrm>
          <a:off x="0" y="0"/>
          <a:ext cx="0" cy="0"/>
          <a:chOff x="0" y="0"/>
          <a:chExt cx="0" cy="0"/>
        </a:xfrm>
      </p:grpSpPr>
      <p:grpSp>
        <p:nvGrpSpPr>
          <p:cNvPr id="8211" name="Google Shape;8211;p1066"/>
          <p:cNvGrpSpPr/>
          <p:nvPr/>
        </p:nvGrpSpPr>
        <p:grpSpPr>
          <a:xfrm>
            <a:off x="713225" y="539500"/>
            <a:ext cx="7717500" cy="4064400"/>
            <a:chOff x="713225" y="539500"/>
            <a:chExt cx="7717500" cy="4064400"/>
          </a:xfrm>
        </p:grpSpPr>
        <p:sp>
          <p:nvSpPr>
            <p:cNvPr id="8212" name="Google Shape;8212;p106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13" name="Google Shape;8213;p106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214" name="Google Shape;8214;p106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215" name="Google Shape;8215;p1066"/>
          <p:cNvSpPr txBox="1"/>
          <p:nvPr>
            <p:ph idx="1" type="subTitle"/>
          </p:nvPr>
        </p:nvSpPr>
        <p:spPr>
          <a:xfrm>
            <a:off x="945800" y="1875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8216" name="Google Shape;8216;p1066"/>
          <p:cNvSpPr txBox="1"/>
          <p:nvPr>
            <p:ph idx="2" type="subTitle"/>
          </p:nvPr>
        </p:nvSpPr>
        <p:spPr>
          <a:xfrm>
            <a:off x="945800" y="1446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8217" name="Google Shape;8217;p1066"/>
          <p:cNvSpPr txBox="1"/>
          <p:nvPr>
            <p:ph idx="3" type="subTitle"/>
          </p:nvPr>
        </p:nvSpPr>
        <p:spPr>
          <a:xfrm>
            <a:off x="5153800" y="2781950"/>
            <a:ext cx="30444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8218" name="Google Shape;8218;p1066"/>
          <p:cNvSpPr txBox="1"/>
          <p:nvPr>
            <p:ph idx="4" type="subTitle"/>
          </p:nvPr>
        </p:nvSpPr>
        <p:spPr>
          <a:xfrm>
            <a:off x="5153800" y="2352425"/>
            <a:ext cx="3044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8219" name="Google Shape;8219;p1066"/>
          <p:cNvSpPr txBox="1"/>
          <p:nvPr>
            <p:ph idx="5" type="subTitle"/>
          </p:nvPr>
        </p:nvSpPr>
        <p:spPr>
          <a:xfrm>
            <a:off x="945800" y="3687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8220" name="Google Shape;8220;p1066"/>
          <p:cNvSpPr txBox="1"/>
          <p:nvPr>
            <p:ph idx="6" type="subTitle"/>
          </p:nvPr>
        </p:nvSpPr>
        <p:spPr>
          <a:xfrm>
            <a:off x="945800" y="3258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0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5">
    <p:bg>
      <p:bgPr>
        <a:solidFill>
          <a:schemeClr val="dk1"/>
        </a:solidFill>
      </p:bgPr>
    </p:bg>
    <p:spTree>
      <p:nvGrpSpPr>
        <p:cNvPr id="8221" name="Shape 8221"/>
        <p:cNvGrpSpPr/>
        <p:nvPr/>
      </p:nvGrpSpPr>
      <p:grpSpPr>
        <a:xfrm>
          <a:off x="0" y="0"/>
          <a:ext cx="0" cy="0"/>
          <a:chOff x="0" y="0"/>
          <a:chExt cx="0" cy="0"/>
        </a:xfrm>
      </p:grpSpPr>
      <p:grpSp>
        <p:nvGrpSpPr>
          <p:cNvPr id="8222" name="Google Shape;8222;p1067"/>
          <p:cNvGrpSpPr/>
          <p:nvPr/>
        </p:nvGrpSpPr>
        <p:grpSpPr>
          <a:xfrm>
            <a:off x="713225" y="539500"/>
            <a:ext cx="7717500" cy="4064400"/>
            <a:chOff x="713225" y="539500"/>
            <a:chExt cx="7717500" cy="4064400"/>
          </a:xfrm>
        </p:grpSpPr>
        <p:sp>
          <p:nvSpPr>
            <p:cNvPr id="8223" name="Google Shape;8223;p106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24" name="Google Shape;8224;p106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225" name="Google Shape;8225;p106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226" name="Google Shape;8226;p1067"/>
          <p:cNvSpPr txBox="1"/>
          <p:nvPr>
            <p:ph idx="1" type="subTitle"/>
          </p:nvPr>
        </p:nvSpPr>
        <p:spPr>
          <a:xfrm>
            <a:off x="1658100" y="1978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8227" name="Google Shape;8227;p1067"/>
          <p:cNvSpPr txBox="1"/>
          <p:nvPr>
            <p:ph idx="2" type="subTitle"/>
          </p:nvPr>
        </p:nvSpPr>
        <p:spPr>
          <a:xfrm>
            <a:off x="1658100" y="1549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8228" name="Google Shape;8228;p1067"/>
          <p:cNvSpPr txBox="1"/>
          <p:nvPr>
            <p:ph idx="3" type="subTitle"/>
          </p:nvPr>
        </p:nvSpPr>
        <p:spPr>
          <a:xfrm>
            <a:off x="1658100" y="2884846"/>
            <a:ext cx="62850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8229" name="Google Shape;8229;p1067"/>
          <p:cNvSpPr txBox="1"/>
          <p:nvPr>
            <p:ph idx="4" type="subTitle"/>
          </p:nvPr>
        </p:nvSpPr>
        <p:spPr>
          <a:xfrm>
            <a:off x="1658100" y="2455321"/>
            <a:ext cx="62850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8230" name="Google Shape;8230;p1067"/>
          <p:cNvSpPr txBox="1"/>
          <p:nvPr>
            <p:ph idx="5" type="subTitle"/>
          </p:nvPr>
        </p:nvSpPr>
        <p:spPr>
          <a:xfrm>
            <a:off x="1658100" y="3790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8231" name="Google Shape;8231;p1067"/>
          <p:cNvSpPr txBox="1"/>
          <p:nvPr>
            <p:ph idx="6" type="subTitle"/>
          </p:nvPr>
        </p:nvSpPr>
        <p:spPr>
          <a:xfrm>
            <a:off x="1658100" y="3361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0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24">
    <p:bg>
      <p:bgPr>
        <a:solidFill>
          <a:schemeClr val="dk1"/>
        </a:solidFill>
      </p:bgPr>
    </p:bg>
    <p:spTree>
      <p:nvGrpSpPr>
        <p:cNvPr id="8232" name="Shape 8232"/>
        <p:cNvGrpSpPr/>
        <p:nvPr/>
      </p:nvGrpSpPr>
      <p:grpSpPr>
        <a:xfrm>
          <a:off x="0" y="0"/>
          <a:ext cx="0" cy="0"/>
          <a:chOff x="0" y="0"/>
          <a:chExt cx="0" cy="0"/>
        </a:xfrm>
      </p:grpSpPr>
      <p:grpSp>
        <p:nvGrpSpPr>
          <p:cNvPr id="8233" name="Google Shape;8233;p1068"/>
          <p:cNvGrpSpPr/>
          <p:nvPr/>
        </p:nvGrpSpPr>
        <p:grpSpPr>
          <a:xfrm>
            <a:off x="713225" y="539500"/>
            <a:ext cx="7717500" cy="4064400"/>
            <a:chOff x="713225" y="539500"/>
            <a:chExt cx="7717500" cy="4064400"/>
          </a:xfrm>
        </p:grpSpPr>
        <p:sp>
          <p:nvSpPr>
            <p:cNvPr id="8234" name="Google Shape;8234;p106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35" name="Google Shape;8235;p106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236" name="Google Shape;8236;p106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237" name="Google Shape;8237;p1068"/>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8238" name="Google Shape;8238;p1068"/>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8239" name="Google Shape;8239;p1068"/>
          <p:cNvSpPr txBox="1"/>
          <p:nvPr>
            <p:ph idx="3" type="subTitle"/>
          </p:nvPr>
        </p:nvSpPr>
        <p:spPr>
          <a:xfrm>
            <a:off x="853775" y="257119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8240" name="Google Shape;8240;p1068"/>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8241" name="Google Shape;8241;p1068"/>
          <p:cNvSpPr txBox="1"/>
          <p:nvPr>
            <p:ph idx="5" type="subTitle"/>
          </p:nvPr>
        </p:nvSpPr>
        <p:spPr>
          <a:xfrm>
            <a:off x="4452875" y="2570500"/>
            <a:ext cx="3761700" cy="172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8242" name="Google Shape;8242;p1068"/>
          <p:cNvSpPr txBox="1"/>
          <p:nvPr>
            <p:ph idx="6" type="subTitle"/>
          </p:nvPr>
        </p:nvSpPr>
        <p:spPr>
          <a:xfrm>
            <a:off x="853775" y="323750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8243" name="Google Shape;8243;p1068"/>
          <p:cNvSpPr txBox="1"/>
          <p:nvPr>
            <p:ph idx="7" type="subTitle"/>
          </p:nvPr>
        </p:nvSpPr>
        <p:spPr>
          <a:xfrm>
            <a:off x="853775" y="362674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0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_1_1_1_1">
    <p:bg>
      <p:bgPr>
        <a:solidFill>
          <a:schemeClr val="dk1"/>
        </a:solidFill>
      </p:bgPr>
    </p:bg>
    <p:spTree>
      <p:nvGrpSpPr>
        <p:cNvPr id="8244" name="Shape 8244"/>
        <p:cNvGrpSpPr/>
        <p:nvPr/>
      </p:nvGrpSpPr>
      <p:grpSpPr>
        <a:xfrm>
          <a:off x="0" y="0"/>
          <a:ext cx="0" cy="0"/>
          <a:chOff x="0" y="0"/>
          <a:chExt cx="0" cy="0"/>
        </a:xfrm>
      </p:grpSpPr>
      <p:grpSp>
        <p:nvGrpSpPr>
          <p:cNvPr id="8245" name="Google Shape;8245;p1069"/>
          <p:cNvGrpSpPr/>
          <p:nvPr/>
        </p:nvGrpSpPr>
        <p:grpSpPr>
          <a:xfrm>
            <a:off x="713225" y="539500"/>
            <a:ext cx="7717500" cy="4064400"/>
            <a:chOff x="713225" y="539500"/>
            <a:chExt cx="7717500" cy="4064400"/>
          </a:xfrm>
        </p:grpSpPr>
        <p:sp>
          <p:nvSpPr>
            <p:cNvPr id="8246" name="Google Shape;8246;p106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47" name="Google Shape;8247;p106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248" name="Google Shape;8248;p106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249" name="Google Shape;8249;p1069"/>
          <p:cNvSpPr txBox="1"/>
          <p:nvPr>
            <p:ph idx="1" type="subTitle"/>
          </p:nvPr>
        </p:nvSpPr>
        <p:spPr>
          <a:xfrm>
            <a:off x="1112425"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250" name="Google Shape;8250;p1069"/>
          <p:cNvSpPr txBox="1"/>
          <p:nvPr>
            <p:ph idx="2" type="subTitle"/>
          </p:nvPr>
        </p:nvSpPr>
        <p:spPr>
          <a:xfrm>
            <a:off x="1112425"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51" name="Google Shape;8251;p1069"/>
          <p:cNvSpPr txBox="1"/>
          <p:nvPr>
            <p:ph idx="3" type="subTitle"/>
          </p:nvPr>
        </p:nvSpPr>
        <p:spPr>
          <a:xfrm>
            <a:off x="5584150"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252" name="Google Shape;8252;p1069"/>
          <p:cNvSpPr txBox="1"/>
          <p:nvPr>
            <p:ph idx="4" type="subTitle"/>
          </p:nvPr>
        </p:nvSpPr>
        <p:spPr>
          <a:xfrm>
            <a:off x="5584150"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53" name="Google Shape;8253;p1069"/>
          <p:cNvSpPr txBox="1"/>
          <p:nvPr>
            <p:ph idx="5" type="subTitle"/>
          </p:nvPr>
        </p:nvSpPr>
        <p:spPr>
          <a:xfrm>
            <a:off x="1112425"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254" name="Google Shape;8254;p1069"/>
          <p:cNvSpPr txBox="1"/>
          <p:nvPr>
            <p:ph idx="6" type="subTitle"/>
          </p:nvPr>
        </p:nvSpPr>
        <p:spPr>
          <a:xfrm>
            <a:off x="1112425"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55" name="Google Shape;8255;p1069"/>
          <p:cNvSpPr txBox="1"/>
          <p:nvPr>
            <p:ph idx="7" type="subTitle"/>
          </p:nvPr>
        </p:nvSpPr>
        <p:spPr>
          <a:xfrm>
            <a:off x="5584150"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256" name="Google Shape;8256;p1069"/>
          <p:cNvSpPr txBox="1"/>
          <p:nvPr>
            <p:ph idx="8" type="subTitle"/>
          </p:nvPr>
        </p:nvSpPr>
        <p:spPr>
          <a:xfrm>
            <a:off x="5584150"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1_1_1_1_1">
    <p:bg>
      <p:bgPr>
        <a:solidFill>
          <a:schemeClr val="dk1"/>
        </a:solidFill>
      </p:bgPr>
    </p:bg>
    <p:spTree>
      <p:nvGrpSpPr>
        <p:cNvPr id="8257" name="Shape 8257"/>
        <p:cNvGrpSpPr/>
        <p:nvPr/>
      </p:nvGrpSpPr>
      <p:grpSpPr>
        <a:xfrm>
          <a:off x="0" y="0"/>
          <a:ext cx="0" cy="0"/>
          <a:chOff x="0" y="0"/>
          <a:chExt cx="0" cy="0"/>
        </a:xfrm>
      </p:grpSpPr>
      <p:grpSp>
        <p:nvGrpSpPr>
          <p:cNvPr id="8258" name="Google Shape;8258;p1070"/>
          <p:cNvGrpSpPr/>
          <p:nvPr/>
        </p:nvGrpSpPr>
        <p:grpSpPr>
          <a:xfrm>
            <a:off x="713300" y="539550"/>
            <a:ext cx="7717500" cy="4064400"/>
            <a:chOff x="713300" y="539550"/>
            <a:chExt cx="7717500" cy="4064400"/>
          </a:xfrm>
        </p:grpSpPr>
        <p:cxnSp>
          <p:nvCxnSpPr>
            <p:cNvPr id="8259" name="Google Shape;8259;p1070"/>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8260" name="Google Shape;8260;p1070"/>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1" name="Google Shape;8261;p107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262" name="Google Shape;8262;p1070"/>
          <p:cNvSpPr txBox="1"/>
          <p:nvPr>
            <p:ph idx="1" type="subTitle"/>
          </p:nvPr>
        </p:nvSpPr>
        <p:spPr>
          <a:xfrm>
            <a:off x="10166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263" name="Google Shape;8263;p1070"/>
          <p:cNvSpPr txBox="1"/>
          <p:nvPr>
            <p:ph idx="2" type="subTitle"/>
          </p:nvPr>
        </p:nvSpPr>
        <p:spPr>
          <a:xfrm>
            <a:off x="10166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64" name="Google Shape;8264;p1070"/>
          <p:cNvSpPr txBox="1"/>
          <p:nvPr>
            <p:ph idx="3" type="subTitle"/>
          </p:nvPr>
        </p:nvSpPr>
        <p:spPr>
          <a:xfrm>
            <a:off x="10166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265" name="Google Shape;8265;p1070"/>
          <p:cNvSpPr txBox="1"/>
          <p:nvPr>
            <p:ph idx="4" type="subTitle"/>
          </p:nvPr>
        </p:nvSpPr>
        <p:spPr>
          <a:xfrm>
            <a:off x="10166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66" name="Google Shape;8266;p1070"/>
          <p:cNvSpPr txBox="1"/>
          <p:nvPr>
            <p:ph idx="5" type="subTitle"/>
          </p:nvPr>
        </p:nvSpPr>
        <p:spPr>
          <a:xfrm>
            <a:off x="48094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267" name="Google Shape;8267;p1070"/>
          <p:cNvSpPr txBox="1"/>
          <p:nvPr>
            <p:ph idx="6" type="subTitle"/>
          </p:nvPr>
        </p:nvSpPr>
        <p:spPr>
          <a:xfrm>
            <a:off x="48094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68" name="Google Shape;8268;p1070"/>
          <p:cNvSpPr txBox="1"/>
          <p:nvPr>
            <p:ph idx="7" type="subTitle"/>
          </p:nvPr>
        </p:nvSpPr>
        <p:spPr>
          <a:xfrm>
            <a:off x="48094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269" name="Google Shape;8269;p1070"/>
          <p:cNvSpPr txBox="1"/>
          <p:nvPr>
            <p:ph idx="8" type="subTitle"/>
          </p:nvPr>
        </p:nvSpPr>
        <p:spPr>
          <a:xfrm>
            <a:off x="48094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1_1_1_1_1_1_1_1_1">
    <p:bg>
      <p:bgPr>
        <a:solidFill>
          <a:schemeClr val="dk1"/>
        </a:solidFill>
      </p:bgPr>
    </p:bg>
    <p:spTree>
      <p:nvGrpSpPr>
        <p:cNvPr id="8270" name="Shape 8270"/>
        <p:cNvGrpSpPr/>
        <p:nvPr/>
      </p:nvGrpSpPr>
      <p:grpSpPr>
        <a:xfrm>
          <a:off x="0" y="0"/>
          <a:ext cx="0" cy="0"/>
          <a:chOff x="0" y="0"/>
          <a:chExt cx="0" cy="0"/>
        </a:xfrm>
      </p:grpSpPr>
      <p:grpSp>
        <p:nvGrpSpPr>
          <p:cNvPr id="8271" name="Google Shape;8271;p1071"/>
          <p:cNvGrpSpPr/>
          <p:nvPr/>
        </p:nvGrpSpPr>
        <p:grpSpPr>
          <a:xfrm>
            <a:off x="713225" y="539500"/>
            <a:ext cx="7717500" cy="4064400"/>
            <a:chOff x="713225" y="539500"/>
            <a:chExt cx="7717500" cy="4064400"/>
          </a:xfrm>
        </p:grpSpPr>
        <p:sp>
          <p:nvSpPr>
            <p:cNvPr id="8272" name="Google Shape;8272;p107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73" name="Google Shape;8273;p107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274" name="Google Shape;8274;p107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275" name="Google Shape;8275;p1071"/>
          <p:cNvSpPr txBox="1"/>
          <p:nvPr>
            <p:ph idx="1" type="subTitle"/>
          </p:nvPr>
        </p:nvSpPr>
        <p:spPr>
          <a:xfrm>
            <a:off x="8844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276" name="Google Shape;8276;p1071"/>
          <p:cNvSpPr txBox="1"/>
          <p:nvPr>
            <p:ph idx="2" type="subTitle"/>
          </p:nvPr>
        </p:nvSpPr>
        <p:spPr>
          <a:xfrm>
            <a:off x="884474"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77" name="Google Shape;8277;p1071"/>
          <p:cNvSpPr txBox="1"/>
          <p:nvPr>
            <p:ph idx="3" type="subTitle"/>
          </p:nvPr>
        </p:nvSpPr>
        <p:spPr>
          <a:xfrm>
            <a:off x="2767708"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278" name="Google Shape;8278;p1071"/>
          <p:cNvSpPr txBox="1"/>
          <p:nvPr>
            <p:ph idx="4" type="subTitle"/>
          </p:nvPr>
        </p:nvSpPr>
        <p:spPr>
          <a:xfrm>
            <a:off x="2767709"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79" name="Google Shape;8279;p1071"/>
          <p:cNvSpPr txBox="1"/>
          <p:nvPr>
            <p:ph idx="5" type="subTitle"/>
          </p:nvPr>
        </p:nvSpPr>
        <p:spPr>
          <a:xfrm>
            <a:off x="4650942"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280" name="Google Shape;8280;p1071"/>
          <p:cNvSpPr txBox="1"/>
          <p:nvPr>
            <p:ph idx="6" type="subTitle"/>
          </p:nvPr>
        </p:nvSpPr>
        <p:spPr>
          <a:xfrm>
            <a:off x="4650945"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81" name="Google Shape;8281;p1071"/>
          <p:cNvSpPr txBox="1"/>
          <p:nvPr>
            <p:ph idx="7" type="subTitle"/>
          </p:nvPr>
        </p:nvSpPr>
        <p:spPr>
          <a:xfrm>
            <a:off x="65341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282" name="Google Shape;8282;p1071"/>
          <p:cNvSpPr txBox="1"/>
          <p:nvPr>
            <p:ph idx="8" type="subTitle"/>
          </p:nvPr>
        </p:nvSpPr>
        <p:spPr>
          <a:xfrm>
            <a:off x="6534180"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7">
    <p:bg>
      <p:bgPr>
        <a:solidFill>
          <a:schemeClr val="dk1"/>
        </a:solidFill>
      </p:bgPr>
    </p:bg>
    <p:spTree>
      <p:nvGrpSpPr>
        <p:cNvPr id="8283" name="Shape 8283"/>
        <p:cNvGrpSpPr/>
        <p:nvPr/>
      </p:nvGrpSpPr>
      <p:grpSpPr>
        <a:xfrm>
          <a:off x="0" y="0"/>
          <a:ext cx="0" cy="0"/>
          <a:chOff x="0" y="0"/>
          <a:chExt cx="0" cy="0"/>
        </a:xfrm>
      </p:grpSpPr>
      <p:grpSp>
        <p:nvGrpSpPr>
          <p:cNvPr id="8284" name="Google Shape;8284;p1072"/>
          <p:cNvGrpSpPr/>
          <p:nvPr/>
        </p:nvGrpSpPr>
        <p:grpSpPr>
          <a:xfrm>
            <a:off x="713225" y="539500"/>
            <a:ext cx="7717500" cy="4064400"/>
            <a:chOff x="713225" y="539500"/>
            <a:chExt cx="7717500" cy="4064400"/>
          </a:xfrm>
        </p:grpSpPr>
        <p:sp>
          <p:nvSpPr>
            <p:cNvPr id="8285" name="Google Shape;8285;p107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86" name="Google Shape;8286;p107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287" name="Google Shape;8287;p107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288" name="Google Shape;8288;p1072"/>
          <p:cNvSpPr txBox="1"/>
          <p:nvPr>
            <p:ph idx="1" type="subTitle"/>
          </p:nvPr>
        </p:nvSpPr>
        <p:spPr>
          <a:xfrm>
            <a:off x="1909431" y="1906051"/>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289" name="Google Shape;8289;p1072"/>
          <p:cNvSpPr txBox="1"/>
          <p:nvPr>
            <p:ph idx="2" type="subTitle"/>
          </p:nvPr>
        </p:nvSpPr>
        <p:spPr>
          <a:xfrm>
            <a:off x="1909431" y="1387350"/>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90" name="Google Shape;8290;p1072"/>
          <p:cNvSpPr txBox="1"/>
          <p:nvPr>
            <p:ph idx="3" type="subTitle"/>
          </p:nvPr>
        </p:nvSpPr>
        <p:spPr>
          <a:xfrm>
            <a:off x="4971369" y="1906050"/>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291" name="Google Shape;8291;p1072"/>
          <p:cNvSpPr txBox="1"/>
          <p:nvPr>
            <p:ph idx="4" type="subTitle"/>
          </p:nvPr>
        </p:nvSpPr>
        <p:spPr>
          <a:xfrm>
            <a:off x="4971369" y="1387350"/>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92" name="Google Shape;8292;p1072"/>
          <p:cNvSpPr txBox="1"/>
          <p:nvPr>
            <p:ph idx="5" type="subTitle"/>
          </p:nvPr>
        </p:nvSpPr>
        <p:spPr>
          <a:xfrm>
            <a:off x="1909431" y="3654425"/>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293" name="Google Shape;8293;p1072"/>
          <p:cNvSpPr txBox="1"/>
          <p:nvPr>
            <p:ph idx="6" type="subTitle"/>
          </p:nvPr>
        </p:nvSpPr>
        <p:spPr>
          <a:xfrm>
            <a:off x="1909431" y="3135724"/>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94" name="Google Shape;8294;p1072"/>
          <p:cNvSpPr txBox="1"/>
          <p:nvPr>
            <p:ph idx="7" type="subTitle"/>
          </p:nvPr>
        </p:nvSpPr>
        <p:spPr>
          <a:xfrm>
            <a:off x="4971369" y="3654424"/>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295" name="Google Shape;8295;p1072"/>
          <p:cNvSpPr txBox="1"/>
          <p:nvPr>
            <p:ph idx="8" type="subTitle"/>
          </p:nvPr>
        </p:nvSpPr>
        <p:spPr>
          <a:xfrm>
            <a:off x="4971369" y="3135724"/>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1_1_1_1_1_2">
    <p:bg>
      <p:bgPr>
        <a:solidFill>
          <a:schemeClr val="dk1"/>
        </a:solidFill>
      </p:bgPr>
    </p:bg>
    <p:spTree>
      <p:nvGrpSpPr>
        <p:cNvPr id="8296" name="Shape 8296"/>
        <p:cNvGrpSpPr/>
        <p:nvPr/>
      </p:nvGrpSpPr>
      <p:grpSpPr>
        <a:xfrm>
          <a:off x="0" y="0"/>
          <a:ext cx="0" cy="0"/>
          <a:chOff x="0" y="0"/>
          <a:chExt cx="0" cy="0"/>
        </a:xfrm>
      </p:grpSpPr>
      <p:grpSp>
        <p:nvGrpSpPr>
          <p:cNvPr id="8297" name="Google Shape;8297;p1073"/>
          <p:cNvGrpSpPr/>
          <p:nvPr/>
        </p:nvGrpSpPr>
        <p:grpSpPr>
          <a:xfrm>
            <a:off x="713225" y="539500"/>
            <a:ext cx="7717500" cy="4064400"/>
            <a:chOff x="713225" y="539500"/>
            <a:chExt cx="7717500" cy="4064400"/>
          </a:xfrm>
        </p:grpSpPr>
        <p:sp>
          <p:nvSpPr>
            <p:cNvPr id="8298" name="Google Shape;8298;p107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99" name="Google Shape;8299;p107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300" name="Google Shape;8300;p107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301" name="Google Shape;8301;p1073"/>
          <p:cNvSpPr txBox="1"/>
          <p:nvPr>
            <p:ph idx="1" type="subTitle"/>
          </p:nvPr>
        </p:nvSpPr>
        <p:spPr>
          <a:xfrm>
            <a:off x="95812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302" name="Google Shape;8302;p1073"/>
          <p:cNvSpPr txBox="1"/>
          <p:nvPr>
            <p:ph idx="2" type="subTitle"/>
          </p:nvPr>
        </p:nvSpPr>
        <p:spPr>
          <a:xfrm>
            <a:off x="95812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03" name="Google Shape;8303;p1073"/>
          <p:cNvSpPr txBox="1"/>
          <p:nvPr>
            <p:ph idx="3" type="subTitle"/>
          </p:nvPr>
        </p:nvSpPr>
        <p:spPr>
          <a:xfrm>
            <a:off x="3420000"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304" name="Google Shape;8304;p1073"/>
          <p:cNvSpPr txBox="1"/>
          <p:nvPr>
            <p:ph idx="4" type="subTitle"/>
          </p:nvPr>
        </p:nvSpPr>
        <p:spPr>
          <a:xfrm>
            <a:off x="3420000"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05" name="Google Shape;8305;p1073"/>
          <p:cNvSpPr txBox="1"/>
          <p:nvPr>
            <p:ph idx="5" type="subTitle"/>
          </p:nvPr>
        </p:nvSpPr>
        <p:spPr>
          <a:xfrm>
            <a:off x="588187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306" name="Google Shape;8306;p1073"/>
          <p:cNvSpPr txBox="1"/>
          <p:nvPr>
            <p:ph idx="6" type="subTitle"/>
          </p:nvPr>
        </p:nvSpPr>
        <p:spPr>
          <a:xfrm>
            <a:off x="588187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07" name="Google Shape;8307;p1073"/>
          <p:cNvSpPr txBox="1"/>
          <p:nvPr>
            <p:ph idx="7" type="subTitle"/>
          </p:nvPr>
        </p:nvSpPr>
        <p:spPr>
          <a:xfrm>
            <a:off x="2189050"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308" name="Google Shape;8308;p1073"/>
          <p:cNvSpPr txBox="1"/>
          <p:nvPr>
            <p:ph idx="8" type="subTitle"/>
          </p:nvPr>
        </p:nvSpPr>
        <p:spPr>
          <a:xfrm>
            <a:off x="2189050"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09" name="Google Shape;8309;p1073"/>
          <p:cNvSpPr txBox="1"/>
          <p:nvPr>
            <p:ph idx="9" type="subTitle"/>
          </p:nvPr>
        </p:nvSpPr>
        <p:spPr>
          <a:xfrm>
            <a:off x="4650925"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310" name="Google Shape;8310;p1073"/>
          <p:cNvSpPr txBox="1"/>
          <p:nvPr>
            <p:ph idx="13" type="subTitle"/>
          </p:nvPr>
        </p:nvSpPr>
        <p:spPr>
          <a:xfrm>
            <a:off x="4650925"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_1_1_1_1_1_1">
    <p:bg>
      <p:bgPr>
        <a:solidFill>
          <a:schemeClr val="dk1"/>
        </a:solidFill>
      </p:bgPr>
    </p:bg>
    <p:spTree>
      <p:nvGrpSpPr>
        <p:cNvPr id="8311" name="Shape 8311"/>
        <p:cNvGrpSpPr/>
        <p:nvPr/>
      </p:nvGrpSpPr>
      <p:grpSpPr>
        <a:xfrm>
          <a:off x="0" y="0"/>
          <a:ext cx="0" cy="0"/>
          <a:chOff x="0" y="0"/>
          <a:chExt cx="0" cy="0"/>
        </a:xfrm>
      </p:grpSpPr>
      <p:grpSp>
        <p:nvGrpSpPr>
          <p:cNvPr id="8312" name="Google Shape;8312;p1074"/>
          <p:cNvGrpSpPr/>
          <p:nvPr/>
        </p:nvGrpSpPr>
        <p:grpSpPr>
          <a:xfrm>
            <a:off x="713225" y="539500"/>
            <a:ext cx="7717500" cy="4064400"/>
            <a:chOff x="713225" y="539500"/>
            <a:chExt cx="7717500" cy="4064400"/>
          </a:xfrm>
        </p:grpSpPr>
        <p:sp>
          <p:nvSpPr>
            <p:cNvPr id="8313" name="Google Shape;8313;p107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14" name="Google Shape;8314;p107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315" name="Google Shape;8315;p107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316" name="Google Shape;8316;p1074"/>
          <p:cNvSpPr txBox="1"/>
          <p:nvPr>
            <p:ph idx="1" type="subTitle"/>
          </p:nvPr>
        </p:nvSpPr>
        <p:spPr>
          <a:xfrm>
            <a:off x="1134425"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317" name="Google Shape;8317;p1074"/>
          <p:cNvSpPr txBox="1"/>
          <p:nvPr>
            <p:ph idx="2" type="subTitle"/>
          </p:nvPr>
        </p:nvSpPr>
        <p:spPr>
          <a:xfrm>
            <a:off x="113442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18" name="Google Shape;8318;p1074"/>
          <p:cNvSpPr txBox="1"/>
          <p:nvPr>
            <p:ph idx="3" type="subTitle"/>
          </p:nvPr>
        </p:nvSpPr>
        <p:spPr>
          <a:xfrm>
            <a:off x="3495738"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319" name="Google Shape;8319;p1074"/>
          <p:cNvSpPr txBox="1"/>
          <p:nvPr>
            <p:ph idx="4" type="subTitle"/>
          </p:nvPr>
        </p:nvSpPr>
        <p:spPr>
          <a:xfrm>
            <a:off x="3495750"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20" name="Google Shape;8320;p1074"/>
          <p:cNvSpPr txBox="1"/>
          <p:nvPr>
            <p:ph idx="5" type="subTitle"/>
          </p:nvPr>
        </p:nvSpPr>
        <p:spPr>
          <a:xfrm>
            <a:off x="5857051"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321" name="Google Shape;8321;p1074"/>
          <p:cNvSpPr txBox="1"/>
          <p:nvPr>
            <p:ph idx="6" type="subTitle"/>
          </p:nvPr>
        </p:nvSpPr>
        <p:spPr>
          <a:xfrm>
            <a:off x="585707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22" name="Google Shape;8322;p1074"/>
          <p:cNvSpPr txBox="1"/>
          <p:nvPr>
            <p:ph idx="7" type="subTitle"/>
          </p:nvPr>
        </p:nvSpPr>
        <p:spPr>
          <a:xfrm>
            <a:off x="1134425"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323" name="Google Shape;8323;p1074"/>
          <p:cNvSpPr txBox="1"/>
          <p:nvPr>
            <p:ph idx="8" type="subTitle"/>
          </p:nvPr>
        </p:nvSpPr>
        <p:spPr>
          <a:xfrm>
            <a:off x="113442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24" name="Google Shape;8324;p1074"/>
          <p:cNvSpPr txBox="1"/>
          <p:nvPr>
            <p:ph idx="9" type="subTitle"/>
          </p:nvPr>
        </p:nvSpPr>
        <p:spPr>
          <a:xfrm>
            <a:off x="3495738"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325" name="Google Shape;8325;p1074"/>
          <p:cNvSpPr txBox="1"/>
          <p:nvPr>
            <p:ph idx="13" type="subTitle"/>
          </p:nvPr>
        </p:nvSpPr>
        <p:spPr>
          <a:xfrm>
            <a:off x="3495750"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26" name="Google Shape;8326;p1074"/>
          <p:cNvSpPr txBox="1"/>
          <p:nvPr>
            <p:ph idx="14" type="subTitle"/>
          </p:nvPr>
        </p:nvSpPr>
        <p:spPr>
          <a:xfrm>
            <a:off x="5857051"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327" name="Google Shape;8327;p1074"/>
          <p:cNvSpPr txBox="1"/>
          <p:nvPr>
            <p:ph idx="15" type="subTitle"/>
          </p:nvPr>
        </p:nvSpPr>
        <p:spPr>
          <a:xfrm>
            <a:off x="585707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21">
    <p:bg>
      <p:bgPr>
        <a:solidFill>
          <a:schemeClr val="dk1"/>
        </a:solidFill>
      </p:bgPr>
    </p:bg>
    <p:spTree>
      <p:nvGrpSpPr>
        <p:cNvPr id="8328" name="Shape 8328"/>
        <p:cNvGrpSpPr/>
        <p:nvPr/>
      </p:nvGrpSpPr>
      <p:grpSpPr>
        <a:xfrm>
          <a:off x="0" y="0"/>
          <a:ext cx="0" cy="0"/>
          <a:chOff x="0" y="0"/>
          <a:chExt cx="0" cy="0"/>
        </a:xfrm>
      </p:grpSpPr>
      <p:grpSp>
        <p:nvGrpSpPr>
          <p:cNvPr id="8329" name="Google Shape;8329;p1075"/>
          <p:cNvGrpSpPr/>
          <p:nvPr/>
        </p:nvGrpSpPr>
        <p:grpSpPr>
          <a:xfrm>
            <a:off x="713225" y="539500"/>
            <a:ext cx="7717500" cy="4064400"/>
            <a:chOff x="713225" y="539500"/>
            <a:chExt cx="7717500" cy="4064400"/>
          </a:xfrm>
        </p:grpSpPr>
        <p:sp>
          <p:nvSpPr>
            <p:cNvPr id="8330" name="Google Shape;8330;p107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31" name="Google Shape;8331;p107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332" name="Google Shape;8332;p107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333" name="Google Shape;8333;p1075"/>
          <p:cNvSpPr txBox="1"/>
          <p:nvPr>
            <p:ph idx="1" type="subTitle"/>
          </p:nvPr>
        </p:nvSpPr>
        <p:spPr>
          <a:xfrm>
            <a:off x="1059065"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334" name="Google Shape;8334;p1075"/>
          <p:cNvSpPr txBox="1"/>
          <p:nvPr>
            <p:ph idx="2" type="subTitle"/>
          </p:nvPr>
        </p:nvSpPr>
        <p:spPr>
          <a:xfrm>
            <a:off x="1059065"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35" name="Google Shape;8335;p1075"/>
          <p:cNvSpPr txBox="1"/>
          <p:nvPr>
            <p:ph idx="3" type="subTitle"/>
          </p:nvPr>
        </p:nvSpPr>
        <p:spPr>
          <a:xfrm>
            <a:off x="1059052" y="2806879"/>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336" name="Google Shape;8336;p1075"/>
          <p:cNvSpPr txBox="1"/>
          <p:nvPr>
            <p:ph idx="4" type="subTitle"/>
          </p:nvPr>
        </p:nvSpPr>
        <p:spPr>
          <a:xfrm>
            <a:off x="1059070" y="2454554"/>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37" name="Google Shape;8337;p1075"/>
          <p:cNvSpPr txBox="1"/>
          <p:nvPr>
            <p:ph idx="5" type="subTitle"/>
          </p:nvPr>
        </p:nvSpPr>
        <p:spPr>
          <a:xfrm>
            <a:off x="5042599"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338" name="Google Shape;8338;p1075"/>
          <p:cNvSpPr txBox="1"/>
          <p:nvPr>
            <p:ph idx="6" type="subTitle"/>
          </p:nvPr>
        </p:nvSpPr>
        <p:spPr>
          <a:xfrm>
            <a:off x="5042634"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39" name="Google Shape;8339;p1075"/>
          <p:cNvSpPr txBox="1"/>
          <p:nvPr>
            <p:ph idx="7" type="subTitle"/>
          </p:nvPr>
        </p:nvSpPr>
        <p:spPr>
          <a:xfrm>
            <a:off x="1059065"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340" name="Google Shape;8340;p1075"/>
          <p:cNvSpPr txBox="1"/>
          <p:nvPr>
            <p:ph idx="8" type="subTitle"/>
          </p:nvPr>
        </p:nvSpPr>
        <p:spPr>
          <a:xfrm>
            <a:off x="1059065"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41" name="Google Shape;8341;p1075"/>
          <p:cNvSpPr txBox="1"/>
          <p:nvPr>
            <p:ph idx="9" type="subTitle"/>
          </p:nvPr>
        </p:nvSpPr>
        <p:spPr>
          <a:xfrm>
            <a:off x="5042630" y="2806867"/>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342" name="Google Shape;8342;p1075"/>
          <p:cNvSpPr txBox="1"/>
          <p:nvPr>
            <p:ph idx="13" type="subTitle"/>
          </p:nvPr>
        </p:nvSpPr>
        <p:spPr>
          <a:xfrm>
            <a:off x="5042648" y="24545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43" name="Google Shape;8343;p1075"/>
          <p:cNvSpPr txBox="1"/>
          <p:nvPr>
            <p:ph idx="14" type="subTitle"/>
          </p:nvPr>
        </p:nvSpPr>
        <p:spPr>
          <a:xfrm>
            <a:off x="5042599"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344" name="Google Shape;8344;p1075"/>
          <p:cNvSpPr txBox="1"/>
          <p:nvPr>
            <p:ph idx="15" type="subTitle"/>
          </p:nvPr>
        </p:nvSpPr>
        <p:spPr>
          <a:xfrm>
            <a:off x="5042634"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_1_1_1_1_1">
    <p:bg>
      <p:bgPr>
        <a:solidFill>
          <a:schemeClr val="dk1"/>
        </a:solidFill>
      </p:bgPr>
    </p:bg>
    <p:spTree>
      <p:nvGrpSpPr>
        <p:cNvPr id="8345" name="Shape 8345"/>
        <p:cNvGrpSpPr/>
        <p:nvPr/>
      </p:nvGrpSpPr>
      <p:grpSpPr>
        <a:xfrm>
          <a:off x="0" y="0"/>
          <a:ext cx="0" cy="0"/>
          <a:chOff x="0" y="0"/>
          <a:chExt cx="0" cy="0"/>
        </a:xfrm>
      </p:grpSpPr>
      <p:grpSp>
        <p:nvGrpSpPr>
          <p:cNvPr id="8346" name="Google Shape;8346;p1076"/>
          <p:cNvGrpSpPr/>
          <p:nvPr/>
        </p:nvGrpSpPr>
        <p:grpSpPr>
          <a:xfrm>
            <a:off x="713225" y="539500"/>
            <a:ext cx="7717500" cy="4064400"/>
            <a:chOff x="713225" y="539500"/>
            <a:chExt cx="7717500" cy="4064400"/>
          </a:xfrm>
        </p:grpSpPr>
        <p:sp>
          <p:nvSpPr>
            <p:cNvPr id="8347" name="Google Shape;8347;p107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48" name="Google Shape;8348;p1076"/>
            <p:cNvCxnSpPr/>
            <p:nvPr/>
          </p:nvCxnSpPr>
          <p:spPr>
            <a:xfrm>
              <a:off x="734825" y="1483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349" name="Google Shape;8349;p1076"/>
          <p:cNvSpPr txBox="1"/>
          <p:nvPr>
            <p:ph type="title"/>
          </p:nvPr>
        </p:nvSpPr>
        <p:spPr>
          <a:xfrm>
            <a:off x="3607800" y="539500"/>
            <a:ext cx="4519200" cy="939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r">
              <a:spcBef>
                <a:spcPts val="0"/>
              </a:spcBef>
              <a:spcAft>
                <a:spcPts val="0"/>
              </a:spcAft>
              <a:buClr>
                <a:schemeClr val="lt1"/>
              </a:buClr>
              <a:buSzPts val="4800"/>
              <a:buNone/>
              <a:defRPr sz="4800">
                <a:solidFill>
                  <a:schemeClr val="lt1"/>
                </a:solidFill>
              </a:defRPr>
            </a:lvl2pPr>
            <a:lvl3pPr lvl="2" algn="r">
              <a:spcBef>
                <a:spcPts val="0"/>
              </a:spcBef>
              <a:spcAft>
                <a:spcPts val="0"/>
              </a:spcAft>
              <a:buClr>
                <a:schemeClr val="lt1"/>
              </a:buClr>
              <a:buSzPts val="4800"/>
              <a:buNone/>
              <a:defRPr sz="4800">
                <a:solidFill>
                  <a:schemeClr val="lt1"/>
                </a:solidFill>
              </a:defRPr>
            </a:lvl3pPr>
            <a:lvl4pPr lvl="3" algn="r">
              <a:spcBef>
                <a:spcPts val="0"/>
              </a:spcBef>
              <a:spcAft>
                <a:spcPts val="0"/>
              </a:spcAft>
              <a:buClr>
                <a:schemeClr val="lt1"/>
              </a:buClr>
              <a:buSzPts val="4800"/>
              <a:buNone/>
              <a:defRPr sz="4800">
                <a:solidFill>
                  <a:schemeClr val="lt1"/>
                </a:solidFill>
              </a:defRPr>
            </a:lvl4pPr>
            <a:lvl5pPr lvl="4" algn="r">
              <a:spcBef>
                <a:spcPts val="0"/>
              </a:spcBef>
              <a:spcAft>
                <a:spcPts val="0"/>
              </a:spcAft>
              <a:buClr>
                <a:schemeClr val="lt1"/>
              </a:buClr>
              <a:buSzPts val="4800"/>
              <a:buNone/>
              <a:defRPr sz="4800">
                <a:solidFill>
                  <a:schemeClr val="lt1"/>
                </a:solidFill>
              </a:defRPr>
            </a:lvl5pPr>
            <a:lvl6pPr lvl="5" algn="r">
              <a:spcBef>
                <a:spcPts val="0"/>
              </a:spcBef>
              <a:spcAft>
                <a:spcPts val="0"/>
              </a:spcAft>
              <a:buClr>
                <a:schemeClr val="lt1"/>
              </a:buClr>
              <a:buSzPts val="4800"/>
              <a:buNone/>
              <a:defRPr sz="4800">
                <a:solidFill>
                  <a:schemeClr val="lt1"/>
                </a:solidFill>
              </a:defRPr>
            </a:lvl6pPr>
            <a:lvl7pPr lvl="6" algn="r">
              <a:spcBef>
                <a:spcPts val="0"/>
              </a:spcBef>
              <a:spcAft>
                <a:spcPts val="0"/>
              </a:spcAft>
              <a:buClr>
                <a:schemeClr val="lt1"/>
              </a:buClr>
              <a:buSzPts val="4800"/>
              <a:buNone/>
              <a:defRPr sz="4800">
                <a:solidFill>
                  <a:schemeClr val="lt1"/>
                </a:solidFill>
              </a:defRPr>
            </a:lvl7pPr>
            <a:lvl8pPr lvl="7" algn="r">
              <a:spcBef>
                <a:spcPts val="0"/>
              </a:spcBef>
              <a:spcAft>
                <a:spcPts val="0"/>
              </a:spcAft>
              <a:buClr>
                <a:schemeClr val="lt1"/>
              </a:buClr>
              <a:buSzPts val="4800"/>
              <a:buNone/>
              <a:defRPr sz="4800">
                <a:solidFill>
                  <a:schemeClr val="lt1"/>
                </a:solidFill>
              </a:defRPr>
            </a:lvl8pPr>
            <a:lvl9pPr lvl="8" algn="r">
              <a:spcBef>
                <a:spcPts val="0"/>
              </a:spcBef>
              <a:spcAft>
                <a:spcPts val="0"/>
              </a:spcAft>
              <a:buClr>
                <a:schemeClr val="lt1"/>
              </a:buClr>
              <a:buSzPts val="4800"/>
              <a:buNone/>
              <a:defRPr sz="4800">
                <a:solidFill>
                  <a:schemeClr val="lt1"/>
                </a:solidFill>
              </a:defRPr>
            </a:lvl9pPr>
          </a:lstStyle>
          <a:p/>
        </p:txBody>
      </p:sp>
      <p:sp>
        <p:nvSpPr>
          <p:cNvPr id="8350" name="Google Shape;8350;p1076"/>
          <p:cNvSpPr txBox="1"/>
          <p:nvPr>
            <p:ph idx="1" type="subTitle"/>
          </p:nvPr>
        </p:nvSpPr>
        <p:spPr>
          <a:xfrm>
            <a:off x="3607800" y="2278000"/>
            <a:ext cx="4519200" cy="744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r">
              <a:lnSpc>
                <a:spcPct val="100000"/>
              </a:lnSpc>
              <a:spcBef>
                <a:spcPts val="0"/>
              </a:spcBef>
              <a:spcAft>
                <a:spcPts val="0"/>
              </a:spcAft>
              <a:buClr>
                <a:schemeClr val="lt1"/>
              </a:buClr>
              <a:buSzPts val="2800"/>
              <a:buNone/>
              <a:defRPr sz="2800">
                <a:solidFill>
                  <a:schemeClr val="lt1"/>
                </a:solidFill>
              </a:defRPr>
            </a:lvl2pPr>
            <a:lvl3pPr lvl="2" algn="r">
              <a:lnSpc>
                <a:spcPct val="100000"/>
              </a:lnSpc>
              <a:spcBef>
                <a:spcPts val="0"/>
              </a:spcBef>
              <a:spcAft>
                <a:spcPts val="0"/>
              </a:spcAft>
              <a:buClr>
                <a:schemeClr val="lt1"/>
              </a:buClr>
              <a:buSzPts val="2800"/>
              <a:buNone/>
              <a:defRPr sz="2800">
                <a:solidFill>
                  <a:schemeClr val="lt1"/>
                </a:solidFill>
              </a:defRPr>
            </a:lvl3pPr>
            <a:lvl4pPr lvl="3" algn="r">
              <a:lnSpc>
                <a:spcPct val="100000"/>
              </a:lnSpc>
              <a:spcBef>
                <a:spcPts val="0"/>
              </a:spcBef>
              <a:spcAft>
                <a:spcPts val="0"/>
              </a:spcAft>
              <a:buClr>
                <a:schemeClr val="lt1"/>
              </a:buClr>
              <a:buSzPts val="2800"/>
              <a:buNone/>
              <a:defRPr sz="2800">
                <a:solidFill>
                  <a:schemeClr val="lt1"/>
                </a:solidFill>
              </a:defRPr>
            </a:lvl4pPr>
            <a:lvl5pPr lvl="4" algn="r">
              <a:lnSpc>
                <a:spcPct val="100000"/>
              </a:lnSpc>
              <a:spcBef>
                <a:spcPts val="0"/>
              </a:spcBef>
              <a:spcAft>
                <a:spcPts val="0"/>
              </a:spcAft>
              <a:buClr>
                <a:schemeClr val="lt1"/>
              </a:buClr>
              <a:buSzPts val="2800"/>
              <a:buNone/>
              <a:defRPr sz="2800">
                <a:solidFill>
                  <a:schemeClr val="lt1"/>
                </a:solidFill>
              </a:defRPr>
            </a:lvl5pPr>
            <a:lvl6pPr lvl="5" algn="r">
              <a:lnSpc>
                <a:spcPct val="100000"/>
              </a:lnSpc>
              <a:spcBef>
                <a:spcPts val="0"/>
              </a:spcBef>
              <a:spcAft>
                <a:spcPts val="0"/>
              </a:spcAft>
              <a:buClr>
                <a:schemeClr val="lt1"/>
              </a:buClr>
              <a:buSzPts val="2800"/>
              <a:buNone/>
              <a:defRPr sz="2800">
                <a:solidFill>
                  <a:schemeClr val="lt1"/>
                </a:solidFill>
              </a:defRPr>
            </a:lvl6pPr>
            <a:lvl7pPr lvl="6" algn="r">
              <a:lnSpc>
                <a:spcPct val="100000"/>
              </a:lnSpc>
              <a:spcBef>
                <a:spcPts val="0"/>
              </a:spcBef>
              <a:spcAft>
                <a:spcPts val="0"/>
              </a:spcAft>
              <a:buClr>
                <a:schemeClr val="lt1"/>
              </a:buClr>
              <a:buSzPts val="2800"/>
              <a:buNone/>
              <a:defRPr sz="2800">
                <a:solidFill>
                  <a:schemeClr val="lt1"/>
                </a:solidFill>
              </a:defRPr>
            </a:lvl7pPr>
            <a:lvl8pPr lvl="7"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sp>
        <p:nvSpPr>
          <p:cNvPr id="8351" name="Google Shape;8351;p1076"/>
          <p:cNvSpPr txBox="1"/>
          <p:nvPr>
            <p:ph idx="2" type="subTitle"/>
          </p:nvPr>
        </p:nvSpPr>
        <p:spPr>
          <a:xfrm>
            <a:off x="3607800" y="1769750"/>
            <a:ext cx="4519200" cy="510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8352" name="Google Shape;8352;p1076"/>
          <p:cNvSpPr txBox="1"/>
          <p:nvPr/>
        </p:nvSpPr>
        <p:spPr>
          <a:xfrm>
            <a:off x="3508050" y="3477600"/>
            <a:ext cx="4718700" cy="554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Roboto"/>
                <a:ea typeface="Roboto"/>
                <a:cs typeface="Roboto"/>
                <a:sym typeface="Roboto"/>
              </a:rPr>
              <a:t>CREDITS:</a:t>
            </a:r>
            <a:r>
              <a:rPr lang="en" sz="1200">
                <a:solidFill>
                  <a:schemeClr val="lt1"/>
                </a:solidFill>
                <a:latin typeface="Roboto"/>
                <a:ea typeface="Roboto"/>
                <a:cs typeface="Roboto"/>
                <a:sym typeface="Roboto"/>
              </a:rPr>
              <a:t> This presentation template was created by </a:t>
            </a:r>
            <a:r>
              <a:rPr b="1" lang="en" sz="1200">
                <a:solidFill>
                  <a:schemeClr val="accent1"/>
                </a:solidFill>
                <a:uFill>
                  <a:noFill/>
                </a:uFill>
                <a:latin typeface="Roboto"/>
                <a:ea typeface="Roboto"/>
                <a:cs typeface="Roboto"/>
                <a:sym typeface="Roboto"/>
                <a:hlinkClick r:id="rId2">
                  <a:extLst>
                    <a:ext uri="{A12FA001-AC4F-418D-AE19-62706E023703}">
                      <ahyp:hlinkClr val="tx"/>
                    </a:ext>
                  </a:extLst>
                </a:hlinkClick>
              </a:rPr>
              <a:t>Slidesgo</a:t>
            </a:r>
            <a:r>
              <a:rPr b="1" lang="en" sz="1200">
                <a:solidFill>
                  <a:schemeClr val="accent6"/>
                </a:solidFill>
                <a:latin typeface="Roboto"/>
                <a:ea typeface="Roboto"/>
                <a:cs typeface="Roboto"/>
                <a:sym typeface="Roboto"/>
              </a:rPr>
              <a:t>,</a:t>
            </a:r>
            <a:r>
              <a:rPr lang="en" sz="1200">
                <a:solidFill>
                  <a:schemeClr val="lt1"/>
                </a:solidFill>
                <a:latin typeface="Roboto"/>
                <a:ea typeface="Roboto"/>
                <a:cs typeface="Roboto"/>
                <a:sym typeface="Roboto"/>
              </a:rPr>
              <a:t> including icons by </a:t>
            </a:r>
            <a:r>
              <a:rPr b="1" lang="en" sz="1200">
                <a:solidFill>
                  <a:schemeClr val="accent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1"/>
                </a:solidFill>
                <a:latin typeface="Roboto"/>
                <a:ea typeface="Roboto"/>
                <a:cs typeface="Roboto"/>
                <a:sym typeface="Roboto"/>
              </a:rPr>
              <a:t>, and infographics &amp; images by </a:t>
            </a:r>
            <a:r>
              <a:rPr b="1" lang="en" sz="1200">
                <a:solidFill>
                  <a:schemeClr val="accent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accent1"/>
              </a:solidFill>
              <a:latin typeface="Roboto"/>
              <a:ea typeface="Roboto"/>
              <a:cs typeface="Roboto"/>
              <a:sym typeface="Roboto"/>
            </a:endParaRPr>
          </a:p>
        </p:txBody>
      </p:sp>
    </p:spTree>
  </p:cSld>
  <p:clrMapOvr>
    <a:masterClrMapping/>
  </p:clrMapOvr>
</p:sldLayout>
</file>

<file path=ppt/slideLayouts/slideLayout10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_1_1_1_1_1">
    <p:bg>
      <p:bgPr>
        <a:solidFill>
          <a:schemeClr val="dk1"/>
        </a:solidFill>
      </p:bgPr>
    </p:bg>
    <p:spTree>
      <p:nvGrpSpPr>
        <p:cNvPr id="8353" name="Shape 8353"/>
        <p:cNvGrpSpPr/>
        <p:nvPr/>
      </p:nvGrpSpPr>
      <p:grpSpPr>
        <a:xfrm>
          <a:off x="0" y="0"/>
          <a:ext cx="0" cy="0"/>
          <a:chOff x="0" y="0"/>
          <a:chExt cx="0" cy="0"/>
        </a:xfrm>
      </p:grpSpPr>
      <p:sp>
        <p:nvSpPr>
          <p:cNvPr id="8354" name="Google Shape;8354;p107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_1_1_1_1_1">
    <p:bg>
      <p:bgPr>
        <a:solidFill>
          <a:schemeClr val="dk1"/>
        </a:solidFill>
      </p:bgPr>
    </p:bg>
    <p:spTree>
      <p:nvGrpSpPr>
        <p:cNvPr id="8355" name="Shape 8355"/>
        <p:cNvGrpSpPr/>
        <p:nvPr/>
      </p:nvGrpSpPr>
      <p:grpSpPr>
        <a:xfrm>
          <a:off x="0" y="0"/>
          <a:ext cx="0" cy="0"/>
          <a:chOff x="0" y="0"/>
          <a:chExt cx="0" cy="0"/>
        </a:xfrm>
      </p:grpSpPr>
      <p:grpSp>
        <p:nvGrpSpPr>
          <p:cNvPr id="8356" name="Google Shape;8356;p1078"/>
          <p:cNvGrpSpPr/>
          <p:nvPr/>
        </p:nvGrpSpPr>
        <p:grpSpPr>
          <a:xfrm>
            <a:off x="713225" y="539500"/>
            <a:ext cx="7717500" cy="4064400"/>
            <a:chOff x="713225" y="539500"/>
            <a:chExt cx="7717500" cy="4064400"/>
          </a:xfrm>
        </p:grpSpPr>
        <p:sp>
          <p:nvSpPr>
            <p:cNvPr id="8357" name="Google Shape;8357;p107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58" name="Google Shape;8358;p107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Layouts/slideLayout10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8363" name="Shape 8363"/>
        <p:cNvGrpSpPr/>
        <p:nvPr/>
      </p:nvGrpSpPr>
      <p:grpSpPr>
        <a:xfrm>
          <a:off x="0" y="0"/>
          <a:ext cx="0" cy="0"/>
          <a:chOff x="0" y="0"/>
          <a:chExt cx="0" cy="0"/>
        </a:xfrm>
      </p:grpSpPr>
      <p:sp>
        <p:nvSpPr>
          <p:cNvPr id="8364" name="Google Shape;8364;p108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1080"/>
          <p:cNvSpPr txBox="1"/>
          <p:nvPr>
            <p:ph type="ctrTitle"/>
          </p:nvPr>
        </p:nvSpPr>
        <p:spPr>
          <a:xfrm>
            <a:off x="2048825" y="848600"/>
            <a:ext cx="5046300" cy="10305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8366" name="Google Shape;8366;p1080"/>
          <p:cNvSpPr txBox="1"/>
          <p:nvPr>
            <p:ph idx="1" type="subTitle"/>
          </p:nvPr>
        </p:nvSpPr>
        <p:spPr>
          <a:xfrm>
            <a:off x="2048825" y="3798375"/>
            <a:ext cx="50463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367" name="Google Shape;8367;p1080"/>
          <p:cNvSpPr txBox="1"/>
          <p:nvPr>
            <p:ph idx="2" type="subTitle"/>
          </p:nvPr>
        </p:nvSpPr>
        <p:spPr>
          <a:xfrm>
            <a:off x="2902475" y="1879100"/>
            <a:ext cx="3339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0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8368" name="Shape 8368"/>
        <p:cNvGrpSpPr/>
        <p:nvPr/>
      </p:nvGrpSpPr>
      <p:grpSpPr>
        <a:xfrm>
          <a:off x="0" y="0"/>
          <a:ext cx="0" cy="0"/>
          <a:chOff x="0" y="0"/>
          <a:chExt cx="0" cy="0"/>
        </a:xfrm>
      </p:grpSpPr>
      <p:sp>
        <p:nvSpPr>
          <p:cNvPr id="8369" name="Google Shape;8369;p108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1081"/>
          <p:cNvSpPr/>
          <p:nvPr/>
        </p:nvSpPr>
        <p:spPr>
          <a:xfrm flipH="1" rot="-5400000">
            <a:off x="-1114550" y="743900"/>
            <a:ext cx="3655500" cy="3655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1081"/>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8372" name="Google Shape;8372;p1081"/>
          <p:cNvSpPr txBox="1"/>
          <p:nvPr>
            <p:ph hasCustomPrompt="1" idx="2" type="title"/>
          </p:nvPr>
        </p:nvSpPr>
        <p:spPr>
          <a:xfrm>
            <a:off x="821288" y="157487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8373" name="Google Shape;8373;p1081"/>
          <p:cNvSpPr txBox="1"/>
          <p:nvPr>
            <p:ph idx="1" type="subTitle"/>
          </p:nvPr>
        </p:nvSpPr>
        <p:spPr>
          <a:xfrm>
            <a:off x="2971613" y="32407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0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8374" name="Shape 8374"/>
        <p:cNvGrpSpPr/>
        <p:nvPr/>
      </p:nvGrpSpPr>
      <p:grpSpPr>
        <a:xfrm>
          <a:off x="0" y="0"/>
          <a:ext cx="0" cy="0"/>
          <a:chOff x="0" y="0"/>
          <a:chExt cx="0" cy="0"/>
        </a:xfrm>
      </p:grpSpPr>
      <p:grpSp>
        <p:nvGrpSpPr>
          <p:cNvPr id="8375" name="Google Shape;8375;p1082"/>
          <p:cNvGrpSpPr/>
          <p:nvPr/>
        </p:nvGrpSpPr>
        <p:grpSpPr>
          <a:xfrm>
            <a:off x="713225" y="539500"/>
            <a:ext cx="7717500" cy="4064400"/>
            <a:chOff x="713225" y="539500"/>
            <a:chExt cx="7717500" cy="4064400"/>
          </a:xfrm>
        </p:grpSpPr>
        <p:cxnSp>
          <p:nvCxnSpPr>
            <p:cNvPr id="8376" name="Google Shape;8376;p108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8377" name="Google Shape;8377;p108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8" name="Google Shape;8378;p108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379" name="Google Shape;8379;p1082"/>
          <p:cNvSpPr txBox="1"/>
          <p:nvPr>
            <p:ph idx="1" type="subTitle"/>
          </p:nvPr>
        </p:nvSpPr>
        <p:spPr>
          <a:xfrm>
            <a:off x="2817300" y="2114400"/>
            <a:ext cx="3509400" cy="1529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6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10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8380" name="Shape 8380"/>
        <p:cNvGrpSpPr/>
        <p:nvPr/>
      </p:nvGrpSpPr>
      <p:grpSpPr>
        <a:xfrm>
          <a:off x="0" y="0"/>
          <a:ext cx="0" cy="0"/>
          <a:chOff x="0" y="0"/>
          <a:chExt cx="0" cy="0"/>
        </a:xfrm>
      </p:grpSpPr>
      <p:grpSp>
        <p:nvGrpSpPr>
          <p:cNvPr id="8381" name="Google Shape;8381;p1083"/>
          <p:cNvGrpSpPr/>
          <p:nvPr/>
        </p:nvGrpSpPr>
        <p:grpSpPr>
          <a:xfrm>
            <a:off x="713225" y="539500"/>
            <a:ext cx="7717500" cy="4064400"/>
            <a:chOff x="713225" y="539500"/>
            <a:chExt cx="7717500" cy="4064400"/>
          </a:xfrm>
        </p:grpSpPr>
        <p:sp>
          <p:nvSpPr>
            <p:cNvPr id="8382" name="Google Shape;8382;p108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83" name="Google Shape;8383;p108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384" name="Google Shape;8384;p108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385" name="Google Shape;8385;p1083"/>
          <p:cNvSpPr txBox="1"/>
          <p:nvPr>
            <p:ph idx="1" type="subTitle"/>
          </p:nvPr>
        </p:nvSpPr>
        <p:spPr>
          <a:xfrm>
            <a:off x="1425525" y="32987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386" name="Google Shape;8386;p1083"/>
          <p:cNvSpPr txBox="1"/>
          <p:nvPr>
            <p:ph idx="2" type="subTitle"/>
          </p:nvPr>
        </p:nvSpPr>
        <p:spPr>
          <a:xfrm>
            <a:off x="1425525" y="2867137"/>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87" name="Google Shape;8387;p1083"/>
          <p:cNvSpPr txBox="1"/>
          <p:nvPr>
            <p:ph idx="3" type="subTitle"/>
          </p:nvPr>
        </p:nvSpPr>
        <p:spPr>
          <a:xfrm>
            <a:off x="5333725" y="32885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388" name="Google Shape;8388;p1083"/>
          <p:cNvSpPr txBox="1"/>
          <p:nvPr>
            <p:ph idx="4" type="subTitle"/>
          </p:nvPr>
        </p:nvSpPr>
        <p:spPr>
          <a:xfrm>
            <a:off x="5333725" y="28586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8389" name="Shape 8389"/>
        <p:cNvGrpSpPr/>
        <p:nvPr/>
      </p:nvGrpSpPr>
      <p:grpSpPr>
        <a:xfrm>
          <a:off x="0" y="0"/>
          <a:ext cx="0" cy="0"/>
          <a:chOff x="0" y="0"/>
          <a:chExt cx="0" cy="0"/>
        </a:xfrm>
      </p:grpSpPr>
      <p:grpSp>
        <p:nvGrpSpPr>
          <p:cNvPr id="8390" name="Google Shape;8390;p1084"/>
          <p:cNvGrpSpPr/>
          <p:nvPr/>
        </p:nvGrpSpPr>
        <p:grpSpPr>
          <a:xfrm>
            <a:off x="713225" y="539500"/>
            <a:ext cx="7717500" cy="4064400"/>
            <a:chOff x="713225" y="539500"/>
            <a:chExt cx="7717500" cy="4064400"/>
          </a:xfrm>
        </p:grpSpPr>
        <p:sp>
          <p:nvSpPr>
            <p:cNvPr id="8391" name="Google Shape;8391;p108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92" name="Google Shape;8392;p108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393" name="Google Shape;8393;p108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0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8394" name="Shape 8394"/>
        <p:cNvGrpSpPr/>
        <p:nvPr/>
      </p:nvGrpSpPr>
      <p:grpSpPr>
        <a:xfrm>
          <a:off x="0" y="0"/>
          <a:ext cx="0" cy="0"/>
          <a:chOff x="0" y="0"/>
          <a:chExt cx="0" cy="0"/>
        </a:xfrm>
      </p:grpSpPr>
      <p:grpSp>
        <p:nvGrpSpPr>
          <p:cNvPr id="8395" name="Google Shape;8395;p1085"/>
          <p:cNvGrpSpPr/>
          <p:nvPr/>
        </p:nvGrpSpPr>
        <p:grpSpPr>
          <a:xfrm>
            <a:off x="713225" y="539500"/>
            <a:ext cx="7717500" cy="4064400"/>
            <a:chOff x="713225" y="539500"/>
            <a:chExt cx="7717500" cy="4064400"/>
          </a:xfrm>
        </p:grpSpPr>
        <p:cxnSp>
          <p:nvCxnSpPr>
            <p:cNvPr id="8396" name="Google Shape;8396;p108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8397" name="Google Shape;8397;p108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8" name="Google Shape;8398;p108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399" name="Google Shape;8399;p1085"/>
          <p:cNvSpPr txBox="1"/>
          <p:nvPr>
            <p:ph idx="1" type="subTitle"/>
          </p:nvPr>
        </p:nvSpPr>
        <p:spPr>
          <a:xfrm>
            <a:off x="2105700" y="1543900"/>
            <a:ext cx="4932600" cy="2550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800"/>
              <a:buChar char="●"/>
              <a:defRPr sz="1600">
                <a:solidFill>
                  <a:schemeClr val="lt1"/>
                </a:solidFill>
              </a:defRPr>
            </a:lvl1pPr>
            <a:lvl2pPr lvl="1">
              <a:lnSpc>
                <a:spcPct val="100000"/>
              </a:lnSpc>
              <a:spcBef>
                <a:spcPts val="0"/>
              </a:spcBef>
              <a:spcAft>
                <a:spcPts val="0"/>
              </a:spcAft>
              <a:buClr>
                <a:schemeClr val="lt1"/>
              </a:buClr>
              <a:buSzPts val="2800"/>
              <a:buChar char="○"/>
              <a:defRPr sz="2800">
                <a:solidFill>
                  <a:schemeClr val="lt1"/>
                </a:solidFill>
              </a:defRPr>
            </a:lvl2pPr>
            <a:lvl3pPr lvl="2">
              <a:lnSpc>
                <a:spcPct val="100000"/>
              </a:lnSpc>
              <a:spcBef>
                <a:spcPts val="0"/>
              </a:spcBef>
              <a:spcAft>
                <a:spcPts val="0"/>
              </a:spcAft>
              <a:buClr>
                <a:schemeClr val="lt1"/>
              </a:buClr>
              <a:buSzPts val="2800"/>
              <a:buChar char="■"/>
              <a:defRPr sz="2800">
                <a:solidFill>
                  <a:schemeClr val="lt1"/>
                </a:solidFill>
              </a:defRPr>
            </a:lvl3pPr>
            <a:lvl4pPr lvl="3">
              <a:lnSpc>
                <a:spcPct val="100000"/>
              </a:lnSpc>
              <a:spcBef>
                <a:spcPts val="0"/>
              </a:spcBef>
              <a:spcAft>
                <a:spcPts val="0"/>
              </a:spcAft>
              <a:buClr>
                <a:schemeClr val="lt1"/>
              </a:buClr>
              <a:buSzPts val="2800"/>
              <a:buChar char="●"/>
              <a:defRPr sz="2800">
                <a:solidFill>
                  <a:schemeClr val="lt1"/>
                </a:solidFill>
              </a:defRPr>
            </a:lvl4pPr>
            <a:lvl5pPr lvl="4">
              <a:lnSpc>
                <a:spcPct val="100000"/>
              </a:lnSpc>
              <a:spcBef>
                <a:spcPts val="0"/>
              </a:spcBef>
              <a:spcAft>
                <a:spcPts val="0"/>
              </a:spcAft>
              <a:buClr>
                <a:schemeClr val="lt1"/>
              </a:buClr>
              <a:buSzPts val="2800"/>
              <a:buChar char="○"/>
              <a:defRPr sz="2800">
                <a:solidFill>
                  <a:schemeClr val="lt1"/>
                </a:solidFill>
              </a:defRPr>
            </a:lvl5pPr>
            <a:lvl6pPr lvl="5">
              <a:lnSpc>
                <a:spcPct val="100000"/>
              </a:lnSpc>
              <a:spcBef>
                <a:spcPts val="0"/>
              </a:spcBef>
              <a:spcAft>
                <a:spcPts val="0"/>
              </a:spcAft>
              <a:buClr>
                <a:schemeClr val="lt1"/>
              </a:buClr>
              <a:buSzPts val="2800"/>
              <a:buChar char="■"/>
              <a:defRPr sz="2800">
                <a:solidFill>
                  <a:schemeClr val="lt1"/>
                </a:solidFill>
              </a:defRPr>
            </a:lvl6pPr>
            <a:lvl7pPr lvl="6">
              <a:lnSpc>
                <a:spcPct val="100000"/>
              </a:lnSpc>
              <a:spcBef>
                <a:spcPts val="0"/>
              </a:spcBef>
              <a:spcAft>
                <a:spcPts val="0"/>
              </a:spcAft>
              <a:buClr>
                <a:schemeClr val="lt1"/>
              </a:buClr>
              <a:buSzPts val="2800"/>
              <a:buChar char="●"/>
              <a:defRPr sz="2800">
                <a:solidFill>
                  <a:schemeClr val="lt1"/>
                </a:solidFill>
              </a:defRPr>
            </a:lvl7pPr>
            <a:lvl8pPr lvl="7">
              <a:lnSpc>
                <a:spcPct val="100000"/>
              </a:lnSpc>
              <a:spcBef>
                <a:spcPts val="0"/>
              </a:spcBef>
              <a:spcAft>
                <a:spcPts val="0"/>
              </a:spcAft>
              <a:buClr>
                <a:schemeClr val="lt1"/>
              </a:buClr>
              <a:buSzPts val="2800"/>
              <a:buChar char="○"/>
              <a:defRPr sz="2800">
                <a:solidFill>
                  <a:schemeClr val="lt1"/>
                </a:solidFill>
              </a:defRPr>
            </a:lvl8pPr>
            <a:lvl9pPr lvl="8">
              <a:lnSpc>
                <a:spcPct val="100000"/>
              </a:lnSpc>
              <a:spcBef>
                <a:spcPts val="0"/>
              </a:spcBef>
              <a:spcAft>
                <a:spcPts val="0"/>
              </a:spcAft>
              <a:buClr>
                <a:schemeClr val="lt1"/>
              </a:buClr>
              <a:buSzPts val="2800"/>
              <a:buChar char="■"/>
              <a:defRPr sz="2800">
                <a:solidFill>
                  <a:schemeClr val="lt1"/>
                </a:solidFill>
              </a:defRPr>
            </a:lvl9pPr>
          </a:lstStyle>
          <a:p/>
        </p:txBody>
      </p:sp>
    </p:spTree>
  </p:cSld>
  <p:clrMapOvr>
    <a:masterClrMapping/>
  </p:clrMapOvr>
</p:sldLayout>
</file>

<file path=ppt/slideLayouts/slideLayout10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8400" name="Shape 8400"/>
        <p:cNvGrpSpPr/>
        <p:nvPr/>
      </p:nvGrpSpPr>
      <p:grpSpPr>
        <a:xfrm>
          <a:off x="0" y="0"/>
          <a:ext cx="0" cy="0"/>
          <a:chOff x="0" y="0"/>
          <a:chExt cx="0" cy="0"/>
        </a:xfrm>
      </p:grpSpPr>
      <p:sp>
        <p:nvSpPr>
          <p:cNvPr id="8401" name="Google Shape;8401;p108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1086"/>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10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8403" name="Shape 8403"/>
        <p:cNvGrpSpPr/>
        <p:nvPr/>
      </p:nvGrpSpPr>
      <p:grpSpPr>
        <a:xfrm>
          <a:off x="0" y="0"/>
          <a:ext cx="0" cy="0"/>
          <a:chOff x="0" y="0"/>
          <a:chExt cx="0" cy="0"/>
        </a:xfrm>
      </p:grpSpPr>
      <p:grpSp>
        <p:nvGrpSpPr>
          <p:cNvPr id="8404" name="Google Shape;8404;p1087"/>
          <p:cNvGrpSpPr/>
          <p:nvPr/>
        </p:nvGrpSpPr>
        <p:grpSpPr>
          <a:xfrm>
            <a:off x="713225" y="539500"/>
            <a:ext cx="7717500" cy="4064400"/>
            <a:chOff x="713225" y="539500"/>
            <a:chExt cx="7717500" cy="4064400"/>
          </a:xfrm>
        </p:grpSpPr>
        <p:cxnSp>
          <p:nvCxnSpPr>
            <p:cNvPr id="8405" name="Google Shape;8405;p108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8406" name="Google Shape;8406;p108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07" name="Google Shape;8407;p1087"/>
            <p:cNvCxnSpPr/>
            <p:nvPr/>
          </p:nvCxnSpPr>
          <p:spPr>
            <a:xfrm rot="10800000">
              <a:off x="4876775" y="1096300"/>
              <a:ext cx="0" cy="3507600"/>
            </a:xfrm>
            <a:prstGeom prst="straightConnector1">
              <a:avLst/>
            </a:prstGeom>
            <a:noFill/>
            <a:ln cap="flat" cmpd="sng" w="38100">
              <a:solidFill>
                <a:schemeClr val="accent1"/>
              </a:solidFill>
              <a:prstDash val="solid"/>
              <a:round/>
              <a:headEnd len="med" w="med" type="none"/>
              <a:tailEnd len="med" w="med" type="none"/>
            </a:ln>
          </p:spPr>
        </p:cxnSp>
      </p:grpSp>
      <p:sp>
        <p:nvSpPr>
          <p:cNvPr id="8408" name="Google Shape;8408;p108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409" name="Google Shape;8409;p1087"/>
          <p:cNvSpPr txBox="1"/>
          <p:nvPr>
            <p:ph idx="1" type="subTitle"/>
          </p:nvPr>
        </p:nvSpPr>
        <p:spPr>
          <a:xfrm>
            <a:off x="1312950" y="2327975"/>
            <a:ext cx="2973000" cy="13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8410" name="Google Shape;8410;p1087"/>
          <p:cNvSpPr txBox="1"/>
          <p:nvPr>
            <p:ph idx="2" type="subTitle"/>
          </p:nvPr>
        </p:nvSpPr>
        <p:spPr>
          <a:xfrm>
            <a:off x="1312950" y="1809275"/>
            <a:ext cx="29730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0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8411" name="Shape 8411"/>
        <p:cNvGrpSpPr/>
        <p:nvPr/>
      </p:nvGrpSpPr>
      <p:grpSpPr>
        <a:xfrm>
          <a:off x="0" y="0"/>
          <a:ext cx="0" cy="0"/>
          <a:chOff x="0" y="0"/>
          <a:chExt cx="0" cy="0"/>
        </a:xfrm>
      </p:grpSpPr>
      <p:sp>
        <p:nvSpPr>
          <p:cNvPr id="8412" name="Google Shape;8412;p1088"/>
          <p:cNvSpPr txBox="1"/>
          <p:nvPr>
            <p:ph type="title"/>
          </p:nvPr>
        </p:nvSpPr>
        <p:spPr>
          <a:xfrm>
            <a:off x="865625" y="3328700"/>
            <a:ext cx="6367800" cy="1427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3600"/>
              <a:buNone/>
              <a:defRPr sz="3600">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10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8413" name="Shape 8413"/>
        <p:cNvGrpSpPr/>
        <p:nvPr/>
      </p:nvGrpSpPr>
      <p:grpSpPr>
        <a:xfrm>
          <a:off x="0" y="0"/>
          <a:ext cx="0" cy="0"/>
          <a:chOff x="0" y="0"/>
          <a:chExt cx="0" cy="0"/>
        </a:xfrm>
      </p:grpSpPr>
      <p:sp>
        <p:nvSpPr>
          <p:cNvPr id="8414" name="Google Shape;8414;p108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1089"/>
          <p:cNvSpPr txBox="1"/>
          <p:nvPr>
            <p:ph hasCustomPrompt="1" type="title"/>
          </p:nvPr>
        </p:nvSpPr>
        <p:spPr>
          <a:xfrm>
            <a:off x="994200" y="1505850"/>
            <a:ext cx="7155600" cy="13323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416" name="Google Shape;8416;p1089"/>
          <p:cNvSpPr txBox="1"/>
          <p:nvPr>
            <p:ph idx="1" type="subTitle"/>
          </p:nvPr>
        </p:nvSpPr>
        <p:spPr>
          <a:xfrm>
            <a:off x="994200" y="2838150"/>
            <a:ext cx="4774200" cy="79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8417" name="Shape 8417"/>
        <p:cNvGrpSpPr/>
        <p:nvPr/>
      </p:nvGrpSpPr>
      <p:grpSpPr>
        <a:xfrm>
          <a:off x="0" y="0"/>
          <a:ext cx="0" cy="0"/>
          <a:chOff x="0" y="0"/>
          <a:chExt cx="0" cy="0"/>
        </a:xfrm>
      </p:grpSpPr>
    </p:spTree>
  </p:cSld>
  <p:clrMapOvr>
    <a:masterClrMapping/>
  </p:clrMapOvr>
</p:sldLayout>
</file>

<file path=ppt/slideLayouts/slideLayout10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8418" name="Shape 8418"/>
        <p:cNvGrpSpPr/>
        <p:nvPr/>
      </p:nvGrpSpPr>
      <p:grpSpPr>
        <a:xfrm>
          <a:off x="0" y="0"/>
          <a:ext cx="0" cy="0"/>
          <a:chOff x="0" y="0"/>
          <a:chExt cx="0" cy="0"/>
        </a:xfrm>
      </p:grpSpPr>
      <p:sp>
        <p:nvSpPr>
          <p:cNvPr id="8419" name="Google Shape;8419;p1091"/>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10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8420" name="Shape 8420"/>
        <p:cNvGrpSpPr/>
        <p:nvPr/>
      </p:nvGrpSpPr>
      <p:grpSpPr>
        <a:xfrm>
          <a:off x="0" y="0"/>
          <a:ext cx="0" cy="0"/>
          <a:chOff x="0" y="0"/>
          <a:chExt cx="0" cy="0"/>
        </a:xfrm>
      </p:grpSpPr>
      <p:grpSp>
        <p:nvGrpSpPr>
          <p:cNvPr id="8421" name="Google Shape;8421;p1092"/>
          <p:cNvGrpSpPr/>
          <p:nvPr/>
        </p:nvGrpSpPr>
        <p:grpSpPr>
          <a:xfrm>
            <a:off x="713200" y="539513"/>
            <a:ext cx="7717600" cy="4064400"/>
            <a:chOff x="713125" y="539500"/>
            <a:chExt cx="7717600" cy="4064400"/>
          </a:xfrm>
        </p:grpSpPr>
        <p:cxnSp>
          <p:nvCxnSpPr>
            <p:cNvPr id="8422" name="Google Shape;8422;p1092"/>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8423" name="Google Shape;8423;p109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24" name="Google Shape;8424;p1092"/>
            <p:cNvCxnSpPr>
              <a:stCxn id="8423" idx="2"/>
            </p:cNvCxnSpPr>
            <p:nvPr/>
          </p:nvCxnSpPr>
          <p:spPr>
            <a:xfrm rot="10800000">
              <a:off x="45719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8425" name="Google Shape;8425;p1092"/>
            <p:cNvCxnSpPr/>
            <p:nvPr/>
          </p:nvCxnSpPr>
          <p:spPr>
            <a:xfrm rot="10800000">
              <a:off x="713125" y="2912025"/>
              <a:ext cx="7709100" cy="0"/>
            </a:xfrm>
            <a:prstGeom prst="straightConnector1">
              <a:avLst/>
            </a:prstGeom>
            <a:noFill/>
            <a:ln cap="flat" cmpd="sng" w="38100">
              <a:solidFill>
                <a:schemeClr val="accent1"/>
              </a:solidFill>
              <a:prstDash val="solid"/>
              <a:round/>
              <a:headEnd len="med" w="med" type="none"/>
              <a:tailEnd len="med" w="med" type="none"/>
            </a:ln>
          </p:spPr>
        </p:cxnSp>
        <p:cxnSp>
          <p:nvCxnSpPr>
            <p:cNvPr id="8426" name="Google Shape;8426;p1092"/>
            <p:cNvCxnSpPr/>
            <p:nvPr/>
          </p:nvCxnSpPr>
          <p:spPr>
            <a:xfrm rot="10800000">
              <a:off x="17602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8427" name="Google Shape;8427;p1092"/>
            <p:cNvCxnSpPr/>
            <p:nvPr/>
          </p:nvCxnSpPr>
          <p:spPr>
            <a:xfrm rot="10800000">
              <a:off x="7378100" y="1254400"/>
              <a:ext cx="0" cy="3349500"/>
            </a:xfrm>
            <a:prstGeom prst="straightConnector1">
              <a:avLst/>
            </a:prstGeom>
            <a:noFill/>
            <a:ln cap="flat" cmpd="sng" w="38100">
              <a:solidFill>
                <a:schemeClr val="accent1"/>
              </a:solidFill>
              <a:prstDash val="solid"/>
              <a:round/>
              <a:headEnd len="med" w="med" type="none"/>
              <a:tailEnd len="med" w="med" type="none"/>
            </a:ln>
          </p:spPr>
        </p:cxnSp>
      </p:grpSp>
      <p:sp>
        <p:nvSpPr>
          <p:cNvPr id="8428" name="Google Shape;8428;p1092"/>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429" name="Google Shape;8429;p1092"/>
          <p:cNvSpPr txBox="1"/>
          <p:nvPr>
            <p:ph idx="1" type="subTitle"/>
          </p:nvPr>
        </p:nvSpPr>
        <p:spPr>
          <a:xfrm>
            <a:off x="1924988" y="2036825"/>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430" name="Google Shape;8430;p1092"/>
          <p:cNvSpPr txBox="1"/>
          <p:nvPr>
            <p:ph idx="2" type="subTitle"/>
          </p:nvPr>
        </p:nvSpPr>
        <p:spPr>
          <a:xfrm>
            <a:off x="1924988" y="1518125"/>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431" name="Google Shape;8431;p1092"/>
          <p:cNvSpPr txBox="1"/>
          <p:nvPr>
            <p:ph hasCustomPrompt="1" idx="3" type="title"/>
          </p:nvPr>
        </p:nvSpPr>
        <p:spPr>
          <a:xfrm>
            <a:off x="8197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8432" name="Google Shape;8432;p1092"/>
          <p:cNvSpPr txBox="1"/>
          <p:nvPr>
            <p:ph idx="4" type="subTitle"/>
          </p:nvPr>
        </p:nvSpPr>
        <p:spPr>
          <a:xfrm>
            <a:off x="4760188" y="2036825"/>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8433" name="Google Shape;8433;p1092"/>
          <p:cNvSpPr txBox="1"/>
          <p:nvPr>
            <p:ph idx="5" type="subTitle"/>
          </p:nvPr>
        </p:nvSpPr>
        <p:spPr>
          <a:xfrm>
            <a:off x="4760188" y="1518125"/>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8434" name="Google Shape;8434;p1092"/>
          <p:cNvSpPr txBox="1"/>
          <p:nvPr>
            <p:ph hasCustomPrompt="1" idx="6" type="title"/>
          </p:nvPr>
        </p:nvSpPr>
        <p:spPr>
          <a:xfrm>
            <a:off x="74842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8435" name="Google Shape;8435;p1092"/>
          <p:cNvSpPr txBox="1"/>
          <p:nvPr>
            <p:ph idx="7" type="subTitle"/>
          </p:nvPr>
        </p:nvSpPr>
        <p:spPr>
          <a:xfrm>
            <a:off x="1924988" y="3691200"/>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436" name="Google Shape;8436;p1092"/>
          <p:cNvSpPr txBox="1"/>
          <p:nvPr>
            <p:ph idx="8" type="subTitle"/>
          </p:nvPr>
        </p:nvSpPr>
        <p:spPr>
          <a:xfrm>
            <a:off x="1924988" y="3172500"/>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437" name="Google Shape;8437;p1092"/>
          <p:cNvSpPr txBox="1"/>
          <p:nvPr>
            <p:ph hasCustomPrompt="1" idx="9" type="title"/>
          </p:nvPr>
        </p:nvSpPr>
        <p:spPr>
          <a:xfrm>
            <a:off x="819800" y="346450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8438" name="Google Shape;8438;p1092"/>
          <p:cNvSpPr txBox="1"/>
          <p:nvPr>
            <p:ph idx="13" type="subTitle"/>
          </p:nvPr>
        </p:nvSpPr>
        <p:spPr>
          <a:xfrm>
            <a:off x="4760200" y="3673200"/>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8439" name="Google Shape;8439;p1092"/>
          <p:cNvSpPr txBox="1"/>
          <p:nvPr>
            <p:ph idx="14" type="subTitle"/>
          </p:nvPr>
        </p:nvSpPr>
        <p:spPr>
          <a:xfrm>
            <a:off x="4760200" y="3154500"/>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8440" name="Google Shape;8440;p1092"/>
          <p:cNvSpPr txBox="1"/>
          <p:nvPr>
            <p:ph hasCustomPrompt="1" idx="15" type="title"/>
          </p:nvPr>
        </p:nvSpPr>
        <p:spPr>
          <a:xfrm>
            <a:off x="7488624" y="3475788"/>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10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
    <p:bg>
      <p:bgPr>
        <a:solidFill>
          <a:schemeClr val="dk1"/>
        </a:solidFill>
      </p:bgPr>
    </p:bg>
    <p:spTree>
      <p:nvGrpSpPr>
        <p:cNvPr id="8441" name="Shape 8441"/>
        <p:cNvGrpSpPr/>
        <p:nvPr/>
      </p:nvGrpSpPr>
      <p:grpSpPr>
        <a:xfrm>
          <a:off x="0" y="0"/>
          <a:ext cx="0" cy="0"/>
          <a:chOff x="0" y="0"/>
          <a:chExt cx="0" cy="0"/>
        </a:xfrm>
      </p:grpSpPr>
      <p:grpSp>
        <p:nvGrpSpPr>
          <p:cNvPr id="8442" name="Google Shape;8442;p1093"/>
          <p:cNvGrpSpPr/>
          <p:nvPr/>
        </p:nvGrpSpPr>
        <p:grpSpPr>
          <a:xfrm>
            <a:off x="713300" y="539513"/>
            <a:ext cx="7717500" cy="4064400"/>
            <a:chOff x="713225" y="539500"/>
            <a:chExt cx="7717500" cy="4064400"/>
          </a:xfrm>
        </p:grpSpPr>
        <p:cxnSp>
          <p:nvCxnSpPr>
            <p:cNvPr id="8443" name="Google Shape;8443;p1093"/>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8444" name="Google Shape;8444;p109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5" name="Google Shape;8445;p1093"/>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446" name="Google Shape;8446;p1093"/>
          <p:cNvSpPr txBox="1"/>
          <p:nvPr>
            <p:ph idx="1" type="subTitle"/>
          </p:nvPr>
        </p:nvSpPr>
        <p:spPr>
          <a:xfrm>
            <a:off x="897170"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447" name="Google Shape;8447;p1093"/>
          <p:cNvSpPr txBox="1"/>
          <p:nvPr>
            <p:ph idx="2" type="subTitle"/>
          </p:nvPr>
        </p:nvSpPr>
        <p:spPr>
          <a:xfrm>
            <a:off x="897170"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448" name="Google Shape;8448;p1093"/>
          <p:cNvSpPr txBox="1"/>
          <p:nvPr>
            <p:ph hasCustomPrompt="1" idx="3" type="title"/>
          </p:nvPr>
        </p:nvSpPr>
        <p:spPr>
          <a:xfrm>
            <a:off x="1261666"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8449" name="Google Shape;8449;p1093"/>
          <p:cNvSpPr txBox="1"/>
          <p:nvPr>
            <p:ph idx="4" type="subTitle"/>
          </p:nvPr>
        </p:nvSpPr>
        <p:spPr>
          <a:xfrm>
            <a:off x="47527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8450" name="Google Shape;8450;p1093"/>
          <p:cNvSpPr txBox="1"/>
          <p:nvPr>
            <p:ph idx="5" type="subTitle"/>
          </p:nvPr>
        </p:nvSpPr>
        <p:spPr>
          <a:xfrm>
            <a:off x="47527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8451" name="Google Shape;8451;p1093"/>
          <p:cNvSpPr txBox="1"/>
          <p:nvPr>
            <p:ph hasCustomPrompt="1" idx="6" type="title"/>
          </p:nvPr>
        </p:nvSpPr>
        <p:spPr>
          <a:xfrm>
            <a:off x="5117252"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8452" name="Google Shape;8452;p1093"/>
          <p:cNvSpPr txBox="1"/>
          <p:nvPr>
            <p:ph idx="7" type="subTitle"/>
          </p:nvPr>
        </p:nvSpPr>
        <p:spPr>
          <a:xfrm>
            <a:off x="28249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453" name="Google Shape;8453;p1093"/>
          <p:cNvSpPr txBox="1"/>
          <p:nvPr>
            <p:ph idx="8" type="subTitle"/>
          </p:nvPr>
        </p:nvSpPr>
        <p:spPr>
          <a:xfrm>
            <a:off x="28249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454" name="Google Shape;8454;p1093"/>
          <p:cNvSpPr txBox="1"/>
          <p:nvPr>
            <p:ph hasCustomPrompt="1" idx="9" type="title"/>
          </p:nvPr>
        </p:nvSpPr>
        <p:spPr>
          <a:xfrm>
            <a:off x="3189459"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8455" name="Google Shape;8455;p1093"/>
          <p:cNvSpPr txBox="1"/>
          <p:nvPr>
            <p:ph idx="13" type="subTitle"/>
          </p:nvPr>
        </p:nvSpPr>
        <p:spPr>
          <a:xfrm>
            <a:off x="6680545"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8456" name="Google Shape;8456;p1093"/>
          <p:cNvSpPr txBox="1"/>
          <p:nvPr>
            <p:ph idx="14" type="subTitle"/>
          </p:nvPr>
        </p:nvSpPr>
        <p:spPr>
          <a:xfrm>
            <a:off x="6680545"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8457" name="Google Shape;8457;p1093"/>
          <p:cNvSpPr txBox="1"/>
          <p:nvPr>
            <p:ph hasCustomPrompt="1" idx="15" type="title"/>
          </p:nvPr>
        </p:nvSpPr>
        <p:spPr>
          <a:xfrm>
            <a:off x="7045045" y="1975647"/>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10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dk1"/>
        </a:solidFill>
      </p:bgPr>
    </p:bg>
    <p:spTree>
      <p:nvGrpSpPr>
        <p:cNvPr id="8458" name="Shape 8458"/>
        <p:cNvGrpSpPr/>
        <p:nvPr/>
      </p:nvGrpSpPr>
      <p:grpSpPr>
        <a:xfrm>
          <a:off x="0" y="0"/>
          <a:ext cx="0" cy="0"/>
          <a:chOff x="0" y="0"/>
          <a:chExt cx="0" cy="0"/>
        </a:xfrm>
      </p:grpSpPr>
      <p:sp>
        <p:nvSpPr>
          <p:cNvPr id="8459" name="Google Shape;8459;p109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1094"/>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8461" name="Google Shape;8461;p1094"/>
          <p:cNvSpPr txBox="1"/>
          <p:nvPr>
            <p:ph hasCustomPrompt="1" idx="2" type="title"/>
          </p:nvPr>
        </p:nvSpPr>
        <p:spPr>
          <a:xfrm>
            <a:off x="1131163" y="96802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8462" name="Google Shape;8462;p1094"/>
          <p:cNvSpPr txBox="1"/>
          <p:nvPr>
            <p:ph idx="1" type="subTitle"/>
          </p:nvPr>
        </p:nvSpPr>
        <p:spPr>
          <a:xfrm>
            <a:off x="1131163" y="37284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0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
    <p:bg>
      <p:bgPr>
        <a:solidFill>
          <a:schemeClr val="dk1"/>
        </a:solidFill>
      </p:bgPr>
    </p:bg>
    <p:spTree>
      <p:nvGrpSpPr>
        <p:cNvPr id="8463" name="Shape 8463"/>
        <p:cNvGrpSpPr/>
        <p:nvPr/>
      </p:nvGrpSpPr>
      <p:grpSpPr>
        <a:xfrm>
          <a:off x="0" y="0"/>
          <a:ext cx="0" cy="0"/>
          <a:chOff x="0" y="0"/>
          <a:chExt cx="0" cy="0"/>
        </a:xfrm>
      </p:grpSpPr>
      <p:sp>
        <p:nvSpPr>
          <p:cNvPr id="8464" name="Google Shape;8464;p109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1095"/>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8466" name="Google Shape;8466;p1095"/>
          <p:cNvSpPr txBox="1"/>
          <p:nvPr>
            <p:ph hasCustomPrompt="1" idx="2" type="title"/>
          </p:nvPr>
        </p:nvSpPr>
        <p:spPr>
          <a:xfrm>
            <a:off x="3496800" y="894025"/>
            <a:ext cx="2150400" cy="1665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8467" name="Google Shape;8467;p1095"/>
          <p:cNvSpPr txBox="1"/>
          <p:nvPr>
            <p:ph idx="1" type="subTitle"/>
          </p:nvPr>
        </p:nvSpPr>
        <p:spPr>
          <a:xfrm>
            <a:off x="1896450" y="3802475"/>
            <a:ext cx="53511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0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8468" name="Shape 8468"/>
        <p:cNvGrpSpPr/>
        <p:nvPr/>
      </p:nvGrpSpPr>
      <p:grpSpPr>
        <a:xfrm>
          <a:off x="0" y="0"/>
          <a:ext cx="0" cy="0"/>
          <a:chOff x="0" y="0"/>
          <a:chExt cx="0" cy="0"/>
        </a:xfrm>
      </p:grpSpPr>
      <p:sp>
        <p:nvSpPr>
          <p:cNvPr id="8469" name="Google Shape;8469;p109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1096"/>
          <p:cNvSpPr txBox="1"/>
          <p:nvPr>
            <p:ph type="title"/>
          </p:nvPr>
        </p:nvSpPr>
        <p:spPr>
          <a:xfrm>
            <a:off x="1952375" y="3189813"/>
            <a:ext cx="4629600" cy="491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471" name="Google Shape;8471;p1096"/>
          <p:cNvSpPr txBox="1"/>
          <p:nvPr>
            <p:ph idx="1" type="subTitle"/>
          </p:nvPr>
        </p:nvSpPr>
        <p:spPr>
          <a:xfrm>
            <a:off x="1952375" y="1995238"/>
            <a:ext cx="4629600" cy="111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10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
    <p:bg>
      <p:bgPr>
        <a:solidFill>
          <a:schemeClr val="dk1"/>
        </a:solidFill>
      </p:bgPr>
    </p:bg>
    <p:spTree>
      <p:nvGrpSpPr>
        <p:cNvPr id="8472" name="Shape 8472"/>
        <p:cNvGrpSpPr/>
        <p:nvPr/>
      </p:nvGrpSpPr>
      <p:grpSpPr>
        <a:xfrm>
          <a:off x="0" y="0"/>
          <a:ext cx="0" cy="0"/>
          <a:chOff x="0" y="0"/>
          <a:chExt cx="0" cy="0"/>
        </a:xfrm>
      </p:grpSpPr>
      <p:sp>
        <p:nvSpPr>
          <p:cNvPr id="8473" name="Google Shape;8473;p1097"/>
          <p:cNvSpPr txBox="1"/>
          <p:nvPr>
            <p:ph type="title"/>
          </p:nvPr>
        </p:nvSpPr>
        <p:spPr>
          <a:xfrm>
            <a:off x="713250" y="5395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atin typeface="Roboto"/>
                <a:ea typeface="Roboto"/>
                <a:cs typeface="Roboto"/>
                <a:sym typeface="Roboto"/>
              </a:defRPr>
            </a:lvl1pPr>
            <a:lvl2pPr lvl="1">
              <a:spcBef>
                <a:spcPts val="0"/>
              </a:spcBef>
              <a:spcAft>
                <a:spcPts val="0"/>
              </a:spcAft>
              <a:buSzPts val="2800"/>
              <a:buNone/>
              <a:defRPr>
                <a:latin typeface="Roboto"/>
                <a:ea typeface="Roboto"/>
                <a:cs typeface="Roboto"/>
                <a:sym typeface="Roboto"/>
              </a:defRPr>
            </a:lvl2pPr>
            <a:lvl3pPr lvl="2">
              <a:spcBef>
                <a:spcPts val="0"/>
              </a:spcBef>
              <a:spcAft>
                <a:spcPts val="0"/>
              </a:spcAft>
              <a:buSzPts val="2800"/>
              <a:buNone/>
              <a:defRPr>
                <a:latin typeface="Roboto"/>
                <a:ea typeface="Roboto"/>
                <a:cs typeface="Roboto"/>
                <a:sym typeface="Roboto"/>
              </a:defRPr>
            </a:lvl3pPr>
            <a:lvl4pPr lvl="3">
              <a:spcBef>
                <a:spcPts val="0"/>
              </a:spcBef>
              <a:spcAft>
                <a:spcPts val="0"/>
              </a:spcAft>
              <a:buSzPts val="2800"/>
              <a:buNone/>
              <a:defRPr>
                <a:latin typeface="Roboto"/>
                <a:ea typeface="Roboto"/>
                <a:cs typeface="Roboto"/>
                <a:sym typeface="Roboto"/>
              </a:defRPr>
            </a:lvl4pPr>
            <a:lvl5pPr lvl="4">
              <a:spcBef>
                <a:spcPts val="0"/>
              </a:spcBef>
              <a:spcAft>
                <a:spcPts val="0"/>
              </a:spcAft>
              <a:buSzPts val="2800"/>
              <a:buNone/>
              <a:defRPr>
                <a:latin typeface="Roboto"/>
                <a:ea typeface="Roboto"/>
                <a:cs typeface="Roboto"/>
                <a:sym typeface="Roboto"/>
              </a:defRPr>
            </a:lvl5pPr>
            <a:lvl6pPr lvl="5">
              <a:spcBef>
                <a:spcPts val="0"/>
              </a:spcBef>
              <a:spcAft>
                <a:spcPts val="0"/>
              </a:spcAft>
              <a:buSzPts val="2800"/>
              <a:buNone/>
              <a:defRPr>
                <a:latin typeface="Roboto"/>
                <a:ea typeface="Roboto"/>
                <a:cs typeface="Roboto"/>
                <a:sym typeface="Roboto"/>
              </a:defRPr>
            </a:lvl6pPr>
            <a:lvl7pPr lvl="6">
              <a:spcBef>
                <a:spcPts val="0"/>
              </a:spcBef>
              <a:spcAft>
                <a:spcPts val="0"/>
              </a:spcAft>
              <a:buSzPts val="2800"/>
              <a:buNone/>
              <a:defRPr>
                <a:latin typeface="Roboto"/>
                <a:ea typeface="Roboto"/>
                <a:cs typeface="Roboto"/>
                <a:sym typeface="Roboto"/>
              </a:defRPr>
            </a:lvl7pPr>
            <a:lvl8pPr lvl="7">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8474" name="Google Shape;8474;p109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1097"/>
          <p:cNvSpPr txBox="1"/>
          <p:nvPr>
            <p:ph idx="2" type="title"/>
          </p:nvPr>
        </p:nvSpPr>
        <p:spPr>
          <a:xfrm>
            <a:off x="3364525" y="3430088"/>
            <a:ext cx="4629600" cy="491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476" name="Google Shape;8476;p1097"/>
          <p:cNvSpPr txBox="1"/>
          <p:nvPr>
            <p:ph idx="1" type="subTitle"/>
          </p:nvPr>
        </p:nvSpPr>
        <p:spPr>
          <a:xfrm>
            <a:off x="3364525" y="2235513"/>
            <a:ext cx="4629600" cy="111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10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0">
    <p:bg>
      <p:bgPr>
        <a:solidFill>
          <a:schemeClr val="dk1"/>
        </a:solidFill>
      </p:bgPr>
    </p:bg>
    <p:spTree>
      <p:nvGrpSpPr>
        <p:cNvPr id="8477" name="Shape 8477"/>
        <p:cNvGrpSpPr/>
        <p:nvPr/>
      </p:nvGrpSpPr>
      <p:grpSpPr>
        <a:xfrm>
          <a:off x="0" y="0"/>
          <a:ext cx="0" cy="0"/>
          <a:chOff x="0" y="0"/>
          <a:chExt cx="0" cy="0"/>
        </a:xfrm>
      </p:grpSpPr>
      <p:sp>
        <p:nvSpPr>
          <p:cNvPr id="8478" name="Google Shape;8478;p109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1098"/>
          <p:cNvSpPr txBox="1"/>
          <p:nvPr>
            <p:ph hasCustomPrompt="1" type="title"/>
          </p:nvPr>
        </p:nvSpPr>
        <p:spPr>
          <a:xfrm>
            <a:off x="2070613" y="1505850"/>
            <a:ext cx="4774200" cy="1332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480" name="Google Shape;8480;p1098"/>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22">
    <p:bg>
      <p:bgPr>
        <a:solidFill>
          <a:schemeClr val="dk1"/>
        </a:solidFill>
      </p:bgPr>
    </p:bg>
    <p:spTree>
      <p:nvGrpSpPr>
        <p:cNvPr id="8481" name="Shape 8481"/>
        <p:cNvGrpSpPr/>
        <p:nvPr/>
      </p:nvGrpSpPr>
      <p:grpSpPr>
        <a:xfrm>
          <a:off x="0" y="0"/>
          <a:ext cx="0" cy="0"/>
          <a:chOff x="0" y="0"/>
          <a:chExt cx="0" cy="0"/>
        </a:xfrm>
      </p:grpSpPr>
      <p:sp>
        <p:nvSpPr>
          <p:cNvPr id="8482" name="Google Shape;8482;p1099"/>
          <p:cNvSpPr txBox="1"/>
          <p:nvPr>
            <p:ph hasCustomPrompt="1" type="title"/>
          </p:nvPr>
        </p:nvSpPr>
        <p:spPr>
          <a:xfrm>
            <a:off x="2337663" y="1768700"/>
            <a:ext cx="2299800" cy="1209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483" name="Google Shape;8483;p1099"/>
          <p:cNvSpPr txBox="1"/>
          <p:nvPr>
            <p:ph idx="1" type="subTitle"/>
          </p:nvPr>
        </p:nvSpPr>
        <p:spPr>
          <a:xfrm>
            <a:off x="4989538" y="1768700"/>
            <a:ext cx="3188400" cy="1209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484" name="Google Shape;8484;p1099"/>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85" name="Google Shape;8485;p1099"/>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8486" name="Google Shape;8486;p1099"/>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0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bg>
      <p:bgPr>
        <a:solidFill>
          <a:schemeClr val="dk1"/>
        </a:solidFill>
      </p:bgPr>
    </p:bg>
    <p:spTree>
      <p:nvGrpSpPr>
        <p:cNvPr id="8487" name="Shape 8487"/>
        <p:cNvGrpSpPr/>
        <p:nvPr/>
      </p:nvGrpSpPr>
      <p:grpSpPr>
        <a:xfrm>
          <a:off x="0" y="0"/>
          <a:ext cx="0" cy="0"/>
          <a:chOff x="0" y="0"/>
          <a:chExt cx="0" cy="0"/>
        </a:xfrm>
      </p:grpSpPr>
      <p:sp>
        <p:nvSpPr>
          <p:cNvPr id="8488" name="Google Shape;8488;p1100"/>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89" name="Google Shape;8489;p1100"/>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8490" name="Google Shape;8490;p110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491" name="Google Shape;8491;p1100"/>
          <p:cNvSpPr txBox="1"/>
          <p:nvPr>
            <p:ph hasCustomPrompt="1" idx="2" type="title"/>
          </p:nvPr>
        </p:nvSpPr>
        <p:spPr>
          <a:xfrm>
            <a:off x="1153250" y="1714350"/>
            <a:ext cx="2299800" cy="103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492" name="Google Shape;8492;p1100"/>
          <p:cNvSpPr txBox="1"/>
          <p:nvPr>
            <p:ph idx="1" type="subTitle"/>
          </p:nvPr>
        </p:nvSpPr>
        <p:spPr>
          <a:xfrm>
            <a:off x="1153250" y="2750550"/>
            <a:ext cx="2299800" cy="1058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493" name="Google Shape;8493;p1100"/>
          <p:cNvSpPr txBox="1"/>
          <p:nvPr>
            <p:ph hasCustomPrompt="1" idx="3" type="title"/>
          </p:nvPr>
        </p:nvSpPr>
        <p:spPr>
          <a:xfrm>
            <a:off x="5006988" y="1378188"/>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494" name="Google Shape;8494;p1100"/>
          <p:cNvSpPr txBox="1"/>
          <p:nvPr>
            <p:ph idx="4" type="subTitle"/>
          </p:nvPr>
        </p:nvSpPr>
        <p:spPr>
          <a:xfrm>
            <a:off x="5006988" y="202385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495" name="Google Shape;8495;p1100"/>
          <p:cNvSpPr txBox="1"/>
          <p:nvPr>
            <p:ph hasCustomPrompt="1" idx="5" type="title"/>
          </p:nvPr>
        </p:nvSpPr>
        <p:spPr>
          <a:xfrm>
            <a:off x="5006988" y="3133450"/>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496" name="Google Shape;8496;p1100"/>
          <p:cNvSpPr txBox="1"/>
          <p:nvPr>
            <p:ph idx="6" type="subTitle"/>
          </p:nvPr>
        </p:nvSpPr>
        <p:spPr>
          <a:xfrm>
            <a:off x="5006988" y="377900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3">
    <p:bg>
      <p:bgPr>
        <a:solidFill>
          <a:schemeClr val="dk1"/>
        </a:solidFill>
      </p:bgPr>
    </p:bg>
    <p:spTree>
      <p:nvGrpSpPr>
        <p:cNvPr id="8497" name="Shape 8497"/>
        <p:cNvGrpSpPr/>
        <p:nvPr/>
      </p:nvGrpSpPr>
      <p:grpSpPr>
        <a:xfrm>
          <a:off x="0" y="0"/>
          <a:ext cx="0" cy="0"/>
          <a:chOff x="0" y="0"/>
          <a:chExt cx="0" cy="0"/>
        </a:xfrm>
      </p:grpSpPr>
      <p:sp>
        <p:nvSpPr>
          <p:cNvPr id="8498" name="Google Shape;8498;p1101"/>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99" name="Google Shape;8499;p1101"/>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8500" name="Google Shape;8500;p110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501" name="Google Shape;8501;p1101"/>
          <p:cNvSpPr txBox="1"/>
          <p:nvPr>
            <p:ph hasCustomPrompt="1" idx="2" type="title"/>
          </p:nvPr>
        </p:nvSpPr>
        <p:spPr>
          <a:xfrm>
            <a:off x="1153250"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502" name="Google Shape;8502;p1101"/>
          <p:cNvSpPr txBox="1"/>
          <p:nvPr>
            <p:ph idx="1" type="subTitle"/>
          </p:nvPr>
        </p:nvSpPr>
        <p:spPr>
          <a:xfrm>
            <a:off x="1153250" y="3575299"/>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503" name="Google Shape;8503;p1101"/>
          <p:cNvSpPr txBox="1"/>
          <p:nvPr>
            <p:ph hasCustomPrompt="1" idx="3" type="title"/>
          </p:nvPr>
        </p:nvSpPr>
        <p:spPr>
          <a:xfrm>
            <a:off x="3476088"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504" name="Google Shape;8504;p1101"/>
          <p:cNvSpPr txBox="1"/>
          <p:nvPr>
            <p:ph idx="4" type="subTitle"/>
          </p:nvPr>
        </p:nvSpPr>
        <p:spPr>
          <a:xfrm>
            <a:off x="3476100" y="3575295"/>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505" name="Google Shape;8505;p1101"/>
          <p:cNvSpPr txBox="1"/>
          <p:nvPr>
            <p:ph hasCustomPrompt="1" idx="5" type="title"/>
          </p:nvPr>
        </p:nvSpPr>
        <p:spPr>
          <a:xfrm>
            <a:off x="5798944" y="2777254"/>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506" name="Google Shape;8506;p1101"/>
          <p:cNvSpPr txBox="1"/>
          <p:nvPr>
            <p:ph idx="6" type="subTitle"/>
          </p:nvPr>
        </p:nvSpPr>
        <p:spPr>
          <a:xfrm>
            <a:off x="5798944" y="3575198"/>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_1_1">
    <p:bg>
      <p:bgPr>
        <a:solidFill>
          <a:schemeClr val="dk1"/>
        </a:solidFill>
      </p:bgPr>
    </p:bg>
    <p:spTree>
      <p:nvGrpSpPr>
        <p:cNvPr id="8507" name="Shape 8507"/>
        <p:cNvGrpSpPr/>
        <p:nvPr/>
      </p:nvGrpSpPr>
      <p:grpSpPr>
        <a:xfrm>
          <a:off x="0" y="0"/>
          <a:ext cx="0" cy="0"/>
          <a:chOff x="0" y="0"/>
          <a:chExt cx="0" cy="0"/>
        </a:xfrm>
      </p:grpSpPr>
      <p:grpSp>
        <p:nvGrpSpPr>
          <p:cNvPr id="8508" name="Google Shape;8508;p1102"/>
          <p:cNvGrpSpPr/>
          <p:nvPr/>
        </p:nvGrpSpPr>
        <p:grpSpPr>
          <a:xfrm>
            <a:off x="713225" y="539500"/>
            <a:ext cx="7717500" cy="4064400"/>
            <a:chOff x="713225" y="539500"/>
            <a:chExt cx="7717500" cy="4064400"/>
          </a:xfrm>
        </p:grpSpPr>
        <p:sp>
          <p:nvSpPr>
            <p:cNvPr id="8509" name="Google Shape;8509;p110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0" name="Google Shape;8510;p110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511" name="Google Shape;8511;p110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0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_1">
    <p:bg>
      <p:bgPr>
        <a:solidFill>
          <a:schemeClr val="dk1"/>
        </a:solidFill>
      </p:bgPr>
    </p:bg>
    <p:spTree>
      <p:nvGrpSpPr>
        <p:cNvPr id="8512" name="Shape 8512"/>
        <p:cNvGrpSpPr/>
        <p:nvPr/>
      </p:nvGrpSpPr>
      <p:grpSpPr>
        <a:xfrm>
          <a:off x="0" y="0"/>
          <a:ext cx="0" cy="0"/>
          <a:chOff x="0" y="0"/>
          <a:chExt cx="0" cy="0"/>
        </a:xfrm>
      </p:grpSpPr>
      <p:grpSp>
        <p:nvGrpSpPr>
          <p:cNvPr id="8513" name="Google Shape;8513;p1103"/>
          <p:cNvGrpSpPr/>
          <p:nvPr/>
        </p:nvGrpSpPr>
        <p:grpSpPr>
          <a:xfrm>
            <a:off x="713225" y="539500"/>
            <a:ext cx="7717500" cy="4064400"/>
            <a:chOff x="713225" y="539500"/>
            <a:chExt cx="7717500" cy="4064400"/>
          </a:xfrm>
        </p:grpSpPr>
        <p:sp>
          <p:nvSpPr>
            <p:cNvPr id="8514" name="Google Shape;8514;p110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5" name="Google Shape;8515;p110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516" name="Google Shape;8516;p1103"/>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0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1_1_1">
    <p:bg>
      <p:bgPr>
        <a:solidFill>
          <a:schemeClr val="dk1"/>
        </a:solidFill>
      </p:bgPr>
    </p:bg>
    <p:spTree>
      <p:nvGrpSpPr>
        <p:cNvPr id="8517" name="Shape 8517"/>
        <p:cNvGrpSpPr/>
        <p:nvPr/>
      </p:nvGrpSpPr>
      <p:grpSpPr>
        <a:xfrm>
          <a:off x="0" y="0"/>
          <a:ext cx="0" cy="0"/>
          <a:chOff x="0" y="0"/>
          <a:chExt cx="0" cy="0"/>
        </a:xfrm>
      </p:grpSpPr>
      <p:grpSp>
        <p:nvGrpSpPr>
          <p:cNvPr id="8518" name="Google Shape;8518;p1104"/>
          <p:cNvGrpSpPr/>
          <p:nvPr/>
        </p:nvGrpSpPr>
        <p:grpSpPr>
          <a:xfrm>
            <a:off x="713225" y="539500"/>
            <a:ext cx="7717500" cy="4064400"/>
            <a:chOff x="713225" y="539500"/>
            <a:chExt cx="7717500" cy="4064400"/>
          </a:xfrm>
        </p:grpSpPr>
        <p:sp>
          <p:nvSpPr>
            <p:cNvPr id="8519" name="Google Shape;8519;p110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20" name="Google Shape;8520;p110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521" name="Google Shape;8521;p1104"/>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0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BLANK_1_1_1_1_1_1_3">
    <p:bg>
      <p:bgPr>
        <a:solidFill>
          <a:schemeClr val="dk1"/>
        </a:solidFill>
      </p:bgPr>
    </p:bg>
    <p:spTree>
      <p:nvGrpSpPr>
        <p:cNvPr id="8522" name="Shape 8522"/>
        <p:cNvGrpSpPr/>
        <p:nvPr/>
      </p:nvGrpSpPr>
      <p:grpSpPr>
        <a:xfrm>
          <a:off x="0" y="0"/>
          <a:ext cx="0" cy="0"/>
          <a:chOff x="0" y="0"/>
          <a:chExt cx="0" cy="0"/>
        </a:xfrm>
      </p:grpSpPr>
      <p:grpSp>
        <p:nvGrpSpPr>
          <p:cNvPr id="8523" name="Google Shape;8523;p1105"/>
          <p:cNvGrpSpPr/>
          <p:nvPr/>
        </p:nvGrpSpPr>
        <p:grpSpPr>
          <a:xfrm>
            <a:off x="713225" y="539500"/>
            <a:ext cx="7717500" cy="4064400"/>
            <a:chOff x="713225" y="539500"/>
            <a:chExt cx="7717500" cy="4064400"/>
          </a:xfrm>
        </p:grpSpPr>
        <p:sp>
          <p:nvSpPr>
            <p:cNvPr id="8524" name="Google Shape;8524;p110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25" name="Google Shape;8525;p110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526" name="Google Shape;8526;p1105"/>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0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_1_3_1">
    <p:bg>
      <p:bgPr>
        <a:solidFill>
          <a:schemeClr val="dk1"/>
        </a:solidFill>
      </p:bgPr>
    </p:bg>
    <p:spTree>
      <p:nvGrpSpPr>
        <p:cNvPr id="8527" name="Shape 8527"/>
        <p:cNvGrpSpPr/>
        <p:nvPr/>
      </p:nvGrpSpPr>
      <p:grpSpPr>
        <a:xfrm>
          <a:off x="0" y="0"/>
          <a:ext cx="0" cy="0"/>
          <a:chOff x="0" y="0"/>
          <a:chExt cx="0" cy="0"/>
        </a:xfrm>
      </p:grpSpPr>
      <p:grpSp>
        <p:nvGrpSpPr>
          <p:cNvPr id="8528" name="Google Shape;8528;p1106"/>
          <p:cNvGrpSpPr/>
          <p:nvPr/>
        </p:nvGrpSpPr>
        <p:grpSpPr>
          <a:xfrm>
            <a:off x="713225" y="539500"/>
            <a:ext cx="7717500" cy="4064400"/>
            <a:chOff x="713225" y="539500"/>
            <a:chExt cx="7717500" cy="4064400"/>
          </a:xfrm>
        </p:grpSpPr>
        <p:sp>
          <p:nvSpPr>
            <p:cNvPr id="8529" name="Google Shape;8529;p110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30" name="Google Shape;8530;p110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531" name="Google Shape;8531;p1106"/>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0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0">
    <p:bg>
      <p:bgPr>
        <a:solidFill>
          <a:schemeClr val="dk1"/>
        </a:solidFill>
      </p:bgPr>
    </p:bg>
    <p:spTree>
      <p:nvGrpSpPr>
        <p:cNvPr id="8532" name="Shape 8532"/>
        <p:cNvGrpSpPr/>
        <p:nvPr/>
      </p:nvGrpSpPr>
      <p:grpSpPr>
        <a:xfrm>
          <a:off x="0" y="0"/>
          <a:ext cx="0" cy="0"/>
          <a:chOff x="0" y="0"/>
          <a:chExt cx="0" cy="0"/>
        </a:xfrm>
      </p:grpSpPr>
      <p:sp>
        <p:nvSpPr>
          <p:cNvPr id="8533" name="Google Shape;8533;p110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1107"/>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10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_1_1_1_2">
    <p:bg>
      <p:bgPr>
        <a:solidFill>
          <a:schemeClr val="dk1"/>
        </a:solidFill>
      </p:bgPr>
    </p:bg>
    <p:spTree>
      <p:nvGrpSpPr>
        <p:cNvPr id="8535" name="Shape 8535"/>
        <p:cNvGrpSpPr/>
        <p:nvPr/>
      </p:nvGrpSpPr>
      <p:grpSpPr>
        <a:xfrm>
          <a:off x="0" y="0"/>
          <a:ext cx="0" cy="0"/>
          <a:chOff x="0" y="0"/>
          <a:chExt cx="0" cy="0"/>
        </a:xfrm>
      </p:grpSpPr>
      <p:sp>
        <p:nvSpPr>
          <p:cNvPr id="8536" name="Google Shape;8536;p1108"/>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108"/>
          <p:cNvSpPr txBox="1"/>
          <p:nvPr>
            <p:ph type="title"/>
          </p:nvPr>
        </p:nvSpPr>
        <p:spPr>
          <a:xfrm>
            <a:off x="1263200" y="1298488"/>
            <a:ext cx="2732700" cy="109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8538" name="Google Shape;8538;p1108"/>
          <p:cNvSpPr txBox="1"/>
          <p:nvPr>
            <p:ph idx="1" type="subTitle"/>
          </p:nvPr>
        </p:nvSpPr>
        <p:spPr>
          <a:xfrm>
            <a:off x="1263200" y="2394813"/>
            <a:ext cx="2732700" cy="1541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0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8539" name="Shape 8539"/>
        <p:cNvGrpSpPr/>
        <p:nvPr/>
      </p:nvGrpSpPr>
      <p:grpSpPr>
        <a:xfrm>
          <a:off x="0" y="0"/>
          <a:ext cx="0" cy="0"/>
          <a:chOff x="0" y="0"/>
          <a:chExt cx="0" cy="0"/>
        </a:xfrm>
      </p:grpSpPr>
      <p:sp>
        <p:nvSpPr>
          <p:cNvPr id="8540" name="Google Shape;8540;p1109"/>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1109"/>
          <p:cNvSpPr txBox="1"/>
          <p:nvPr>
            <p:ph type="title"/>
          </p:nvPr>
        </p:nvSpPr>
        <p:spPr>
          <a:xfrm>
            <a:off x="948875" y="1767400"/>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8542" name="Google Shape;8542;p1109"/>
          <p:cNvSpPr txBox="1"/>
          <p:nvPr>
            <p:ph idx="1" type="subTitle"/>
          </p:nvPr>
        </p:nvSpPr>
        <p:spPr>
          <a:xfrm>
            <a:off x="948875" y="2274200"/>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0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1_1_1_2_1_1_1">
    <p:bg>
      <p:bgPr>
        <a:solidFill>
          <a:schemeClr val="dk1"/>
        </a:solidFill>
      </p:bgPr>
    </p:bg>
    <p:spTree>
      <p:nvGrpSpPr>
        <p:cNvPr id="8543" name="Shape 8543"/>
        <p:cNvGrpSpPr/>
        <p:nvPr/>
      </p:nvGrpSpPr>
      <p:grpSpPr>
        <a:xfrm>
          <a:off x="0" y="0"/>
          <a:ext cx="0" cy="0"/>
          <a:chOff x="0" y="0"/>
          <a:chExt cx="0" cy="0"/>
        </a:xfrm>
      </p:grpSpPr>
      <p:grpSp>
        <p:nvGrpSpPr>
          <p:cNvPr id="8544" name="Google Shape;8544;p1110"/>
          <p:cNvGrpSpPr/>
          <p:nvPr/>
        </p:nvGrpSpPr>
        <p:grpSpPr>
          <a:xfrm>
            <a:off x="713225" y="539500"/>
            <a:ext cx="7717500" cy="4064400"/>
            <a:chOff x="713225" y="539500"/>
            <a:chExt cx="7717500" cy="4064400"/>
          </a:xfrm>
        </p:grpSpPr>
        <p:sp>
          <p:nvSpPr>
            <p:cNvPr id="8545" name="Google Shape;8545;p111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46" name="Google Shape;8546;p111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547" name="Google Shape;8547;p111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548" name="Google Shape;8548;p1110"/>
          <p:cNvSpPr txBox="1"/>
          <p:nvPr>
            <p:ph idx="1" type="subTitle"/>
          </p:nvPr>
        </p:nvSpPr>
        <p:spPr>
          <a:xfrm>
            <a:off x="862402" y="2181950"/>
            <a:ext cx="74778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8549" name="Google Shape;8549;p1110"/>
          <p:cNvSpPr txBox="1"/>
          <p:nvPr>
            <p:ph idx="2" type="subTitle"/>
          </p:nvPr>
        </p:nvSpPr>
        <p:spPr>
          <a:xfrm>
            <a:off x="853775" y="2571350"/>
            <a:ext cx="7477800" cy="1937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8550" name="Google Shape;8550;p1110"/>
          <p:cNvSpPr txBox="1"/>
          <p:nvPr>
            <p:ph idx="3" type="subTitle"/>
          </p:nvPr>
        </p:nvSpPr>
        <p:spPr>
          <a:xfrm>
            <a:off x="821225" y="1404325"/>
            <a:ext cx="76095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Tree>
  </p:cSld>
  <p:clrMapOvr>
    <a:masterClrMapping/>
  </p:clrMapOvr>
</p:sldLayout>
</file>

<file path=ppt/slideLayouts/slideLayout10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bg>
      <p:bgPr>
        <a:solidFill>
          <a:schemeClr val="dk1"/>
        </a:solidFill>
      </p:bgPr>
    </p:bg>
    <p:spTree>
      <p:nvGrpSpPr>
        <p:cNvPr id="8551" name="Shape 8551"/>
        <p:cNvGrpSpPr/>
        <p:nvPr/>
      </p:nvGrpSpPr>
      <p:grpSpPr>
        <a:xfrm>
          <a:off x="0" y="0"/>
          <a:ext cx="0" cy="0"/>
          <a:chOff x="0" y="0"/>
          <a:chExt cx="0" cy="0"/>
        </a:xfrm>
      </p:grpSpPr>
      <p:sp>
        <p:nvSpPr>
          <p:cNvPr id="8552" name="Google Shape;8552;p1111"/>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111"/>
          <p:cNvSpPr txBox="1"/>
          <p:nvPr>
            <p:ph type="title"/>
          </p:nvPr>
        </p:nvSpPr>
        <p:spPr>
          <a:xfrm>
            <a:off x="4762538" y="1024043"/>
            <a:ext cx="3159900" cy="2028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8554" name="Google Shape;8554;p1111"/>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0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bg>
      <p:bgPr>
        <a:solidFill>
          <a:schemeClr val="dk1"/>
        </a:solidFill>
      </p:bgPr>
    </p:bg>
    <p:spTree>
      <p:nvGrpSpPr>
        <p:cNvPr id="8555" name="Shape 8555"/>
        <p:cNvGrpSpPr/>
        <p:nvPr/>
      </p:nvGrpSpPr>
      <p:grpSpPr>
        <a:xfrm>
          <a:off x="0" y="0"/>
          <a:ext cx="0" cy="0"/>
          <a:chOff x="0" y="0"/>
          <a:chExt cx="0" cy="0"/>
        </a:xfrm>
      </p:grpSpPr>
      <p:sp>
        <p:nvSpPr>
          <p:cNvPr id="8556" name="Google Shape;8556;p1112"/>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112"/>
          <p:cNvSpPr txBox="1"/>
          <p:nvPr>
            <p:ph type="title"/>
          </p:nvPr>
        </p:nvSpPr>
        <p:spPr>
          <a:xfrm>
            <a:off x="954338" y="1773175"/>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8558" name="Google Shape;8558;p1112"/>
          <p:cNvSpPr txBox="1"/>
          <p:nvPr>
            <p:ph idx="1" type="subTitle"/>
          </p:nvPr>
        </p:nvSpPr>
        <p:spPr>
          <a:xfrm>
            <a:off x="954338" y="2279975"/>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0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
    <p:bg>
      <p:bgPr>
        <a:solidFill>
          <a:schemeClr val="dk1"/>
        </a:solidFill>
      </p:bgPr>
    </p:bg>
    <p:spTree>
      <p:nvGrpSpPr>
        <p:cNvPr id="8559" name="Shape 8559"/>
        <p:cNvGrpSpPr/>
        <p:nvPr/>
      </p:nvGrpSpPr>
      <p:grpSpPr>
        <a:xfrm>
          <a:off x="0" y="0"/>
          <a:ext cx="0" cy="0"/>
          <a:chOff x="0" y="0"/>
          <a:chExt cx="0" cy="0"/>
        </a:xfrm>
      </p:grpSpPr>
      <p:grpSp>
        <p:nvGrpSpPr>
          <p:cNvPr id="8560" name="Google Shape;8560;p1113"/>
          <p:cNvGrpSpPr/>
          <p:nvPr/>
        </p:nvGrpSpPr>
        <p:grpSpPr>
          <a:xfrm>
            <a:off x="713225" y="539500"/>
            <a:ext cx="7717500" cy="4064400"/>
            <a:chOff x="713225" y="539500"/>
            <a:chExt cx="7717500" cy="4064400"/>
          </a:xfrm>
        </p:grpSpPr>
        <p:sp>
          <p:nvSpPr>
            <p:cNvPr id="8561" name="Google Shape;8561;p111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62" name="Google Shape;8562;p111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563" name="Google Shape;8563;p111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564" name="Google Shape;8564;p1113"/>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8565" name="Google Shape;8565;p1113"/>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8566" name="Google Shape;8566;p1113"/>
          <p:cNvSpPr txBox="1"/>
          <p:nvPr>
            <p:ph idx="3" type="subTitle"/>
          </p:nvPr>
        </p:nvSpPr>
        <p:spPr>
          <a:xfrm>
            <a:off x="853775" y="2571192"/>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8567" name="Google Shape;8567;p1113"/>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8568" name="Google Shape;8568;p1113"/>
          <p:cNvSpPr txBox="1"/>
          <p:nvPr>
            <p:ph idx="5" type="subTitle"/>
          </p:nvPr>
        </p:nvSpPr>
        <p:spPr>
          <a:xfrm>
            <a:off x="4615325" y="2570500"/>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0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1_1_1_1">
    <p:bg>
      <p:bgPr>
        <a:solidFill>
          <a:schemeClr val="dk1"/>
        </a:solidFill>
      </p:bgPr>
    </p:bg>
    <p:spTree>
      <p:nvGrpSpPr>
        <p:cNvPr id="8569" name="Shape 8569"/>
        <p:cNvGrpSpPr/>
        <p:nvPr/>
      </p:nvGrpSpPr>
      <p:grpSpPr>
        <a:xfrm>
          <a:off x="0" y="0"/>
          <a:ext cx="0" cy="0"/>
          <a:chOff x="0" y="0"/>
          <a:chExt cx="0" cy="0"/>
        </a:xfrm>
      </p:grpSpPr>
      <p:grpSp>
        <p:nvGrpSpPr>
          <p:cNvPr id="8570" name="Google Shape;8570;p1114"/>
          <p:cNvGrpSpPr/>
          <p:nvPr/>
        </p:nvGrpSpPr>
        <p:grpSpPr>
          <a:xfrm>
            <a:off x="713225" y="539500"/>
            <a:ext cx="7717500" cy="4064400"/>
            <a:chOff x="713225" y="539500"/>
            <a:chExt cx="7717500" cy="4064400"/>
          </a:xfrm>
        </p:grpSpPr>
        <p:sp>
          <p:nvSpPr>
            <p:cNvPr id="8571" name="Google Shape;8571;p111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72" name="Google Shape;8572;p111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573" name="Google Shape;8573;p111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574" name="Google Shape;8574;p1114"/>
          <p:cNvSpPr txBox="1"/>
          <p:nvPr>
            <p:ph idx="1" type="subTitle"/>
          </p:nvPr>
        </p:nvSpPr>
        <p:spPr>
          <a:xfrm>
            <a:off x="1422663" y="3527586"/>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575" name="Google Shape;8575;p1114"/>
          <p:cNvSpPr txBox="1"/>
          <p:nvPr>
            <p:ph idx="2" type="subTitle"/>
          </p:nvPr>
        </p:nvSpPr>
        <p:spPr>
          <a:xfrm>
            <a:off x="1422663" y="3098062"/>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576" name="Google Shape;8576;p1114"/>
          <p:cNvSpPr txBox="1"/>
          <p:nvPr>
            <p:ph idx="3" type="subTitle"/>
          </p:nvPr>
        </p:nvSpPr>
        <p:spPr>
          <a:xfrm>
            <a:off x="5336638" y="3527925"/>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577" name="Google Shape;8577;p1114"/>
          <p:cNvSpPr txBox="1"/>
          <p:nvPr>
            <p:ph idx="4" type="subTitle"/>
          </p:nvPr>
        </p:nvSpPr>
        <p:spPr>
          <a:xfrm>
            <a:off x="5336638" y="30980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8">
    <p:bg>
      <p:bgPr>
        <a:solidFill>
          <a:schemeClr val="dk1"/>
        </a:solidFill>
      </p:bgPr>
    </p:bg>
    <p:spTree>
      <p:nvGrpSpPr>
        <p:cNvPr id="8578" name="Shape 8578"/>
        <p:cNvGrpSpPr/>
        <p:nvPr/>
      </p:nvGrpSpPr>
      <p:grpSpPr>
        <a:xfrm>
          <a:off x="0" y="0"/>
          <a:ext cx="0" cy="0"/>
          <a:chOff x="0" y="0"/>
          <a:chExt cx="0" cy="0"/>
        </a:xfrm>
      </p:grpSpPr>
      <p:grpSp>
        <p:nvGrpSpPr>
          <p:cNvPr id="8579" name="Google Shape;8579;p1115"/>
          <p:cNvGrpSpPr/>
          <p:nvPr/>
        </p:nvGrpSpPr>
        <p:grpSpPr>
          <a:xfrm>
            <a:off x="713225" y="539500"/>
            <a:ext cx="7717500" cy="4064400"/>
            <a:chOff x="713225" y="539500"/>
            <a:chExt cx="7717500" cy="4064400"/>
          </a:xfrm>
        </p:grpSpPr>
        <p:sp>
          <p:nvSpPr>
            <p:cNvPr id="8580" name="Google Shape;8580;p111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81" name="Google Shape;8581;p111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582" name="Google Shape;8582;p111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583" name="Google Shape;8583;p1115"/>
          <p:cNvSpPr txBox="1"/>
          <p:nvPr>
            <p:ph idx="1" type="subTitle"/>
          </p:nvPr>
        </p:nvSpPr>
        <p:spPr>
          <a:xfrm>
            <a:off x="2965993" y="1780597"/>
            <a:ext cx="3506400" cy="80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584" name="Google Shape;8584;p1115"/>
          <p:cNvSpPr txBox="1"/>
          <p:nvPr>
            <p:ph idx="2" type="subTitle"/>
          </p:nvPr>
        </p:nvSpPr>
        <p:spPr>
          <a:xfrm>
            <a:off x="2965993" y="1351073"/>
            <a:ext cx="3506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585" name="Google Shape;8585;p1115"/>
          <p:cNvSpPr txBox="1"/>
          <p:nvPr>
            <p:ph idx="3" type="subTitle"/>
          </p:nvPr>
        </p:nvSpPr>
        <p:spPr>
          <a:xfrm>
            <a:off x="2280193" y="3541819"/>
            <a:ext cx="3506400" cy="809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586" name="Google Shape;8586;p1115"/>
          <p:cNvSpPr txBox="1"/>
          <p:nvPr>
            <p:ph idx="4" type="subTitle"/>
          </p:nvPr>
        </p:nvSpPr>
        <p:spPr>
          <a:xfrm>
            <a:off x="2280193" y="3111944"/>
            <a:ext cx="3506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bg>
      <p:bgPr>
        <a:solidFill>
          <a:schemeClr val="dk1"/>
        </a:solidFill>
      </p:bgPr>
    </p:bg>
    <p:spTree>
      <p:nvGrpSpPr>
        <p:cNvPr id="8587" name="Shape 8587"/>
        <p:cNvGrpSpPr/>
        <p:nvPr/>
      </p:nvGrpSpPr>
      <p:grpSpPr>
        <a:xfrm>
          <a:off x="0" y="0"/>
          <a:ext cx="0" cy="0"/>
          <a:chOff x="0" y="0"/>
          <a:chExt cx="0" cy="0"/>
        </a:xfrm>
      </p:grpSpPr>
      <p:grpSp>
        <p:nvGrpSpPr>
          <p:cNvPr id="8588" name="Google Shape;8588;p1116"/>
          <p:cNvGrpSpPr/>
          <p:nvPr/>
        </p:nvGrpSpPr>
        <p:grpSpPr>
          <a:xfrm>
            <a:off x="713225" y="539500"/>
            <a:ext cx="7717500" cy="4064400"/>
            <a:chOff x="713225" y="539500"/>
            <a:chExt cx="7717500" cy="4064400"/>
          </a:xfrm>
        </p:grpSpPr>
        <p:sp>
          <p:nvSpPr>
            <p:cNvPr id="8589" name="Google Shape;8589;p111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90" name="Google Shape;8590;p111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591" name="Google Shape;8591;p111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592" name="Google Shape;8592;p1116"/>
          <p:cNvSpPr txBox="1"/>
          <p:nvPr>
            <p:ph idx="1" type="subTitle"/>
          </p:nvPr>
        </p:nvSpPr>
        <p:spPr>
          <a:xfrm>
            <a:off x="1041662" y="2850162"/>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593" name="Google Shape;8593;p1116"/>
          <p:cNvSpPr txBox="1"/>
          <p:nvPr>
            <p:ph idx="2" type="subTitle"/>
          </p:nvPr>
        </p:nvSpPr>
        <p:spPr>
          <a:xfrm>
            <a:off x="1041662"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594" name="Google Shape;8594;p1116"/>
          <p:cNvSpPr txBox="1"/>
          <p:nvPr>
            <p:ph idx="3" type="subTitle"/>
          </p:nvPr>
        </p:nvSpPr>
        <p:spPr>
          <a:xfrm>
            <a:off x="6437934" y="2850513"/>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595" name="Google Shape;8595;p1116"/>
          <p:cNvSpPr txBox="1"/>
          <p:nvPr>
            <p:ph idx="4" type="subTitle"/>
          </p:nvPr>
        </p:nvSpPr>
        <p:spPr>
          <a:xfrm>
            <a:off x="6437934"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6">
    <p:bg>
      <p:bgPr>
        <a:solidFill>
          <a:schemeClr val="dk1"/>
        </a:solidFill>
      </p:bgPr>
    </p:bg>
    <p:spTree>
      <p:nvGrpSpPr>
        <p:cNvPr id="8596" name="Shape 8596"/>
        <p:cNvGrpSpPr/>
        <p:nvPr/>
      </p:nvGrpSpPr>
      <p:grpSpPr>
        <a:xfrm>
          <a:off x="0" y="0"/>
          <a:ext cx="0" cy="0"/>
          <a:chOff x="0" y="0"/>
          <a:chExt cx="0" cy="0"/>
        </a:xfrm>
      </p:grpSpPr>
      <p:grpSp>
        <p:nvGrpSpPr>
          <p:cNvPr id="8597" name="Google Shape;8597;p1117"/>
          <p:cNvGrpSpPr/>
          <p:nvPr/>
        </p:nvGrpSpPr>
        <p:grpSpPr>
          <a:xfrm>
            <a:off x="713225" y="539500"/>
            <a:ext cx="7717500" cy="4064400"/>
            <a:chOff x="713225" y="539500"/>
            <a:chExt cx="7717500" cy="4064400"/>
          </a:xfrm>
        </p:grpSpPr>
        <p:sp>
          <p:nvSpPr>
            <p:cNvPr id="8598" name="Google Shape;8598;p111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99" name="Google Shape;8599;p111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600" name="Google Shape;8600;p111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601" name="Google Shape;8601;p1117"/>
          <p:cNvSpPr txBox="1"/>
          <p:nvPr>
            <p:ph idx="1" type="subTitle"/>
          </p:nvPr>
        </p:nvSpPr>
        <p:spPr>
          <a:xfrm>
            <a:off x="1425525" y="1808851"/>
            <a:ext cx="2384700" cy="2377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
        <p:nvSpPr>
          <p:cNvPr id="8602" name="Google Shape;8602;p1117"/>
          <p:cNvSpPr txBox="1"/>
          <p:nvPr>
            <p:ph idx="2" type="subTitle"/>
          </p:nvPr>
        </p:nvSpPr>
        <p:spPr>
          <a:xfrm>
            <a:off x="5333725" y="1808850"/>
            <a:ext cx="2384700" cy="2356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0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_1_1_1">
    <p:bg>
      <p:bgPr>
        <a:solidFill>
          <a:schemeClr val="dk1"/>
        </a:solidFill>
      </p:bgPr>
    </p:bg>
    <p:spTree>
      <p:nvGrpSpPr>
        <p:cNvPr id="8603" name="Shape 8603"/>
        <p:cNvGrpSpPr/>
        <p:nvPr/>
      </p:nvGrpSpPr>
      <p:grpSpPr>
        <a:xfrm>
          <a:off x="0" y="0"/>
          <a:ext cx="0" cy="0"/>
          <a:chOff x="0" y="0"/>
          <a:chExt cx="0" cy="0"/>
        </a:xfrm>
      </p:grpSpPr>
      <p:grpSp>
        <p:nvGrpSpPr>
          <p:cNvPr id="8604" name="Google Shape;8604;p1118"/>
          <p:cNvGrpSpPr/>
          <p:nvPr/>
        </p:nvGrpSpPr>
        <p:grpSpPr>
          <a:xfrm>
            <a:off x="713225" y="539500"/>
            <a:ext cx="7717500" cy="4064400"/>
            <a:chOff x="713225" y="539500"/>
            <a:chExt cx="7717500" cy="4064400"/>
          </a:xfrm>
        </p:grpSpPr>
        <p:sp>
          <p:nvSpPr>
            <p:cNvPr id="8605" name="Google Shape;8605;p111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06" name="Google Shape;8606;p111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607" name="Google Shape;8607;p111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608" name="Google Shape;8608;p1118"/>
          <p:cNvSpPr txBox="1"/>
          <p:nvPr>
            <p:ph idx="1" type="subTitle"/>
          </p:nvPr>
        </p:nvSpPr>
        <p:spPr>
          <a:xfrm>
            <a:off x="852300" y="16473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8609" name="Google Shape;8609;p1118"/>
          <p:cNvSpPr txBox="1"/>
          <p:nvPr>
            <p:ph idx="2" type="subTitle"/>
          </p:nvPr>
        </p:nvSpPr>
        <p:spPr>
          <a:xfrm>
            <a:off x="852300" y="12178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8610" name="Google Shape;8610;p1118"/>
          <p:cNvSpPr txBox="1"/>
          <p:nvPr>
            <p:ph idx="3" type="subTitle"/>
          </p:nvPr>
        </p:nvSpPr>
        <p:spPr>
          <a:xfrm>
            <a:off x="852300" y="27819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8611" name="Google Shape;8611;p1118"/>
          <p:cNvSpPr txBox="1"/>
          <p:nvPr>
            <p:ph idx="4" type="subTitle"/>
          </p:nvPr>
        </p:nvSpPr>
        <p:spPr>
          <a:xfrm>
            <a:off x="852300" y="23524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8612" name="Google Shape;8612;p1118"/>
          <p:cNvSpPr txBox="1"/>
          <p:nvPr>
            <p:ph idx="5" type="subTitle"/>
          </p:nvPr>
        </p:nvSpPr>
        <p:spPr>
          <a:xfrm>
            <a:off x="852300" y="3916538"/>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8613" name="Google Shape;8613;p1118"/>
          <p:cNvSpPr txBox="1"/>
          <p:nvPr>
            <p:ph idx="6" type="subTitle"/>
          </p:nvPr>
        </p:nvSpPr>
        <p:spPr>
          <a:xfrm>
            <a:off x="852300" y="34870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0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bg>
      <p:bgPr>
        <a:solidFill>
          <a:schemeClr val="dk1"/>
        </a:solidFill>
      </p:bgPr>
    </p:bg>
    <p:spTree>
      <p:nvGrpSpPr>
        <p:cNvPr id="8614" name="Shape 8614"/>
        <p:cNvGrpSpPr/>
        <p:nvPr/>
      </p:nvGrpSpPr>
      <p:grpSpPr>
        <a:xfrm>
          <a:off x="0" y="0"/>
          <a:ext cx="0" cy="0"/>
          <a:chOff x="0" y="0"/>
          <a:chExt cx="0" cy="0"/>
        </a:xfrm>
      </p:grpSpPr>
      <p:grpSp>
        <p:nvGrpSpPr>
          <p:cNvPr id="8615" name="Google Shape;8615;p1119"/>
          <p:cNvGrpSpPr/>
          <p:nvPr/>
        </p:nvGrpSpPr>
        <p:grpSpPr>
          <a:xfrm>
            <a:off x="713225" y="539500"/>
            <a:ext cx="7717500" cy="4064400"/>
            <a:chOff x="713225" y="539500"/>
            <a:chExt cx="7717500" cy="4064400"/>
          </a:xfrm>
        </p:grpSpPr>
        <p:sp>
          <p:nvSpPr>
            <p:cNvPr id="8616" name="Google Shape;8616;p111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17" name="Google Shape;8617;p111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618" name="Google Shape;8618;p111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619" name="Google Shape;8619;p1119"/>
          <p:cNvSpPr txBox="1"/>
          <p:nvPr>
            <p:ph idx="1" type="subTitle"/>
          </p:nvPr>
        </p:nvSpPr>
        <p:spPr>
          <a:xfrm>
            <a:off x="919850"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620" name="Google Shape;8620;p1119"/>
          <p:cNvSpPr txBox="1"/>
          <p:nvPr>
            <p:ph idx="2" type="subTitle"/>
          </p:nvPr>
        </p:nvSpPr>
        <p:spPr>
          <a:xfrm>
            <a:off x="919850"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621" name="Google Shape;8621;p1119"/>
          <p:cNvSpPr txBox="1"/>
          <p:nvPr>
            <p:ph idx="3" type="subTitle"/>
          </p:nvPr>
        </p:nvSpPr>
        <p:spPr>
          <a:xfrm>
            <a:off x="3500699"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622" name="Google Shape;8622;p1119"/>
          <p:cNvSpPr txBox="1"/>
          <p:nvPr>
            <p:ph idx="4" type="subTitle"/>
          </p:nvPr>
        </p:nvSpPr>
        <p:spPr>
          <a:xfrm>
            <a:off x="3500697"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623" name="Google Shape;8623;p1119"/>
          <p:cNvSpPr txBox="1"/>
          <p:nvPr>
            <p:ph idx="5" type="subTitle"/>
          </p:nvPr>
        </p:nvSpPr>
        <p:spPr>
          <a:xfrm>
            <a:off x="6069048"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624" name="Google Shape;8624;p1119"/>
          <p:cNvSpPr txBox="1"/>
          <p:nvPr>
            <p:ph idx="6" type="subTitle"/>
          </p:nvPr>
        </p:nvSpPr>
        <p:spPr>
          <a:xfrm>
            <a:off x="6069043"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0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1_1_1_1_1_1">
    <p:bg>
      <p:bgPr>
        <a:solidFill>
          <a:schemeClr val="dk1"/>
        </a:solidFill>
      </p:bgPr>
    </p:bg>
    <p:spTree>
      <p:nvGrpSpPr>
        <p:cNvPr id="8625" name="Shape 8625"/>
        <p:cNvGrpSpPr/>
        <p:nvPr/>
      </p:nvGrpSpPr>
      <p:grpSpPr>
        <a:xfrm>
          <a:off x="0" y="0"/>
          <a:ext cx="0" cy="0"/>
          <a:chOff x="0" y="0"/>
          <a:chExt cx="0" cy="0"/>
        </a:xfrm>
      </p:grpSpPr>
      <p:grpSp>
        <p:nvGrpSpPr>
          <p:cNvPr id="8626" name="Google Shape;8626;p1120"/>
          <p:cNvGrpSpPr/>
          <p:nvPr/>
        </p:nvGrpSpPr>
        <p:grpSpPr>
          <a:xfrm>
            <a:off x="713225" y="539500"/>
            <a:ext cx="7717500" cy="4064400"/>
            <a:chOff x="713225" y="539500"/>
            <a:chExt cx="7717500" cy="4064400"/>
          </a:xfrm>
        </p:grpSpPr>
        <p:sp>
          <p:nvSpPr>
            <p:cNvPr id="8627" name="Google Shape;8627;p112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28" name="Google Shape;8628;p112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629" name="Google Shape;8629;p112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630" name="Google Shape;8630;p1120"/>
          <p:cNvSpPr txBox="1"/>
          <p:nvPr>
            <p:ph idx="1" type="subTitle"/>
          </p:nvPr>
        </p:nvSpPr>
        <p:spPr>
          <a:xfrm>
            <a:off x="919850" y="28955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631" name="Google Shape;8631;p1120"/>
          <p:cNvSpPr txBox="1"/>
          <p:nvPr>
            <p:ph idx="2" type="subTitle"/>
          </p:nvPr>
        </p:nvSpPr>
        <p:spPr>
          <a:xfrm>
            <a:off x="919850" y="23982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632" name="Google Shape;8632;p1120"/>
          <p:cNvSpPr txBox="1"/>
          <p:nvPr>
            <p:ph idx="3" type="subTitle"/>
          </p:nvPr>
        </p:nvSpPr>
        <p:spPr>
          <a:xfrm>
            <a:off x="3500700" y="32003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633" name="Google Shape;8633;p1120"/>
          <p:cNvSpPr txBox="1"/>
          <p:nvPr>
            <p:ph idx="4" type="subTitle"/>
          </p:nvPr>
        </p:nvSpPr>
        <p:spPr>
          <a:xfrm>
            <a:off x="3500697" y="27030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634" name="Google Shape;8634;p1120"/>
          <p:cNvSpPr txBox="1"/>
          <p:nvPr>
            <p:ph idx="5" type="subTitle"/>
          </p:nvPr>
        </p:nvSpPr>
        <p:spPr>
          <a:xfrm>
            <a:off x="6069049" y="35051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635" name="Google Shape;8635;p1120"/>
          <p:cNvSpPr txBox="1"/>
          <p:nvPr>
            <p:ph idx="6" type="subTitle"/>
          </p:nvPr>
        </p:nvSpPr>
        <p:spPr>
          <a:xfrm>
            <a:off x="6069043" y="30078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BLANK_1_1_1_1_1_1_1_1_1_1">
    <p:bg>
      <p:bgPr>
        <a:solidFill>
          <a:schemeClr val="dk1"/>
        </a:solidFill>
      </p:bgPr>
    </p:bg>
    <p:spTree>
      <p:nvGrpSpPr>
        <p:cNvPr id="8636" name="Shape 8636"/>
        <p:cNvGrpSpPr/>
        <p:nvPr/>
      </p:nvGrpSpPr>
      <p:grpSpPr>
        <a:xfrm>
          <a:off x="0" y="0"/>
          <a:ext cx="0" cy="0"/>
          <a:chOff x="0" y="0"/>
          <a:chExt cx="0" cy="0"/>
        </a:xfrm>
      </p:grpSpPr>
      <p:grpSp>
        <p:nvGrpSpPr>
          <p:cNvPr id="8637" name="Google Shape;8637;p1121"/>
          <p:cNvGrpSpPr/>
          <p:nvPr/>
        </p:nvGrpSpPr>
        <p:grpSpPr>
          <a:xfrm>
            <a:off x="713225" y="539500"/>
            <a:ext cx="7717500" cy="4064400"/>
            <a:chOff x="713225" y="539500"/>
            <a:chExt cx="7717500" cy="4064400"/>
          </a:xfrm>
        </p:grpSpPr>
        <p:sp>
          <p:nvSpPr>
            <p:cNvPr id="8638" name="Google Shape;8638;p112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39" name="Google Shape;8639;p112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640" name="Google Shape;8640;p112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641" name="Google Shape;8641;p1121"/>
          <p:cNvSpPr txBox="1"/>
          <p:nvPr>
            <p:ph idx="1" type="subTitle"/>
          </p:nvPr>
        </p:nvSpPr>
        <p:spPr>
          <a:xfrm>
            <a:off x="111297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642" name="Google Shape;8642;p1121"/>
          <p:cNvSpPr txBox="1"/>
          <p:nvPr>
            <p:ph idx="2" type="subTitle"/>
          </p:nvPr>
        </p:nvSpPr>
        <p:spPr>
          <a:xfrm>
            <a:off x="111297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643" name="Google Shape;8643;p1121"/>
          <p:cNvSpPr txBox="1"/>
          <p:nvPr>
            <p:ph idx="3" type="subTitle"/>
          </p:nvPr>
        </p:nvSpPr>
        <p:spPr>
          <a:xfrm>
            <a:off x="3497250" y="18612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644" name="Google Shape;8644;p1121"/>
          <p:cNvSpPr txBox="1"/>
          <p:nvPr>
            <p:ph idx="4" type="subTitle"/>
          </p:nvPr>
        </p:nvSpPr>
        <p:spPr>
          <a:xfrm>
            <a:off x="3497250" y="13639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645" name="Google Shape;8645;p1121"/>
          <p:cNvSpPr txBox="1"/>
          <p:nvPr>
            <p:ph idx="5" type="subTitle"/>
          </p:nvPr>
        </p:nvSpPr>
        <p:spPr>
          <a:xfrm>
            <a:off x="588152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646" name="Google Shape;8646;p1121"/>
          <p:cNvSpPr txBox="1"/>
          <p:nvPr>
            <p:ph idx="6" type="subTitle"/>
          </p:nvPr>
        </p:nvSpPr>
        <p:spPr>
          <a:xfrm>
            <a:off x="588152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2">
    <p:bg>
      <p:bgPr>
        <a:solidFill>
          <a:schemeClr val="dk1"/>
        </a:solidFill>
      </p:bgPr>
    </p:bg>
    <p:spTree>
      <p:nvGrpSpPr>
        <p:cNvPr id="8647" name="Shape 8647"/>
        <p:cNvGrpSpPr/>
        <p:nvPr/>
      </p:nvGrpSpPr>
      <p:grpSpPr>
        <a:xfrm>
          <a:off x="0" y="0"/>
          <a:ext cx="0" cy="0"/>
          <a:chOff x="0" y="0"/>
          <a:chExt cx="0" cy="0"/>
        </a:xfrm>
      </p:grpSpPr>
      <p:grpSp>
        <p:nvGrpSpPr>
          <p:cNvPr id="8648" name="Google Shape;8648;p1122"/>
          <p:cNvGrpSpPr/>
          <p:nvPr/>
        </p:nvGrpSpPr>
        <p:grpSpPr>
          <a:xfrm>
            <a:off x="713225" y="539500"/>
            <a:ext cx="7717500" cy="4064400"/>
            <a:chOff x="713225" y="539500"/>
            <a:chExt cx="7717500" cy="4064400"/>
          </a:xfrm>
        </p:grpSpPr>
        <p:sp>
          <p:nvSpPr>
            <p:cNvPr id="8649" name="Google Shape;8649;p112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50" name="Google Shape;8650;p112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651" name="Google Shape;8651;p112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652" name="Google Shape;8652;p1122"/>
          <p:cNvSpPr txBox="1"/>
          <p:nvPr>
            <p:ph idx="1" type="subTitle"/>
          </p:nvPr>
        </p:nvSpPr>
        <p:spPr>
          <a:xfrm>
            <a:off x="945800" y="1875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8653" name="Google Shape;8653;p1122"/>
          <p:cNvSpPr txBox="1"/>
          <p:nvPr>
            <p:ph idx="2" type="subTitle"/>
          </p:nvPr>
        </p:nvSpPr>
        <p:spPr>
          <a:xfrm>
            <a:off x="945800" y="1446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8654" name="Google Shape;8654;p1122"/>
          <p:cNvSpPr txBox="1"/>
          <p:nvPr>
            <p:ph idx="3" type="subTitle"/>
          </p:nvPr>
        </p:nvSpPr>
        <p:spPr>
          <a:xfrm>
            <a:off x="5153800" y="2781950"/>
            <a:ext cx="30444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8655" name="Google Shape;8655;p1122"/>
          <p:cNvSpPr txBox="1"/>
          <p:nvPr>
            <p:ph idx="4" type="subTitle"/>
          </p:nvPr>
        </p:nvSpPr>
        <p:spPr>
          <a:xfrm>
            <a:off x="5153800" y="2352425"/>
            <a:ext cx="3044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8656" name="Google Shape;8656;p1122"/>
          <p:cNvSpPr txBox="1"/>
          <p:nvPr>
            <p:ph idx="5" type="subTitle"/>
          </p:nvPr>
        </p:nvSpPr>
        <p:spPr>
          <a:xfrm>
            <a:off x="945800" y="3687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8657" name="Google Shape;8657;p1122"/>
          <p:cNvSpPr txBox="1"/>
          <p:nvPr>
            <p:ph idx="6" type="subTitle"/>
          </p:nvPr>
        </p:nvSpPr>
        <p:spPr>
          <a:xfrm>
            <a:off x="945800" y="3258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1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5">
    <p:bg>
      <p:bgPr>
        <a:solidFill>
          <a:schemeClr val="dk1"/>
        </a:solidFill>
      </p:bgPr>
    </p:bg>
    <p:spTree>
      <p:nvGrpSpPr>
        <p:cNvPr id="8658" name="Shape 8658"/>
        <p:cNvGrpSpPr/>
        <p:nvPr/>
      </p:nvGrpSpPr>
      <p:grpSpPr>
        <a:xfrm>
          <a:off x="0" y="0"/>
          <a:ext cx="0" cy="0"/>
          <a:chOff x="0" y="0"/>
          <a:chExt cx="0" cy="0"/>
        </a:xfrm>
      </p:grpSpPr>
      <p:grpSp>
        <p:nvGrpSpPr>
          <p:cNvPr id="8659" name="Google Shape;8659;p1123"/>
          <p:cNvGrpSpPr/>
          <p:nvPr/>
        </p:nvGrpSpPr>
        <p:grpSpPr>
          <a:xfrm>
            <a:off x="713225" y="539500"/>
            <a:ext cx="7717500" cy="4064400"/>
            <a:chOff x="713225" y="539500"/>
            <a:chExt cx="7717500" cy="4064400"/>
          </a:xfrm>
        </p:grpSpPr>
        <p:sp>
          <p:nvSpPr>
            <p:cNvPr id="8660" name="Google Shape;8660;p112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1" name="Google Shape;8661;p112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662" name="Google Shape;8662;p112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663" name="Google Shape;8663;p1123"/>
          <p:cNvSpPr txBox="1"/>
          <p:nvPr>
            <p:ph idx="1" type="subTitle"/>
          </p:nvPr>
        </p:nvSpPr>
        <p:spPr>
          <a:xfrm>
            <a:off x="1658100" y="1978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8664" name="Google Shape;8664;p1123"/>
          <p:cNvSpPr txBox="1"/>
          <p:nvPr>
            <p:ph idx="2" type="subTitle"/>
          </p:nvPr>
        </p:nvSpPr>
        <p:spPr>
          <a:xfrm>
            <a:off x="1658100" y="1549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8665" name="Google Shape;8665;p1123"/>
          <p:cNvSpPr txBox="1"/>
          <p:nvPr>
            <p:ph idx="3" type="subTitle"/>
          </p:nvPr>
        </p:nvSpPr>
        <p:spPr>
          <a:xfrm>
            <a:off x="1658100" y="2884846"/>
            <a:ext cx="62850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8666" name="Google Shape;8666;p1123"/>
          <p:cNvSpPr txBox="1"/>
          <p:nvPr>
            <p:ph idx="4" type="subTitle"/>
          </p:nvPr>
        </p:nvSpPr>
        <p:spPr>
          <a:xfrm>
            <a:off x="1658100" y="2455321"/>
            <a:ext cx="62850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8667" name="Google Shape;8667;p1123"/>
          <p:cNvSpPr txBox="1"/>
          <p:nvPr>
            <p:ph idx="5" type="subTitle"/>
          </p:nvPr>
        </p:nvSpPr>
        <p:spPr>
          <a:xfrm>
            <a:off x="1658100" y="3790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8668" name="Google Shape;8668;p1123"/>
          <p:cNvSpPr txBox="1"/>
          <p:nvPr>
            <p:ph idx="6" type="subTitle"/>
          </p:nvPr>
        </p:nvSpPr>
        <p:spPr>
          <a:xfrm>
            <a:off x="1658100" y="3361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1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24">
    <p:bg>
      <p:bgPr>
        <a:solidFill>
          <a:schemeClr val="dk1"/>
        </a:solidFill>
      </p:bgPr>
    </p:bg>
    <p:spTree>
      <p:nvGrpSpPr>
        <p:cNvPr id="8669" name="Shape 8669"/>
        <p:cNvGrpSpPr/>
        <p:nvPr/>
      </p:nvGrpSpPr>
      <p:grpSpPr>
        <a:xfrm>
          <a:off x="0" y="0"/>
          <a:ext cx="0" cy="0"/>
          <a:chOff x="0" y="0"/>
          <a:chExt cx="0" cy="0"/>
        </a:xfrm>
      </p:grpSpPr>
      <p:grpSp>
        <p:nvGrpSpPr>
          <p:cNvPr id="8670" name="Google Shape;8670;p1124"/>
          <p:cNvGrpSpPr/>
          <p:nvPr/>
        </p:nvGrpSpPr>
        <p:grpSpPr>
          <a:xfrm>
            <a:off x="713225" y="539500"/>
            <a:ext cx="7717500" cy="4064400"/>
            <a:chOff x="713225" y="539500"/>
            <a:chExt cx="7717500" cy="4064400"/>
          </a:xfrm>
        </p:grpSpPr>
        <p:sp>
          <p:nvSpPr>
            <p:cNvPr id="8671" name="Google Shape;8671;p112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72" name="Google Shape;8672;p112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673" name="Google Shape;8673;p112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674" name="Google Shape;8674;p1124"/>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8675" name="Google Shape;8675;p1124"/>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8676" name="Google Shape;8676;p1124"/>
          <p:cNvSpPr txBox="1"/>
          <p:nvPr>
            <p:ph idx="3" type="subTitle"/>
          </p:nvPr>
        </p:nvSpPr>
        <p:spPr>
          <a:xfrm>
            <a:off x="853775" y="257119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8677" name="Google Shape;8677;p1124"/>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8678" name="Google Shape;8678;p1124"/>
          <p:cNvSpPr txBox="1"/>
          <p:nvPr>
            <p:ph idx="5" type="subTitle"/>
          </p:nvPr>
        </p:nvSpPr>
        <p:spPr>
          <a:xfrm>
            <a:off x="4452875" y="2570500"/>
            <a:ext cx="3761700" cy="172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8679" name="Google Shape;8679;p1124"/>
          <p:cNvSpPr txBox="1"/>
          <p:nvPr>
            <p:ph idx="6" type="subTitle"/>
          </p:nvPr>
        </p:nvSpPr>
        <p:spPr>
          <a:xfrm>
            <a:off x="853775" y="323750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8680" name="Google Shape;8680;p1124"/>
          <p:cNvSpPr txBox="1"/>
          <p:nvPr>
            <p:ph idx="7" type="subTitle"/>
          </p:nvPr>
        </p:nvSpPr>
        <p:spPr>
          <a:xfrm>
            <a:off x="853775" y="362674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1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_1_1_1_1">
    <p:bg>
      <p:bgPr>
        <a:solidFill>
          <a:schemeClr val="dk1"/>
        </a:solidFill>
      </p:bgPr>
    </p:bg>
    <p:spTree>
      <p:nvGrpSpPr>
        <p:cNvPr id="8681" name="Shape 8681"/>
        <p:cNvGrpSpPr/>
        <p:nvPr/>
      </p:nvGrpSpPr>
      <p:grpSpPr>
        <a:xfrm>
          <a:off x="0" y="0"/>
          <a:ext cx="0" cy="0"/>
          <a:chOff x="0" y="0"/>
          <a:chExt cx="0" cy="0"/>
        </a:xfrm>
      </p:grpSpPr>
      <p:grpSp>
        <p:nvGrpSpPr>
          <p:cNvPr id="8682" name="Google Shape;8682;p1125"/>
          <p:cNvGrpSpPr/>
          <p:nvPr/>
        </p:nvGrpSpPr>
        <p:grpSpPr>
          <a:xfrm>
            <a:off x="713225" y="539500"/>
            <a:ext cx="7717500" cy="4064400"/>
            <a:chOff x="713225" y="539500"/>
            <a:chExt cx="7717500" cy="4064400"/>
          </a:xfrm>
        </p:grpSpPr>
        <p:sp>
          <p:nvSpPr>
            <p:cNvPr id="8683" name="Google Shape;8683;p112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84" name="Google Shape;8684;p112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685" name="Google Shape;8685;p112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686" name="Google Shape;8686;p1125"/>
          <p:cNvSpPr txBox="1"/>
          <p:nvPr>
            <p:ph idx="1" type="subTitle"/>
          </p:nvPr>
        </p:nvSpPr>
        <p:spPr>
          <a:xfrm>
            <a:off x="1112425"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687" name="Google Shape;8687;p1125"/>
          <p:cNvSpPr txBox="1"/>
          <p:nvPr>
            <p:ph idx="2" type="subTitle"/>
          </p:nvPr>
        </p:nvSpPr>
        <p:spPr>
          <a:xfrm>
            <a:off x="1112425"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688" name="Google Shape;8688;p1125"/>
          <p:cNvSpPr txBox="1"/>
          <p:nvPr>
            <p:ph idx="3" type="subTitle"/>
          </p:nvPr>
        </p:nvSpPr>
        <p:spPr>
          <a:xfrm>
            <a:off x="5584150"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689" name="Google Shape;8689;p1125"/>
          <p:cNvSpPr txBox="1"/>
          <p:nvPr>
            <p:ph idx="4" type="subTitle"/>
          </p:nvPr>
        </p:nvSpPr>
        <p:spPr>
          <a:xfrm>
            <a:off x="5584150"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690" name="Google Shape;8690;p1125"/>
          <p:cNvSpPr txBox="1"/>
          <p:nvPr>
            <p:ph idx="5" type="subTitle"/>
          </p:nvPr>
        </p:nvSpPr>
        <p:spPr>
          <a:xfrm>
            <a:off x="1112425"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691" name="Google Shape;8691;p1125"/>
          <p:cNvSpPr txBox="1"/>
          <p:nvPr>
            <p:ph idx="6" type="subTitle"/>
          </p:nvPr>
        </p:nvSpPr>
        <p:spPr>
          <a:xfrm>
            <a:off x="1112425"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692" name="Google Shape;8692;p1125"/>
          <p:cNvSpPr txBox="1"/>
          <p:nvPr>
            <p:ph idx="7" type="subTitle"/>
          </p:nvPr>
        </p:nvSpPr>
        <p:spPr>
          <a:xfrm>
            <a:off x="5584150"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693" name="Google Shape;8693;p1125"/>
          <p:cNvSpPr txBox="1"/>
          <p:nvPr>
            <p:ph idx="8" type="subTitle"/>
          </p:nvPr>
        </p:nvSpPr>
        <p:spPr>
          <a:xfrm>
            <a:off x="5584150"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1_1_1_1_1">
    <p:bg>
      <p:bgPr>
        <a:solidFill>
          <a:schemeClr val="dk1"/>
        </a:solidFill>
      </p:bgPr>
    </p:bg>
    <p:spTree>
      <p:nvGrpSpPr>
        <p:cNvPr id="8694" name="Shape 8694"/>
        <p:cNvGrpSpPr/>
        <p:nvPr/>
      </p:nvGrpSpPr>
      <p:grpSpPr>
        <a:xfrm>
          <a:off x="0" y="0"/>
          <a:ext cx="0" cy="0"/>
          <a:chOff x="0" y="0"/>
          <a:chExt cx="0" cy="0"/>
        </a:xfrm>
      </p:grpSpPr>
      <p:grpSp>
        <p:nvGrpSpPr>
          <p:cNvPr id="8695" name="Google Shape;8695;p1126"/>
          <p:cNvGrpSpPr/>
          <p:nvPr/>
        </p:nvGrpSpPr>
        <p:grpSpPr>
          <a:xfrm>
            <a:off x="713300" y="539550"/>
            <a:ext cx="7717500" cy="4064400"/>
            <a:chOff x="713300" y="539550"/>
            <a:chExt cx="7717500" cy="4064400"/>
          </a:xfrm>
        </p:grpSpPr>
        <p:cxnSp>
          <p:nvCxnSpPr>
            <p:cNvPr id="8696" name="Google Shape;8696;p1126"/>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8697" name="Google Shape;8697;p1126"/>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8" name="Google Shape;8698;p112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699" name="Google Shape;8699;p1126"/>
          <p:cNvSpPr txBox="1"/>
          <p:nvPr>
            <p:ph idx="1" type="subTitle"/>
          </p:nvPr>
        </p:nvSpPr>
        <p:spPr>
          <a:xfrm>
            <a:off x="10166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00" name="Google Shape;8700;p1126"/>
          <p:cNvSpPr txBox="1"/>
          <p:nvPr>
            <p:ph idx="2" type="subTitle"/>
          </p:nvPr>
        </p:nvSpPr>
        <p:spPr>
          <a:xfrm>
            <a:off x="10166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01" name="Google Shape;8701;p1126"/>
          <p:cNvSpPr txBox="1"/>
          <p:nvPr>
            <p:ph idx="3" type="subTitle"/>
          </p:nvPr>
        </p:nvSpPr>
        <p:spPr>
          <a:xfrm>
            <a:off x="10166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02" name="Google Shape;8702;p1126"/>
          <p:cNvSpPr txBox="1"/>
          <p:nvPr>
            <p:ph idx="4" type="subTitle"/>
          </p:nvPr>
        </p:nvSpPr>
        <p:spPr>
          <a:xfrm>
            <a:off x="10166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03" name="Google Shape;8703;p1126"/>
          <p:cNvSpPr txBox="1"/>
          <p:nvPr>
            <p:ph idx="5" type="subTitle"/>
          </p:nvPr>
        </p:nvSpPr>
        <p:spPr>
          <a:xfrm>
            <a:off x="48094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04" name="Google Shape;8704;p1126"/>
          <p:cNvSpPr txBox="1"/>
          <p:nvPr>
            <p:ph idx="6" type="subTitle"/>
          </p:nvPr>
        </p:nvSpPr>
        <p:spPr>
          <a:xfrm>
            <a:off x="48094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05" name="Google Shape;8705;p1126"/>
          <p:cNvSpPr txBox="1"/>
          <p:nvPr>
            <p:ph idx="7" type="subTitle"/>
          </p:nvPr>
        </p:nvSpPr>
        <p:spPr>
          <a:xfrm>
            <a:off x="48094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06" name="Google Shape;8706;p1126"/>
          <p:cNvSpPr txBox="1"/>
          <p:nvPr>
            <p:ph idx="8" type="subTitle"/>
          </p:nvPr>
        </p:nvSpPr>
        <p:spPr>
          <a:xfrm>
            <a:off x="48094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1_1_1_1_1_1_1_1_1">
    <p:bg>
      <p:bgPr>
        <a:solidFill>
          <a:schemeClr val="dk1"/>
        </a:solidFill>
      </p:bgPr>
    </p:bg>
    <p:spTree>
      <p:nvGrpSpPr>
        <p:cNvPr id="8707" name="Shape 8707"/>
        <p:cNvGrpSpPr/>
        <p:nvPr/>
      </p:nvGrpSpPr>
      <p:grpSpPr>
        <a:xfrm>
          <a:off x="0" y="0"/>
          <a:ext cx="0" cy="0"/>
          <a:chOff x="0" y="0"/>
          <a:chExt cx="0" cy="0"/>
        </a:xfrm>
      </p:grpSpPr>
      <p:grpSp>
        <p:nvGrpSpPr>
          <p:cNvPr id="8708" name="Google Shape;8708;p1127"/>
          <p:cNvGrpSpPr/>
          <p:nvPr/>
        </p:nvGrpSpPr>
        <p:grpSpPr>
          <a:xfrm>
            <a:off x="713225" y="539500"/>
            <a:ext cx="7717500" cy="4064400"/>
            <a:chOff x="713225" y="539500"/>
            <a:chExt cx="7717500" cy="4064400"/>
          </a:xfrm>
        </p:grpSpPr>
        <p:sp>
          <p:nvSpPr>
            <p:cNvPr id="8709" name="Google Shape;8709;p112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10" name="Google Shape;8710;p112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711" name="Google Shape;8711;p112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712" name="Google Shape;8712;p1127"/>
          <p:cNvSpPr txBox="1"/>
          <p:nvPr>
            <p:ph idx="1" type="subTitle"/>
          </p:nvPr>
        </p:nvSpPr>
        <p:spPr>
          <a:xfrm>
            <a:off x="8844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13" name="Google Shape;8713;p1127"/>
          <p:cNvSpPr txBox="1"/>
          <p:nvPr>
            <p:ph idx="2" type="subTitle"/>
          </p:nvPr>
        </p:nvSpPr>
        <p:spPr>
          <a:xfrm>
            <a:off x="884474"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14" name="Google Shape;8714;p1127"/>
          <p:cNvSpPr txBox="1"/>
          <p:nvPr>
            <p:ph idx="3" type="subTitle"/>
          </p:nvPr>
        </p:nvSpPr>
        <p:spPr>
          <a:xfrm>
            <a:off x="2767708"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15" name="Google Shape;8715;p1127"/>
          <p:cNvSpPr txBox="1"/>
          <p:nvPr>
            <p:ph idx="4" type="subTitle"/>
          </p:nvPr>
        </p:nvSpPr>
        <p:spPr>
          <a:xfrm>
            <a:off x="2767709"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16" name="Google Shape;8716;p1127"/>
          <p:cNvSpPr txBox="1"/>
          <p:nvPr>
            <p:ph idx="5" type="subTitle"/>
          </p:nvPr>
        </p:nvSpPr>
        <p:spPr>
          <a:xfrm>
            <a:off x="4650942"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17" name="Google Shape;8717;p1127"/>
          <p:cNvSpPr txBox="1"/>
          <p:nvPr>
            <p:ph idx="6" type="subTitle"/>
          </p:nvPr>
        </p:nvSpPr>
        <p:spPr>
          <a:xfrm>
            <a:off x="4650945"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18" name="Google Shape;8718;p1127"/>
          <p:cNvSpPr txBox="1"/>
          <p:nvPr>
            <p:ph idx="7" type="subTitle"/>
          </p:nvPr>
        </p:nvSpPr>
        <p:spPr>
          <a:xfrm>
            <a:off x="65341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19" name="Google Shape;8719;p1127"/>
          <p:cNvSpPr txBox="1"/>
          <p:nvPr>
            <p:ph idx="8" type="subTitle"/>
          </p:nvPr>
        </p:nvSpPr>
        <p:spPr>
          <a:xfrm>
            <a:off x="6534180"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7">
    <p:bg>
      <p:bgPr>
        <a:solidFill>
          <a:schemeClr val="dk1"/>
        </a:solidFill>
      </p:bgPr>
    </p:bg>
    <p:spTree>
      <p:nvGrpSpPr>
        <p:cNvPr id="8720" name="Shape 8720"/>
        <p:cNvGrpSpPr/>
        <p:nvPr/>
      </p:nvGrpSpPr>
      <p:grpSpPr>
        <a:xfrm>
          <a:off x="0" y="0"/>
          <a:ext cx="0" cy="0"/>
          <a:chOff x="0" y="0"/>
          <a:chExt cx="0" cy="0"/>
        </a:xfrm>
      </p:grpSpPr>
      <p:grpSp>
        <p:nvGrpSpPr>
          <p:cNvPr id="8721" name="Google Shape;8721;p1128"/>
          <p:cNvGrpSpPr/>
          <p:nvPr/>
        </p:nvGrpSpPr>
        <p:grpSpPr>
          <a:xfrm>
            <a:off x="713225" y="539500"/>
            <a:ext cx="7717500" cy="4064400"/>
            <a:chOff x="713225" y="539500"/>
            <a:chExt cx="7717500" cy="4064400"/>
          </a:xfrm>
        </p:grpSpPr>
        <p:sp>
          <p:nvSpPr>
            <p:cNvPr id="8722" name="Google Shape;8722;p112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23" name="Google Shape;8723;p112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724" name="Google Shape;8724;p112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725" name="Google Shape;8725;p1128"/>
          <p:cNvSpPr txBox="1"/>
          <p:nvPr>
            <p:ph idx="1" type="subTitle"/>
          </p:nvPr>
        </p:nvSpPr>
        <p:spPr>
          <a:xfrm>
            <a:off x="1909431" y="1906051"/>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726" name="Google Shape;8726;p1128"/>
          <p:cNvSpPr txBox="1"/>
          <p:nvPr>
            <p:ph idx="2" type="subTitle"/>
          </p:nvPr>
        </p:nvSpPr>
        <p:spPr>
          <a:xfrm>
            <a:off x="1909431" y="1387350"/>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27" name="Google Shape;8727;p1128"/>
          <p:cNvSpPr txBox="1"/>
          <p:nvPr>
            <p:ph idx="3" type="subTitle"/>
          </p:nvPr>
        </p:nvSpPr>
        <p:spPr>
          <a:xfrm>
            <a:off x="4971369" y="1906050"/>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728" name="Google Shape;8728;p1128"/>
          <p:cNvSpPr txBox="1"/>
          <p:nvPr>
            <p:ph idx="4" type="subTitle"/>
          </p:nvPr>
        </p:nvSpPr>
        <p:spPr>
          <a:xfrm>
            <a:off x="4971369" y="1387350"/>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29" name="Google Shape;8729;p1128"/>
          <p:cNvSpPr txBox="1"/>
          <p:nvPr>
            <p:ph idx="5" type="subTitle"/>
          </p:nvPr>
        </p:nvSpPr>
        <p:spPr>
          <a:xfrm>
            <a:off x="1909431" y="3654425"/>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730" name="Google Shape;8730;p1128"/>
          <p:cNvSpPr txBox="1"/>
          <p:nvPr>
            <p:ph idx="6" type="subTitle"/>
          </p:nvPr>
        </p:nvSpPr>
        <p:spPr>
          <a:xfrm>
            <a:off x="1909431" y="3135724"/>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31" name="Google Shape;8731;p1128"/>
          <p:cNvSpPr txBox="1"/>
          <p:nvPr>
            <p:ph idx="7" type="subTitle"/>
          </p:nvPr>
        </p:nvSpPr>
        <p:spPr>
          <a:xfrm>
            <a:off x="4971369" y="3654424"/>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732" name="Google Shape;8732;p1128"/>
          <p:cNvSpPr txBox="1"/>
          <p:nvPr>
            <p:ph idx="8" type="subTitle"/>
          </p:nvPr>
        </p:nvSpPr>
        <p:spPr>
          <a:xfrm>
            <a:off x="4971369" y="3135724"/>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1_1_1_1_1_2">
    <p:bg>
      <p:bgPr>
        <a:solidFill>
          <a:schemeClr val="dk1"/>
        </a:solidFill>
      </p:bgPr>
    </p:bg>
    <p:spTree>
      <p:nvGrpSpPr>
        <p:cNvPr id="8733" name="Shape 8733"/>
        <p:cNvGrpSpPr/>
        <p:nvPr/>
      </p:nvGrpSpPr>
      <p:grpSpPr>
        <a:xfrm>
          <a:off x="0" y="0"/>
          <a:ext cx="0" cy="0"/>
          <a:chOff x="0" y="0"/>
          <a:chExt cx="0" cy="0"/>
        </a:xfrm>
      </p:grpSpPr>
      <p:grpSp>
        <p:nvGrpSpPr>
          <p:cNvPr id="8734" name="Google Shape;8734;p1129"/>
          <p:cNvGrpSpPr/>
          <p:nvPr/>
        </p:nvGrpSpPr>
        <p:grpSpPr>
          <a:xfrm>
            <a:off x="713225" y="539500"/>
            <a:ext cx="7717500" cy="4064400"/>
            <a:chOff x="713225" y="539500"/>
            <a:chExt cx="7717500" cy="4064400"/>
          </a:xfrm>
        </p:grpSpPr>
        <p:sp>
          <p:nvSpPr>
            <p:cNvPr id="8735" name="Google Shape;8735;p112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36" name="Google Shape;8736;p112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737" name="Google Shape;8737;p112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738" name="Google Shape;8738;p1129"/>
          <p:cNvSpPr txBox="1"/>
          <p:nvPr>
            <p:ph idx="1" type="subTitle"/>
          </p:nvPr>
        </p:nvSpPr>
        <p:spPr>
          <a:xfrm>
            <a:off x="95812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39" name="Google Shape;8739;p1129"/>
          <p:cNvSpPr txBox="1"/>
          <p:nvPr>
            <p:ph idx="2" type="subTitle"/>
          </p:nvPr>
        </p:nvSpPr>
        <p:spPr>
          <a:xfrm>
            <a:off x="95812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40" name="Google Shape;8740;p1129"/>
          <p:cNvSpPr txBox="1"/>
          <p:nvPr>
            <p:ph idx="3" type="subTitle"/>
          </p:nvPr>
        </p:nvSpPr>
        <p:spPr>
          <a:xfrm>
            <a:off x="3420000"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41" name="Google Shape;8741;p1129"/>
          <p:cNvSpPr txBox="1"/>
          <p:nvPr>
            <p:ph idx="4" type="subTitle"/>
          </p:nvPr>
        </p:nvSpPr>
        <p:spPr>
          <a:xfrm>
            <a:off x="3420000"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42" name="Google Shape;8742;p1129"/>
          <p:cNvSpPr txBox="1"/>
          <p:nvPr>
            <p:ph idx="5" type="subTitle"/>
          </p:nvPr>
        </p:nvSpPr>
        <p:spPr>
          <a:xfrm>
            <a:off x="588187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43" name="Google Shape;8743;p1129"/>
          <p:cNvSpPr txBox="1"/>
          <p:nvPr>
            <p:ph idx="6" type="subTitle"/>
          </p:nvPr>
        </p:nvSpPr>
        <p:spPr>
          <a:xfrm>
            <a:off x="588187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44" name="Google Shape;8744;p1129"/>
          <p:cNvSpPr txBox="1"/>
          <p:nvPr>
            <p:ph idx="7" type="subTitle"/>
          </p:nvPr>
        </p:nvSpPr>
        <p:spPr>
          <a:xfrm>
            <a:off x="2189050"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45" name="Google Shape;8745;p1129"/>
          <p:cNvSpPr txBox="1"/>
          <p:nvPr>
            <p:ph idx="8" type="subTitle"/>
          </p:nvPr>
        </p:nvSpPr>
        <p:spPr>
          <a:xfrm>
            <a:off x="2189050"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46" name="Google Shape;8746;p1129"/>
          <p:cNvSpPr txBox="1"/>
          <p:nvPr>
            <p:ph idx="9" type="subTitle"/>
          </p:nvPr>
        </p:nvSpPr>
        <p:spPr>
          <a:xfrm>
            <a:off x="4650925"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47" name="Google Shape;8747;p1129"/>
          <p:cNvSpPr txBox="1"/>
          <p:nvPr>
            <p:ph idx="13" type="subTitle"/>
          </p:nvPr>
        </p:nvSpPr>
        <p:spPr>
          <a:xfrm>
            <a:off x="4650925"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_1_1_1_1_1_1">
    <p:bg>
      <p:bgPr>
        <a:solidFill>
          <a:schemeClr val="dk1"/>
        </a:solidFill>
      </p:bgPr>
    </p:bg>
    <p:spTree>
      <p:nvGrpSpPr>
        <p:cNvPr id="8748" name="Shape 8748"/>
        <p:cNvGrpSpPr/>
        <p:nvPr/>
      </p:nvGrpSpPr>
      <p:grpSpPr>
        <a:xfrm>
          <a:off x="0" y="0"/>
          <a:ext cx="0" cy="0"/>
          <a:chOff x="0" y="0"/>
          <a:chExt cx="0" cy="0"/>
        </a:xfrm>
      </p:grpSpPr>
      <p:grpSp>
        <p:nvGrpSpPr>
          <p:cNvPr id="8749" name="Google Shape;8749;p1130"/>
          <p:cNvGrpSpPr/>
          <p:nvPr/>
        </p:nvGrpSpPr>
        <p:grpSpPr>
          <a:xfrm>
            <a:off x="713225" y="539500"/>
            <a:ext cx="7717500" cy="4064400"/>
            <a:chOff x="713225" y="539500"/>
            <a:chExt cx="7717500" cy="4064400"/>
          </a:xfrm>
        </p:grpSpPr>
        <p:sp>
          <p:nvSpPr>
            <p:cNvPr id="8750" name="Google Shape;8750;p113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51" name="Google Shape;8751;p113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752" name="Google Shape;8752;p113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753" name="Google Shape;8753;p1130"/>
          <p:cNvSpPr txBox="1"/>
          <p:nvPr>
            <p:ph idx="1" type="subTitle"/>
          </p:nvPr>
        </p:nvSpPr>
        <p:spPr>
          <a:xfrm>
            <a:off x="1134425"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54" name="Google Shape;8754;p1130"/>
          <p:cNvSpPr txBox="1"/>
          <p:nvPr>
            <p:ph idx="2" type="subTitle"/>
          </p:nvPr>
        </p:nvSpPr>
        <p:spPr>
          <a:xfrm>
            <a:off x="113442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55" name="Google Shape;8755;p1130"/>
          <p:cNvSpPr txBox="1"/>
          <p:nvPr>
            <p:ph idx="3" type="subTitle"/>
          </p:nvPr>
        </p:nvSpPr>
        <p:spPr>
          <a:xfrm>
            <a:off x="3495738"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56" name="Google Shape;8756;p1130"/>
          <p:cNvSpPr txBox="1"/>
          <p:nvPr>
            <p:ph idx="4" type="subTitle"/>
          </p:nvPr>
        </p:nvSpPr>
        <p:spPr>
          <a:xfrm>
            <a:off x="3495750"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57" name="Google Shape;8757;p1130"/>
          <p:cNvSpPr txBox="1"/>
          <p:nvPr>
            <p:ph idx="5" type="subTitle"/>
          </p:nvPr>
        </p:nvSpPr>
        <p:spPr>
          <a:xfrm>
            <a:off x="5857051"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58" name="Google Shape;8758;p1130"/>
          <p:cNvSpPr txBox="1"/>
          <p:nvPr>
            <p:ph idx="6" type="subTitle"/>
          </p:nvPr>
        </p:nvSpPr>
        <p:spPr>
          <a:xfrm>
            <a:off x="585707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59" name="Google Shape;8759;p1130"/>
          <p:cNvSpPr txBox="1"/>
          <p:nvPr>
            <p:ph idx="7" type="subTitle"/>
          </p:nvPr>
        </p:nvSpPr>
        <p:spPr>
          <a:xfrm>
            <a:off x="1134425"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60" name="Google Shape;8760;p1130"/>
          <p:cNvSpPr txBox="1"/>
          <p:nvPr>
            <p:ph idx="8" type="subTitle"/>
          </p:nvPr>
        </p:nvSpPr>
        <p:spPr>
          <a:xfrm>
            <a:off x="113442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61" name="Google Shape;8761;p1130"/>
          <p:cNvSpPr txBox="1"/>
          <p:nvPr>
            <p:ph idx="9" type="subTitle"/>
          </p:nvPr>
        </p:nvSpPr>
        <p:spPr>
          <a:xfrm>
            <a:off x="3495738"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62" name="Google Shape;8762;p1130"/>
          <p:cNvSpPr txBox="1"/>
          <p:nvPr>
            <p:ph idx="13" type="subTitle"/>
          </p:nvPr>
        </p:nvSpPr>
        <p:spPr>
          <a:xfrm>
            <a:off x="3495750"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63" name="Google Shape;8763;p1130"/>
          <p:cNvSpPr txBox="1"/>
          <p:nvPr>
            <p:ph idx="14" type="subTitle"/>
          </p:nvPr>
        </p:nvSpPr>
        <p:spPr>
          <a:xfrm>
            <a:off x="5857051"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64" name="Google Shape;8764;p1130"/>
          <p:cNvSpPr txBox="1"/>
          <p:nvPr>
            <p:ph idx="15" type="subTitle"/>
          </p:nvPr>
        </p:nvSpPr>
        <p:spPr>
          <a:xfrm>
            <a:off x="585707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21">
    <p:bg>
      <p:bgPr>
        <a:solidFill>
          <a:schemeClr val="dk1"/>
        </a:solidFill>
      </p:bgPr>
    </p:bg>
    <p:spTree>
      <p:nvGrpSpPr>
        <p:cNvPr id="8765" name="Shape 8765"/>
        <p:cNvGrpSpPr/>
        <p:nvPr/>
      </p:nvGrpSpPr>
      <p:grpSpPr>
        <a:xfrm>
          <a:off x="0" y="0"/>
          <a:ext cx="0" cy="0"/>
          <a:chOff x="0" y="0"/>
          <a:chExt cx="0" cy="0"/>
        </a:xfrm>
      </p:grpSpPr>
      <p:grpSp>
        <p:nvGrpSpPr>
          <p:cNvPr id="8766" name="Google Shape;8766;p1131"/>
          <p:cNvGrpSpPr/>
          <p:nvPr/>
        </p:nvGrpSpPr>
        <p:grpSpPr>
          <a:xfrm>
            <a:off x="713225" y="539500"/>
            <a:ext cx="7717500" cy="4064400"/>
            <a:chOff x="713225" y="539500"/>
            <a:chExt cx="7717500" cy="4064400"/>
          </a:xfrm>
        </p:grpSpPr>
        <p:sp>
          <p:nvSpPr>
            <p:cNvPr id="8767" name="Google Shape;8767;p113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68" name="Google Shape;8768;p113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769" name="Google Shape;8769;p113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770" name="Google Shape;8770;p1131"/>
          <p:cNvSpPr txBox="1"/>
          <p:nvPr>
            <p:ph idx="1" type="subTitle"/>
          </p:nvPr>
        </p:nvSpPr>
        <p:spPr>
          <a:xfrm>
            <a:off x="1059065"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71" name="Google Shape;8771;p1131"/>
          <p:cNvSpPr txBox="1"/>
          <p:nvPr>
            <p:ph idx="2" type="subTitle"/>
          </p:nvPr>
        </p:nvSpPr>
        <p:spPr>
          <a:xfrm>
            <a:off x="1059065"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72" name="Google Shape;8772;p1131"/>
          <p:cNvSpPr txBox="1"/>
          <p:nvPr>
            <p:ph idx="3" type="subTitle"/>
          </p:nvPr>
        </p:nvSpPr>
        <p:spPr>
          <a:xfrm>
            <a:off x="1059052" y="2806879"/>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73" name="Google Shape;8773;p1131"/>
          <p:cNvSpPr txBox="1"/>
          <p:nvPr>
            <p:ph idx="4" type="subTitle"/>
          </p:nvPr>
        </p:nvSpPr>
        <p:spPr>
          <a:xfrm>
            <a:off x="1059070" y="2454554"/>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74" name="Google Shape;8774;p1131"/>
          <p:cNvSpPr txBox="1"/>
          <p:nvPr>
            <p:ph idx="5" type="subTitle"/>
          </p:nvPr>
        </p:nvSpPr>
        <p:spPr>
          <a:xfrm>
            <a:off x="5042599"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75" name="Google Shape;8775;p1131"/>
          <p:cNvSpPr txBox="1"/>
          <p:nvPr>
            <p:ph idx="6" type="subTitle"/>
          </p:nvPr>
        </p:nvSpPr>
        <p:spPr>
          <a:xfrm>
            <a:off x="5042634"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76" name="Google Shape;8776;p1131"/>
          <p:cNvSpPr txBox="1"/>
          <p:nvPr>
            <p:ph idx="7" type="subTitle"/>
          </p:nvPr>
        </p:nvSpPr>
        <p:spPr>
          <a:xfrm>
            <a:off x="1059065"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77" name="Google Shape;8777;p1131"/>
          <p:cNvSpPr txBox="1"/>
          <p:nvPr>
            <p:ph idx="8" type="subTitle"/>
          </p:nvPr>
        </p:nvSpPr>
        <p:spPr>
          <a:xfrm>
            <a:off x="1059065"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78" name="Google Shape;8778;p1131"/>
          <p:cNvSpPr txBox="1"/>
          <p:nvPr>
            <p:ph idx="9" type="subTitle"/>
          </p:nvPr>
        </p:nvSpPr>
        <p:spPr>
          <a:xfrm>
            <a:off x="5042630" y="2806867"/>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79" name="Google Shape;8779;p1131"/>
          <p:cNvSpPr txBox="1"/>
          <p:nvPr>
            <p:ph idx="13" type="subTitle"/>
          </p:nvPr>
        </p:nvSpPr>
        <p:spPr>
          <a:xfrm>
            <a:off x="5042648" y="24545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80" name="Google Shape;8780;p1131"/>
          <p:cNvSpPr txBox="1"/>
          <p:nvPr>
            <p:ph idx="14" type="subTitle"/>
          </p:nvPr>
        </p:nvSpPr>
        <p:spPr>
          <a:xfrm>
            <a:off x="5042599"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781" name="Google Shape;8781;p1131"/>
          <p:cNvSpPr txBox="1"/>
          <p:nvPr>
            <p:ph idx="15" type="subTitle"/>
          </p:nvPr>
        </p:nvSpPr>
        <p:spPr>
          <a:xfrm>
            <a:off x="5042634"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_1_1_1_1_1">
    <p:bg>
      <p:bgPr>
        <a:solidFill>
          <a:schemeClr val="dk1"/>
        </a:solidFill>
      </p:bgPr>
    </p:bg>
    <p:spTree>
      <p:nvGrpSpPr>
        <p:cNvPr id="8782" name="Shape 8782"/>
        <p:cNvGrpSpPr/>
        <p:nvPr/>
      </p:nvGrpSpPr>
      <p:grpSpPr>
        <a:xfrm>
          <a:off x="0" y="0"/>
          <a:ext cx="0" cy="0"/>
          <a:chOff x="0" y="0"/>
          <a:chExt cx="0" cy="0"/>
        </a:xfrm>
      </p:grpSpPr>
      <p:grpSp>
        <p:nvGrpSpPr>
          <p:cNvPr id="8783" name="Google Shape;8783;p1132"/>
          <p:cNvGrpSpPr/>
          <p:nvPr/>
        </p:nvGrpSpPr>
        <p:grpSpPr>
          <a:xfrm>
            <a:off x="713225" y="539500"/>
            <a:ext cx="7717500" cy="4064400"/>
            <a:chOff x="713225" y="539500"/>
            <a:chExt cx="7717500" cy="4064400"/>
          </a:xfrm>
        </p:grpSpPr>
        <p:sp>
          <p:nvSpPr>
            <p:cNvPr id="8784" name="Google Shape;8784;p113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85" name="Google Shape;8785;p1132"/>
            <p:cNvCxnSpPr/>
            <p:nvPr/>
          </p:nvCxnSpPr>
          <p:spPr>
            <a:xfrm>
              <a:off x="734825" y="1483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786" name="Google Shape;8786;p1132"/>
          <p:cNvSpPr txBox="1"/>
          <p:nvPr>
            <p:ph type="title"/>
          </p:nvPr>
        </p:nvSpPr>
        <p:spPr>
          <a:xfrm>
            <a:off x="3607800" y="539500"/>
            <a:ext cx="4519200" cy="939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r">
              <a:spcBef>
                <a:spcPts val="0"/>
              </a:spcBef>
              <a:spcAft>
                <a:spcPts val="0"/>
              </a:spcAft>
              <a:buClr>
                <a:schemeClr val="lt1"/>
              </a:buClr>
              <a:buSzPts val="4800"/>
              <a:buNone/>
              <a:defRPr sz="4800">
                <a:solidFill>
                  <a:schemeClr val="lt1"/>
                </a:solidFill>
              </a:defRPr>
            </a:lvl2pPr>
            <a:lvl3pPr lvl="2" algn="r">
              <a:spcBef>
                <a:spcPts val="0"/>
              </a:spcBef>
              <a:spcAft>
                <a:spcPts val="0"/>
              </a:spcAft>
              <a:buClr>
                <a:schemeClr val="lt1"/>
              </a:buClr>
              <a:buSzPts val="4800"/>
              <a:buNone/>
              <a:defRPr sz="4800">
                <a:solidFill>
                  <a:schemeClr val="lt1"/>
                </a:solidFill>
              </a:defRPr>
            </a:lvl3pPr>
            <a:lvl4pPr lvl="3" algn="r">
              <a:spcBef>
                <a:spcPts val="0"/>
              </a:spcBef>
              <a:spcAft>
                <a:spcPts val="0"/>
              </a:spcAft>
              <a:buClr>
                <a:schemeClr val="lt1"/>
              </a:buClr>
              <a:buSzPts val="4800"/>
              <a:buNone/>
              <a:defRPr sz="4800">
                <a:solidFill>
                  <a:schemeClr val="lt1"/>
                </a:solidFill>
              </a:defRPr>
            </a:lvl4pPr>
            <a:lvl5pPr lvl="4" algn="r">
              <a:spcBef>
                <a:spcPts val="0"/>
              </a:spcBef>
              <a:spcAft>
                <a:spcPts val="0"/>
              </a:spcAft>
              <a:buClr>
                <a:schemeClr val="lt1"/>
              </a:buClr>
              <a:buSzPts val="4800"/>
              <a:buNone/>
              <a:defRPr sz="4800">
                <a:solidFill>
                  <a:schemeClr val="lt1"/>
                </a:solidFill>
              </a:defRPr>
            </a:lvl5pPr>
            <a:lvl6pPr lvl="5" algn="r">
              <a:spcBef>
                <a:spcPts val="0"/>
              </a:spcBef>
              <a:spcAft>
                <a:spcPts val="0"/>
              </a:spcAft>
              <a:buClr>
                <a:schemeClr val="lt1"/>
              </a:buClr>
              <a:buSzPts val="4800"/>
              <a:buNone/>
              <a:defRPr sz="4800">
                <a:solidFill>
                  <a:schemeClr val="lt1"/>
                </a:solidFill>
              </a:defRPr>
            </a:lvl6pPr>
            <a:lvl7pPr lvl="6" algn="r">
              <a:spcBef>
                <a:spcPts val="0"/>
              </a:spcBef>
              <a:spcAft>
                <a:spcPts val="0"/>
              </a:spcAft>
              <a:buClr>
                <a:schemeClr val="lt1"/>
              </a:buClr>
              <a:buSzPts val="4800"/>
              <a:buNone/>
              <a:defRPr sz="4800">
                <a:solidFill>
                  <a:schemeClr val="lt1"/>
                </a:solidFill>
              </a:defRPr>
            </a:lvl7pPr>
            <a:lvl8pPr lvl="7" algn="r">
              <a:spcBef>
                <a:spcPts val="0"/>
              </a:spcBef>
              <a:spcAft>
                <a:spcPts val="0"/>
              </a:spcAft>
              <a:buClr>
                <a:schemeClr val="lt1"/>
              </a:buClr>
              <a:buSzPts val="4800"/>
              <a:buNone/>
              <a:defRPr sz="4800">
                <a:solidFill>
                  <a:schemeClr val="lt1"/>
                </a:solidFill>
              </a:defRPr>
            </a:lvl8pPr>
            <a:lvl9pPr lvl="8" algn="r">
              <a:spcBef>
                <a:spcPts val="0"/>
              </a:spcBef>
              <a:spcAft>
                <a:spcPts val="0"/>
              </a:spcAft>
              <a:buClr>
                <a:schemeClr val="lt1"/>
              </a:buClr>
              <a:buSzPts val="4800"/>
              <a:buNone/>
              <a:defRPr sz="4800">
                <a:solidFill>
                  <a:schemeClr val="lt1"/>
                </a:solidFill>
              </a:defRPr>
            </a:lvl9pPr>
          </a:lstStyle>
          <a:p/>
        </p:txBody>
      </p:sp>
      <p:sp>
        <p:nvSpPr>
          <p:cNvPr id="8787" name="Google Shape;8787;p1132"/>
          <p:cNvSpPr txBox="1"/>
          <p:nvPr>
            <p:ph idx="1" type="subTitle"/>
          </p:nvPr>
        </p:nvSpPr>
        <p:spPr>
          <a:xfrm>
            <a:off x="3607800" y="2278000"/>
            <a:ext cx="4519200" cy="744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r">
              <a:lnSpc>
                <a:spcPct val="100000"/>
              </a:lnSpc>
              <a:spcBef>
                <a:spcPts val="0"/>
              </a:spcBef>
              <a:spcAft>
                <a:spcPts val="0"/>
              </a:spcAft>
              <a:buClr>
                <a:schemeClr val="lt1"/>
              </a:buClr>
              <a:buSzPts val="2800"/>
              <a:buNone/>
              <a:defRPr sz="2800">
                <a:solidFill>
                  <a:schemeClr val="lt1"/>
                </a:solidFill>
              </a:defRPr>
            </a:lvl2pPr>
            <a:lvl3pPr lvl="2" algn="r">
              <a:lnSpc>
                <a:spcPct val="100000"/>
              </a:lnSpc>
              <a:spcBef>
                <a:spcPts val="0"/>
              </a:spcBef>
              <a:spcAft>
                <a:spcPts val="0"/>
              </a:spcAft>
              <a:buClr>
                <a:schemeClr val="lt1"/>
              </a:buClr>
              <a:buSzPts val="2800"/>
              <a:buNone/>
              <a:defRPr sz="2800">
                <a:solidFill>
                  <a:schemeClr val="lt1"/>
                </a:solidFill>
              </a:defRPr>
            </a:lvl3pPr>
            <a:lvl4pPr lvl="3" algn="r">
              <a:lnSpc>
                <a:spcPct val="100000"/>
              </a:lnSpc>
              <a:spcBef>
                <a:spcPts val="0"/>
              </a:spcBef>
              <a:spcAft>
                <a:spcPts val="0"/>
              </a:spcAft>
              <a:buClr>
                <a:schemeClr val="lt1"/>
              </a:buClr>
              <a:buSzPts val="2800"/>
              <a:buNone/>
              <a:defRPr sz="2800">
                <a:solidFill>
                  <a:schemeClr val="lt1"/>
                </a:solidFill>
              </a:defRPr>
            </a:lvl4pPr>
            <a:lvl5pPr lvl="4" algn="r">
              <a:lnSpc>
                <a:spcPct val="100000"/>
              </a:lnSpc>
              <a:spcBef>
                <a:spcPts val="0"/>
              </a:spcBef>
              <a:spcAft>
                <a:spcPts val="0"/>
              </a:spcAft>
              <a:buClr>
                <a:schemeClr val="lt1"/>
              </a:buClr>
              <a:buSzPts val="2800"/>
              <a:buNone/>
              <a:defRPr sz="2800">
                <a:solidFill>
                  <a:schemeClr val="lt1"/>
                </a:solidFill>
              </a:defRPr>
            </a:lvl5pPr>
            <a:lvl6pPr lvl="5" algn="r">
              <a:lnSpc>
                <a:spcPct val="100000"/>
              </a:lnSpc>
              <a:spcBef>
                <a:spcPts val="0"/>
              </a:spcBef>
              <a:spcAft>
                <a:spcPts val="0"/>
              </a:spcAft>
              <a:buClr>
                <a:schemeClr val="lt1"/>
              </a:buClr>
              <a:buSzPts val="2800"/>
              <a:buNone/>
              <a:defRPr sz="2800">
                <a:solidFill>
                  <a:schemeClr val="lt1"/>
                </a:solidFill>
              </a:defRPr>
            </a:lvl6pPr>
            <a:lvl7pPr lvl="6" algn="r">
              <a:lnSpc>
                <a:spcPct val="100000"/>
              </a:lnSpc>
              <a:spcBef>
                <a:spcPts val="0"/>
              </a:spcBef>
              <a:spcAft>
                <a:spcPts val="0"/>
              </a:spcAft>
              <a:buClr>
                <a:schemeClr val="lt1"/>
              </a:buClr>
              <a:buSzPts val="2800"/>
              <a:buNone/>
              <a:defRPr sz="2800">
                <a:solidFill>
                  <a:schemeClr val="lt1"/>
                </a:solidFill>
              </a:defRPr>
            </a:lvl7pPr>
            <a:lvl8pPr lvl="7"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sp>
        <p:nvSpPr>
          <p:cNvPr id="8788" name="Google Shape;8788;p1132"/>
          <p:cNvSpPr txBox="1"/>
          <p:nvPr>
            <p:ph idx="2" type="subTitle"/>
          </p:nvPr>
        </p:nvSpPr>
        <p:spPr>
          <a:xfrm>
            <a:off x="3607800" y="1769750"/>
            <a:ext cx="4519200" cy="510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8789" name="Google Shape;8789;p1132"/>
          <p:cNvSpPr txBox="1"/>
          <p:nvPr/>
        </p:nvSpPr>
        <p:spPr>
          <a:xfrm>
            <a:off x="3508050" y="3477600"/>
            <a:ext cx="4718700" cy="554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Roboto"/>
                <a:ea typeface="Roboto"/>
                <a:cs typeface="Roboto"/>
                <a:sym typeface="Roboto"/>
              </a:rPr>
              <a:t>CREDITS:</a:t>
            </a:r>
            <a:r>
              <a:rPr lang="en" sz="1200">
                <a:solidFill>
                  <a:schemeClr val="lt1"/>
                </a:solidFill>
                <a:latin typeface="Roboto"/>
                <a:ea typeface="Roboto"/>
                <a:cs typeface="Roboto"/>
                <a:sym typeface="Roboto"/>
              </a:rPr>
              <a:t> This presentation template was created by </a:t>
            </a:r>
            <a:r>
              <a:rPr b="1" lang="en" sz="1200">
                <a:solidFill>
                  <a:schemeClr val="accent1"/>
                </a:solidFill>
                <a:uFill>
                  <a:noFill/>
                </a:uFill>
                <a:latin typeface="Roboto"/>
                <a:ea typeface="Roboto"/>
                <a:cs typeface="Roboto"/>
                <a:sym typeface="Roboto"/>
                <a:hlinkClick r:id="rId2">
                  <a:extLst>
                    <a:ext uri="{A12FA001-AC4F-418D-AE19-62706E023703}">
                      <ahyp:hlinkClr val="tx"/>
                    </a:ext>
                  </a:extLst>
                </a:hlinkClick>
              </a:rPr>
              <a:t>Slidesgo</a:t>
            </a:r>
            <a:r>
              <a:rPr b="1" lang="en" sz="1200">
                <a:solidFill>
                  <a:schemeClr val="accent6"/>
                </a:solidFill>
                <a:latin typeface="Roboto"/>
                <a:ea typeface="Roboto"/>
                <a:cs typeface="Roboto"/>
                <a:sym typeface="Roboto"/>
              </a:rPr>
              <a:t>,</a:t>
            </a:r>
            <a:r>
              <a:rPr lang="en" sz="1200">
                <a:solidFill>
                  <a:schemeClr val="lt1"/>
                </a:solidFill>
                <a:latin typeface="Roboto"/>
                <a:ea typeface="Roboto"/>
                <a:cs typeface="Roboto"/>
                <a:sym typeface="Roboto"/>
              </a:rPr>
              <a:t> including icons by </a:t>
            </a:r>
            <a:r>
              <a:rPr b="1" lang="en" sz="1200">
                <a:solidFill>
                  <a:schemeClr val="accent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1"/>
                </a:solidFill>
                <a:latin typeface="Roboto"/>
                <a:ea typeface="Roboto"/>
                <a:cs typeface="Roboto"/>
                <a:sym typeface="Roboto"/>
              </a:rPr>
              <a:t>, and infographics &amp; images by </a:t>
            </a:r>
            <a:r>
              <a:rPr b="1" lang="en" sz="1200">
                <a:solidFill>
                  <a:schemeClr val="accent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accent1"/>
              </a:solidFill>
              <a:latin typeface="Roboto"/>
              <a:ea typeface="Roboto"/>
              <a:cs typeface="Roboto"/>
              <a:sym typeface="Roboto"/>
            </a:endParaRPr>
          </a:p>
        </p:txBody>
      </p:sp>
    </p:spTree>
  </p:cSld>
  <p:clrMapOvr>
    <a:masterClrMapping/>
  </p:clrMapOvr>
</p:sldLayout>
</file>

<file path=ppt/slideLayouts/slideLayout11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_1_1_1_1_1">
    <p:bg>
      <p:bgPr>
        <a:solidFill>
          <a:schemeClr val="dk1"/>
        </a:solidFill>
      </p:bgPr>
    </p:bg>
    <p:spTree>
      <p:nvGrpSpPr>
        <p:cNvPr id="8790" name="Shape 8790"/>
        <p:cNvGrpSpPr/>
        <p:nvPr/>
      </p:nvGrpSpPr>
      <p:grpSpPr>
        <a:xfrm>
          <a:off x="0" y="0"/>
          <a:ext cx="0" cy="0"/>
          <a:chOff x="0" y="0"/>
          <a:chExt cx="0" cy="0"/>
        </a:xfrm>
      </p:grpSpPr>
      <p:sp>
        <p:nvSpPr>
          <p:cNvPr id="8791" name="Google Shape;8791;p113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_1_1_1_1_1">
    <p:bg>
      <p:bgPr>
        <a:solidFill>
          <a:schemeClr val="dk1"/>
        </a:solidFill>
      </p:bgPr>
    </p:bg>
    <p:spTree>
      <p:nvGrpSpPr>
        <p:cNvPr id="8792" name="Shape 8792"/>
        <p:cNvGrpSpPr/>
        <p:nvPr/>
      </p:nvGrpSpPr>
      <p:grpSpPr>
        <a:xfrm>
          <a:off x="0" y="0"/>
          <a:ext cx="0" cy="0"/>
          <a:chOff x="0" y="0"/>
          <a:chExt cx="0" cy="0"/>
        </a:xfrm>
      </p:grpSpPr>
      <p:grpSp>
        <p:nvGrpSpPr>
          <p:cNvPr id="8793" name="Google Shape;8793;p1134"/>
          <p:cNvGrpSpPr/>
          <p:nvPr/>
        </p:nvGrpSpPr>
        <p:grpSpPr>
          <a:xfrm>
            <a:off x="713225" y="539500"/>
            <a:ext cx="7717500" cy="4064400"/>
            <a:chOff x="713225" y="539500"/>
            <a:chExt cx="7717500" cy="4064400"/>
          </a:xfrm>
        </p:grpSpPr>
        <p:sp>
          <p:nvSpPr>
            <p:cNvPr id="8794" name="Google Shape;8794;p113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95" name="Google Shape;8795;p113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Layouts/slideLayout11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8800" name="Shape 8800"/>
        <p:cNvGrpSpPr/>
        <p:nvPr/>
      </p:nvGrpSpPr>
      <p:grpSpPr>
        <a:xfrm>
          <a:off x="0" y="0"/>
          <a:ext cx="0" cy="0"/>
          <a:chOff x="0" y="0"/>
          <a:chExt cx="0" cy="0"/>
        </a:xfrm>
      </p:grpSpPr>
      <p:sp>
        <p:nvSpPr>
          <p:cNvPr id="8801" name="Google Shape;8801;p113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1136"/>
          <p:cNvSpPr txBox="1"/>
          <p:nvPr>
            <p:ph type="ctrTitle"/>
          </p:nvPr>
        </p:nvSpPr>
        <p:spPr>
          <a:xfrm>
            <a:off x="2048825" y="848600"/>
            <a:ext cx="5046300" cy="10305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8803" name="Google Shape;8803;p1136"/>
          <p:cNvSpPr txBox="1"/>
          <p:nvPr>
            <p:ph idx="1" type="subTitle"/>
          </p:nvPr>
        </p:nvSpPr>
        <p:spPr>
          <a:xfrm>
            <a:off x="2048825" y="3798375"/>
            <a:ext cx="50463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8804" name="Google Shape;8804;p1136"/>
          <p:cNvSpPr txBox="1"/>
          <p:nvPr>
            <p:ph idx="2" type="subTitle"/>
          </p:nvPr>
        </p:nvSpPr>
        <p:spPr>
          <a:xfrm>
            <a:off x="2902475" y="1879100"/>
            <a:ext cx="3339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1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8805" name="Shape 8805"/>
        <p:cNvGrpSpPr/>
        <p:nvPr/>
      </p:nvGrpSpPr>
      <p:grpSpPr>
        <a:xfrm>
          <a:off x="0" y="0"/>
          <a:ext cx="0" cy="0"/>
          <a:chOff x="0" y="0"/>
          <a:chExt cx="0" cy="0"/>
        </a:xfrm>
      </p:grpSpPr>
      <p:sp>
        <p:nvSpPr>
          <p:cNvPr id="8806" name="Google Shape;8806;p113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1137"/>
          <p:cNvSpPr/>
          <p:nvPr/>
        </p:nvSpPr>
        <p:spPr>
          <a:xfrm flipH="1" rot="-5400000">
            <a:off x="-1114550" y="743900"/>
            <a:ext cx="3655500" cy="3655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1137"/>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8809" name="Google Shape;8809;p1137"/>
          <p:cNvSpPr txBox="1"/>
          <p:nvPr>
            <p:ph hasCustomPrompt="1" idx="2" type="title"/>
          </p:nvPr>
        </p:nvSpPr>
        <p:spPr>
          <a:xfrm>
            <a:off x="821288" y="157487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8810" name="Google Shape;8810;p1137"/>
          <p:cNvSpPr txBox="1"/>
          <p:nvPr>
            <p:ph idx="1" type="subTitle"/>
          </p:nvPr>
        </p:nvSpPr>
        <p:spPr>
          <a:xfrm>
            <a:off x="2971613" y="32407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1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8811" name="Shape 8811"/>
        <p:cNvGrpSpPr/>
        <p:nvPr/>
      </p:nvGrpSpPr>
      <p:grpSpPr>
        <a:xfrm>
          <a:off x="0" y="0"/>
          <a:ext cx="0" cy="0"/>
          <a:chOff x="0" y="0"/>
          <a:chExt cx="0" cy="0"/>
        </a:xfrm>
      </p:grpSpPr>
      <p:grpSp>
        <p:nvGrpSpPr>
          <p:cNvPr id="8812" name="Google Shape;8812;p1138"/>
          <p:cNvGrpSpPr/>
          <p:nvPr/>
        </p:nvGrpSpPr>
        <p:grpSpPr>
          <a:xfrm>
            <a:off x="713225" y="539500"/>
            <a:ext cx="7717500" cy="4064400"/>
            <a:chOff x="713225" y="539500"/>
            <a:chExt cx="7717500" cy="4064400"/>
          </a:xfrm>
        </p:grpSpPr>
        <p:cxnSp>
          <p:nvCxnSpPr>
            <p:cNvPr id="8813" name="Google Shape;8813;p113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8814" name="Google Shape;8814;p113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5" name="Google Shape;8815;p113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816" name="Google Shape;8816;p1138"/>
          <p:cNvSpPr txBox="1"/>
          <p:nvPr>
            <p:ph idx="1" type="subTitle"/>
          </p:nvPr>
        </p:nvSpPr>
        <p:spPr>
          <a:xfrm>
            <a:off x="2817300" y="2114400"/>
            <a:ext cx="3509400" cy="1529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6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11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8817" name="Shape 8817"/>
        <p:cNvGrpSpPr/>
        <p:nvPr/>
      </p:nvGrpSpPr>
      <p:grpSpPr>
        <a:xfrm>
          <a:off x="0" y="0"/>
          <a:ext cx="0" cy="0"/>
          <a:chOff x="0" y="0"/>
          <a:chExt cx="0" cy="0"/>
        </a:xfrm>
      </p:grpSpPr>
      <p:grpSp>
        <p:nvGrpSpPr>
          <p:cNvPr id="8818" name="Google Shape;8818;p1139"/>
          <p:cNvGrpSpPr/>
          <p:nvPr/>
        </p:nvGrpSpPr>
        <p:grpSpPr>
          <a:xfrm>
            <a:off x="713225" y="539500"/>
            <a:ext cx="7717500" cy="4064400"/>
            <a:chOff x="713225" y="539500"/>
            <a:chExt cx="7717500" cy="4064400"/>
          </a:xfrm>
        </p:grpSpPr>
        <p:sp>
          <p:nvSpPr>
            <p:cNvPr id="8819" name="Google Shape;8819;p113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20" name="Google Shape;8820;p113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821" name="Google Shape;8821;p113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822" name="Google Shape;8822;p1139"/>
          <p:cNvSpPr txBox="1"/>
          <p:nvPr>
            <p:ph idx="1" type="subTitle"/>
          </p:nvPr>
        </p:nvSpPr>
        <p:spPr>
          <a:xfrm>
            <a:off x="1425525" y="32987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823" name="Google Shape;8823;p1139"/>
          <p:cNvSpPr txBox="1"/>
          <p:nvPr>
            <p:ph idx="2" type="subTitle"/>
          </p:nvPr>
        </p:nvSpPr>
        <p:spPr>
          <a:xfrm>
            <a:off x="1425525" y="2867137"/>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824" name="Google Shape;8824;p1139"/>
          <p:cNvSpPr txBox="1"/>
          <p:nvPr>
            <p:ph idx="3" type="subTitle"/>
          </p:nvPr>
        </p:nvSpPr>
        <p:spPr>
          <a:xfrm>
            <a:off x="5333725" y="32885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825" name="Google Shape;8825;p1139"/>
          <p:cNvSpPr txBox="1"/>
          <p:nvPr>
            <p:ph idx="4" type="subTitle"/>
          </p:nvPr>
        </p:nvSpPr>
        <p:spPr>
          <a:xfrm>
            <a:off x="5333725" y="28586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8826" name="Shape 8826"/>
        <p:cNvGrpSpPr/>
        <p:nvPr/>
      </p:nvGrpSpPr>
      <p:grpSpPr>
        <a:xfrm>
          <a:off x="0" y="0"/>
          <a:ext cx="0" cy="0"/>
          <a:chOff x="0" y="0"/>
          <a:chExt cx="0" cy="0"/>
        </a:xfrm>
      </p:grpSpPr>
      <p:grpSp>
        <p:nvGrpSpPr>
          <p:cNvPr id="8827" name="Google Shape;8827;p1140"/>
          <p:cNvGrpSpPr/>
          <p:nvPr/>
        </p:nvGrpSpPr>
        <p:grpSpPr>
          <a:xfrm>
            <a:off x="713225" y="539500"/>
            <a:ext cx="7717500" cy="4064400"/>
            <a:chOff x="713225" y="539500"/>
            <a:chExt cx="7717500" cy="4064400"/>
          </a:xfrm>
        </p:grpSpPr>
        <p:sp>
          <p:nvSpPr>
            <p:cNvPr id="8828" name="Google Shape;8828;p114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29" name="Google Shape;8829;p114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830" name="Google Shape;8830;p114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1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8831" name="Shape 8831"/>
        <p:cNvGrpSpPr/>
        <p:nvPr/>
      </p:nvGrpSpPr>
      <p:grpSpPr>
        <a:xfrm>
          <a:off x="0" y="0"/>
          <a:ext cx="0" cy="0"/>
          <a:chOff x="0" y="0"/>
          <a:chExt cx="0" cy="0"/>
        </a:xfrm>
      </p:grpSpPr>
      <p:grpSp>
        <p:nvGrpSpPr>
          <p:cNvPr id="8832" name="Google Shape;8832;p1141"/>
          <p:cNvGrpSpPr/>
          <p:nvPr/>
        </p:nvGrpSpPr>
        <p:grpSpPr>
          <a:xfrm>
            <a:off x="713225" y="539500"/>
            <a:ext cx="7717500" cy="4064400"/>
            <a:chOff x="713225" y="539500"/>
            <a:chExt cx="7717500" cy="4064400"/>
          </a:xfrm>
        </p:grpSpPr>
        <p:cxnSp>
          <p:nvCxnSpPr>
            <p:cNvPr id="8833" name="Google Shape;8833;p114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8834" name="Google Shape;8834;p114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5" name="Google Shape;8835;p114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836" name="Google Shape;8836;p1141"/>
          <p:cNvSpPr txBox="1"/>
          <p:nvPr>
            <p:ph idx="1" type="subTitle"/>
          </p:nvPr>
        </p:nvSpPr>
        <p:spPr>
          <a:xfrm>
            <a:off x="2105700" y="1543900"/>
            <a:ext cx="4932600" cy="2550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800"/>
              <a:buChar char="●"/>
              <a:defRPr sz="1600">
                <a:solidFill>
                  <a:schemeClr val="lt1"/>
                </a:solidFill>
              </a:defRPr>
            </a:lvl1pPr>
            <a:lvl2pPr lvl="1">
              <a:lnSpc>
                <a:spcPct val="100000"/>
              </a:lnSpc>
              <a:spcBef>
                <a:spcPts val="0"/>
              </a:spcBef>
              <a:spcAft>
                <a:spcPts val="0"/>
              </a:spcAft>
              <a:buClr>
                <a:schemeClr val="lt1"/>
              </a:buClr>
              <a:buSzPts val="2800"/>
              <a:buChar char="○"/>
              <a:defRPr sz="2800">
                <a:solidFill>
                  <a:schemeClr val="lt1"/>
                </a:solidFill>
              </a:defRPr>
            </a:lvl2pPr>
            <a:lvl3pPr lvl="2">
              <a:lnSpc>
                <a:spcPct val="100000"/>
              </a:lnSpc>
              <a:spcBef>
                <a:spcPts val="0"/>
              </a:spcBef>
              <a:spcAft>
                <a:spcPts val="0"/>
              </a:spcAft>
              <a:buClr>
                <a:schemeClr val="lt1"/>
              </a:buClr>
              <a:buSzPts val="2800"/>
              <a:buChar char="■"/>
              <a:defRPr sz="2800">
                <a:solidFill>
                  <a:schemeClr val="lt1"/>
                </a:solidFill>
              </a:defRPr>
            </a:lvl3pPr>
            <a:lvl4pPr lvl="3">
              <a:lnSpc>
                <a:spcPct val="100000"/>
              </a:lnSpc>
              <a:spcBef>
                <a:spcPts val="0"/>
              </a:spcBef>
              <a:spcAft>
                <a:spcPts val="0"/>
              </a:spcAft>
              <a:buClr>
                <a:schemeClr val="lt1"/>
              </a:buClr>
              <a:buSzPts val="2800"/>
              <a:buChar char="●"/>
              <a:defRPr sz="2800">
                <a:solidFill>
                  <a:schemeClr val="lt1"/>
                </a:solidFill>
              </a:defRPr>
            </a:lvl4pPr>
            <a:lvl5pPr lvl="4">
              <a:lnSpc>
                <a:spcPct val="100000"/>
              </a:lnSpc>
              <a:spcBef>
                <a:spcPts val="0"/>
              </a:spcBef>
              <a:spcAft>
                <a:spcPts val="0"/>
              </a:spcAft>
              <a:buClr>
                <a:schemeClr val="lt1"/>
              </a:buClr>
              <a:buSzPts val="2800"/>
              <a:buChar char="○"/>
              <a:defRPr sz="2800">
                <a:solidFill>
                  <a:schemeClr val="lt1"/>
                </a:solidFill>
              </a:defRPr>
            </a:lvl5pPr>
            <a:lvl6pPr lvl="5">
              <a:lnSpc>
                <a:spcPct val="100000"/>
              </a:lnSpc>
              <a:spcBef>
                <a:spcPts val="0"/>
              </a:spcBef>
              <a:spcAft>
                <a:spcPts val="0"/>
              </a:spcAft>
              <a:buClr>
                <a:schemeClr val="lt1"/>
              </a:buClr>
              <a:buSzPts val="2800"/>
              <a:buChar char="■"/>
              <a:defRPr sz="2800">
                <a:solidFill>
                  <a:schemeClr val="lt1"/>
                </a:solidFill>
              </a:defRPr>
            </a:lvl6pPr>
            <a:lvl7pPr lvl="6">
              <a:lnSpc>
                <a:spcPct val="100000"/>
              </a:lnSpc>
              <a:spcBef>
                <a:spcPts val="0"/>
              </a:spcBef>
              <a:spcAft>
                <a:spcPts val="0"/>
              </a:spcAft>
              <a:buClr>
                <a:schemeClr val="lt1"/>
              </a:buClr>
              <a:buSzPts val="2800"/>
              <a:buChar char="●"/>
              <a:defRPr sz="2800">
                <a:solidFill>
                  <a:schemeClr val="lt1"/>
                </a:solidFill>
              </a:defRPr>
            </a:lvl7pPr>
            <a:lvl8pPr lvl="7">
              <a:lnSpc>
                <a:spcPct val="100000"/>
              </a:lnSpc>
              <a:spcBef>
                <a:spcPts val="0"/>
              </a:spcBef>
              <a:spcAft>
                <a:spcPts val="0"/>
              </a:spcAft>
              <a:buClr>
                <a:schemeClr val="lt1"/>
              </a:buClr>
              <a:buSzPts val="2800"/>
              <a:buChar char="○"/>
              <a:defRPr sz="2800">
                <a:solidFill>
                  <a:schemeClr val="lt1"/>
                </a:solidFill>
              </a:defRPr>
            </a:lvl8pPr>
            <a:lvl9pPr lvl="8">
              <a:lnSpc>
                <a:spcPct val="100000"/>
              </a:lnSpc>
              <a:spcBef>
                <a:spcPts val="0"/>
              </a:spcBef>
              <a:spcAft>
                <a:spcPts val="0"/>
              </a:spcAft>
              <a:buClr>
                <a:schemeClr val="lt1"/>
              </a:buClr>
              <a:buSzPts val="2800"/>
              <a:buChar char="■"/>
              <a:defRPr sz="2800">
                <a:solidFill>
                  <a:schemeClr val="lt1"/>
                </a:solidFill>
              </a:defRPr>
            </a:lvl9pPr>
          </a:lstStyle>
          <a:p/>
        </p:txBody>
      </p:sp>
    </p:spTree>
  </p:cSld>
  <p:clrMapOvr>
    <a:masterClrMapping/>
  </p:clrMapOvr>
</p:sldLayout>
</file>

<file path=ppt/slideLayouts/slideLayout11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8837" name="Shape 8837"/>
        <p:cNvGrpSpPr/>
        <p:nvPr/>
      </p:nvGrpSpPr>
      <p:grpSpPr>
        <a:xfrm>
          <a:off x="0" y="0"/>
          <a:ext cx="0" cy="0"/>
          <a:chOff x="0" y="0"/>
          <a:chExt cx="0" cy="0"/>
        </a:xfrm>
      </p:grpSpPr>
      <p:sp>
        <p:nvSpPr>
          <p:cNvPr id="8838" name="Google Shape;8838;p114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1142"/>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11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8840" name="Shape 8840"/>
        <p:cNvGrpSpPr/>
        <p:nvPr/>
      </p:nvGrpSpPr>
      <p:grpSpPr>
        <a:xfrm>
          <a:off x="0" y="0"/>
          <a:ext cx="0" cy="0"/>
          <a:chOff x="0" y="0"/>
          <a:chExt cx="0" cy="0"/>
        </a:xfrm>
      </p:grpSpPr>
      <p:grpSp>
        <p:nvGrpSpPr>
          <p:cNvPr id="8841" name="Google Shape;8841;p1143"/>
          <p:cNvGrpSpPr/>
          <p:nvPr/>
        </p:nvGrpSpPr>
        <p:grpSpPr>
          <a:xfrm>
            <a:off x="713225" y="539500"/>
            <a:ext cx="7717500" cy="4064400"/>
            <a:chOff x="713225" y="539500"/>
            <a:chExt cx="7717500" cy="4064400"/>
          </a:xfrm>
        </p:grpSpPr>
        <p:cxnSp>
          <p:nvCxnSpPr>
            <p:cNvPr id="8842" name="Google Shape;8842;p114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8843" name="Google Shape;8843;p114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44" name="Google Shape;8844;p1143"/>
            <p:cNvCxnSpPr/>
            <p:nvPr/>
          </p:nvCxnSpPr>
          <p:spPr>
            <a:xfrm rot="10800000">
              <a:off x="4876775" y="1096300"/>
              <a:ext cx="0" cy="3507600"/>
            </a:xfrm>
            <a:prstGeom prst="straightConnector1">
              <a:avLst/>
            </a:prstGeom>
            <a:noFill/>
            <a:ln cap="flat" cmpd="sng" w="38100">
              <a:solidFill>
                <a:schemeClr val="accent1"/>
              </a:solidFill>
              <a:prstDash val="solid"/>
              <a:round/>
              <a:headEnd len="med" w="med" type="none"/>
              <a:tailEnd len="med" w="med" type="none"/>
            </a:ln>
          </p:spPr>
        </p:cxnSp>
      </p:grpSp>
      <p:sp>
        <p:nvSpPr>
          <p:cNvPr id="8845" name="Google Shape;8845;p114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846" name="Google Shape;8846;p1143"/>
          <p:cNvSpPr txBox="1"/>
          <p:nvPr>
            <p:ph idx="1" type="subTitle"/>
          </p:nvPr>
        </p:nvSpPr>
        <p:spPr>
          <a:xfrm>
            <a:off x="1312950" y="2327975"/>
            <a:ext cx="2973000" cy="13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8847" name="Google Shape;8847;p1143"/>
          <p:cNvSpPr txBox="1"/>
          <p:nvPr>
            <p:ph idx="2" type="subTitle"/>
          </p:nvPr>
        </p:nvSpPr>
        <p:spPr>
          <a:xfrm>
            <a:off x="1312950" y="1809275"/>
            <a:ext cx="29730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1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8848" name="Shape 8848"/>
        <p:cNvGrpSpPr/>
        <p:nvPr/>
      </p:nvGrpSpPr>
      <p:grpSpPr>
        <a:xfrm>
          <a:off x="0" y="0"/>
          <a:ext cx="0" cy="0"/>
          <a:chOff x="0" y="0"/>
          <a:chExt cx="0" cy="0"/>
        </a:xfrm>
      </p:grpSpPr>
      <p:sp>
        <p:nvSpPr>
          <p:cNvPr id="8849" name="Google Shape;8849;p1144"/>
          <p:cNvSpPr txBox="1"/>
          <p:nvPr>
            <p:ph type="title"/>
          </p:nvPr>
        </p:nvSpPr>
        <p:spPr>
          <a:xfrm>
            <a:off x="865625" y="3328700"/>
            <a:ext cx="6367800" cy="1427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3600"/>
              <a:buNone/>
              <a:defRPr sz="3600">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11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8850" name="Shape 8850"/>
        <p:cNvGrpSpPr/>
        <p:nvPr/>
      </p:nvGrpSpPr>
      <p:grpSpPr>
        <a:xfrm>
          <a:off x="0" y="0"/>
          <a:ext cx="0" cy="0"/>
          <a:chOff x="0" y="0"/>
          <a:chExt cx="0" cy="0"/>
        </a:xfrm>
      </p:grpSpPr>
      <p:sp>
        <p:nvSpPr>
          <p:cNvPr id="8851" name="Google Shape;8851;p114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1145"/>
          <p:cNvSpPr txBox="1"/>
          <p:nvPr>
            <p:ph hasCustomPrompt="1" type="title"/>
          </p:nvPr>
        </p:nvSpPr>
        <p:spPr>
          <a:xfrm>
            <a:off x="994200" y="1505850"/>
            <a:ext cx="7155600" cy="13323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853" name="Google Shape;8853;p1145"/>
          <p:cNvSpPr txBox="1"/>
          <p:nvPr>
            <p:ph idx="1" type="subTitle"/>
          </p:nvPr>
        </p:nvSpPr>
        <p:spPr>
          <a:xfrm>
            <a:off x="994200" y="2838150"/>
            <a:ext cx="4774200" cy="79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8854" name="Shape 8854"/>
        <p:cNvGrpSpPr/>
        <p:nvPr/>
      </p:nvGrpSpPr>
      <p:grpSpPr>
        <a:xfrm>
          <a:off x="0" y="0"/>
          <a:ext cx="0" cy="0"/>
          <a:chOff x="0" y="0"/>
          <a:chExt cx="0" cy="0"/>
        </a:xfrm>
      </p:grpSpPr>
    </p:spTree>
  </p:cSld>
  <p:clrMapOvr>
    <a:masterClrMapping/>
  </p:clrMapOvr>
</p:sldLayout>
</file>

<file path=ppt/slideLayouts/slideLayout11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8855" name="Shape 8855"/>
        <p:cNvGrpSpPr/>
        <p:nvPr/>
      </p:nvGrpSpPr>
      <p:grpSpPr>
        <a:xfrm>
          <a:off x="0" y="0"/>
          <a:ext cx="0" cy="0"/>
          <a:chOff x="0" y="0"/>
          <a:chExt cx="0" cy="0"/>
        </a:xfrm>
      </p:grpSpPr>
      <p:sp>
        <p:nvSpPr>
          <p:cNvPr id="8856" name="Google Shape;8856;p1147"/>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11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8857" name="Shape 8857"/>
        <p:cNvGrpSpPr/>
        <p:nvPr/>
      </p:nvGrpSpPr>
      <p:grpSpPr>
        <a:xfrm>
          <a:off x="0" y="0"/>
          <a:ext cx="0" cy="0"/>
          <a:chOff x="0" y="0"/>
          <a:chExt cx="0" cy="0"/>
        </a:xfrm>
      </p:grpSpPr>
      <p:grpSp>
        <p:nvGrpSpPr>
          <p:cNvPr id="8858" name="Google Shape;8858;p1148"/>
          <p:cNvGrpSpPr/>
          <p:nvPr/>
        </p:nvGrpSpPr>
        <p:grpSpPr>
          <a:xfrm>
            <a:off x="713200" y="539513"/>
            <a:ext cx="7717600" cy="4064400"/>
            <a:chOff x="713125" y="539500"/>
            <a:chExt cx="7717600" cy="4064400"/>
          </a:xfrm>
        </p:grpSpPr>
        <p:cxnSp>
          <p:nvCxnSpPr>
            <p:cNvPr id="8859" name="Google Shape;8859;p1148"/>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8860" name="Google Shape;8860;p114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61" name="Google Shape;8861;p1148"/>
            <p:cNvCxnSpPr>
              <a:stCxn id="8860" idx="2"/>
            </p:cNvCxnSpPr>
            <p:nvPr/>
          </p:nvCxnSpPr>
          <p:spPr>
            <a:xfrm rot="10800000">
              <a:off x="45719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8862" name="Google Shape;8862;p1148"/>
            <p:cNvCxnSpPr/>
            <p:nvPr/>
          </p:nvCxnSpPr>
          <p:spPr>
            <a:xfrm rot="10800000">
              <a:off x="713125" y="2912025"/>
              <a:ext cx="7709100" cy="0"/>
            </a:xfrm>
            <a:prstGeom prst="straightConnector1">
              <a:avLst/>
            </a:prstGeom>
            <a:noFill/>
            <a:ln cap="flat" cmpd="sng" w="38100">
              <a:solidFill>
                <a:schemeClr val="accent1"/>
              </a:solidFill>
              <a:prstDash val="solid"/>
              <a:round/>
              <a:headEnd len="med" w="med" type="none"/>
              <a:tailEnd len="med" w="med" type="none"/>
            </a:ln>
          </p:spPr>
        </p:cxnSp>
        <p:cxnSp>
          <p:nvCxnSpPr>
            <p:cNvPr id="8863" name="Google Shape;8863;p1148"/>
            <p:cNvCxnSpPr/>
            <p:nvPr/>
          </p:nvCxnSpPr>
          <p:spPr>
            <a:xfrm rot="10800000">
              <a:off x="17602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8864" name="Google Shape;8864;p1148"/>
            <p:cNvCxnSpPr/>
            <p:nvPr/>
          </p:nvCxnSpPr>
          <p:spPr>
            <a:xfrm rot="10800000">
              <a:off x="7378100" y="1254400"/>
              <a:ext cx="0" cy="3349500"/>
            </a:xfrm>
            <a:prstGeom prst="straightConnector1">
              <a:avLst/>
            </a:prstGeom>
            <a:noFill/>
            <a:ln cap="flat" cmpd="sng" w="38100">
              <a:solidFill>
                <a:schemeClr val="accent1"/>
              </a:solidFill>
              <a:prstDash val="solid"/>
              <a:round/>
              <a:headEnd len="med" w="med" type="none"/>
              <a:tailEnd len="med" w="med" type="none"/>
            </a:ln>
          </p:spPr>
        </p:cxnSp>
      </p:grpSp>
      <p:sp>
        <p:nvSpPr>
          <p:cNvPr id="8865" name="Google Shape;8865;p1148"/>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866" name="Google Shape;8866;p1148"/>
          <p:cNvSpPr txBox="1"/>
          <p:nvPr>
            <p:ph idx="1" type="subTitle"/>
          </p:nvPr>
        </p:nvSpPr>
        <p:spPr>
          <a:xfrm>
            <a:off x="1924988" y="2036825"/>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867" name="Google Shape;8867;p1148"/>
          <p:cNvSpPr txBox="1"/>
          <p:nvPr>
            <p:ph idx="2" type="subTitle"/>
          </p:nvPr>
        </p:nvSpPr>
        <p:spPr>
          <a:xfrm>
            <a:off x="1924988" y="1518125"/>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868" name="Google Shape;8868;p1148"/>
          <p:cNvSpPr txBox="1"/>
          <p:nvPr>
            <p:ph hasCustomPrompt="1" idx="3" type="title"/>
          </p:nvPr>
        </p:nvSpPr>
        <p:spPr>
          <a:xfrm>
            <a:off x="8197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8869" name="Google Shape;8869;p1148"/>
          <p:cNvSpPr txBox="1"/>
          <p:nvPr>
            <p:ph idx="4" type="subTitle"/>
          </p:nvPr>
        </p:nvSpPr>
        <p:spPr>
          <a:xfrm>
            <a:off x="4760188" y="2036825"/>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8870" name="Google Shape;8870;p1148"/>
          <p:cNvSpPr txBox="1"/>
          <p:nvPr>
            <p:ph idx="5" type="subTitle"/>
          </p:nvPr>
        </p:nvSpPr>
        <p:spPr>
          <a:xfrm>
            <a:off x="4760188" y="1518125"/>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8871" name="Google Shape;8871;p1148"/>
          <p:cNvSpPr txBox="1"/>
          <p:nvPr>
            <p:ph hasCustomPrompt="1" idx="6" type="title"/>
          </p:nvPr>
        </p:nvSpPr>
        <p:spPr>
          <a:xfrm>
            <a:off x="74842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8872" name="Google Shape;8872;p1148"/>
          <p:cNvSpPr txBox="1"/>
          <p:nvPr>
            <p:ph idx="7" type="subTitle"/>
          </p:nvPr>
        </p:nvSpPr>
        <p:spPr>
          <a:xfrm>
            <a:off x="1924988" y="3691200"/>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873" name="Google Shape;8873;p1148"/>
          <p:cNvSpPr txBox="1"/>
          <p:nvPr>
            <p:ph idx="8" type="subTitle"/>
          </p:nvPr>
        </p:nvSpPr>
        <p:spPr>
          <a:xfrm>
            <a:off x="1924988" y="3172500"/>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874" name="Google Shape;8874;p1148"/>
          <p:cNvSpPr txBox="1"/>
          <p:nvPr>
            <p:ph hasCustomPrompt="1" idx="9" type="title"/>
          </p:nvPr>
        </p:nvSpPr>
        <p:spPr>
          <a:xfrm>
            <a:off x="819800" y="346450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8875" name="Google Shape;8875;p1148"/>
          <p:cNvSpPr txBox="1"/>
          <p:nvPr>
            <p:ph idx="13" type="subTitle"/>
          </p:nvPr>
        </p:nvSpPr>
        <p:spPr>
          <a:xfrm>
            <a:off x="4760200" y="3673200"/>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8876" name="Google Shape;8876;p1148"/>
          <p:cNvSpPr txBox="1"/>
          <p:nvPr>
            <p:ph idx="14" type="subTitle"/>
          </p:nvPr>
        </p:nvSpPr>
        <p:spPr>
          <a:xfrm>
            <a:off x="4760200" y="3154500"/>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8877" name="Google Shape;8877;p1148"/>
          <p:cNvSpPr txBox="1"/>
          <p:nvPr>
            <p:ph hasCustomPrompt="1" idx="15" type="title"/>
          </p:nvPr>
        </p:nvSpPr>
        <p:spPr>
          <a:xfrm>
            <a:off x="7488624" y="3475788"/>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11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
    <p:bg>
      <p:bgPr>
        <a:solidFill>
          <a:schemeClr val="dk1"/>
        </a:solidFill>
      </p:bgPr>
    </p:bg>
    <p:spTree>
      <p:nvGrpSpPr>
        <p:cNvPr id="8878" name="Shape 8878"/>
        <p:cNvGrpSpPr/>
        <p:nvPr/>
      </p:nvGrpSpPr>
      <p:grpSpPr>
        <a:xfrm>
          <a:off x="0" y="0"/>
          <a:ext cx="0" cy="0"/>
          <a:chOff x="0" y="0"/>
          <a:chExt cx="0" cy="0"/>
        </a:xfrm>
      </p:grpSpPr>
      <p:grpSp>
        <p:nvGrpSpPr>
          <p:cNvPr id="8879" name="Google Shape;8879;p1149"/>
          <p:cNvGrpSpPr/>
          <p:nvPr/>
        </p:nvGrpSpPr>
        <p:grpSpPr>
          <a:xfrm>
            <a:off x="713300" y="539513"/>
            <a:ext cx="7717500" cy="4064400"/>
            <a:chOff x="713225" y="539500"/>
            <a:chExt cx="7717500" cy="4064400"/>
          </a:xfrm>
        </p:grpSpPr>
        <p:cxnSp>
          <p:nvCxnSpPr>
            <p:cNvPr id="8880" name="Google Shape;8880;p1149"/>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8881" name="Google Shape;8881;p114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2" name="Google Shape;8882;p1149"/>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883" name="Google Shape;8883;p1149"/>
          <p:cNvSpPr txBox="1"/>
          <p:nvPr>
            <p:ph idx="1" type="subTitle"/>
          </p:nvPr>
        </p:nvSpPr>
        <p:spPr>
          <a:xfrm>
            <a:off x="897170"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884" name="Google Shape;8884;p1149"/>
          <p:cNvSpPr txBox="1"/>
          <p:nvPr>
            <p:ph idx="2" type="subTitle"/>
          </p:nvPr>
        </p:nvSpPr>
        <p:spPr>
          <a:xfrm>
            <a:off x="897170"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885" name="Google Shape;8885;p1149"/>
          <p:cNvSpPr txBox="1"/>
          <p:nvPr>
            <p:ph hasCustomPrompt="1" idx="3" type="title"/>
          </p:nvPr>
        </p:nvSpPr>
        <p:spPr>
          <a:xfrm>
            <a:off x="1261666"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8886" name="Google Shape;8886;p1149"/>
          <p:cNvSpPr txBox="1"/>
          <p:nvPr>
            <p:ph idx="4" type="subTitle"/>
          </p:nvPr>
        </p:nvSpPr>
        <p:spPr>
          <a:xfrm>
            <a:off x="47527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8887" name="Google Shape;8887;p1149"/>
          <p:cNvSpPr txBox="1"/>
          <p:nvPr>
            <p:ph idx="5" type="subTitle"/>
          </p:nvPr>
        </p:nvSpPr>
        <p:spPr>
          <a:xfrm>
            <a:off x="47527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8888" name="Google Shape;8888;p1149"/>
          <p:cNvSpPr txBox="1"/>
          <p:nvPr>
            <p:ph hasCustomPrompt="1" idx="6" type="title"/>
          </p:nvPr>
        </p:nvSpPr>
        <p:spPr>
          <a:xfrm>
            <a:off x="5117252"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8889" name="Google Shape;8889;p1149"/>
          <p:cNvSpPr txBox="1"/>
          <p:nvPr>
            <p:ph idx="7" type="subTitle"/>
          </p:nvPr>
        </p:nvSpPr>
        <p:spPr>
          <a:xfrm>
            <a:off x="28249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8890" name="Google Shape;8890;p1149"/>
          <p:cNvSpPr txBox="1"/>
          <p:nvPr>
            <p:ph idx="8" type="subTitle"/>
          </p:nvPr>
        </p:nvSpPr>
        <p:spPr>
          <a:xfrm>
            <a:off x="28249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891" name="Google Shape;8891;p1149"/>
          <p:cNvSpPr txBox="1"/>
          <p:nvPr>
            <p:ph hasCustomPrompt="1" idx="9" type="title"/>
          </p:nvPr>
        </p:nvSpPr>
        <p:spPr>
          <a:xfrm>
            <a:off x="3189459"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8892" name="Google Shape;8892;p1149"/>
          <p:cNvSpPr txBox="1"/>
          <p:nvPr>
            <p:ph idx="13" type="subTitle"/>
          </p:nvPr>
        </p:nvSpPr>
        <p:spPr>
          <a:xfrm>
            <a:off x="6680545"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8893" name="Google Shape;8893;p1149"/>
          <p:cNvSpPr txBox="1"/>
          <p:nvPr>
            <p:ph idx="14" type="subTitle"/>
          </p:nvPr>
        </p:nvSpPr>
        <p:spPr>
          <a:xfrm>
            <a:off x="6680545"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8894" name="Google Shape;8894;p1149"/>
          <p:cNvSpPr txBox="1"/>
          <p:nvPr>
            <p:ph hasCustomPrompt="1" idx="15" type="title"/>
          </p:nvPr>
        </p:nvSpPr>
        <p:spPr>
          <a:xfrm>
            <a:off x="7045045" y="1975647"/>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11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dk1"/>
        </a:solidFill>
      </p:bgPr>
    </p:bg>
    <p:spTree>
      <p:nvGrpSpPr>
        <p:cNvPr id="8895" name="Shape 8895"/>
        <p:cNvGrpSpPr/>
        <p:nvPr/>
      </p:nvGrpSpPr>
      <p:grpSpPr>
        <a:xfrm>
          <a:off x="0" y="0"/>
          <a:ext cx="0" cy="0"/>
          <a:chOff x="0" y="0"/>
          <a:chExt cx="0" cy="0"/>
        </a:xfrm>
      </p:grpSpPr>
      <p:sp>
        <p:nvSpPr>
          <p:cNvPr id="8896" name="Google Shape;8896;p115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1150"/>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8898" name="Google Shape;8898;p1150"/>
          <p:cNvSpPr txBox="1"/>
          <p:nvPr>
            <p:ph hasCustomPrompt="1" idx="2" type="title"/>
          </p:nvPr>
        </p:nvSpPr>
        <p:spPr>
          <a:xfrm>
            <a:off x="1131163" y="96802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8899" name="Google Shape;8899;p1150"/>
          <p:cNvSpPr txBox="1"/>
          <p:nvPr>
            <p:ph idx="1" type="subTitle"/>
          </p:nvPr>
        </p:nvSpPr>
        <p:spPr>
          <a:xfrm>
            <a:off x="1131163" y="37284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1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
    <p:bg>
      <p:bgPr>
        <a:solidFill>
          <a:schemeClr val="dk1"/>
        </a:solidFill>
      </p:bgPr>
    </p:bg>
    <p:spTree>
      <p:nvGrpSpPr>
        <p:cNvPr id="8900" name="Shape 8900"/>
        <p:cNvGrpSpPr/>
        <p:nvPr/>
      </p:nvGrpSpPr>
      <p:grpSpPr>
        <a:xfrm>
          <a:off x="0" y="0"/>
          <a:ext cx="0" cy="0"/>
          <a:chOff x="0" y="0"/>
          <a:chExt cx="0" cy="0"/>
        </a:xfrm>
      </p:grpSpPr>
      <p:sp>
        <p:nvSpPr>
          <p:cNvPr id="8901" name="Google Shape;8901;p115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1151"/>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8903" name="Google Shape;8903;p1151"/>
          <p:cNvSpPr txBox="1"/>
          <p:nvPr>
            <p:ph hasCustomPrompt="1" idx="2" type="title"/>
          </p:nvPr>
        </p:nvSpPr>
        <p:spPr>
          <a:xfrm>
            <a:off x="3496800" y="894025"/>
            <a:ext cx="2150400" cy="1665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8904" name="Google Shape;8904;p1151"/>
          <p:cNvSpPr txBox="1"/>
          <p:nvPr>
            <p:ph idx="1" type="subTitle"/>
          </p:nvPr>
        </p:nvSpPr>
        <p:spPr>
          <a:xfrm>
            <a:off x="1896450" y="3802475"/>
            <a:ext cx="53511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1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8905" name="Shape 8905"/>
        <p:cNvGrpSpPr/>
        <p:nvPr/>
      </p:nvGrpSpPr>
      <p:grpSpPr>
        <a:xfrm>
          <a:off x="0" y="0"/>
          <a:ext cx="0" cy="0"/>
          <a:chOff x="0" y="0"/>
          <a:chExt cx="0" cy="0"/>
        </a:xfrm>
      </p:grpSpPr>
      <p:sp>
        <p:nvSpPr>
          <p:cNvPr id="8906" name="Google Shape;8906;p115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1152"/>
          <p:cNvSpPr txBox="1"/>
          <p:nvPr>
            <p:ph type="title"/>
          </p:nvPr>
        </p:nvSpPr>
        <p:spPr>
          <a:xfrm>
            <a:off x="1952375" y="3189813"/>
            <a:ext cx="4629600" cy="491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908" name="Google Shape;8908;p1152"/>
          <p:cNvSpPr txBox="1"/>
          <p:nvPr>
            <p:ph idx="1" type="subTitle"/>
          </p:nvPr>
        </p:nvSpPr>
        <p:spPr>
          <a:xfrm>
            <a:off x="1952375" y="1995238"/>
            <a:ext cx="4629600" cy="111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11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
    <p:bg>
      <p:bgPr>
        <a:solidFill>
          <a:schemeClr val="dk1"/>
        </a:solidFill>
      </p:bgPr>
    </p:bg>
    <p:spTree>
      <p:nvGrpSpPr>
        <p:cNvPr id="8909" name="Shape 8909"/>
        <p:cNvGrpSpPr/>
        <p:nvPr/>
      </p:nvGrpSpPr>
      <p:grpSpPr>
        <a:xfrm>
          <a:off x="0" y="0"/>
          <a:ext cx="0" cy="0"/>
          <a:chOff x="0" y="0"/>
          <a:chExt cx="0" cy="0"/>
        </a:xfrm>
      </p:grpSpPr>
      <p:sp>
        <p:nvSpPr>
          <p:cNvPr id="8910" name="Google Shape;8910;p1153"/>
          <p:cNvSpPr txBox="1"/>
          <p:nvPr>
            <p:ph type="title"/>
          </p:nvPr>
        </p:nvSpPr>
        <p:spPr>
          <a:xfrm>
            <a:off x="713250" y="5395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atin typeface="Roboto"/>
                <a:ea typeface="Roboto"/>
                <a:cs typeface="Roboto"/>
                <a:sym typeface="Roboto"/>
              </a:defRPr>
            </a:lvl1pPr>
            <a:lvl2pPr lvl="1">
              <a:spcBef>
                <a:spcPts val="0"/>
              </a:spcBef>
              <a:spcAft>
                <a:spcPts val="0"/>
              </a:spcAft>
              <a:buSzPts val="2800"/>
              <a:buNone/>
              <a:defRPr>
                <a:latin typeface="Roboto"/>
                <a:ea typeface="Roboto"/>
                <a:cs typeface="Roboto"/>
                <a:sym typeface="Roboto"/>
              </a:defRPr>
            </a:lvl2pPr>
            <a:lvl3pPr lvl="2">
              <a:spcBef>
                <a:spcPts val="0"/>
              </a:spcBef>
              <a:spcAft>
                <a:spcPts val="0"/>
              </a:spcAft>
              <a:buSzPts val="2800"/>
              <a:buNone/>
              <a:defRPr>
                <a:latin typeface="Roboto"/>
                <a:ea typeface="Roboto"/>
                <a:cs typeface="Roboto"/>
                <a:sym typeface="Roboto"/>
              </a:defRPr>
            </a:lvl3pPr>
            <a:lvl4pPr lvl="3">
              <a:spcBef>
                <a:spcPts val="0"/>
              </a:spcBef>
              <a:spcAft>
                <a:spcPts val="0"/>
              </a:spcAft>
              <a:buSzPts val="2800"/>
              <a:buNone/>
              <a:defRPr>
                <a:latin typeface="Roboto"/>
                <a:ea typeface="Roboto"/>
                <a:cs typeface="Roboto"/>
                <a:sym typeface="Roboto"/>
              </a:defRPr>
            </a:lvl4pPr>
            <a:lvl5pPr lvl="4">
              <a:spcBef>
                <a:spcPts val="0"/>
              </a:spcBef>
              <a:spcAft>
                <a:spcPts val="0"/>
              </a:spcAft>
              <a:buSzPts val="2800"/>
              <a:buNone/>
              <a:defRPr>
                <a:latin typeface="Roboto"/>
                <a:ea typeface="Roboto"/>
                <a:cs typeface="Roboto"/>
                <a:sym typeface="Roboto"/>
              </a:defRPr>
            </a:lvl5pPr>
            <a:lvl6pPr lvl="5">
              <a:spcBef>
                <a:spcPts val="0"/>
              </a:spcBef>
              <a:spcAft>
                <a:spcPts val="0"/>
              </a:spcAft>
              <a:buSzPts val="2800"/>
              <a:buNone/>
              <a:defRPr>
                <a:latin typeface="Roboto"/>
                <a:ea typeface="Roboto"/>
                <a:cs typeface="Roboto"/>
                <a:sym typeface="Roboto"/>
              </a:defRPr>
            </a:lvl6pPr>
            <a:lvl7pPr lvl="6">
              <a:spcBef>
                <a:spcPts val="0"/>
              </a:spcBef>
              <a:spcAft>
                <a:spcPts val="0"/>
              </a:spcAft>
              <a:buSzPts val="2800"/>
              <a:buNone/>
              <a:defRPr>
                <a:latin typeface="Roboto"/>
                <a:ea typeface="Roboto"/>
                <a:cs typeface="Roboto"/>
                <a:sym typeface="Roboto"/>
              </a:defRPr>
            </a:lvl7pPr>
            <a:lvl8pPr lvl="7">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8911" name="Google Shape;8911;p115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1153"/>
          <p:cNvSpPr txBox="1"/>
          <p:nvPr>
            <p:ph idx="2" type="title"/>
          </p:nvPr>
        </p:nvSpPr>
        <p:spPr>
          <a:xfrm>
            <a:off x="3364525" y="3430088"/>
            <a:ext cx="4629600" cy="491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913" name="Google Shape;8913;p1153"/>
          <p:cNvSpPr txBox="1"/>
          <p:nvPr>
            <p:ph idx="1" type="subTitle"/>
          </p:nvPr>
        </p:nvSpPr>
        <p:spPr>
          <a:xfrm>
            <a:off x="3364525" y="2235513"/>
            <a:ext cx="4629600" cy="111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11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0">
    <p:bg>
      <p:bgPr>
        <a:solidFill>
          <a:schemeClr val="dk1"/>
        </a:solidFill>
      </p:bgPr>
    </p:bg>
    <p:spTree>
      <p:nvGrpSpPr>
        <p:cNvPr id="8914" name="Shape 8914"/>
        <p:cNvGrpSpPr/>
        <p:nvPr/>
      </p:nvGrpSpPr>
      <p:grpSpPr>
        <a:xfrm>
          <a:off x="0" y="0"/>
          <a:ext cx="0" cy="0"/>
          <a:chOff x="0" y="0"/>
          <a:chExt cx="0" cy="0"/>
        </a:xfrm>
      </p:grpSpPr>
      <p:sp>
        <p:nvSpPr>
          <p:cNvPr id="8915" name="Google Shape;8915;p115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1154"/>
          <p:cNvSpPr txBox="1"/>
          <p:nvPr>
            <p:ph hasCustomPrompt="1" type="title"/>
          </p:nvPr>
        </p:nvSpPr>
        <p:spPr>
          <a:xfrm>
            <a:off x="2070613" y="1505850"/>
            <a:ext cx="4774200" cy="1332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917" name="Google Shape;8917;p1154"/>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22">
    <p:bg>
      <p:bgPr>
        <a:solidFill>
          <a:schemeClr val="dk1"/>
        </a:solidFill>
      </p:bgPr>
    </p:bg>
    <p:spTree>
      <p:nvGrpSpPr>
        <p:cNvPr id="8918" name="Shape 8918"/>
        <p:cNvGrpSpPr/>
        <p:nvPr/>
      </p:nvGrpSpPr>
      <p:grpSpPr>
        <a:xfrm>
          <a:off x="0" y="0"/>
          <a:ext cx="0" cy="0"/>
          <a:chOff x="0" y="0"/>
          <a:chExt cx="0" cy="0"/>
        </a:xfrm>
      </p:grpSpPr>
      <p:sp>
        <p:nvSpPr>
          <p:cNvPr id="8919" name="Google Shape;8919;p1155"/>
          <p:cNvSpPr txBox="1"/>
          <p:nvPr>
            <p:ph hasCustomPrompt="1" type="title"/>
          </p:nvPr>
        </p:nvSpPr>
        <p:spPr>
          <a:xfrm>
            <a:off x="2337663" y="1768700"/>
            <a:ext cx="2299800" cy="1209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920" name="Google Shape;8920;p1155"/>
          <p:cNvSpPr txBox="1"/>
          <p:nvPr>
            <p:ph idx="1" type="subTitle"/>
          </p:nvPr>
        </p:nvSpPr>
        <p:spPr>
          <a:xfrm>
            <a:off x="4989538" y="1768700"/>
            <a:ext cx="3188400" cy="1209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921" name="Google Shape;8921;p1155"/>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22" name="Google Shape;8922;p1155"/>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8923" name="Google Shape;8923;p1155"/>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1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bg>
      <p:bgPr>
        <a:solidFill>
          <a:schemeClr val="dk1"/>
        </a:solidFill>
      </p:bgPr>
    </p:bg>
    <p:spTree>
      <p:nvGrpSpPr>
        <p:cNvPr id="8924" name="Shape 8924"/>
        <p:cNvGrpSpPr/>
        <p:nvPr/>
      </p:nvGrpSpPr>
      <p:grpSpPr>
        <a:xfrm>
          <a:off x="0" y="0"/>
          <a:ext cx="0" cy="0"/>
          <a:chOff x="0" y="0"/>
          <a:chExt cx="0" cy="0"/>
        </a:xfrm>
      </p:grpSpPr>
      <p:sp>
        <p:nvSpPr>
          <p:cNvPr id="8925" name="Google Shape;8925;p1156"/>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26" name="Google Shape;8926;p1156"/>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8927" name="Google Shape;8927;p115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928" name="Google Shape;8928;p1156"/>
          <p:cNvSpPr txBox="1"/>
          <p:nvPr>
            <p:ph hasCustomPrompt="1" idx="2" type="title"/>
          </p:nvPr>
        </p:nvSpPr>
        <p:spPr>
          <a:xfrm>
            <a:off x="1153250" y="1714350"/>
            <a:ext cx="2299800" cy="103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929" name="Google Shape;8929;p1156"/>
          <p:cNvSpPr txBox="1"/>
          <p:nvPr>
            <p:ph idx="1" type="subTitle"/>
          </p:nvPr>
        </p:nvSpPr>
        <p:spPr>
          <a:xfrm>
            <a:off x="1153250" y="2750550"/>
            <a:ext cx="2299800" cy="1058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930" name="Google Shape;8930;p1156"/>
          <p:cNvSpPr txBox="1"/>
          <p:nvPr>
            <p:ph hasCustomPrompt="1" idx="3" type="title"/>
          </p:nvPr>
        </p:nvSpPr>
        <p:spPr>
          <a:xfrm>
            <a:off x="5006988" y="1378188"/>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931" name="Google Shape;8931;p1156"/>
          <p:cNvSpPr txBox="1"/>
          <p:nvPr>
            <p:ph idx="4" type="subTitle"/>
          </p:nvPr>
        </p:nvSpPr>
        <p:spPr>
          <a:xfrm>
            <a:off x="5006988" y="202385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932" name="Google Shape;8932;p1156"/>
          <p:cNvSpPr txBox="1"/>
          <p:nvPr>
            <p:ph hasCustomPrompt="1" idx="5" type="title"/>
          </p:nvPr>
        </p:nvSpPr>
        <p:spPr>
          <a:xfrm>
            <a:off x="5006988" y="3133450"/>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933" name="Google Shape;8933;p1156"/>
          <p:cNvSpPr txBox="1"/>
          <p:nvPr>
            <p:ph idx="6" type="subTitle"/>
          </p:nvPr>
        </p:nvSpPr>
        <p:spPr>
          <a:xfrm>
            <a:off x="5006988" y="377900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3">
    <p:bg>
      <p:bgPr>
        <a:solidFill>
          <a:schemeClr val="dk1"/>
        </a:solidFill>
      </p:bgPr>
    </p:bg>
    <p:spTree>
      <p:nvGrpSpPr>
        <p:cNvPr id="8934" name="Shape 8934"/>
        <p:cNvGrpSpPr/>
        <p:nvPr/>
      </p:nvGrpSpPr>
      <p:grpSpPr>
        <a:xfrm>
          <a:off x="0" y="0"/>
          <a:ext cx="0" cy="0"/>
          <a:chOff x="0" y="0"/>
          <a:chExt cx="0" cy="0"/>
        </a:xfrm>
      </p:grpSpPr>
      <p:sp>
        <p:nvSpPr>
          <p:cNvPr id="8935" name="Google Shape;8935;p1157"/>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36" name="Google Shape;8936;p1157"/>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8937" name="Google Shape;8937;p115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938" name="Google Shape;8938;p1157"/>
          <p:cNvSpPr txBox="1"/>
          <p:nvPr>
            <p:ph hasCustomPrompt="1" idx="2" type="title"/>
          </p:nvPr>
        </p:nvSpPr>
        <p:spPr>
          <a:xfrm>
            <a:off x="1153250"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939" name="Google Shape;8939;p1157"/>
          <p:cNvSpPr txBox="1"/>
          <p:nvPr>
            <p:ph idx="1" type="subTitle"/>
          </p:nvPr>
        </p:nvSpPr>
        <p:spPr>
          <a:xfrm>
            <a:off x="1153250" y="3575299"/>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940" name="Google Shape;8940;p1157"/>
          <p:cNvSpPr txBox="1"/>
          <p:nvPr>
            <p:ph hasCustomPrompt="1" idx="3" type="title"/>
          </p:nvPr>
        </p:nvSpPr>
        <p:spPr>
          <a:xfrm>
            <a:off x="3476088"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941" name="Google Shape;8941;p1157"/>
          <p:cNvSpPr txBox="1"/>
          <p:nvPr>
            <p:ph idx="4" type="subTitle"/>
          </p:nvPr>
        </p:nvSpPr>
        <p:spPr>
          <a:xfrm>
            <a:off x="3476100" y="3575295"/>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942" name="Google Shape;8942;p1157"/>
          <p:cNvSpPr txBox="1"/>
          <p:nvPr>
            <p:ph hasCustomPrompt="1" idx="5" type="title"/>
          </p:nvPr>
        </p:nvSpPr>
        <p:spPr>
          <a:xfrm>
            <a:off x="5798944" y="2777254"/>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8943" name="Google Shape;8943;p1157"/>
          <p:cNvSpPr txBox="1"/>
          <p:nvPr>
            <p:ph idx="6" type="subTitle"/>
          </p:nvPr>
        </p:nvSpPr>
        <p:spPr>
          <a:xfrm>
            <a:off x="5798944" y="3575198"/>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_1_1">
    <p:bg>
      <p:bgPr>
        <a:solidFill>
          <a:schemeClr val="dk1"/>
        </a:solidFill>
      </p:bgPr>
    </p:bg>
    <p:spTree>
      <p:nvGrpSpPr>
        <p:cNvPr id="8944" name="Shape 8944"/>
        <p:cNvGrpSpPr/>
        <p:nvPr/>
      </p:nvGrpSpPr>
      <p:grpSpPr>
        <a:xfrm>
          <a:off x="0" y="0"/>
          <a:ext cx="0" cy="0"/>
          <a:chOff x="0" y="0"/>
          <a:chExt cx="0" cy="0"/>
        </a:xfrm>
      </p:grpSpPr>
      <p:grpSp>
        <p:nvGrpSpPr>
          <p:cNvPr id="8945" name="Google Shape;8945;p1158"/>
          <p:cNvGrpSpPr/>
          <p:nvPr/>
        </p:nvGrpSpPr>
        <p:grpSpPr>
          <a:xfrm>
            <a:off x="713225" y="539500"/>
            <a:ext cx="7717500" cy="4064400"/>
            <a:chOff x="713225" y="539500"/>
            <a:chExt cx="7717500" cy="4064400"/>
          </a:xfrm>
        </p:grpSpPr>
        <p:sp>
          <p:nvSpPr>
            <p:cNvPr id="8946" name="Google Shape;8946;p115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47" name="Google Shape;8947;p115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948" name="Google Shape;8948;p115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1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_1">
    <p:bg>
      <p:bgPr>
        <a:solidFill>
          <a:schemeClr val="dk1"/>
        </a:solidFill>
      </p:bgPr>
    </p:bg>
    <p:spTree>
      <p:nvGrpSpPr>
        <p:cNvPr id="8949" name="Shape 8949"/>
        <p:cNvGrpSpPr/>
        <p:nvPr/>
      </p:nvGrpSpPr>
      <p:grpSpPr>
        <a:xfrm>
          <a:off x="0" y="0"/>
          <a:ext cx="0" cy="0"/>
          <a:chOff x="0" y="0"/>
          <a:chExt cx="0" cy="0"/>
        </a:xfrm>
      </p:grpSpPr>
      <p:grpSp>
        <p:nvGrpSpPr>
          <p:cNvPr id="8950" name="Google Shape;8950;p1159"/>
          <p:cNvGrpSpPr/>
          <p:nvPr/>
        </p:nvGrpSpPr>
        <p:grpSpPr>
          <a:xfrm>
            <a:off x="713225" y="539500"/>
            <a:ext cx="7717500" cy="4064400"/>
            <a:chOff x="713225" y="539500"/>
            <a:chExt cx="7717500" cy="4064400"/>
          </a:xfrm>
        </p:grpSpPr>
        <p:sp>
          <p:nvSpPr>
            <p:cNvPr id="8951" name="Google Shape;8951;p115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52" name="Google Shape;8952;p115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953" name="Google Shape;8953;p1159"/>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1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1_1_1">
    <p:bg>
      <p:bgPr>
        <a:solidFill>
          <a:schemeClr val="dk1"/>
        </a:solidFill>
      </p:bgPr>
    </p:bg>
    <p:spTree>
      <p:nvGrpSpPr>
        <p:cNvPr id="8954" name="Shape 8954"/>
        <p:cNvGrpSpPr/>
        <p:nvPr/>
      </p:nvGrpSpPr>
      <p:grpSpPr>
        <a:xfrm>
          <a:off x="0" y="0"/>
          <a:ext cx="0" cy="0"/>
          <a:chOff x="0" y="0"/>
          <a:chExt cx="0" cy="0"/>
        </a:xfrm>
      </p:grpSpPr>
      <p:grpSp>
        <p:nvGrpSpPr>
          <p:cNvPr id="8955" name="Google Shape;8955;p1160"/>
          <p:cNvGrpSpPr/>
          <p:nvPr/>
        </p:nvGrpSpPr>
        <p:grpSpPr>
          <a:xfrm>
            <a:off x="713225" y="539500"/>
            <a:ext cx="7717500" cy="4064400"/>
            <a:chOff x="713225" y="539500"/>
            <a:chExt cx="7717500" cy="4064400"/>
          </a:xfrm>
        </p:grpSpPr>
        <p:sp>
          <p:nvSpPr>
            <p:cNvPr id="8956" name="Google Shape;8956;p116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57" name="Google Shape;8957;p116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958" name="Google Shape;8958;p1160"/>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1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BLANK_1_1_1_1_1_1_3">
    <p:bg>
      <p:bgPr>
        <a:solidFill>
          <a:schemeClr val="dk1"/>
        </a:solidFill>
      </p:bgPr>
    </p:bg>
    <p:spTree>
      <p:nvGrpSpPr>
        <p:cNvPr id="8959" name="Shape 8959"/>
        <p:cNvGrpSpPr/>
        <p:nvPr/>
      </p:nvGrpSpPr>
      <p:grpSpPr>
        <a:xfrm>
          <a:off x="0" y="0"/>
          <a:ext cx="0" cy="0"/>
          <a:chOff x="0" y="0"/>
          <a:chExt cx="0" cy="0"/>
        </a:xfrm>
      </p:grpSpPr>
      <p:grpSp>
        <p:nvGrpSpPr>
          <p:cNvPr id="8960" name="Google Shape;8960;p1161"/>
          <p:cNvGrpSpPr/>
          <p:nvPr/>
        </p:nvGrpSpPr>
        <p:grpSpPr>
          <a:xfrm>
            <a:off x="713225" y="539500"/>
            <a:ext cx="7717500" cy="4064400"/>
            <a:chOff x="713225" y="539500"/>
            <a:chExt cx="7717500" cy="4064400"/>
          </a:xfrm>
        </p:grpSpPr>
        <p:sp>
          <p:nvSpPr>
            <p:cNvPr id="8961" name="Google Shape;8961;p116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62" name="Google Shape;8962;p116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963" name="Google Shape;8963;p1161"/>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1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_1_3_1">
    <p:bg>
      <p:bgPr>
        <a:solidFill>
          <a:schemeClr val="dk1"/>
        </a:solidFill>
      </p:bgPr>
    </p:bg>
    <p:spTree>
      <p:nvGrpSpPr>
        <p:cNvPr id="8964" name="Shape 8964"/>
        <p:cNvGrpSpPr/>
        <p:nvPr/>
      </p:nvGrpSpPr>
      <p:grpSpPr>
        <a:xfrm>
          <a:off x="0" y="0"/>
          <a:ext cx="0" cy="0"/>
          <a:chOff x="0" y="0"/>
          <a:chExt cx="0" cy="0"/>
        </a:xfrm>
      </p:grpSpPr>
      <p:grpSp>
        <p:nvGrpSpPr>
          <p:cNvPr id="8965" name="Google Shape;8965;p1162"/>
          <p:cNvGrpSpPr/>
          <p:nvPr/>
        </p:nvGrpSpPr>
        <p:grpSpPr>
          <a:xfrm>
            <a:off x="713225" y="539500"/>
            <a:ext cx="7717500" cy="4064400"/>
            <a:chOff x="713225" y="539500"/>
            <a:chExt cx="7717500" cy="4064400"/>
          </a:xfrm>
        </p:grpSpPr>
        <p:sp>
          <p:nvSpPr>
            <p:cNvPr id="8966" name="Google Shape;8966;p116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67" name="Google Shape;8967;p116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968" name="Google Shape;8968;p1162"/>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1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0">
    <p:bg>
      <p:bgPr>
        <a:solidFill>
          <a:schemeClr val="dk1"/>
        </a:solidFill>
      </p:bgPr>
    </p:bg>
    <p:spTree>
      <p:nvGrpSpPr>
        <p:cNvPr id="8969" name="Shape 8969"/>
        <p:cNvGrpSpPr/>
        <p:nvPr/>
      </p:nvGrpSpPr>
      <p:grpSpPr>
        <a:xfrm>
          <a:off x="0" y="0"/>
          <a:ext cx="0" cy="0"/>
          <a:chOff x="0" y="0"/>
          <a:chExt cx="0" cy="0"/>
        </a:xfrm>
      </p:grpSpPr>
      <p:sp>
        <p:nvSpPr>
          <p:cNvPr id="8970" name="Google Shape;8970;p116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1163"/>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11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_1_1_1_2">
    <p:bg>
      <p:bgPr>
        <a:solidFill>
          <a:schemeClr val="dk1"/>
        </a:solidFill>
      </p:bgPr>
    </p:bg>
    <p:spTree>
      <p:nvGrpSpPr>
        <p:cNvPr id="8972" name="Shape 8972"/>
        <p:cNvGrpSpPr/>
        <p:nvPr/>
      </p:nvGrpSpPr>
      <p:grpSpPr>
        <a:xfrm>
          <a:off x="0" y="0"/>
          <a:ext cx="0" cy="0"/>
          <a:chOff x="0" y="0"/>
          <a:chExt cx="0" cy="0"/>
        </a:xfrm>
      </p:grpSpPr>
      <p:sp>
        <p:nvSpPr>
          <p:cNvPr id="8973" name="Google Shape;8973;p1164"/>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1164"/>
          <p:cNvSpPr txBox="1"/>
          <p:nvPr>
            <p:ph type="title"/>
          </p:nvPr>
        </p:nvSpPr>
        <p:spPr>
          <a:xfrm>
            <a:off x="1263200" y="1298488"/>
            <a:ext cx="2732700" cy="109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8975" name="Google Shape;8975;p1164"/>
          <p:cNvSpPr txBox="1"/>
          <p:nvPr>
            <p:ph idx="1" type="subTitle"/>
          </p:nvPr>
        </p:nvSpPr>
        <p:spPr>
          <a:xfrm>
            <a:off x="1263200" y="2394813"/>
            <a:ext cx="2732700" cy="1541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1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8976" name="Shape 8976"/>
        <p:cNvGrpSpPr/>
        <p:nvPr/>
      </p:nvGrpSpPr>
      <p:grpSpPr>
        <a:xfrm>
          <a:off x="0" y="0"/>
          <a:ext cx="0" cy="0"/>
          <a:chOff x="0" y="0"/>
          <a:chExt cx="0" cy="0"/>
        </a:xfrm>
      </p:grpSpPr>
      <p:sp>
        <p:nvSpPr>
          <p:cNvPr id="8977" name="Google Shape;8977;p1165"/>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1165"/>
          <p:cNvSpPr txBox="1"/>
          <p:nvPr>
            <p:ph type="title"/>
          </p:nvPr>
        </p:nvSpPr>
        <p:spPr>
          <a:xfrm>
            <a:off x="948875" y="1767400"/>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8979" name="Google Shape;8979;p1165"/>
          <p:cNvSpPr txBox="1"/>
          <p:nvPr>
            <p:ph idx="1" type="subTitle"/>
          </p:nvPr>
        </p:nvSpPr>
        <p:spPr>
          <a:xfrm>
            <a:off x="948875" y="2274200"/>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1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1_1_1_2_1_1_1">
    <p:bg>
      <p:bgPr>
        <a:solidFill>
          <a:schemeClr val="dk1"/>
        </a:solidFill>
      </p:bgPr>
    </p:bg>
    <p:spTree>
      <p:nvGrpSpPr>
        <p:cNvPr id="8980" name="Shape 8980"/>
        <p:cNvGrpSpPr/>
        <p:nvPr/>
      </p:nvGrpSpPr>
      <p:grpSpPr>
        <a:xfrm>
          <a:off x="0" y="0"/>
          <a:ext cx="0" cy="0"/>
          <a:chOff x="0" y="0"/>
          <a:chExt cx="0" cy="0"/>
        </a:xfrm>
      </p:grpSpPr>
      <p:grpSp>
        <p:nvGrpSpPr>
          <p:cNvPr id="8981" name="Google Shape;8981;p1166"/>
          <p:cNvGrpSpPr/>
          <p:nvPr/>
        </p:nvGrpSpPr>
        <p:grpSpPr>
          <a:xfrm>
            <a:off x="713225" y="539500"/>
            <a:ext cx="7717500" cy="4064400"/>
            <a:chOff x="713225" y="539500"/>
            <a:chExt cx="7717500" cy="4064400"/>
          </a:xfrm>
        </p:grpSpPr>
        <p:sp>
          <p:nvSpPr>
            <p:cNvPr id="8982" name="Google Shape;8982;p116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83" name="Google Shape;8983;p116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8984" name="Google Shape;8984;p116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8985" name="Google Shape;8985;p1166"/>
          <p:cNvSpPr txBox="1"/>
          <p:nvPr>
            <p:ph idx="1" type="subTitle"/>
          </p:nvPr>
        </p:nvSpPr>
        <p:spPr>
          <a:xfrm>
            <a:off x="862402" y="2181950"/>
            <a:ext cx="74778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8986" name="Google Shape;8986;p1166"/>
          <p:cNvSpPr txBox="1"/>
          <p:nvPr>
            <p:ph idx="2" type="subTitle"/>
          </p:nvPr>
        </p:nvSpPr>
        <p:spPr>
          <a:xfrm>
            <a:off x="853775" y="2571350"/>
            <a:ext cx="7477800" cy="1937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8987" name="Google Shape;8987;p1166"/>
          <p:cNvSpPr txBox="1"/>
          <p:nvPr>
            <p:ph idx="3" type="subTitle"/>
          </p:nvPr>
        </p:nvSpPr>
        <p:spPr>
          <a:xfrm>
            <a:off x="821225" y="1404325"/>
            <a:ext cx="76095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Tree>
  </p:cSld>
  <p:clrMapOvr>
    <a:masterClrMapping/>
  </p:clrMapOvr>
</p:sldLayout>
</file>

<file path=ppt/slideLayouts/slideLayout11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bg>
      <p:bgPr>
        <a:solidFill>
          <a:schemeClr val="dk1"/>
        </a:solidFill>
      </p:bgPr>
    </p:bg>
    <p:spTree>
      <p:nvGrpSpPr>
        <p:cNvPr id="8988" name="Shape 8988"/>
        <p:cNvGrpSpPr/>
        <p:nvPr/>
      </p:nvGrpSpPr>
      <p:grpSpPr>
        <a:xfrm>
          <a:off x="0" y="0"/>
          <a:ext cx="0" cy="0"/>
          <a:chOff x="0" y="0"/>
          <a:chExt cx="0" cy="0"/>
        </a:xfrm>
      </p:grpSpPr>
      <p:sp>
        <p:nvSpPr>
          <p:cNvPr id="8989" name="Google Shape;8989;p1167"/>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1167"/>
          <p:cNvSpPr txBox="1"/>
          <p:nvPr>
            <p:ph type="title"/>
          </p:nvPr>
        </p:nvSpPr>
        <p:spPr>
          <a:xfrm>
            <a:off x="4762538" y="1024043"/>
            <a:ext cx="3159900" cy="2028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8991" name="Google Shape;8991;p1167"/>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1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bg>
      <p:bgPr>
        <a:solidFill>
          <a:schemeClr val="dk1"/>
        </a:solidFill>
      </p:bgPr>
    </p:bg>
    <p:spTree>
      <p:nvGrpSpPr>
        <p:cNvPr id="8992" name="Shape 8992"/>
        <p:cNvGrpSpPr/>
        <p:nvPr/>
      </p:nvGrpSpPr>
      <p:grpSpPr>
        <a:xfrm>
          <a:off x="0" y="0"/>
          <a:ext cx="0" cy="0"/>
          <a:chOff x="0" y="0"/>
          <a:chExt cx="0" cy="0"/>
        </a:xfrm>
      </p:grpSpPr>
      <p:sp>
        <p:nvSpPr>
          <p:cNvPr id="8993" name="Google Shape;8993;p1168"/>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1168"/>
          <p:cNvSpPr txBox="1"/>
          <p:nvPr>
            <p:ph type="title"/>
          </p:nvPr>
        </p:nvSpPr>
        <p:spPr>
          <a:xfrm>
            <a:off x="954338" y="1773175"/>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8995" name="Google Shape;8995;p1168"/>
          <p:cNvSpPr txBox="1"/>
          <p:nvPr>
            <p:ph idx="1" type="subTitle"/>
          </p:nvPr>
        </p:nvSpPr>
        <p:spPr>
          <a:xfrm>
            <a:off x="954338" y="2279975"/>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1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
    <p:bg>
      <p:bgPr>
        <a:solidFill>
          <a:schemeClr val="dk1"/>
        </a:solidFill>
      </p:bgPr>
    </p:bg>
    <p:spTree>
      <p:nvGrpSpPr>
        <p:cNvPr id="8996" name="Shape 8996"/>
        <p:cNvGrpSpPr/>
        <p:nvPr/>
      </p:nvGrpSpPr>
      <p:grpSpPr>
        <a:xfrm>
          <a:off x="0" y="0"/>
          <a:ext cx="0" cy="0"/>
          <a:chOff x="0" y="0"/>
          <a:chExt cx="0" cy="0"/>
        </a:xfrm>
      </p:grpSpPr>
      <p:grpSp>
        <p:nvGrpSpPr>
          <p:cNvPr id="8997" name="Google Shape;8997;p1169"/>
          <p:cNvGrpSpPr/>
          <p:nvPr/>
        </p:nvGrpSpPr>
        <p:grpSpPr>
          <a:xfrm>
            <a:off x="713225" y="539500"/>
            <a:ext cx="7717500" cy="4064400"/>
            <a:chOff x="713225" y="539500"/>
            <a:chExt cx="7717500" cy="4064400"/>
          </a:xfrm>
        </p:grpSpPr>
        <p:sp>
          <p:nvSpPr>
            <p:cNvPr id="8998" name="Google Shape;8998;p116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99" name="Google Shape;8999;p116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000" name="Google Shape;9000;p116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001" name="Google Shape;9001;p1169"/>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9002" name="Google Shape;9002;p1169"/>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9003" name="Google Shape;9003;p1169"/>
          <p:cNvSpPr txBox="1"/>
          <p:nvPr>
            <p:ph idx="3" type="subTitle"/>
          </p:nvPr>
        </p:nvSpPr>
        <p:spPr>
          <a:xfrm>
            <a:off x="853775" y="2571192"/>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9004" name="Google Shape;9004;p1169"/>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9005" name="Google Shape;9005;p1169"/>
          <p:cNvSpPr txBox="1"/>
          <p:nvPr>
            <p:ph idx="5" type="subTitle"/>
          </p:nvPr>
        </p:nvSpPr>
        <p:spPr>
          <a:xfrm>
            <a:off x="4615325" y="2570500"/>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1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1_1_1_1">
    <p:bg>
      <p:bgPr>
        <a:solidFill>
          <a:schemeClr val="dk1"/>
        </a:solidFill>
      </p:bgPr>
    </p:bg>
    <p:spTree>
      <p:nvGrpSpPr>
        <p:cNvPr id="9006" name="Shape 9006"/>
        <p:cNvGrpSpPr/>
        <p:nvPr/>
      </p:nvGrpSpPr>
      <p:grpSpPr>
        <a:xfrm>
          <a:off x="0" y="0"/>
          <a:ext cx="0" cy="0"/>
          <a:chOff x="0" y="0"/>
          <a:chExt cx="0" cy="0"/>
        </a:xfrm>
      </p:grpSpPr>
      <p:grpSp>
        <p:nvGrpSpPr>
          <p:cNvPr id="9007" name="Google Shape;9007;p1170"/>
          <p:cNvGrpSpPr/>
          <p:nvPr/>
        </p:nvGrpSpPr>
        <p:grpSpPr>
          <a:xfrm>
            <a:off x="713225" y="539500"/>
            <a:ext cx="7717500" cy="4064400"/>
            <a:chOff x="713225" y="539500"/>
            <a:chExt cx="7717500" cy="4064400"/>
          </a:xfrm>
        </p:grpSpPr>
        <p:sp>
          <p:nvSpPr>
            <p:cNvPr id="9008" name="Google Shape;9008;p117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09" name="Google Shape;9009;p117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010" name="Google Shape;9010;p117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011" name="Google Shape;9011;p1170"/>
          <p:cNvSpPr txBox="1"/>
          <p:nvPr>
            <p:ph idx="1" type="subTitle"/>
          </p:nvPr>
        </p:nvSpPr>
        <p:spPr>
          <a:xfrm>
            <a:off x="1422663" y="3527586"/>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012" name="Google Shape;9012;p1170"/>
          <p:cNvSpPr txBox="1"/>
          <p:nvPr>
            <p:ph idx="2" type="subTitle"/>
          </p:nvPr>
        </p:nvSpPr>
        <p:spPr>
          <a:xfrm>
            <a:off x="1422663" y="3098062"/>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013" name="Google Shape;9013;p1170"/>
          <p:cNvSpPr txBox="1"/>
          <p:nvPr>
            <p:ph idx="3" type="subTitle"/>
          </p:nvPr>
        </p:nvSpPr>
        <p:spPr>
          <a:xfrm>
            <a:off x="5336638" y="3527925"/>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014" name="Google Shape;9014;p1170"/>
          <p:cNvSpPr txBox="1"/>
          <p:nvPr>
            <p:ph idx="4" type="subTitle"/>
          </p:nvPr>
        </p:nvSpPr>
        <p:spPr>
          <a:xfrm>
            <a:off x="5336638" y="30980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8">
    <p:bg>
      <p:bgPr>
        <a:solidFill>
          <a:schemeClr val="dk1"/>
        </a:solidFill>
      </p:bgPr>
    </p:bg>
    <p:spTree>
      <p:nvGrpSpPr>
        <p:cNvPr id="9015" name="Shape 9015"/>
        <p:cNvGrpSpPr/>
        <p:nvPr/>
      </p:nvGrpSpPr>
      <p:grpSpPr>
        <a:xfrm>
          <a:off x="0" y="0"/>
          <a:ext cx="0" cy="0"/>
          <a:chOff x="0" y="0"/>
          <a:chExt cx="0" cy="0"/>
        </a:xfrm>
      </p:grpSpPr>
      <p:grpSp>
        <p:nvGrpSpPr>
          <p:cNvPr id="9016" name="Google Shape;9016;p1171"/>
          <p:cNvGrpSpPr/>
          <p:nvPr/>
        </p:nvGrpSpPr>
        <p:grpSpPr>
          <a:xfrm>
            <a:off x="713225" y="539500"/>
            <a:ext cx="7717500" cy="4064400"/>
            <a:chOff x="713225" y="539500"/>
            <a:chExt cx="7717500" cy="4064400"/>
          </a:xfrm>
        </p:grpSpPr>
        <p:sp>
          <p:nvSpPr>
            <p:cNvPr id="9017" name="Google Shape;9017;p117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18" name="Google Shape;9018;p117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019" name="Google Shape;9019;p117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020" name="Google Shape;9020;p1171"/>
          <p:cNvSpPr txBox="1"/>
          <p:nvPr>
            <p:ph idx="1" type="subTitle"/>
          </p:nvPr>
        </p:nvSpPr>
        <p:spPr>
          <a:xfrm>
            <a:off x="2965993" y="1780597"/>
            <a:ext cx="3506400" cy="80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021" name="Google Shape;9021;p1171"/>
          <p:cNvSpPr txBox="1"/>
          <p:nvPr>
            <p:ph idx="2" type="subTitle"/>
          </p:nvPr>
        </p:nvSpPr>
        <p:spPr>
          <a:xfrm>
            <a:off x="2965993" y="1351073"/>
            <a:ext cx="3506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022" name="Google Shape;9022;p1171"/>
          <p:cNvSpPr txBox="1"/>
          <p:nvPr>
            <p:ph idx="3" type="subTitle"/>
          </p:nvPr>
        </p:nvSpPr>
        <p:spPr>
          <a:xfrm>
            <a:off x="2280193" y="3541819"/>
            <a:ext cx="3506400" cy="809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023" name="Google Shape;9023;p1171"/>
          <p:cNvSpPr txBox="1"/>
          <p:nvPr>
            <p:ph idx="4" type="subTitle"/>
          </p:nvPr>
        </p:nvSpPr>
        <p:spPr>
          <a:xfrm>
            <a:off x="2280193" y="3111944"/>
            <a:ext cx="3506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bg>
      <p:bgPr>
        <a:solidFill>
          <a:schemeClr val="dk1"/>
        </a:solidFill>
      </p:bgPr>
    </p:bg>
    <p:spTree>
      <p:nvGrpSpPr>
        <p:cNvPr id="9024" name="Shape 9024"/>
        <p:cNvGrpSpPr/>
        <p:nvPr/>
      </p:nvGrpSpPr>
      <p:grpSpPr>
        <a:xfrm>
          <a:off x="0" y="0"/>
          <a:ext cx="0" cy="0"/>
          <a:chOff x="0" y="0"/>
          <a:chExt cx="0" cy="0"/>
        </a:xfrm>
      </p:grpSpPr>
      <p:grpSp>
        <p:nvGrpSpPr>
          <p:cNvPr id="9025" name="Google Shape;9025;p1172"/>
          <p:cNvGrpSpPr/>
          <p:nvPr/>
        </p:nvGrpSpPr>
        <p:grpSpPr>
          <a:xfrm>
            <a:off x="713225" y="539500"/>
            <a:ext cx="7717500" cy="4064400"/>
            <a:chOff x="713225" y="539500"/>
            <a:chExt cx="7717500" cy="4064400"/>
          </a:xfrm>
        </p:grpSpPr>
        <p:sp>
          <p:nvSpPr>
            <p:cNvPr id="9026" name="Google Shape;9026;p117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27" name="Google Shape;9027;p117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028" name="Google Shape;9028;p117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029" name="Google Shape;9029;p1172"/>
          <p:cNvSpPr txBox="1"/>
          <p:nvPr>
            <p:ph idx="1" type="subTitle"/>
          </p:nvPr>
        </p:nvSpPr>
        <p:spPr>
          <a:xfrm>
            <a:off x="1041662" y="2850162"/>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030" name="Google Shape;9030;p1172"/>
          <p:cNvSpPr txBox="1"/>
          <p:nvPr>
            <p:ph idx="2" type="subTitle"/>
          </p:nvPr>
        </p:nvSpPr>
        <p:spPr>
          <a:xfrm>
            <a:off x="1041662"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031" name="Google Shape;9031;p1172"/>
          <p:cNvSpPr txBox="1"/>
          <p:nvPr>
            <p:ph idx="3" type="subTitle"/>
          </p:nvPr>
        </p:nvSpPr>
        <p:spPr>
          <a:xfrm>
            <a:off x="6437934" y="2850513"/>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032" name="Google Shape;9032;p1172"/>
          <p:cNvSpPr txBox="1"/>
          <p:nvPr>
            <p:ph idx="4" type="subTitle"/>
          </p:nvPr>
        </p:nvSpPr>
        <p:spPr>
          <a:xfrm>
            <a:off x="6437934"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6">
    <p:bg>
      <p:bgPr>
        <a:solidFill>
          <a:schemeClr val="dk1"/>
        </a:solidFill>
      </p:bgPr>
    </p:bg>
    <p:spTree>
      <p:nvGrpSpPr>
        <p:cNvPr id="9033" name="Shape 9033"/>
        <p:cNvGrpSpPr/>
        <p:nvPr/>
      </p:nvGrpSpPr>
      <p:grpSpPr>
        <a:xfrm>
          <a:off x="0" y="0"/>
          <a:ext cx="0" cy="0"/>
          <a:chOff x="0" y="0"/>
          <a:chExt cx="0" cy="0"/>
        </a:xfrm>
      </p:grpSpPr>
      <p:grpSp>
        <p:nvGrpSpPr>
          <p:cNvPr id="9034" name="Google Shape;9034;p1173"/>
          <p:cNvGrpSpPr/>
          <p:nvPr/>
        </p:nvGrpSpPr>
        <p:grpSpPr>
          <a:xfrm>
            <a:off x="713225" y="539500"/>
            <a:ext cx="7717500" cy="4064400"/>
            <a:chOff x="713225" y="539500"/>
            <a:chExt cx="7717500" cy="4064400"/>
          </a:xfrm>
        </p:grpSpPr>
        <p:sp>
          <p:nvSpPr>
            <p:cNvPr id="9035" name="Google Shape;9035;p117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36" name="Google Shape;9036;p117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037" name="Google Shape;9037;p117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038" name="Google Shape;9038;p1173"/>
          <p:cNvSpPr txBox="1"/>
          <p:nvPr>
            <p:ph idx="1" type="subTitle"/>
          </p:nvPr>
        </p:nvSpPr>
        <p:spPr>
          <a:xfrm>
            <a:off x="1425525" y="1808851"/>
            <a:ext cx="2384700" cy="2377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
        <p:nvSpPr>
          <p:cNvPr id="9039" name="Google Shape;9039;p1173"/>
          <p:cNvSpPr txBox="1"/>
          <p:nvPr>
            <p:ph idx="2" type="subTitle"/>
          </p:nvPr>
        </p:nvSpPr>
        <p:spPr>
          <a:xfrm>
            <a:off x="5333725" y="1808850"/>
            <a:ext cx="2384700" cy="2356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1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_1_1_1">
    <p:bg>
      <p:bgPr>
        <a:solidFill>
          <a:schemeClr val="dk1"/>
        </a:solidFill>
      </p:bgPr>
    </p:bg>
    <p:spTree>
      <p:nvGrpSpPr>
        <p:cNvPr id="9040" name="Shape 9040"/>
        <p:cNvGrpSpPr/>
        <p:nvPr/>
      </p:nvGrpSpPr>
      <p:grpSpPr>
        <a:xfrm>
          <a:off x="0" y="0"/>
          <a:ext cx="0" cy="0"/>
          <a:chOff x="0" y="0"/>
          <a:chExt cx="0" cy="0"/>
        </a:xfrm>
      </p:grpSpPr>
      <p:grpSp>
        <p:nvGrpSpPr>
          <p:cNvPr id="9041" name="Google Shape;9041;p1174"/>
          <p:cNvGrpSpPr/>
          <p:nvPr/>
        </p:nvGrpSpPr>
        <p:grpSpPr>
          <a:xfrm>
            <a:off x="713225" y="539500"/>
            <a:ext cx="7717500" cy="4064400"/>
            <a:chOff x="713225" y="539500"/>
            <a:chExt cx="7717500" cy="4064400"/>
          </a:xfrm>
        </p:grpSpPr>
        <p:sp>
          <p:nvSpPr>
            <p:cNvPr id="9042" name="Google Shape;9042;p117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43" name="Google Shape;9043;p117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044" name="Google Shape;9044;p117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045" name="Google Shape;9045;p1174"/>
          <p:cNvSpPr txBox="1"/>
          <p:nvPr>
            <p:ph idx="1" type="subTitle"/>
          </p:nvPr>
        </p:nvSpPr>
        <p:spPr>
          <a:xfrm>
            <a:off x="852300" y="16473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046" name="Google Shape;9046;p1174"/>
          <p:cNvSpPr txBox="1"/>
          <p:nvPr>
            <p:ph idx="2" type="subTitle"/>
          </p:nvPr>
        </p:nvSpPr>
        <p:spPr>
          <a:xfrm>
            <a:off x="852300" y="12178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9047" name="Google Shape;9047;p1174"/>
          <p:cNvSpPr txBox="1"/>
          <p:nvPr>
            <p:ph idx="3" type="subTitle"/>
          </p:nvPr>
        </p:nvSpPr>
        <p:spPr>
          <a:xfrm>
            <a:off x="852300" y="27819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048" name="Google Shape;9048;p1174"/>
          <p:cNvSpPr txBox="1"/>
          <p:nvPr>
            <p:ph idx="4" type="subTitle"/>
          </p:nvPr>
        </p:nvSpPr>
        <p:spPr>
          <a:xfrm>
            <a:off x="852300" y="23524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9049" name="Google Shape;9049;p1174"/>
          <p:cNvSpPr txBox="1"/>
          <p:nvPr>
            <p:ph idx="5" type="subTitle"/>
          </p:nvPr>
        </p:nvSpPr>
        <p:spPr>
          <a:xfrm>
            <a:off x="852300" y="3916538"/>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050" name="Google Shape;9050;p1174"/>
          <p:cNvSpPr txBox="1"/>
          <p:nvPr>
            <p:ph idx="6" type="subTitle"/>
          </p:nvPr>
        </p:nvSpPr>
        <p:spPr>
          <a:xfrm>
            <a:off x="852300" y="34870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1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bg>
      <p:bgPr>
        <a:solidFill>
          <a:schemeClr val="dk1"/>
        </a:solidFill>
      </p:bgPr>
    </p:bg>
    <p:spTree>
      <p:nvGrpSpPr>
        <p:cNvPr id="9051" name="Shape 9051"/>
        <p:cNvGrpSpPr/>
        <p:nvPr/>
      </p:nvGrpSpPr>
      <p:grpSpPr>
        <a:xfrm>
          <a:off x="0" y="0"/>
          <a:ext cx="0" cy="0"/>
          <a:chOff x="0" y="0"/>
          <a:chExt cx="0" cy="0"/>
        </a:xfrm>
      </p:grpSpPr>
      <p:grpSp>
        <p:nvGrpSpPr>
          <p:cNvPr id="9052" name="Google Shape;9052;p1175"/>
          <p:cNvGrpSpPr/>
          <p:nvPr/>
        </p:nvGrpSpPr>
        <p:grpSpPr>
          <a:xfrm>
            <a:off x="713225" y="539500"/>
            <a:ext cx="7717500" cy="4064400"/>
            <a:chOff x="713225" y="539500"/>
            <a:chExt cx="7717500" cy="4064400"/>
          </a:xfrm>
        </p:grpSpPr>
        <p:sp>
          <p:nvSpPr>
            <p:cNvPr id="9053" name="Google Shape;9053;p117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54" name="Google Shape;9054;p117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055" name="Google Shape;9055;p117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056" name="Google Shape;9056;p1175"/>
          <p:cNvSpPr txBox="1"/>
          <p:nvPr>
            <p:ph idx="1" type="subTitle"/>
          </p:nvPr>
        </p:nvSpPr>
        <p:spPr>
          <a:xfrm>
            <a:off x="919850"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057" name="Google Shape;9057;p1175"/>
          <p:cNvSpPr txBox="1"/>
          <p:nvPr>
            <p:ph idx="2" type="subTitle"/>
          </p:nvPr>
        </p:nvSpPr>
        <p:spPr>
          <a:xfrm>
            <a:off x="919850"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058" name="Google Shape;9058;p1175"/>
          <p:cNvSpPr txBox="1"/>
          <p:nvPr>
            <p:ph idx="3" type="subTitle"/>
          </p:nvPr>
        </p:nvSpPr>
        <p:spPr>
          <a:xfrm>
            <a:off x="3500699"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059" name="Google Shape;9059;p1175"/>
          <p:cNvSpPr txBox="1"/>
          <p:nvPr>
            <p:ph idx="4" type="subTitle"/>
          </p:nvPr>
        </p:nvSpPr>
        <p:spPr>
          <a:xfrm>
            <a:off x="3500697"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060" name="Google Shape;9060;p1175"/>
          <p:cNvSpPr txBox="1"/>
          <p:nvPr>
            <p:ph idx="5" type="subTitle"/>
          </p:nvPr>
        </p:nvSpPr>
        <p:spPr>
          <a:xfrm>
            <a:off x="6069048"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061" name="Google Shape;9061;p1175"/>
          <p:cNvSpPr txBox="1"/>
          <p:nvPr>
            <p:ph idx="6" type="subTitle"/>
          </p:nvPr>
        </p:nvSpPr>
        <p:spPr>
          <a:xfrm>
            <a:off x="6069043"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1_1_1_1_1_1">
    <p:bg>
      <p:bgPr>
        <a:solidFill>
          <a:schemeClr val="dk1"/>
        </a:solidFill>
      </p:bgPr>
    </p:bg>
    <p:spTree>
      <p:nvGrpSpPr>
        <p:cNvPr id="9062" name="Shape 9062"/>
        <p:cNvGrpSpPr/>
        <p:nvPr/>
      </p:nvGrpSpPr>
      <p:grpSpPr>
        <a:xfrm>
          <a:off x="0" y="0"/>
          <a:ext cx="0" cy="0"/>
          <a:chOff x="0" y="0"/>
          <a:chExt cx="0" cy="0"/>
        </a:xfrm>
      </p:grpSpPr>
      <p:grpSp>
        <p:nvGrpSpPr>
          <p:cNvPr id="9063" name="Google Shape;9063;p1176"/>
          <p:cNvGrpSpPr/>
          <p:nvPr/>
        </p:nvGrpSpPr>
        <p:grpSpPr>
          <a:xfrm>
            <a:off x="713225" y="539500"/>
            <a:ext cx="7717500" cy="4064400"/>
            <a:chOff x="713225" y="539500"/>
            <a:chExt cx="7717500" cy="4064400"/>
          </a:xfrm>
        </p:grpSpPr>
        <p:sp>
          <p:nvSpPr>
            <p:cNvPr id="9064" name="Google Shape;9064;p117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65" name="Google Shape;9065;p117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066" name="Google Shape;9066;p117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067" name="Google Shape;9067;p1176"/>
          <p:cNvSpPr txBox="1"/>
          <p:nvPr>
            <p:ph idx="1" type="subTitle"/>
          </p:nvPr>
        </p:nvSpPr>
        <p:spPr>
          <a:xfrm>
            <a:off x="919850" y="28955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068" name="Google Shape;9068;p1176"/>
          <p:cNvSpPr txBox="1"/>
          <p:nvPr>
            <p:ph idx="2" type="subTitle"/>
          </p:nvPr>
        </p:nvSpPr>
        <p:spPr>
          <a:xfrm>
            <a:off x="919850" y="23982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069" name="Google Shape;9069;p1176"/>
          <p:cNvSpPr txBox="1"/>
          <p:nvPr>
            <p:ph idx="3" type="subTitle"/>
          </p:nvPr>
        </p:nvSpPr>
        <p:spPr>
          <a:xfrm>
            <a:off x="3500700" y="32003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070" name="Google Shape;9070;p1176"/>
          <p:cNvSpPr txBox="1"/>
          <p:nvPr>
            <p:ph idx="4" type="subTitle"/>
          </p:nvPr>
        </p:nvSpPr>
        <p:spPr>
          <a:xfrm>
            <a:off x="3500697" y="27030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071" name="Google Shape;9071;p1176"/>
          <p:cNvSpPr txBox="1"/>
          <p:nvPr>
            <p:ph idx="5" type="subTitle"/>
          </p:nvPr>
        </p:nvSpPr>
        <p:spPr>
          <a:xfrm>
            <a:off x="6069049" y="35051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072" name="Google Shape;9072;p1176"/>
          <p:cNvSpPr txBox="1"/>
          <p:nvPr>
            <p:ph idx="6" type="subTitle"/>
          </p:nvPr>
        </p:nvSpPr>
        <p:spPr>
          <a:xfrm>
            <a:off x="6069043" y="30078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BLANK_1_1_1_1_1_1_1_1_1_1">
    <p:bg>
      <p:bgPr>
        <a:solidFill>
          <a:schemeClr val="dk1"/>
        </a:solidFill>
      </p:bgPr>
    </p:bg>
    <p:spTree>
      <p:nvGrpSpPr>
        <p:cNvPr id="9073" name="Shape 9073"/>
        <p:cNvGrpSpPr/>
        <p:nvPr/>
      </p:nvGrpSpPr>
      <p:grpSpPr>
        <a:xfrm>
          <a:off x="0" y="0"/>
          <a:ext cx="0" cy="0"/>
          <a:chOff x="0" y="0"/>
          <a:chExt cx="0" cy="0"/>
        </a:xfrm>
      </p:grpSpPr>
      <p:grpSp>
        <p:nvGrpSpPr>
          <p:cNvPr id="9074" name="Google Shape;9074;p1177"/>
          <p:cNvGrpSpPr/>
          <p:nvPr/>
        </p:nvGrpSpPr>
        <p:grpSpPr>
          <a:xfrm>
            <a:off x="713225" y="539500"/>
            <a:ext cx="7717500" cy="4064400"/>
            <a:chOff x="713225" y="539500"/>
            <a:chExt cx="7717500" cy="4064400"/>
          </a:xfrm>
        </p:grpSpPr>
        <p:sp>
          <p:nvSpPr>
            <p:cNvPr id="9075" name="Google Shape;9075;p117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76" name="Google Shape;9076;p117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077" name="Google Shape;9077;p117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078" name="Google Shape;9078;p1177"/>
          <p:cNvSpPr txBox="1"/>
          <p:nvPr>
            <p:ph idx="1" type="subTitle"/>
          </p:nvPr>
        </p:nvSpPr>
        <p:spPr>
          <a:xfrm>
            <a:off x="111297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079" name="Google Shape;9079;p1177"/>
          <p:cNvSpPr txBox="1"/>
          <p:nvPr>
            <p:ph idx="2" type="subTitle"/>
          </p:nvPr>
        </p:nvSpPr>
        <p:spPr>
          <a:xfrm>
            <a:off x="111297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080" name="Google Shape;9080;p1177"/>
          <p:cNvSpPr txBox="1"/>
          <p:nvPr>
            <p:ph idx="3" type="subTitle"/>
          </p:nvPr>
        </p:nvSpPr>
        <p:spPr>
          <a:xfrm>
            <a:off x="3497250" y="18612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081" name="Google Shape;9081;p1177"/>
          <p:cNvSpPr txBox="1"/>
          <p:nvPr>
            <p:ph idx="4" type="subTitle"/>
          </p:nvPr>
        </p:nvSpPr>
        <p:spPr>
          <a:xfrm>
            <a:off x="3497250" y="13639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082" name="Google Shape;9082;p1177"/>
          <p:cNvSpPr txBox="1"/>
          <p:nvPr>
            <p:ph idx="5" type="subTitle"/>
          </p:nvPr>
        </p:nvSpPr>
        <p:spPr>
          <a:xfrm>
            <a:off x="588152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083" name="Google Shape;9083;p1177"/>
          <p:cNvSpPr txBox="1"/>
          <p:nvPr>
            <p:ph idx="6" type="subTitle"/>
          </p:nvPr>
        </p:nvSpPr>
        <p:spPr>
          <a:xfrm>
            <a:off x="588152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2">
    <p:bg>
      <p:bgPr>
        <a:solidFill>
          <a:schemeClr val="dk1"/>
        </a:solidFill>
      </p:bgPr>
    </p:bg>
    <p:spTree>
      <p:nvGrpSpPr>
        <p:cNvPr id="9084" name="Shape 9084"/>
        <p:cNvGrpSpPr/>
        <p:nvPr/>
      </p:nvGrpSpPr>
      <p:grpSpPr>
        <a:xfrm>
          <a:off x="0" y="0"/>
          <a:ext cx="0" cy="0"/>
          <a:chOff x="0" y="0"/>
          <a:chExt cx="0" cy="0"/>
        </a:xfrm>
      </p:grpSpPr>
      <p:grpSp>
        <p:nvGrpSpPr>
          <p:cNvPr id="9085" name="Google Shape;9085;p1178"/>
          <p:cNvGrpSpPr/>
          <p:nvPr/>
        </p:nvGrpSpPr>
        <p:grpSpPr>
          <a:xfrm>
            <a:off x="713225" y="539500"/>
            <a:ext cx="7717500" cy="4064400"/>
            <a:chOff x="713225" y="539500"/>
            <a:chExt cx="7717500" cy="4064400"/>
          </a:xfrm>
        </p:grpSpPr>
        <p:sp>
          <p:nvSpPr>
            <p:cNvPr id="9086" name="Google Shape;9086;p117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87" name="Google Shape;9087;p117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088" name="Google Shape;9088;p117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089" name="Google Shape;9089;p1178"/>
          <p:cNvSpPr txBox="1"/>
          <p:nvPr>
            <p:ph idx="1" type="subTitle"/>
          </p:nvPr>
        </p:nvSpPr>
        <p:spPr>
          <a:xfrm>
            <a:off x="945800" y="1875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090" name="Google Shape;9090;p1178"/>
          <p:cNvSpPr txBox="1"/>
          <p:nvPr>
            <p:ph idx="2" type="subTitle"/>
          </p:nvPr>
        </p:nvSpPr>
        <p:spPr>
          <a:xfrm>
            <a:off x="945800" y="1446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9091" name="Google Shape;9091;p1178"/>
          <p:cNvSpPr txBox="1"/>
          <p:nvPr>
            <p:ph idx="3" type="subTitle"/>
          </p:nvPr>
        </p:nvSpPr>
        <p:spPr>
          <a:xfrm>
            <a:off x="5153800" y="2781950"/>
            <a:ext cx="30444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092" name="Google Shape;9092;p1178"/>
          <p:cNvSpPr txBox="1"/>
          <p:nvPr>
            <p:ph idx="4" type="subTitle"/>
          </p:nvPr>
        </p:nvSpPr>
        <p:spPr>
          <a:xfrm>
            <a:off x="5153800" y="2352425"/>
            <a:ext cx="3044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9093" name="Google Shape;9093;p1178"/>
          <p:cNvSpPr txBox="1"/>
          <p:nvPr>
            <p:ph idx="5" type="subTitle"/>
          </p:nvPr>
        </p:nvSpPr>
        <p:spPr>
          <a:xfrm>
            <a:off x="945800" y="3687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094" name="Google Shape;9094;p1178"/>
          <p:cNvSpPr txBox="1"/>
          <p:nvPr>
            <p:ph idx="6" type="subTitle"/>
          </p:nvPr>
        </p:nvSpPr>
        <p:spPr>
          <a:xfrm>
            <a:off x="945800" y="3258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1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5">
    <p:bg>
      <p:bgPr>
        <a:solidFill>
          <a:schemeClr val="dk1"/>
        </a:solidFill>
      </p:bgPr>
    </p:bg>
    <p:spTree>
      <p:nvGrpSpPr>
        <p:cNvPr id="9095" name="Shape 9095"/>
        <p:cNvGrpSpPr/>
        <p:nvPr/>
      </p:nvGrpSpPr>
      <p:grpSpPr>
        <a:xfrm>
          <a:off x="0" y="0"/>
          <a:ext cx="0" cy="0"/>
          <a:chOff x="0" y="0"/>
          <a:chExt cx="0" cy="0"/>
        </a:xfrm>
      </p:grpSpPr>
      <p:grpSp>
        <p:nvGrpSpPr>
          <p:cNvPr id="9096" name="Google Shape;9096;p1179"/>
          <p:cNvGrpSpPr/>
          <p:nvPr/>
        </p:nvGrpSpPr>
        <p:grpSpPr>
          <a:xfrm>
            <a:off x="713225" y="539500"/>
            <a:ext cx="7717500" cy="4064400"/>
            <a:chOff x="713225" y="539500"/>
            <a:chExt cx="7717500" cy="4064400"/>
          </a:xfrm>
        </p:grpSpPr>
        <p:sp>
          <p:nvSpPr>
            <p:cNvPr id="9097" name="Google Shape;9097;p117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98" name="Google Shape;9098;p117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099" name="Google Shape;9099;p117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100" name="Google Shape;9100;p1179"/>
          <p:cNvSpPr txBox="1"/>
          <p:nvPr>
            <p:ph idx="1" type="subTitle"/>
          </p:nvPr>
        </p:nvSpPr>
        <p:spPr>
          <a:xfrm>
            <a:off x="1658100" y="1978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101" name="Google Shape;9101;p1179"/>
          <p:cNvSpPr txBox="1"/>
          <p:nvPr>
            <p:ph idx="2" type="subTitle"/>
          </p:nvPr>
        </p:nvSpPr>
        <p:spPr>
          <a:xfrm>
            <a:off x="1658100" y="1549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9102" name="Google Shape;9102;p1179"/>
          <p:cNvSpPr txBox="1"/>
          <p:nvPr>
            <p:ph idx="3" type="subTitle"/>
          </p:nvPr>
        </p:nvSpPr>
        <p:spPr>
          <a:xfrm>
            <a:off x="1658100" y="2884846"/>
            <a:ext cx="62850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103" name="Google Shape;9103;p1179"/>
          <p:cNvSpPr txBox="1"/>
          <p:nvPr>
            <p:ph idx="4" type="subTitle"/>
          </p:nvPr>
        </p:nvSpPr>
        <p:spPr>
          <a:xfrm>
            <a:off x="1658100" y="2455321"/>
            <a:ext cx="62850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9104" name="Google Shape;9104;p1179"/>
          <p:cNvSpPr txBox="1"/>
          <p:nvPr>
            <p:ph idx="5" type="subTitle"/>
          </p:nvPr>
        </p:nvSpPr>
        <p:spPr>
          <a:xfrm>
            <a:off x="1658100" y="3790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105" name="Google Shape;9105;p1179"/>
          <p:cNvSpPr txBox="1"/>
          <p:nvPr>
            <p:ph idx="6" type="subTitle"/>
          </p:nvPr>
        </p:nvSpPr>
        <p:spPr>
          <a:xfrm>
            <a:off x="1658100" y="3361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1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24">
    <p:bg>
      <p:bgPr>
        <a:solidFill>
          <a:schemeClr val="dk1"/>
        </a:solidFill>
      </p:bgPr>
    </p:bg>
    <p:spTree>
      <p:nvGrpSpPr>
        <p:cNvPr id="9106" name="Shape 9106"/>
        <p:cNvGrpSpPr/>
        <p:nvPr/>
      </p:nvGrpSpPr>
      <p:grpSpPr>
        <a:xfrm>
          <a:off x="0" y="0"/>
          <a:ext cx="0" cy="0"/>
          <a:chOff x="0" y="0"/>
          <a:chExt cx="0" cy="0"/>
        </a:xfrm>
      </p:grpSpPr>
      <p:grpSp>
        <p:nvGrpSpPr>
          <p:cNvPr id="9107" name="Google Shape;9107;p1180"/>
          <p:cNvGrpSpPr/>
          <p:nvPr/>
        </p:nvGrpSpPr>
        <p:grpSpPr>
          <a:xfrm>
            <a:off x="713225" y="539500"/>
            <a:ext cx="7717500" cy="4064400"/>
            <a:chOff x="713225" y="539500"/>
            <a:chExt cx="7717500" cy="4064400"/>
          </a:xfrm>
        </p:grpSpPr>
        <p:sp>
          <p:nvSpPr>
            <p:cNvPr id="9108" name="Google Shape;9108;p118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09" name="Google Shape;9109;p118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110" name="Google Shape;9110;p118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111" name="Google Shape;9111;p1180"/>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9112" name="Google Shape;9112;p1180"/>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9113" name="Google Shape;9113;p1180"/>
          <p:cNvSpPr txBox="1"/>
          <p:nvPr>
            <p:ph idx="3" type="subTitle"/>
          </p:nvPr>
        </p:nvSpPr>
        <p:spPr>
          <a:xfrm>
            <a:off x="853775" y="257119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9114" name="Google Shape;9114;p1180"/>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9115" name="Google Shape;9115;p1180"/>
          <p:cNvSpPr txBox="1"/>
          <p:nvPr>
            <p:ph idx="5" type="subTitle"/>
          </p:nvPr>
        </p:nvSpPr>
        <p:spPr>
          <a:xfrm>
            <a:off x="4452875" y="2570500"/>
            <a:ext cx="3761700" cy="172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9116" name="Google Shape;9116;p1180"/>
          <p:cNvSpPr txBox="1"/>
          <p:nvPr>
            <p:ph idx="6" type="subTitle"/>
          </p:nvPr>
        </p:nvSpPr>
        <p:spPr>
          <a:xfrm>
            <a:off x="853775" y="323750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9117" name="Google Shape;9117;p1180"/>
          <p:cNvSpPr txBox="1"/>
          <p:nvPr>
            <p:ph idx="7" type="subTitle"/>
          </p:nvPr>
        </p:nvSpPr>
        <p:spPr>
          <a:xfrm>
            <a:off x="853775" y="362674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1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_1_1_1_1">
    <p:bg>
      <p:bgPr>
        <a:solidFill>
          <a:schemeClr val="dk1"/>
        </a:solidFill>
      </p:bgPr>
    </p:bg>
    <p:spTree>
      <p:nvGrpSpPr>
        <p:cNvPr id="9118" name="Shape 9118"/>
        <p:cNvGrpSpPr/>
        <p:nvPr/>
      </p:nvGrpSpPr>
      <p:grpSpPr>
        <a:xfrm>
          <a:off x="0" y="0"/>
          <a:ext cx="0" cy="0"/>
          <a:chOff x="0" y="0"/>
          <a:chExt cx="0" cy="0"/>
        </a:xfrm>
      </p:grpSpPr>
      <p:grpSp>
        <p:nvGrpSpPr>
          <p:cNvPr id="9119" name="Google Shape;9119;p1181"/>
          <p:cNvGrpSpPr/>
          <p:nvPr/>
        </p:nvGrpSpPr>
        <p:grpSpPr>
          <a:xfrm>
            <a:off x="713225" y="539500"/>
            <a:ext cx="7717500" cy="4064400"/>
            <a:chOff x="713225" y="539500"/>
            <a:chExt cx="7717500" cy="4064400"/>
          </a:xfrm>
        </p:grpSpPr>
        <p:sp>
          <p:nvSpPr>
            <p:cNvPr id="9120" name="Google Shape;9120;p118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21" name="Google Shape;9121;p118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122" name="Google Shape;9122;p118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123" name="Google Shape;9123;p1181"/>
          <p:cNvSpPr txBox="1"/>
          <p:nvPr>
            <p:ph idx="1" type="subTitle"/>
          </p:nvPr>
        </p:nvSpPr>
        <p:spPr>
          <a:xfrm>
            <a:off x="1112425"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9124" name="Google Shape;9124;p1181"/>
          <p:cNvSpPr txBox="1"/>
          <p:nvPr>
            <p:ph idx="2" type="subTitle"/>
          </p:nvPr>
        </p:nvSpPr>
        <p:spPr>
          <a:xfrm>
            <a:off x="1112425"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25" name="Google Shape;9125;p1181"/>
          <p:cNvSpPr txBox="1"/>
          <p:nvPr>
            <p:ph idx="3" type="subTitle"/>
          </p:nvPr>
        </p:nvSpPr>
        <p:spPr>
          <a:xfrm>
            <a:off x="5584150"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9126" name="Google Shape;9126;p1181"/>
          <p:cNvSpPr txBox="1"/>
          <p:nvPr>
            <p:ph idx="4" type="subTitle"/>
          </p:nvPr>
        </p:nvSpPr>
        <p:spPr>
          <a:xfrm>
            <a:off x="5584150"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27" name="Google Shape;9127;p1181"/>
          <p:cNvSpPr txBox="1"/>
          <p:nvPr>
            <p:ph idx="5" type="subTitle"/>
          </p:nvPr>
        </p:nvSpPr>
        <p:spPr>
          <a:xfrm>
            <a:off x="1112425"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9128" name="Google Shape;9128;p1181"/>
          <p:cNvSpPr txBox="1"/>
          <p:nvPr>
            <p:ph idx="6" type="subTitle"/>
          </p:nvPr>
        </p:nvSpPr>
        <p:spPr>
          <a:xfrm>
            <a:off x="1112425"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29" name="Google Shape;9129;p1181"/>
          <p:cNvSpPr txBox="1"/>
          <p:nvPr>
            <p:ph idx="7" type="subTitle"/>
          </p:nvPr>
        </p:nvSpPr>
        <p:spPr>
          <a:xfrm>
            <a:off x="5584150"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9130" name="Google Shape;9130;p1181"/>
          <p:cNvSpPr txBox="1"/>
          <p:nvPr>
            <p:ph idx="8" type="subTitle"/>
          </p:nvPr>
        </p:nvSpPr>
        <p:spPr>
          <a:xfrm>
            <a:off x="5584150"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1_1_1_1_1">
    <p:bg>
      <p:bgPr>
        <a:solidFill>
          <a:schemeClr val="dk1"/>
        </a:solidFill>
      </p:bgPr>
    </p:bg>
    <p:spTree>
      <p:nvGrpSpPr>
        <p:cNvPr id="9131" name="Shape 9131"/>
        <p:cNvGrpSpPr/>
        <p:nvPr/>
      </p:nvGrpSpPr>
      <p:grpSpPr>
        <a:xfrm>
          <a:off x="0" y="0"/>
          <a:ext cx="0" cy="0"/>
          <a:chOff x="0" y="0"/>
          <a:chExt cx="0" cy="0"/>
        </a:xfrm>
      </p:grpSpPr>
      <p:grpSp>
        <p:nvGrpSpPr>
          <p:cNvPr id="9132" name="Google Shape;9132;p1182"/>
          <p:cNvGrpSpPr/>
          <p:nvPr/>
        </p:nvGrpSpPr>
        <p:grpSpPr>
          <a:xfrm>
            <a:off x="713300" y="539550"/>
            <a:ext cx="7717500" cy="4064400"/>
            <a:chOff x="713300" y="539550"/>
            <a:chExt cx="7717500" cy="4064400"/>
          </a:xfrm>
        </p:grpSpPr>
        <p:cxnSp>
          <p:nvCxnSpPr>
            <p:cNvPr id="9133" name="Google Shape;9133;p1182"/>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9134" name="Google Shape;9134;p1182"/>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5" name="Google Shape;9135;p118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136" name="Google Shape;9136;p1182"/>
          <p:cNvSpPr txBox="1"/>
          <p:nvPr>
            <p:ph idx="1" type="subTitle"/>
          </p:nvPr>
        </p:nvSpPr>
        <p:spPr>
          <a:xfrm>
            <a:off x="10166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137" name="Google Shape;9137;p1182"/>
          <p:cNvSpPr txBox="1"/>
          <p:nvPr>
            <p:ph idx="2" type="subTitle"/>
          </p:nvPr>
        </p:nvSpPr>
        <p:spPr>
          <a:xfrm>
            <a:off x="10166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38" name="Google Shape;9138;p1182"/>
          <p:cNvSpPr txBox="1"/>
          <p:nvPr>
            <p:ph idx="3" type="subTitle"/>
          </p:nvPr>
        </p:nvSpPr>
        <p:spPr>
          <a:xfrm>
            <a:off x="10166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139" name="Google Shape;9139;p1182"/>
          <p:cNvSpPr txBox="1"/>
          <p:nvPr>
            <p:ph idx="4" type="subTitle"/>
          </p:nvPr>
        </p:nvSpPr>
        <p:spPr>
          <a:xfrm>
            <a:off x="10166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40" name="Google Shape;9140;p1182"/>
          <p:cNvSpPr txBox="1"/>
          <p:nvPr>
            <p:ph idx="5" type="subTitle"/>
          </p:nvPr>
        </p:nvSpPr>
        <p:spPr>
          <a:xfrm>
            <a:off x="48094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141" name="Google Shape;9141;p1182"/>
          <p:cNvSpPr txBox="1"/>
          <p:nvPr>
            <p:ph idx="6" type="subTitle"/>
          </p:nvPr>
        </p:nvSpPr>
        <p:spPr>
          <a:xfrm>
            <a:off x="48094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42" name="Google Shape;9142;p1182"/>
          <p:cNvSpPr txBox="1"/>
          <p:nvPr>
            <p:ph idx="7" type="subTitle"/>
          </p:nvPr>
        </p:nvSpPr>
        <p:spPr>
          <a:xfrm>
            <a:off x="48094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143" name="Google Shape;9143;p1182"/>
          <p:cNvSpPr txBox="1"/>
          <p:nvPr>
            <p:ph idx="8" type="subTitle"/>
          </p:nvPr>
        </p:nvSpPr>
        <p:spPr>
          <a:xfrm>
            <a:off x="48094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1_1_1_1_1_1_1_1_1">
    <p:bg>
      <p:bgPr>
        <a:solidFill>
          <a:schemeClr val="dk1"/>
        </a:solidFill>
      </p:bgPr>
    </p:bg>
    <p:spTree>
      <p:nvGrpSpPr>
        <p:cNvPr id="9144" name="Shape 9144"/>
        <p:cNvGrpSpPr/>
        <p:nvPr/>
      </p:nvGrpSpPr>
      <p:grpSpPr>
        <a:xfrm>
          <a:off x="0" y="0"/>
          <a:ext cx="0" cy="0"/>
          <a:chOff x="0" y="0"/>
          <a:chExt cx="0" cy="0"/>
        </a:xfrm>
      </p:grpSpPr>
      <p:grpSp>
        <p:nvGrpSpPr>
          <p:cNvPr id="9145" name="Google Shape;9145;p1183"/>
          <p:cNvGrpSpPr/>
          <p:nvPr/>
        </p:nvGrpSpPr>
        <p:grpSpPr>
          <a:xfrm>
            <a:off x="713225" y="539500"/>
            <a:ext cx="7717500" cy="4064400"/>
            <a:chOff x="713225" y="539500"/>
            <a:chExt cx="7717500" cy="4064400"/>
          </a:xfrm>
        </p:grpSpPr>
        <p:sp>
          <p:nvSpPr>
            <p:cNvPr id="9146" name="Google Shape;9146;p118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47" name="Google Shape;9147;p118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148" name="Google Shape;9148;p118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149" name="Google Shape;9149;p1183"/>
          <p:cNvSpPr txBox="1"/>
          <p:nvPr>
            <p:ph idx="1" type="subTitle"/>
          </p:nvPr>
        </p:nvSpPr>
        <p:spPr>
          <a:xfrm>
            <a:off x="8844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150" name="Google Shape;9150;p1183"/>
          <p:cNvSpPr txBox="1"/>
          <p:nvPr>
            <p:ph idx="2" type="subTitle"/>
          </p:nvPr>
        </p:nvSpPr>
        <p:spPr>
          <a:xfrm>
            <a:off x="884474"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51" name="Google Shape;9151;p1183"/>
          <p:cNvSpPr txBox="1"/>
          <p:nvPr>
            <p:ph idx="3" type="subTitle"/>
          </p:nvPr>
        </p:nvSpPr>
        <p:spPr>
          <a:xfrm>
            <a:off x="2767708"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152" name="Google Shape;9152;p1183"/>
          <p:cNvSpPr txBox="1"/>
          <p:nvPr>
            <p:ph idx="4" type="subTitle"/>
          </p:nvPr>
        </p:nvSpPr>
        <p:spPr>
          <a:xfrm>
            <a:off x="2767709"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53" name="Google Shape;9153;p1183"/>
          <p:cNvSpPr txBox="1"/>
          <p:nvPr>
            <p:ph idx="5" type="subTitle"/>
          </p:nvPr>
        </p:nvSpPr>
        <p:spPr>
          <a:xfrm>
            <a:off x="4650942"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154" name="Google Shape;9154;p1183"/>
          <p:cNvSpPr txBox="1"/>
          <p:nvPr>
            <p:ph idx="6" type="subTitle"/>
          </p:nvPr>
        </p:nvSpPr>
        <p:spPr>
          <a:xfrm>
            <a:off x="4650945"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55" name="Google Shape;9155;p1183"/>
          <p:cNvSpPr txBox="1"/>
          <p:nvPr>
            <p:ph idx="7" type="subTitle"/>
          </p:nvPr>
        </p:nvSpPr>
        <p:spPr>
          <a:xfrm>
            <a:off x="65341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156" name="Google Shape;9156;p1183"/>
          <p:cNvSpPr txBox="1"/>
          <p:nvPr>
            <p:ph idx="8" type="subTitle"/>
          </p:nvPr>
        </p:nvSpPr>
        <p:spPr>
          <a:xfrm>
            <a:off x="6534180"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7">
    <p:bg>
      <p:bgPr>
        <a:solidFill>
          <a:schemeClr val="dk1"/>
        </a:solidFill>
      </p:bgPr>
    </p:bg>
    <p:spTree>
      <p:nvGrpSpPr>
        <p:cNvPr id="9157" name="Shape 9157"/>
        <p:cNvGrpSpPr/>
        <p:nvPr/>
      </p:nvGrpSpPr>
      <p:grpSpPr>
        <a:xfrm>
          <a:off x="0" y="0"/>
          <a:ext cx="0" cy="0"/>
          <a:chOff x="0" y="0"/>
          <a:chExt cx="0" cy="0"/>
        </a:xfrm>
      </p:grpSpPr>
      <p:grpSp>
        <p:nvGrpSpPr>
          <p:cNvPr id="9158" name="Google Shape;9158;p1184"/>
          <p:cNvGrpSpPr/>
          <p:nvPr/>
        </p:nvGrpSpPr>
        <p:grpSpPr>
          <a:xfrm>
            <a:off x="713225" y="539500"/>
            <a:ext cx="7717500" cy="4064400"/>
            <a:chOff x="713225" y="539500"/>
            <a:chExt cx="7717500" cy="4064400"/>
          </a:xfrm>
        </p:grpSpPr>
        <p:sp>
          <p:nvSpPr>
            <p:cNvPr id="9159" name="Google Shape;9159;p118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60" name="Google Shape;9160;p118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161" name="Google Shape;9161;p118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162" name="Google Shape;9162;p1184"/>
          <p:cNvSpPr txBox="1"/>
          <p:nvPr>
            <p:ph idx="1" type="subTitle"/>
          </p:nvPr>
        </p:nvSpPr>
        <p:spPr>
          <a:xfrm>
            <a:off x="1909431" y="1906051"/>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9163" name="Google Shape;9163;p1184"/>
          <p:cNvSpPr txBox="1"/>
          <p:nvPr>
            <p:ph idx="2" type="subTitle"/>
          </p:nvPr>
        </p:nvSpPr>
        <p:spPr>
          <a:xfrm>
            <a:off x="1909431" y="1387350"/>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64" name="Google Shape;9164;p1184"/>
          <p:cNvSpPr txBox="1"/>
          <p:nvPr>
            <p:ph idx="3" type="subTitle"/>
          </p:nvPr>
        </p:nvSpPr>
        <p:spPr>
          <a:xfrm>
            <a:off x="4971369" y="1906050"/>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9165" name="Google Shape;9165;p1184"/>
          <p:cNvSpPr txBox="1"/>
          <p:nvPr>
            <p:ph idx="4" type="subTitle"/>
          </p:nvPr>
        </p:nvSpPr>
        <p:spPr>
          <a:xfrm>
            <a:off x="4971369" y="1387350"/>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66" name="Google Shape;9166;p1184"/>
          <p:cNvSpPr txBox="1"/>
          <p:nvPr>
            <p:ph idx="5" type="subTitle"/>
          </p:nvPr>
        </p:nvSpPr>
        <p:spPr>
          <a:xfrm>
            <a:off x="1909431" y="3654425"/>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9167" name="Google Shape;9167;p1184"/>
          <p:cNvSpPr txBox="1"/>
          <p:nvPr>
            <p:ph idx="6" type="subTitle"/>
          </p:nvPr>
        </p:nvSpPr>
        <p:spPr>
          <a:xfrm>
            <a:off x="1909431" y="3135724"/>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68" name="Google Shape;9168;p1184"/>
          <p:cNvSpPr txBox="1"/>
          <p:nvPr>
            <p:ph idx="7" type="subTitle"/>
          </p:nvPr>
        </p:nvSpPr>
        <p:spPr>
          <a:xfrm>
            <a:off x="4971369" y="3654424"/>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9169" name="Google Shape;9169;p1184"/>
          <p:cNvSpPr txBox="1"/>
          <p:nvPr>
            <p:ph idx="8" type="subTitle"/>
          </p:nvPr>
        </p:nvSpPr>
        <p:spPr>
          <a:xfrm>
            <a:off x="4971369" y="3135724"/>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1_1_1_1_1_2">
    <p:bg>
      <p:bgPr>
        <a:solidFill>
          <a:schemeClr val="dk1"/>
        </a:solidFill>
      </p:bgPr>
    </p:bg>
    <p:spTree>
      <p:nvGrpSpPr>
        <p:cNvPr id="9170" name="Shape 9170"/>
        <p:cNvGrpSpPr/>
        <p:nvPr/>
      </p:nvGrpSpPr>
      <p:grpSpPr>
        <a:xfrm>
          <a:off x="0" y="0"/>
          <a:ext cx="0" cy="0"/>
          <a:chOff x="0" y="0"/>
          <a:chExt cx="0" cy="0"/>
        </a:xfrm>
      </p:grpSpPr>
      <p:grpSp>
        <p:nvGrpSpPr>
          <p:cNvPr id="9171" name="Google Shape;9171;p1185"/>
          <p:cNvGrpSpPr/>
          <p:nvPr/>
        </p:nvGrpSpPr>
        <p:grpSpPr>
          <a:xfrm>
            <a:off x="713225" y="539500"/>
            <a:ext cx="7717500" cy="4064400"/>
            <a:chOff x="713225" y="539500"/>
            <a:chExt cx="7717500" cy="4064400"/>
          </a:xfrm>
        </p:grpSpPr>
        <p:sp>
          <p:nvSpPr>
            <p:cNvPr id="9172" name="Google Shape;9172;p118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73" name="Google Shape;9173;p118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174" name="Google Shape;9174;p118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175" name="Google Shape;9175;p1185"/>
          <p:cNvSpPr txBox="1"/>
          <p:nvPr>
            <p:ph idx="1" type="subTitle"/>
          </p:nvPr>
        </p:nvSpPr>
        <p:spPr>
          <a:xfrm>
            <a:off x="95812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176" name="Google Shape;9176;p1185"/>
          <p:cNvSpPr txBox="1"/>
          <p:nvPr>
            <p:ph idx="2" type="subTitle"/>
          </p:nvPr>
        </p:nvSpPr>
        <p:spPr>
          <a:xfrm>
            <a:off x="95812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77" name="Google Shape;9177;p1185"/>
          <p:cNvSpPr txBox="1"/>
          <p:nvPr>
            <p:ph idx="3" type="subTitle"/>
          </p:nvPr>
        </p:nvSpPr>
        <p:spPr>
          <a:xfrm>
            <a:off x="3420000"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178" name="Google Shape;9178;p1185"/>
          <p:cNvSpPr txBox="1"/>
          <p:nvPr>
            <p:ph idx="4" type="subTitle"/>
          </p:nvPr>
        </p:nvSpPr>
        <p:spPr>
          <a:xfrm>
            <a:off x="3420000"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79" name="Google Shape;9179;p1185"/>
          <p:cNvSpPr txBox="1"/>
          <p:nvPr>
            <p:ph idx="5" type="subTitle"/>
          </p:nvPr>
        </p:nvSpPr>
        <p:spPr>
          <a:xfrm>
            <a:off x="588187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180" name="Google Shape;9180;p1185"/>
          <p:cNvSpPr txBox="1"/>
          <p:nvPr>
            <p:ph idx="6" type="subTitle"/>
          </p:nvPr>
        </p:nvSpPr>
        <p:spPr>
          <a:xfrm>
            <a:off x="588187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81" name="Google Shape;9181;p1185"/>
          <p:cNvSpPr txBox="1"/>
          <p:nvPr>
            <p:ph idx="7" type="subTitle"/>
          </p:nvPr>
        </p:nvSpPr>
        <p:spPr>
          <a:xfrm>
            <a:off x="2189050"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182" name="Google Shape;9182;p1185"/>
          <p:cNvSpPr txBox="1"/>
          <p:nvPr>
            <p:ph idx="8" type="subTitle"/>
          </p:nvPr>
        </p:nvSpPr>
        <p:spPr>
          <a:xfrm>
            <a:off x="2189050"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83" name="Google Shape;9183;p1185"/>
          <p:cNvSpPr txBox="1"/>
          <p:nvPr>
            <p:ph idx="9" type="subTitle"/>
          </p:nvPr>
        </p:nvSpPr>
        <p:spPr>
          <a:xfrm>
            <a:off x="4650925"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184" name="Google Shape;9184;p1185"/>
          <p:cNvSpPr txBox="1"/>
          <p:nvPr>
            <p:ph idx="13" type="subTitle"/>
          </p:nvPr>
        </p:nvSpPr>
        <p:spPr>
          <a:xfrm>
            <a:off x="4650925"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_1_1_1_1_1_1">
    <p:bg>
      <p:bgPr>
        <a:solidFill>
          <a:schemeClr val="dk1"/>
        </a:solidFill>
      </p:bgPr>
    </p:bg>
    <p:spTree>
      <p:nvGrpSpPr>
        <p:cNvPr id="9185" name="Shape 9185"/>
        <p:cNvGrpSpPr/>
        <p:nvPr/>
      </p:nvGrpSpPr>
      <p:grpSpPr>
        <a:xfrm>
          <a:off x="0" y="0"/>
          <a:ext cx="0" cy="0"/>
          <a:chOff x="0" y="0"/>
          <a:chExt cx="0" cy="0"/>
        </a:xfrm>
      </p:grpSpPr>
      <p:grpSp>
        <p:nvGrpSpPr>
          <p:cNvPr id="9186" name="Google Shape;9186;p1186"/>
          <p:cNvGrpSpPr/>
          <p:nvPr/>
        </p:nvGrpSpPr>
        <p:grpSpPr>
          <a:xfrm>
            <a:off x="713225" y="539500"/>
            <a:ext cx="7717500" cy="4064400"/>
            <a:chOff x="713225" y="539500"/>
            <a:chExt cx="7717500" cy="4064400"/>
          </a:xfrm>
        </p:grpSpPr>
        <p:sp>
          <p:nvSpPr>
            <p:cNvPr id="9187" name="Google Shape;9187;p118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88" name="Google Shape;9188;p118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189" name="Google Shape;9189;p118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190" name="Google Shape;9190;p1186"/>
          <p:cNvSpPr txBox="1"/>
          <p:nvPr>
            <p:ph idx="1" type="subTitle"/>
          </p:nvPr>
        </p:nvSpPr>
        <p:spPr>
          <a:xfrm>
            <a:off x="1134425"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191" name="Google Shape;9191;p1186"/>
          <p:cNvSpPr txBox="1"/>
          <p:nvPr>
            <p:ph idx="2" type="subTitle"/>
          </p:nvPr>
        </p:nvSpPr>
        <p:spPr>
          <a:xfrm>
            <a:off x="113442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92" name="Google Shape;9192;p1186"/>
          <p:cNvSpPr txBox="1"/>
          <p:nvPr>
            <p:ph idx="3" type="subTitle"/>
          </p:nvPr>
        </p:nvSpPr>
        <p:spPr>
          <a:xfrm>
            <a:off x="3495738"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193" name="Google Shape;9193;p1186"/>
          <p:cNvSpPr txBox="1"/>
          <p:nvPr>
            <p:ph idx="4" type="subTitle"/>
          </p:nvPr>
        </p:nvSpPr>
        <p:spPr>
          <a:xfrm>
            <a:off x="3495750"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94" name="Google Shape;9194;p1186"/>
          <p:cNvSpPr txBox="1"/>
          <p:nvPr>
            <p:ph idx="5" type="subTitle"/>
          </p:nvPr>
        </p:nvSpPr>
        <p:spPr>
          <a:xfrm>
            <a:off x="5857051"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195" name="Google Shape;9195;p1186"/>
          <p:cNvSpPr txBox="1"/>
          <p:nvPr>
            <p:ph idx="6" type="subTitle"/>
          </p:nvPr>
        </p:nvSpPr>
        <p:spPr>
          <a:xfrm>
            <a:off x="585707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96" name="Google Shape;9196;p1186"/>
          <p:cNvSpPr txBox="1"/>
          <p:nvPr>
            <p:ph idx="7" type="subTitle"/>
          </p:nvPr>
        </p:nvSpPr>
        <p:spPr>
          <a:xfrm>
            <a:off x="1134425"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197" name="Google Shape;9197;p1186"/>
          <p:cNvSpPr txBox="1"/>
          <p:nvPr>
            <p:ph idx="8" type="subTitle"/>
          </p:nvPr>
        </p:nvSpPr>
        <p:spPr>
          <a:xfrm>
            <a:off x="113442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98" name="Google Shape;9198;p1186"/>
          <p:cNvSpPr txBox="1"/>
          <p:nvPr>
            <p:ph idx="9" type="subTitle"/>
          </p:nvPr>
        </p:nvSpPr>
        <p:spPr>
          <a:xfrm>
            <a:off x="3495738"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199" name="Google Shape;9199;p1186"/>
          <p:cNvSpPr txBox="1"/>
          <p:nvPr>
            <p:ph idx="13" type="subTitle"/>
          </p:nvPr>
        </p:nvSpPr>
        <p:spPr>
          <a:xfrm>
            <a:off x="3495750"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200" name="Google Shape;9200;p1186"/>
          <p:cNvSpPr txBox="1"/>
          <p:nvPr>
            <p:ph idx="14" type="subTitle"/>
          </p:nvPr>
        </p:nvSpPr>
        <p:spPr>
          <a:xfrm>
            <a:off x="5857051"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201" name="Google Shape;9201;p1186"/>
          <p:cNvSpPr txBox="1"/>
          <p:nvPr>
            <p:ph idx="15" type="subTitle"/>
          </p:nvPr>
        </p:nvSpPr>
        <p:spPr>
          <a:xfrm>
            <a:off x="585707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21">
    <p:bg>
      <p:bgPr>
        <a:solidFill>
          <a:schemeClr val="dk1"/>
        </a:solidFill>
      </p:bgPr>
    </p:bg>
    <p:spTree>
      <p:nvGrpSpPr>
        <p:cNvPr id="9202" name="Shape 9202"/>
        <p:cNvGrpSpPr/>
        <p:nvPr/>
      </p:nvGrpSpPr>
      <p:grpSpPr>
        <a:xfrm>
          <a:off x="0" y="0"/>
          <a:ext cx="0" cy="0"/>
          <a:chOff x="0" y="0"/>
          <a:chExt cx="0" cy="0"/>
        </a:xfrm>
      </p:grpSpPr>
      <p:grpSp>
        <p:nvGrpSpPr>
          <p:cNvPr id="9203" name="Google Shape;9203;p1187"/>
          <p:cNvGrpSpPr/>
          <p:nvPr/>
        </p:nvGrpSpPr>
        <p:grpSpPr>
          <a:xfrm>
            <a:off x="713225" y="539500"/>
            <a:ext cx="7717500" cy="4064400"/>
            <a:chOff x="713225" y="539500"/>
            <a:chExt cx="7717500" cy="4064400"/>
          </a:xfrm>
        </p:grpSpPr>
        <p:sp>
          <p:nvSpPr>
            <p:cNvPr id="9204" name="Google Shape;9204;p118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05" name="Google Shape;9205;p118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206" name="Google Shape;9206;p118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207" name="Google Shape;9207;p1187"/>
          <p:cNvSpPr txBox="1"/>
          <p:nvPr>
            <p:ph idx="1" type="subTitle"/>
          </p:nvPr>
        </p:nvSpPr>
        <p:spPr>
          <a:xfrm>
            <a:off x="1059065"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208" name="Google Shape;9208;p1187"/>
          <p:cNvSpPr txBox="1"/>
          <p:nvPr>
            <p:ph idx="2" type="subTitle"/>
          </p:nvPr>
        </p:nvSpPr>
        <p:spPr>
          <a:xfrm>
            <a:off x="1059065"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209" name="Google Shape;9209;p1187"/>
          <p:cNvSpPr txBox="1"/>
          <p:nvPr>
            <p:ph idx="3" type="subTitle"/>
          </p:nvPr>
        </p:nvSpPr>
        <p:spPr>
          <a:xfrm>
            <a:off x="1059052" y="2806879"/>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210" name="Google Shape;9210;p1187"/>
          <p:cNvSpPr txBox="1"/>
          <p:nvPr>
            <p:ph idx="4" type="subTitle"/>
          </p:nvPr>
        </p:nvSpPr>
        <p:spPr>
          <a:xfrm>
            <a:off x="1059070" y="2454554"/>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211" name="Google Shape;9211;p1187"/>
          <p:cNvSpPr txBox="1"/>
          <p:nvPr>
            <p:ph idx="5" type="subTitle"/>
          </p:nvPr>
        </p:nvSpPr>
        <p:spPr>
          <a:xfrm>
            <a:off x="5042599"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212" name="Google Shape;9212;p1187"/>
          <p:cNvSpPr txBox="1"/>
          <p:nvPr>
            <p:ph idx="6" type="subTitle"/>
          </p:nvPr>
        </p:nvSpPr>
        <p:spPr>
          <a:xfrm>
            <a:off x="5042634"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213" name="Google Shape;9213;p1187"/>
          <p:cNvSpPr txBox="1"/>
          <p:nvPr>
            <p:ph idx="7" type="subTitle"/>
          </p:nvPr>
        </p:nvSpPr>
        <p:spPr>
          <a:xfrm>
            <a:off x="1059065"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214" name="Google Shape;9214;p1187"/>
          <p:cNvSpPr txBox="1"/>
          <p:nvPr>
            <p:ph idx="8" type="subTitle"/>
          </p:nvPr>
        </p:nvSpPr>
        <p:spPr>
          <a:xfrm>
            <a:off x="1059065"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215" name="Google Shape;9215;p1187"/>
          <p:cNvSpPr txBox="1"/>
          <p:nvPr>
            <p:ph idx="9" type="subTitle"/>
          </p:nvPr>
        </p:nvSpPr>
        <p:spPr>
          <a:xfrm>
            <a:off x="5042630" y="2806867"/>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216" name="Google Shape;9216;p1187"/>
          <p:cNvSpPr txBox="1"/>
          <p:nvPr>
            <p:ph idx="13" type="subTitle"/>
          </p:nvPr>
        </p:nvSpPr>
        <p:spPr>
          <a:xfrm>
            <a:off x="5042648" y="24545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217" name="Google Shape;9217;p1187"/>
          <p:cNvSpPr txBox="1"/>
          <p:nvPr>
            <p:ph idx="14" type="subTitle"/>
          </p:nvPr>
        </p:nvSpPr>
        <p:spPr>
          <a:xfrm>
            <a:off x="5042599"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218" name="Google Shape;9218;p1187"/>
          <p:cNvSpPr txBox="1"/>
          <p:nvPr>
            <p:ph idx="15" type="subTitle"/>
          </p:nvPr>
        </p:nvSpPr>
        <p:spPr>
          <a:xfrm>
            <a:off x="5042634"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_1_1_1_1_1">
    <p:bg>
      <p:bgPr>
        <a:solidFill>
          <a:schemeClr val="dk1"/>
        </a:solidFill>
      </p:bgPr>
    </p:bg>
    <p:spTree>
      <p:nvGrpSpPr>
        <p:cNvPr id="9219" name="Shape 9219"/>
        <p:cNvGrpSpPr/>
        <p:nvPr/>
      </p:nvGrpSpPr>
      <p:grpSpPr>
        <a:xfrm>
          <a:off x="0" y="0"/>
          <a:ext cx="0" cy="0"/>
          <a:chOff x="0" y="0"/>
          <a:chExt cx="0" cy="0"/>
        </a:xfrm>
      </p:grpSpPr>
      <p:grpSp>
        <p:nvGrpSpPr>
          <p:cNvPr id="9220" name="Google Shape;9220;p1188"/>
          <p:cNvGrpSpPr/>
          <p:nvPr/>
        </p:nvGrpSpPr>
        <p:grpSpPr>
          <a:xfrm>
            <a:off x="713225" y="539500"/>
            <a:ext cx="7717500" cy="4064400"/>
            <a:chOff x="713225" y="539500"/>
            <a:chExt cx="7717500" cy="4064400"/>
          </a:xfrm>
        </p:grpSpPr>
        <p:sp>
          <p:nvSpPr>
            <p:cNvPr id="9221" name="Google Shape;9221;p118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22" name="Google Shape;9222;p1188"/>
            <p:cNvCxnSpPr/>
            <p:nvPr/>
          </p:nvCxnSpPr>
          <p:spPr>
            <a:xfrm>
              <a:off x="734825" y="1483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223" name="Google Shape;9223;p1188"/>
          <p:cNvSpPr txBox="1"/>
          <p:nvPr>
            <p:ph type="title"/>
          </p:nvPr>
        </p:nvSpPr>
        <p:spPr>
          <a:xfrm>
            <a:off x="3607800" y="539500"/>
            <a:ext cx="4519200" cy="939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r">
              <a:spcBef>
                <a:spcPts val="0"/>
              </a:spcBef>
              <a:spcAft>
                <a:spcPts val="0"/>
              </a:spcAft>
              <a:buClr>
                <a:schemeClr val="lt1"/>
              </a:buClr>
              <a:buSzPts val="4800"/>
              <a:buNone/>
              <a:defRPr sz="4800">
                <a:solidFill>
                  <a:schemeClr val="lt1"/>
                </a:solidFill>
              </a:defRPr>
            </a:lvl2pPr>
            <a:lvl3pPr lvl="2" algn="r">
              <a:spcBef>
                <a:spcPts val="0"/>
              </a:spcBef>
              <a:spcAft>
                <a:spcPts val="0"/>
              </a:spcAft>
              <a:buClr>
                <a:schemeClr val="lt1"/>
              </a:buClr>
              <a:buSzPts val="4800"/>
              <a:buNone/>
              <a:defRPr sz="4800">
                <a:solidFill>
                  <a:schemeClr val="lt1"/>
                </a:solidFill>
              </a:defRPr>
            </a:lvl3pPr>
            <a:lvl4pPr lvl="3" algn="r">
              <a:spcBef>
                <a:spcPts val="0"/>
              </a:spcBef>
              <a:spcAft>
                <a:spcPts val="0"/>
              </a:spcAft>
              <a:buClr>
                <a:schemeClr val="lt1"/>
              </a:buClr>
              <a:buSzPts val="4800"/>
              <a:buNone/>
              <a:defRPr sz="4800">
                <a:solidFill>
                  <a:schemeClr val="lt1"/>
                </a:solidFill>
              </a:defRPr>
            </a:lvl4pPr>
            <a:lvl5pPr lvl="4" algn="r">
              <a:spcBef>
                <a:spcPts val="0"/>
              </a:spcBef>
              <a:spcAft>
                <a:spcPts val="0"/>
              </a:spcAft>
              <a:buClr>
                <a:schemeClr val="lt1"/>
              </a:buClr>
              <a:buSzPts val="4800"/>
              <a:buNone/>
              <a:defRPr sz="4800">
                <a:solidFill>
                  <a:schemeClr val="lt1"/>
                </a:solidFill>
              </a:defRPr>
            </a:lvl5pPr>
            <a:lvl6pPr lvl="5" algn="r">
              <a:spcBef>
                <a:spcPts val="0"/>
              </a:spcBef>
              <a:spcAft>
                <a:spcPts val="0"/>
              </a:spcAft>
              <a:buClr>
                <a:schemeClr val="lt1"/>
              </a:buClr>
              <a:buSzPts val="4800"/>
              <a:buNone/>
              <a:defRPr sz="4800">
                <a:solidFill>
                  <a:schemeClr val="lt1"/>
                </a:solidFill>
              </a:defRPr>
            </a:lvl6pPr>
            <a:lvl7pPr lvl="6" algn="r">
              <a:spcBef>
                <a:spcPts val="0"/>
              </a:spcBef>
              <a:spcAft>
                <a:spcPts val="0"/>
              </a:spcAft>
              <a:buClr>
                <a:schemeClr val="lt1"/>
              </a:buClr>
              <a:buSzPts val="4800"/>
              <a:buNone/>
              <a:defRPr sz="4800">
                <a:solidFill>
                  <a:schemeClr val="lt1"/>
                </a:solidFill>
              </a:defRPr>
            </a:lvl7pPr>
            <a:lvl8pPr lvl="7" algn="r">
              <a:spcBef>
                <a:spcPts val="0"/>
              </a:spcBef>
              <a:spcAft>
                <a:spcPts val="0"/>
              </a:spcAft>
              <a:buClr>
                <a:schemeClr val="lt1"/>
              </a:buClr>
              <a:buSzPts val="4800"/>
              <a:buNone/>
              <a:defRPr sz="4800">
                <a:solidFill>
                  <a:schemeClr val="lt1"/>
                </a:solidFill>
              </a:defRPr>
            </a:lvl8pPr>
            <a:lvl9pPr lvl="8" algn="r">
              <a:spcBef>
                <a:spcPts val="0"/>
              </a:spcBef>
              <a:spcAft>
                <a:spcPts val="0"/>
              </a:spcAft>
              <a:buClr>
                <a:schemeClr val="lt1"/>
              </a:buClr>
              <a:buSzPts val="4800"/>
              <a:buNone/>
              <a:defRPr sz="4800">
                <a:solidFill>
                  <a:schemeClr val="lt1"/>
                </a:solidFill>
              </a:defRPr>
            </a:lvl9pPr>
          </a:lstStyle>
          <a:p/>
        </p:txBody>
      </p:sp>
      <p:sp>
        <p:nvSpPr>
          <p:cNvPr id="9224" name="Google Shape;9224;p1188"/>
          <p:cNvSpPr txBox="1"/>
          <p:nvPr>
            <p:ph idx="1" type="subTitle"/>
          </p:nvPr>
        </p:nvSpPr>
        <p:spPr>
          <a:xfrm>
            <a:off x="3607800" y="2278000"/>
            <a:ext cx="4519200" cy="744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r">
              <a:lnSpc>
                <a:spcPct val="100000"/>
              </a:lnSpc>
              <a:spcBef>
                <a:spcPts val="0"/>
              </a:spcBef>
              <a:spcAft>
                <a:spcPts val="0"/>
              </a:spcAft>
              <a:buClr>
                <a:schemeClr val="lt1"/>
              </a:buClr>
              <a:buSzPts val="2800"/>
              <a:buNone/>
              <a:defRPr sz="2800">
                <a:solidFill>
                  <a:schemeClr val="lt1"/>
                </a:solidFill>
              </a:defRPr>
            </a:lvl2pPr>
            <a:lvl3pPr lvl="2" algn="r">
              <a:lnSpc>
                <a:spcPct val="100000"/>
              </a:lnSpc>
              <a:spcBef>
                <a:spcPts val="0"/>
              </a:spcBef>
              <a:spcAft>
                <a:spcPts val="0"/>
              </a:spcAft>
              <a:buClr>
                <a:schemeClr val="lt1"/>
              </a:buClr>
              <a:buSzPts val="2800"/>
              <a:buNone/>
              <a:defRPr sz="2800">
                <a:solidFill>
                  <a:schemeClr val="lt1"/>
                </a:solidFill>
              </a:defRPr>
            </a:lvl3pPr>
            <a:lvl4pPr lvl="3" algn="r">
              <a:lnSpc>
                <a:spcPct val="100000"/>
              </a:lnSpc>
              <a:spcBef>
                <a:spcPts val="0"/>
              </a:spcBef>
              <a:spcAft>
                <a:spcPts val="0"/>
              </a:spcAft>
              <a:buClr>
                <a:schemeClr val="lt1"/>
              </a:buClr>
              <a:buSzPts val="2800"/>
              <a:buNone/>
              <a:defRPr sz="2800">
                <a:solidFill>
                  <a:schemeClr val="lt1"/>
                </a:solidFill>
              </a:defRPr>
            </a:lvl4pPr>
            <a:lvl5pPr lvl="4" algn="r">
              <a:lnSpc>
                <a:spcPct val="100000"/>
              </a:lnSpc>
              <a:spcBef>
                <a:spcPts val="0"/>
              </a:spcBef>
              <a:spcAft>
                <a:spcPts val="0"/>
              </a:spcAft>
              <a:buClr>
                <a:schemeClr val="lt1"/>
              </a:buClr>
              <a:buSzPts val="2800"/>
              <a:buNone/>
              <a:defRPr sz="2800">
                <a:solidFill>
                  <a:schemeClr val="lt1"/>
                </a:solidFill>
              </a:defRPr>
            </a:lvl5pPr>
            <a:lvl6pPr lvl="5" algn="r">
              <a:lnSpc>
                <a:spcPct val="100000"/>
              </a:lnSpc>
              <a:spcBef>
                <a:spcPts val="0"/>
              </a:spcBef>
              <a:spcAft>
                <a:spcPts val="0"/>
              </a:spcAft>
              <a:buClr>
                <a:schemeClr val="lt1"/>
              </a:buClr>
              <a:buSzPts val="2800"/>
              <a:buNone/>
              <a:defRPr sz="2800">
                <a:solidFill>
                  <a:schemeClr val="lt1"/>
                </a:solidFill>
              </a:defRPr>
            </a:lvl6pPr>
            <a:lvl7pPr lvl="6" algn="r">
              <a:lnSpc>
                <a:spcPct val="100000"/>
              </a:lnSpc>
              <a:spcBef>
                <a:spcPts val="0"/>
              </a:spcBef>
              <a:spcAft>
                <a:spcPts val="0"/>
              </a:spcAft>
              <a:buClr>
                <a:schemeClr val="lt1"/>
              </a:buClr>
              <a:buSzPts val="2800"/>
              <a:buNone/>
              <a:defRPr sz="2800">
                <a:solidFill>
                  <a:schemeClr val="lt1"/>
                </a:solidFill>
              </a:defRPr>
            </a:lvl7pPr>
            <a:lvl8pPr lvl="7"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sp>
        <p:nvSpPr>
          <p:cNvPr id="9225" name="Google Shape;9225;p1188"/>
          <p:cNvSpPr txBox="1"/>
          <p:nvPr>
            <p:ph idx="2" type="subTitle"/>
          </p:nvPr>
        </p:nvSpPr>
        <p:spPr>
          <a:xfrm>
            <a:off x="3607800" y="1769750"/>
            <a:ext cx="4519200" cy="510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9226" name="Google Shape;9226;p1188"/>
          <p:cNvSpPr txBox="1"/>
          <p:nvPr/>
        </p:nvSpPr>
        <p:spPr>
          <a:xfrm>
            <a:off x="3508050" y="3477600"/>
            <a:ext cx="4718700" cy="554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Roboto"/>
                <a:ea typeface="Roboto"/>
                <a:cs typeface="Roboto"/>
                <a:sym typeface="Roboto"/>
              </a:rPr>
              <a:t>CREDITS:</a:t>
            </a:r>
            <a:r>
              <a:rPr lang="en" sz="1200">
                <a:solidFill>
                  <a:schemeClr val="lt1"/>
                </a:solidFill>
                <a:latin typeface="Roboto"/>
                <a:ea typeface="Roboto"/>
                <a:cs typeface="Roboto"/>
                <a:sym typeface="Roboto"/>
              </a:rPr>
              <a:t> This presentation template was created by </a:t>
            </a:r>
            <a:r>
              <a:rPr b="1" lang="en" sz="1200">
                <a:solidFill>
                  <a:schemeClr val="accent1"/>
                </a:solidFill>
                <a:uFill>
                  <a:noFill/>
                </a:uFill>
                <a:latin typeface="Roboto"/>
                <a:ea typeface="Roboto"/>
                <a:cs typeface="Roboto"/>
                <a:sym typeface="Roboto"/>
                <a:hlinkClick r:id="rId2">
                  <a:extLst>
                    <a:ext uri="{A12FA001-AC4F-418D-AE19-62706E023703}">
                      <ahyp:hlinkClr val="tx"/>
                    </a:ext>
                  </a:extLst>
                </a:hlinkClick>
              </a:rPr>
              <a:t>Slidesgo</a:t>
            </a:r>
            <a:r>
              <a:rPr b="1" lang="en" sz="1200">
                <a:solidFill>
                  <a:schemeClr val="accent6"/>
                </a:solidFill>
                <a:latin typeface="Roboto"/>
                <a:ea typeface="Roboto"/>
                <a:cs typeface="Roboto"/>
                <a:sym typeface="Roboto"/>
              </a:rPr>
              <a:t>,</a:t>
            </a:r>
            <a:r>
              <a:rPr lang="en" sz="1200">
                <a:solidFill>
                  <a:schemeClr val="lt1"/>
                </a:solidFill>
                <a:latin typeface="Roboto"/>
                <a:ea typeface="Roboto"/>
                <a:cs typeface="Roboto"/>
                <a:sym typeface="Roboto"/>
              </a:rPr>
              <a:t> including icons by </a:t>
            </a:r>
            <a:r>
              <a:rPr b="1" lang="en" sz="1200">
                <a:solidFill>
                  <a:schemeClr val="accent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1"/>
                </a:solidFill>
                <a:latin typeface="Roboto"/>
                <a:ea typeface="Roboto"/>
                <a:cs typeface="Roboto"/>
                <a:sym typeface="Roboto"/>
              </a:rPr>
              <a:t>, and infographics &amp; images by </a:t>
            </a:r>
            <a:r>
              <a:rPr b="1" lang="en" sz="1200">
                <a:solidFill>
                  <a:schemeClr val="accent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accent1"/>
              </a:solidFill>
              <a:latin typeface="Roboto"/>
              <a:ea typeface="Roboto"/>
              <a:cs typeface="Roboto"/>
              <a:sym typeface="Roboto"/>
            </a:endParaRPr>
          </a:p>
        </p:txBody>
      </p:sp>
    </p:spTree>
  </p:cSld>
  <p:clrMapOvr>
    <a:masterClrMapping/>
  </p:clrMapOvr>
</p:sldLayout>
</file>

<file path=ppt/slideLayouts/slideLayout11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_1_1_1_1_1">
    <p:bg>
      <p:bgPr>
        <a:solidFill>
          <a:schemeClr val="dk1"/>
        </a:solidFill>
      </p:bgPr>
    </p:bg>
    <p:spTree>
      <p:nvGrpSpPr>
        <p:cNvPr id="9227" name="Shape 9227"/>
        <p:cNvGrpSpPr/>
        <p:nvPr/>
      </p:nvGrpSpPr>
      <p:grpSpPr>
        <a:xfrm>
          <a:off x="0" y="0"/>
          <a:ext cx="0" cy="0"/>
          <a:chOff x="0" y="0"/>
          <a:chExt cx="0" cy="0"/>
        </a:xfrm>
      </p:grpSpPr>
      <p:sp>
        <p:nvSpPr>
          <p:cNvPr id="9228" name="Google Shape;9228;p118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_1_1_1_1_1">
    <p:bg>
      <p:bgPr>
        <a:solidFill>
          <a:schemeClr val="dk1"/>
        </a:solidFill>
      </p:bgPr>
    </p:bg>
    <p:spTree>
      <p:nvGrpSpPr>
        <p:cNvPr id="9229" name="Shape 9229"/>
        <p:cNvGrpSpPr/>
        <p:nvPr/>
      </p:nvGrpSpPr>
      <p:grpSpPr>
        <a:xfrm>
          <a:off x="0" y="0"/>
          <a:ext cx="0" cy="0"/>
          <a:chOff x="0" y="0"/>
          <a:chExt cx="0" cy="0"/>
        </a:xfrm>
      </p:grpSpPr>
      <p:grpSp>
        <p:nvGrpSpPr>
          <p:cNvPr id="9230" name="Google Shape;9230;p1190"/>
          <p:cNvGrpSpPr/>
          <p:nvPr/>
        </p:nvGrpSpPr>
        <p:grpSpPr>
          <a:xfrm>
            <a:off x="713225" y="539500"/>
            <a:ext cx="7717500" cy="4064400"/>
            <a:chOff x="713225" y="539500"/>
            <a:chExt cx="7717500" cy="4064400"/>
          </a:xfrm>
        </p:grpSpPr>
        <p:sp>
          <p:nvSpPr>
            <p:cNvPr id="9231" name="Google Shape;9231;p119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32" name="Google Shape;9232;p119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Layouts/slideLayout11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9237" name="Shape 9237"/>
        <p:cNvGrpSpPr/>
        <p:nvPr/>
      </p:nvGrpSpPr>
      <p:grpSpPr>
        <a:xfrm>
          <a:off x="0" y="0"/>
          <a:ext cx="0" cy="0"/>
          <a:chOff x="0" y="0"/>
          <a:chExt cx="0" cy="0"/>
        </a:xfrm>
      </p:grpSpPr>
      <p:sp>
        <p:nvSpPr>
          <p:cNvPr id="9238" name="Google Shape;9238;p119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1192"/>
          <p:cNvSpPr txBox="1"/>
          <p:nvPr>
            <p:ph type="ctrTitle"/>
          </p:nvPr>
        </p:nvSpPr>
        <p:spPr>
          <a:xfrm>
            <a:off x="2048825" y="848600"/>
            <a:ext cx="5046300" cy="10305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9240" name="Google Shape;9240;p1192"/>
          <p:cNvSpPr txBox="1"/>
          <p:nvPr>
            <p:ph idx="1" type="subTitle"/>
          </p:nvPr>
        </p:nvSpPr>
        <p:spPr>
          <a:xfrm>
            <a:off x="2048825" y="3798375"/>
            <a:ext cx="50463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9241" name="Google Shape;9241;p1192"/>
          <p:cNvSpPr txBox="1"/>
          <p:nvPr>
            <p:ph idx="2" type="subTitle"/>
          </p:nvPr>
        </p:nvSpPr>
        <p:spPr>
          <a:xfrm>
            <a:off x="2902475" y="1879100"/>
            <a:ext cx="3339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1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9242" name="Shape 9242"/>
        <p:cNvGrpSpPr/>
        <p:nvPr/>
      </p:nvGrpSpPr>
      <p:grpSpPr>
        <a:xfrm>
          <a:off x="0" y="0"/>
          <a:ext cx="0" cy="0"/>
          <a:chOff x="0" y="0"/>
          <a:chExt cx="0" cy="0"/>
        </a:xfrm>
      </p:grpSpPr>
      <p:sp>
        <p:nvSpPr>
          <p:cNvPr id="9243" name="Google Shape;9243;p119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1193"/>
          <p:cNvSpPr/>
          <p:nvPr/>
        </p:nvSpPr>
        <p:spPr>
          <a:xfrm flipH="1" rot="-5400000">
            <a:off x="-1114550" y="743900"/>
            <a:ext cx="3655500" cy="3655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1193"/>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9246" name="Google Shape;9246;p1193"/>
          <p:cNvSpPr txBox="1"/>
          <p:nvPr>
            <p:ph hasCustomPrompt="1" idx="2" type="title"/>
          </p:nvPr>
        </p:nvSpPr>
        <p:spPr>
          <a:xfrm>
            <a:off x="821288" y="157487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9247" name="Google Shape;9247;p1193"/>
          <p:cNvSpPr txBox="1"/>
          <p:nvPr>
            <p:ph idx="1" type="subTitle"/>
          </p:nvPr>
        </p:nvSpPr>
        <p:spPr>
          <a:xfrm>
            <a:off x="2971613" y="32407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1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9248" name="Shape 9248"/>
        <p:cNvGrpSpPr/>
        <p:nvPr/>
      </p:nvGrpSpPr>
      <p:grpSpPr>
        <a:xfrm>
          <a:off x="0" y="0"/>
          <a:ext cx="0" cy="0"/>
          <a:chOff x="0" y="0"/>
          <a:chExt cx="0" cy="0"/>
        </a:xfrm>
      </p:grpSpPr>
      <p:grpSp>
        <p:nvGrpSpPr>
          <p:cNvPr id="9249" name="Google Shape;9249;p1194"/>
          <p:cNvGrpSpPr/>
          <p:nvPr/>
        </p:nvGrpSpPr>
        <p:grpSpPr>
          <a:xfrm>
            <a:off x="713225" y="539500"/>
            <a:ext cx="7717500" cy="4064400"/>
            <a:chOff x="713225" y="539500"/>
            <a:chExt cx="7717500" cy="4064400"/>
          </a:xfrm>
        </p:grpSpPr>
        <p:cxnSp>
          <p:nvCxnSpPr>
            <p:cNvPr id="9250" name="Google Shape;9250;p119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9251" name="Google Shape;9251;p119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2" name="Google Shape;9252;p119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253" name="Google Shape;9253;p1194"/>
          <p:cNvSpPr txBox="1"/>
          <p:nvPr>
            <p:ph idx="1" type="subTitle"/>
          </p:nvPr>
        </p:nvSpPr>
        <p:spPr>
          <a:xfrm>
            <a:off x="2817300" y="2114400"/>
            <a:ext cx="3509400" cy="1529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6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11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9254" name="Shape 9254"/>
        <p:cNvGrpSpPr/>
        <p:nvPr/>
      </p:nvGrpSpPr>
      <p:grpSpPr>
        <a:xfrm>
          <a:off x="0" y="0"/>
          <a:ext cx="0" cy="0"/>
          <a:chOff x="0" y="0"/>
          <a:chExt cx="0" cy="0"/>
        </a:xfrm>
      </p:grpSpPr>
      <p:grpSp>
        <p:nvGrpSpPr>
          <p:cNvPr id="9255" name="Google Shape;9255;p1195"/>
          <p:cNvGrpSpPr/>
          <p:nvPr/>
        </p:nvGrpSpPr>
        <p:grpSpPr>
          <a:xfrm>
            <a:off x="713225" y="539500"/>
            <a:ext cx="7717500" cy="4064400"/>
            <a:chOff x="713225" y="539500"/>
            <a:chExt cx="7717500" cy="4064400"/>
          </a:xfrm>
        </p:grpSpPr>
        <p:sp>
          <p:nvSpPr>
            <p:cNvPr id="9256" name="Google Shape;9256;p119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57" name="Google Shape;9257;p119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258" name="Google Shape;9258;p119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259" name="Google Shape;9259;p1195"/>
          <p:cNvSpPr txBox="1"/>
          <p:nvPr>
            <p:ph idx="1" type="subTitle"/>
          </p:nvPr>
        </p:nvSpPr>
        <p:spPr>
          <a:xfrm>
            <a:off x="1425525" y="32987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260" name="Google Shape;9260;p1195"/>
          <p:cNvSpPr txBox="1"/>
          <p:nvPr>
            <p:ph idx="2" type="subTitle"/>
          </p:nvPr>
        </p:nvSpPr>
        <p:spPr>
          <a:xfrm>
            <a:off x="1425525" y="2867137"/>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261" name="Google Shape;9261;p1195"/>
          <p:cNvSpPr txBox="1"/>
          <p:nvPr>
            <p:ph idx="3" type="subTitle"/>
          </p:nvPr>
        </p:nvSpPr>
        <p:spPr>
          <a:xfrm>
            <a:off x="5333725" y="32885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262" name="Google Shape;9262;p1195"/>
          <p:cNvSpPr txBox="1"/>
          <p:nvPr>
            <p:ph idx="4" type="subTitle"/>
          </p:nvPr>
        </p:nvSpPr>
        <p:spPr>
          <a:xfrm>
            <a:off x="5333725" y="28586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9263" name="Shape 9263"/>
        <p:cNvGrpSpPr/>
        <p:nvPr/>
      </p:nvGrpSpPr>
      <p:grpSpPr>
        <a:xfrm>
          <a:off x="0" y="0"/>
          <a:ext cx="0" cy="0"/>
          <a:chOff x="0" y="0"/>
          <a:chExt cx="0" cy="0"/>
        </a:xfrm>
      </p:grpSpPr>
      <p:grpSp>
        <p:nvGrpSpPr>
          <p:cNvPr id="9264" name="Google Shape;9264;p1196"/>
          <p:cNvGrpSpPr/>
          <p:nvPr/>
        </p:nvGrpSpPr>
        <p:grpSpPr>
          <a:xfrm>
            <a:off x="713225" y="539500"/>
            <a:ext cx="7717500" cy="4064400"/>
            <a:chOff x="713225" y="539500"/>
            <a:chExt cx="7717500" cy="4064400"/>
          </a:xfrm>
        </p:grpSpPr>
        <p:sp>
          <p:nvSpPr>
            <p:cNvPr id="9265" name="Google Shape;9265;p119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66" name="Google Shape;9266;p119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267" name="Google Shape;9267;p119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1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9268" name="Shape 9268"/>
        <p:cNvGrpSpPr/>
        <p:nvPr/>
      </p:nvGrpSpPr>
      <p:grpSpPr>
        <a:xfrm>
          <a:off x="0" y="0"/>
          <a:ext cx="0" cy="0"/>
          <a:chOff x="0" y="0"/>
          <a:chExt cx="0" cy="0"/>
        </a:xfrm>
      </p:grpSpPr>
      <p:grpSp>
        <p:nvGrpSpPr>
          <p:cNvPr id="9269" name="Google Shape;9269;p1197"/>
          <p:cNvGrpSpPr/>
          <p:nvPr/>
        </p:nvGrpSpPr>
        <p:grpSpPr>
          <a:xfrm>
            <a:off x="713225" y="539500"/>
            <a:ext cx="7717500" cy="4064400"/>
            <a:chOff x="713225" y="539500"/>
            <a:chExt cx="7717500" cy="4064400"/>
          </a:xfrm>
        </p:grpSpPr>
        <p:cxnSp>
          <p:nvCxnSpPr>
            <p:cNvPr id="9270" name="Google Shape;9270;p119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9271" name="Google Shape;9271;p119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2" name="Google Shape;9272;p119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273" name="Google Shape;9273;p1197"/>
          <p:cNvSpPr txBox="1"/>
          <p:nvPr>
            <p:ph idx="1" type="subTitle"/>
          </p:nvPr>
        </p:nvSpPr>
        <p:spPr>
          <a:xfrm>
            <a:off x="2105700" y="1543900"/>
            <a:ext cx="4932600" cy="2550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800"/>
              <a:buChar char="●"/>
              <a:defRPr sz="1600">
                <a:solidFill>
                  <a:schemeClr val="lt1"/>
                </a:solidFill>
              </a:defRPr>
            </a:lvl1pPr>
            <a:lvl2pPr lvl="1">
              <a:lnSpc>
                <a:spcPct val="100000"/>
              </a:lnSpc>
              <a:spcBef>
                <a:spcPts val="0"/>
              </a:spcBef>
              <a:spcAft>
                <a:spcPts val="0"/>
              </a:spcAft>
              <a:buClr>
                <a:schemeClr val="lt1"/>
              </a:buClr>
              <a:buSzPts val="2800"/>
              <a:buChar char="○"/>
              <a:defRPr sz="2800">
                <a:solidFill>
                  <a:schemeClr val="lt1"/>
                </a:solidFill>
              </a:defRPr>
            </a:lvl2pPr>
            <a:lvl3pPr lvl="2">
              <a:lnSpc>
                <a:spcPct val="100000"/>
              </a:lnSpc>
              <a:spcBef>
                <a:spcPts val="0"/>
              </a:spcBef>
              <a:spcAft>
                <a:spcPts val="0"/>
              </a:spcAft>
              <a:buClr>
                <a:schemeClr val="lt1"/>
              </a:buClr>
              <a:buSzPts val="2800"/>
              <a:buChar char="■"/>
              <a:defRPr sz="2800">
                <a:solidFill>
                  <a:schemeClr val="lt1"/>
                </a:solidFill>
              </a:defRPr>
            </a:lvl3pPr>
            <a:lvl4pPr lvl="3">
              <a:lnSpc>
                <a:spcPct val="100000"/>
              </a:lnSpc>
              <a:spcBef>
                <a:spcPts val="0"/>
              </a:spcBef>
              <a:spcAft>
                <a:spcPts val="0"/>
              </a:spcAft>
              <a:buClr>
                <a:schemeClr val="lt1"/>
              </a:buClr>
              <a:buSzPts val="2800"/>
              <a:buChar char="●"/>
              <a:defRPr sz="2800">
                <a:solidFill>
                  <a:schemeClr val="lt1"/>
                </a:solidFill>
              </a:defRPr>
            </a:lvl4pPr>
            <a:lvl5pPr lvl="4">
              <a:lnSpc>
                <a:spcPct val="100000"/>
              </a:lnSpc>
              <a:spcBef>
                <a:spcPts val="0"/>
              </a:spcBef>
              <a:spcAft>
                <a:spcPts val="0"/>
              </a:spcAft>
              <a:buClr>
                <a:schemeClr val="lt1"/>
              </a:buClr>
              <a:buSzPts val="2800"/>
              <a:buChar char="○"/>
              <a:defRPr sz="2800">
                <a:solidFill>
                  <a:schemeClr val="lt1"/>
                </a:solidFill>
              </a:defRPr>
            </a:lvl5pPr>
            <a:lvl6pPr lvl="5">
              <a:lnSpc>
                <a:spcPct val="100000"/>
              </a:lnSpc>
              <a:spcBef>
                <a:spcPts val="0"/>
              </a:spcBef>
              <a:spcAft>
                <a:spcPts val="0"/>
              </a:spcAft>
              <a:buClr>
                <a:schemeClr val="lt1"/>
              </a:buClr>
              <a:buSzPts val="2800"/>
              <a:buChar char="■"/>
              <a:defRPr sz="2800">
                <a:solidFill>
                  <a:schemeClr val="lt1"/>
                </a:solidFill>
              </a:defRPr>
            </a:lvl6pPr>
            <a:lvl7pPr lvl="6">
              <a:lnSpc>
                <a:spcPct val="100000"/>
              </a:lnSpc>
              <a:spcBef>
                <a:spcPts val="0"/>
              </a:spcBef>
              <a:spcAft>
                <a:spcPts val="0"/>
              </a:spcAft>
              <a:buClr>
                <a:schemeClr val="lt1"/>
              </a:buClr>
              <a:buSzPts val="2800"/>
              <a:buChar char="●"/>
              <a:defRPr sz="2800">
                <a:solidFill>
                  <a:schemeClr val="lt1"/>
                </a:solidFill>
              </a:defRPr>
            </a:lvl7pPr>
            <a:lvl8pPr lvl="7">
              <a:lnSpc>
                <a:spcPct val="100000"/>
              </a:lnSpc>
              <a:spcBef>
                <a:spcPts val="0"/>
              </a:spcBef>
              <a:spcAft>
                <a:spcPts val="0"/>
              </a:spcAft>
              <a:buClr>
                <a:schemeClr val="lt1"/>
              </a:buClr>
              <a:buSzPts val="2800"/>
              <a:buChar char="○"/>
              <a:defRPr sz="2800">
                <a:solidFill>
                  <a:schemeClr val="lt1"/>
                </a:solidFill>
              </a:defRPr>
            </a:lvl8pPr>
            <a:lvl9pPr lvl="8">
              <a:lnSpc>
                <a:spcPct val="100000"/>
              </a:lnSpc>
              <a:spcBef>
                <a:spcPts val="0"/>
              </a:spcBef>
              <a:spcAft>
                <a:spcPts val="0"/>
              </a:spcAft>
              <a:buClr>
                <a:schemeClr val="lt1"/>
              </a:buClr>
              <a:buSzPts val="2800"/>
              <a:buChar char="■"/>
              <a:defRPr sz="2800">
                <a:solidFill>
                  <a:schemeClr val="lt1"/>
                </a:solidFill>
              </a:defRPr>
            </a:lvl9pPr>
          </a:lstStyle>
          <a:p/>
        </p:txBody>
      </p:sp>
    </p:spTree>
  </p:cSld>
  <p:clrMapOvr>
    <a:masterClrMapping/>
  </p:clrMapOvr>
</p:sldLayout>
</file>

<file path=ppt/slideLayouts/slideLayout11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9274" name="Shape 9274"/>
        <p:cNvGrpSpPr/>
        <p:nvPr/>
      </p:nvGrpSpPr>
      <p:grpSpPr>
        <a:xfrm>
          <a:off x="0" y="0"/>
          <a:ext cx="0" cy="0"/>
          <a:chOff x="0" y="0"/>
          <a:chExt cx="0" cy="0"/>
        </a:xfrm>
      </p:grpSpPr>
      <p:sp>
        <p:nvSpPr>
          <p:cNvPr id="9275" name="Google Shape;9275;p119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1198"/>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11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9277" name="Shape 9277"/>
        <p:cNvGrpSpPr/>
        <p:nvPr/>
      </p:nvGrpSpPr>
      <p:grpSpPr>
        <a:xfrm>
          <a:off x="0" y="0"/>
          <a:ext cx="0" cy="0"/>
          <a:chOff x="0" y="0"/>
          <a:chExt cx="0" cy="0"/>
        </a:xfrm>
      </p:grpSpPr>
      <p:grpSp>
        <p:nvGrpSpPr>
          <p:cNvPr id="9278" name="Google Shape;9278;p1199"/>
          <p:cNvGrpSpPr/>
          <p:nvPr/>
        </p:nvGrpSpPr>
        <p:grpSpPr>
          <a:xfrm>
            <a:off x="713225" y="539500"/>
            <a:ext cx="7717500" cy="4064400"/>
            <a:chOff x="713225" y="539500"/>
            <a:chExt cx="7717500" cy="4064400"/>
          </a:xfrm>
        </p:grpSpPr>
        <p:cxnSp>
          <p:nvCxnSpPr>
            <p:cNvPr id="9279" name="Google Shape;9279;p119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9280" name="Google Shape;9280;p119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81" name="Google Shape;9281;p1199"/>
            <p:cNvCxnSpPr/>
            <p:nvPr/>
          </p:nvCxnSpPr>
          <p:spPr>
            <a:xfrm rot="10800000">
              <a:off x="4876775" y="1096300"/>
              <a:ext cx="0" cy="3507600"/>
            </a:xfrm>
            <a:prstGeom prst="straightConnector1">
              <a:avLst/>
            </a:prstGeom>
            <a:noFill/>
            <a:ln cap="flat" cmpd="sng" w="38100">
              <a:solidFill>
                <a:schemeClr val="accent1"/>
              </a:solidFill>
              <a:prstDash val="solid"/>
              <a:round/>
              <a:headEnd len="med" w="med" type="none"/>
              <a:tailEnd len="med" w="med" type="none"/>
            </a:ln>
          </p:spPr>
        </p:cxnSp>
      </p:grpSp>
      <p:sp>
        <p:nvSpPr>
          <p:cNvPr id="9282" name="Google Shape;9282;p119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283" name="Google Shape;9283;p1199"/>
          <p:cNvSpPr txBox="1"/>
          <p:nvPr>
            <p:ph idx="1" type="subTitle"/>
          </p:nvPr>
        </p:nvSpPr>
        <p:spPr>
          <a:xfrm>
            <a:off x="1312950" y="2327975"/>
            <a:ext cx="2973000" cy="13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284" name="Google Shape;9284;p1199"/>
          <p:cNvSpPr txBox="1"/>
          <p:nvPr>
            <p:ph idx="2" type="subTitle"/>
          </p:nvPr>
        </p:nvSpPr>
        <p:spPr>
          <a:xfrm>
            <a:off x="1312950" y="1809275"/>
            <a:ext cx="29730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1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9285" name="Shape 9285"/>
        <p:cNvGrpSpPr/>
        <p:nvPr/>
      </p:nvGrpSpPr>
      <p:grpSpPr>
        <a:xfrm>
          <a:off x="0" y="0"/>
          <a:ext cx="0" cy="0"/>
          <a:chOff x="0" y="0"/>
          <a:chExt cx="0" cy="0"/>
        </a:xfrm>
      </p:grpSpPr>
      <p:sp>
        <p:nvSpPr>
          <p:cNvPr id="9286" name="Google Shape;9286;p1200"/>
          <p:cNvSpPr txBox="1"/>
          <p:nvPr>
            <p:ph type="title"/>
          </p:nvPr>
        </p:nvSpPr>
        <p:spPr>
          <a:xfrm>
            <a:off x="865625" y="3328700"/>
            <a:ext cx="6367800" cy="1427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3600"/>
              <a:buNone/>
              <a:defRPr sz="3600">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11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9287" name="Shape 9287"/>
        <p:cNvGrpSpPr/>
        <p:nvPr/>
      </p:nvGrpSpPr>
      <p:grpSpPr>
        <a:xfrm>
          <a:off x="0" y="0"/>
          <a:ext cx="0" cy="0"/>
          <a:chOff x="0" y="0"/>
          <a:chExt cx="0" cy="0"/>
        </a:xfrm>
      </p:grpSpPr>
      <p:sp>
        <p:nvSpPr>
          <p:cNvPr id="9288" name="Google Shape;9288;p120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1201"/>
          <p:cNvSpPr txBox="1"/>
          <p:nvPr>
            <p:ph hasCustomPrompt="1" type="title"/>
          </p:nvPr>
        </p:nvSpPr>
        <p:spPr>
          <a:xfrm>
            <a:off x="994200" y="1505850"/>
            <a:ext cx="7155600" cy="13323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9290" name="Google Shape;9290;p1201"/>
          <p:cNvSpPr txBox="1"/>
          <p:nvPr>
            <p:ph idx="1" type="subTitle"/>
          </p:nvPr>
        </p:nvSpPr>
        <p:spPr>
          <a:xfrm>
            <a:off x="994200" y="2838150"/>
            <a:ext cx="4774200" cy="79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9291" name="Shape 9291"/>
        <p:cNvGrpSpPr/>
        <p:nvPr/>
      </p:nvGrpSpPr>
      <p:grpSpPr>
        <a:xfrm>
          <a:off x="0" y="0"/>
          <a:ext cx="0" cy="0"/>
          <a:chOff x="0" y="0"/>
          <a:chExt cx="0" cy="0"/>
        </a:xfrm>
      </p:grpSpPr>
    </p:spTree>
  </p:cSld>
  <p:clrMapOvr>
    <a:masterClrMapping/>
  </p:clrMapOvr>
</p:sldLayout>
</file>

<file path=ppt/slideLayouts/slideLayout11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9292" name="Shape 9292"/>
        <p:cNvGrpSpPr/>
        <p:nvPr/>
      </p:nvGrpSpPr>
      <p:grpSpPr>
        <a:xfrm>
          <a:off x="0" y="0"/>
          <a:ext cx="0" cy="0"/>
          <a:chOff x="0" y="0"/>
          <a:chExt cx="0" cy="0"/>
        </a:xfrm>
      </p:grpSpPr>
      <p:sp>
        <p:nvSpPr>
          <p:cNvPr id="9293" name="Google Shape;9293;p1203"/>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11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9294" name="Shape 9294"/>
        <p:cNvGrpSpPr/>
        <p:nvPr/>
      </p:nvGrpSpPr>
      <p:grpSpPr>
        <a:xfrm>
          <a:off x="0" y="0"/>
          <a:ext cx="0" cy="0"/>
          <a:chOff x="0" y="0"/>
          <a:chExt cx="0" cy="0"/>
        </a:xfrm>
      </p:grpSpPr>
      <p:grpSp>
        <p:nvGrpSpPr>
          <p:cNvPr id="9295" name="Google Shape;9295;p1204"/>
          <p:cNvGrpSpPr/>
          <p:nvPr/>
        </p:nvGrpSpPr>
        <p:grpSpPr>
          <a:xfrm>
            <a:off x="713200" y="539513"/>
            <a:ext cx="7717600" cy="4064400"/>
            <a:chOff x="713125" y="539500"/>
            <a:chExt cx="7717600" cy="4064400"/>
          </a:xfrm>
        </p:grpSpPr>
        <p:cxnSp>
          <p:nvCxnSpPr>
            <p:cNvPr id="9296" name="Google Shape;9296;p1204"/>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9297" name="Google Shape;9297;p120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98" name="Google Shape;9298;p1204"/>
            <p:cNvCxnSpPr>
              <a:stCxn id="9297" idx="2"/>
            </p:cNvCxnSpPr>
            <p:nvPr/>
          </p:nvCxnSpPr>
          <p:spPr>
            <a:xfrm rot="10800000">
              <a:off x="45719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9299" name="Google Shape;9299;p1204"/>
            <p:cNvCxnSpPr/>
            <p:nvPr/>
          </p:nvCxnSpPr>
          <p:spPr>
            <a:xfrm rot="10800000">
              <a:off x="713125" y="2912025"/>
              <a:ext cx="7709100" cy="0"/>
            </a:xfrm>
            <a:prstGeom prst="straightConnector1">
              <a:avLst/>
            </a:prstGeom>
            <a:noFill/>
            <a:ln cap="flat" cmpd="sng" w="38100">
              <a:solidFill>
                <a:schemeClr val="accent1"/>
              </a:solidFill>
              <a:prstDash val="solid"/>
              <a:round/>
              <a:headEnd len="med" w="med" type="none"/>
              <a:tailEnd len="med" w="med" type="none"/>
            </a:ln>
          </p:spPr>
        </p:cxnSp>
        <p:cxnSp>
          <p:nvCxnSpPr>
            <p:cNvPr id="9300" name="Google Shape;9300;p1204"/>
            <p:cNvCxnSpPr/>
            <p:nvPr/>
          </p:nvCxnSpPr>
          <p:spPr>
            <a:xfrm rot="10800000">
              <a:off x="17602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9301" name="Google Shape;9301;p1204"/>
            <p:cNvCxnSpPr/>
            <p:nvPr/>
          </p:nvCxnSpPr>
          <p:spPr>
            <a:xfrm rot="10800000">
              <a:off x="7378100" y="1254400"/>
              <a:ext cx="0" cy="3349500"/>
            </a:xfrm>
            <a:prstGeom prst="straightConnector1">
              <a:avLst/>
            </a:prstGeom>
            <a:noFill/>
            <a:ln cap="flat" cmpd="sng" w="38100">
              <a:solidFill>
                <a:schemeClr val="accent1"/>
              </a:solidFill>
              <a:prstDash val="solid"/>
              <a:round/>
              <a:headEnd len="med" w="med" type="none"/>
              <a:tailEnd len="med" w="med" type="none"/>
            </a:ln>
          </p:spPr>
        </p:cxnSp>
      </p:grpSp>
      <p:sp>
        <p:nvSpPr>
          <p:cNvPr id="9302" name="Google Shape;9302;p1204"/>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303" name="Google Shape;9303;p1204"/>
          <p:cNvSpPr txBox="1"/>
          <p:nvPr>
            <p:ph idx="1" type="subTitle"/>
          </p:nvPr>
        </p:nvSpPr>
        <p:spPr>
          <a:xfrm>
            <a:off x="1924988" y="2036825"/>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304" name="Google Shape;9304;p1204"/>
          <p:cNvSpPr txBox="1"/>
          <p:nvPr>
            <p:ph idx="2" type="subTitle"/>
          </p:nvPr>
        </p:nvSpPr>
        <p:spPr>
          <a:xfrm>
            <a:off x="1924988" y="1518125"/>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305" name="Google Shape;9305;p1204"/>
          <p:cNvSpPr txBox="1"/>
          <p:nvPr>
            <p:ph hasCustomPrompt="1" idx="3" type="title"/>
          </p:nvPr>
        </p:nvSpPr>
        <p:spPr>
          <a:xfrm>
            <a:off x="8197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9306" name="Google Shape;9306;p1204"/>
          <p:cNvSpPr txBox="1"/>
          <p:nvPr>
            <p:ph idx="4" type="subTitle"/>
          </p:nvPr>
        </p:nvSpPr>
        <p:spPr>
          <a:xfrm>
            <a:off x="4760188" y="2036825"/>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9307" name="Google Shape;9307;p1204"/>
          <p:cNvSpPr txBox="1"/>
          <p:nvPr>
            <p:ph idx="5" type="subTitle"/>
          </p:nvPr>
        </p:nvSpPr>
        <p:spPr>
          <a:xfrm>
            <a:off x="4760188" y="1518125"/>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9308" name="Google Shape;9308;p1204"/>
          <p:cNvSpPr txBox="1"/>
          <p:nvPr>
            <p:ph hasCustomPrompt="1" idx="6" type="title"/>
          </p:nvPr>
        </p:nvSpPr>
        <p:spPr>
          <a:xfrm>
            <a:off x="74842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9309" name="Google Shape;9309;p1204"/>
          <p:cNvSpPr txBox="1"/>
          <p:nvPr>
            <p:ph idx="7" type="subTitle"/>
          </p:nvPr>
        </p:nvSpPr>
        <p:spPr>
          <a:xfrm>
            <a:off x="1924988" y="3691200"/>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310" name="Google Shape;9310;p1204"/>
          <p:cNvSpPr txBox="1"/>
          <p:nvPr>
            <p:ph idx="8" type="subTitle"/>
          </p:nvPr>
        </p:nvSpPr>
        <p:spPr>
          <a:xfrm>
            <a:off x="1924988" y="3172500"/>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311" name="Google Shape;9311;p1204"/>
          <p:cNvSpPr txBox="1"/>
          <p:nvPr>
            <p:ph hasCustomPrompt="1" idx="9" type="title"/>
          </p:nvPr>
        </p:nvSpPr>
        <p:spPr>
          <a:xfrm>
            <a:off x="819800" y="346450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9312" name="Google Shape;9312;p1204"/>
          <p:cNvSpPr txBox="1"/>
          <p:nvPr>
            <p:ph idx="13" type="subTitle"/>
          </p:nvPr>
        </p:nvSpPr>
        <p:spPr>
          <a:xfrm>
            <a:off x="4760200" y="3673200"/>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9313" name="Google Shape;9313;p1204"/>
          <p:cNvSpPr txBox="1"/>
          <p:nvPr>
            <p:ph idx="14" type="subTitle"/>
          </p:nvPr>
        </p:nvSpPr>
        <p:spPr>
          <a:xfrm>
            <a:off x="4760200" y="3154500"/>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9314" name="Google Shape;9314;p1204"/>
          <p:cNvSpPr txBox="1"/>
          <p:nvPr>
            <p:ph hasCustomPrompt="1" idx="15" type="title"/>
          </p:nvPr>
        </p:nvSpPr>
        <p:spPr>
          <a:xfrm>
            <a:off x="7488624" y="3475788"/>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11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
    <p:bg>
      <p:bgPr>
        <a:solidFill>
          <a:schemeClr val="dk1"/>
        </a:solidFill>
      </p:bgPr>
    </p:bg>
    <p:spTree>
      <p:nvGrpSpPr>
        <p:cNvPr id="9315" name="Shape 9315"/>
        <p:cNvGrpSpPr/>
        <p:nvPr/>
      </p:nvGrpSpPr>
      <p:grpSpPr>
        <a:xfrm>
          <a:off x="0" y="0"/>
          <a:ext cx="0" cy="0"/>
          <a:chOff x="0" y="0"/>
          <a:chExt cx="0" cy="0"/>
        </a:xfrm>
      </p:grpSpPr>
      <p:grpSp>
        <p:nvGrpSpPr>
          <p:cNvPr id="9316" name="Google Shape;9316;p1205"/>
          <p:cNvGrpSpPr/>
          <p:nvPr/>
        </p:nvGrpSpPr>
        <p:grpSpPr>
          <a:xfrm>
            <a:off x="713300" y="539513"/>
            <a:ext cx="7717500" cy="4064400"/>
            <a:chOff x="713225" y="539500"/>
            <a:chExt cx="7717500" cy="4064400"/>
          </a:xfrm>
        </p:grpSpPr>
        <p:cxnSp>
          <p:nvCxnSpPr>
            <p:cNvPr id="9317" name="Google Shape;9317;p1205"/>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9318" name="Google Shape;9318;p120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9" name="Google Shape;9319;p1205"/>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320" name="Google Shape;9320;p1205"/>
          <p:cNvSpPr txBox="1"/>
          <p:nvPr>
            <p:ph idx="1" type="subTitle"/>
          </p:nvPr>
        </p:nvSpPr>
        <p:spPr>
          <a:xfrm>
            <a:off x="897170"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321" name="Google Shape;9321;p1205"/>
          <p:cNvSpPr txBox="1"/>
          <p:nvPr>
            <p:ph idx="2" type="subTitle"/>
          </p:nvPr>
        </p:nvSpPr>
        <p:spPr>
          <a:xfrm>
            <a:off x="897170"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322" name="Google Shape;9322;p1205"/>
          <p:cNvSpPr txBox="1"/>
          <p:nvPr>
            <p:ph hasCustomPrompt="1" idx="3" type="title"/>
          </p:nvPr>
        </p:nvSpPr>
        <p:spPr>
          <a:xfrm>
            <a:off x="1261666"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9323" name="Google Shape;9323;p1205"/>
          <p:cNvSpPr txBox="1"/>
          <p:nvPr>
            <p:ph idx="4" type="subTitle"/>
          </p:nvPr>
        </p:nvSpPr>
        <p:spPr>
          <a:xfrm>
            <a:off x="47527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9324" name="Google Shape;9324;p1205"/>
          <p:cNvSpPr txBox="1"/>
          <p:nvPr>
            <p:ph idx="5" type="subTitle"/>
          </p:nvPr>
        </p:nvSpPr>
        <p:spPr>
          <a:xfrm>
            <a:off x="47527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9325" name="Google Shape;9325;p1205"/>
          <p:cNvSpPr txBox="1"/>
          <p:nvPr>
            <p:ph hasCustomPrompt="1" idx="6" type="title"/>
          </p:nvPr>
        </p:nvSpPr>
        <p:spPr>
          <a:xfrm>
            <a:off x="5117252"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9326" name="Google Shape;9326;p1205"/>
          <p:cNvSpPr txBox="1"/>
          <p:nvPr>
            <p:ph idx="7" type="subTitle"/>
          </p:nvPr>
        </p:nvSpPr>
        <p:spPr>
          <a:xfrm>
            <a:off x="28249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327" name="Google Shape;9327;p1205"/>
          <p:cNvSpPr txBox="1"/>
          <p:nvPr>
            <p:ph idx="8" type="subTitle"/>
          </p:nvPr>
        </p:nvSpPr>
        <p:spPr>
          <a:xfrm>
            <a:off x="28249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328" name="Google Shape;9328;p1205"/>
          <p:cNvSpPr txBox="1"/>
          <p:nvPr>
            <p:ph hasCustomPrompt="1" idx="9" type="title"/>
          </p:nvPr>
        </p:nvSpPr>
        <p:spPr>
          <a:xfrm>
            <a:off x="3189459"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9329" name="Google Shape;9329;p1205"/>
          <p:cNvSpPr txBox="1"/>
          <p:nvPr>
            <p:ph idx="13" type="subTitle"/>
          </p:nvPr>
        </p:nvSpPr>
        <p:spPr>
          <a:xfrm>
            <a:off x="6680545"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9330" name="Google Shape;9330;p1205"/>
          <p:cNvSpPr txBox="1"/>
          <p:nvPr>
            <p:ph idx="14" type="subTitle"/>
          </p:nvPr>
        </p:nvSpPr>
        <p:spPr>
          <a:xfrm>
            <a:off x="6680545"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9331" name="Google Shape;9331;p1205"/>
          <p:cNvSpPr txBox="1"/>
          <p:nvPr>
            <p:ph hasCustomPrompt="1" idx="15" type="title"/>
          </p:nvPr>
        </p:nvSpPr>
        <p:spPr>
          <a:xfrm>
            <a:off x="7045045" y="1975647"/>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11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dk1"/>
        </a:solidFill>
      </p:bgPr>
    </p:bg>
    <p:spTree>
      <p:nvGrpSpPr>
        <p:cNvPr id="9332" name="Shape 9332"/>
        <p:cNvGrpSpPr/>
        <p:nvPr/>
      </p:nvGrpSpPr>
      <p:grpSpPr>
        <a:xfrm>
          <a:off x="0" y="0"/>
          <a:ext cx="0" cy="0"/>
          <a:chOff x="0" y="0"/>
          <a:chExt cx="0" cy="0"/>
        </a:xfrm>
      </p:grpSpPr>
      <p:sp>
        <p:nvSpPr>
          <p:cNvPr id="9333" name="Google Shape;9333;p120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1206"/>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9335" name="Google Shape;9335;p1206"/>
          <p:cNvSpPr txBox="1"/>
          <p:nvPr>
            <p:ph hasCustomPrompt="1" idx="2" type="title"/>
          </p:nvPr>
        </p:nvSpPr>
        <p:spPr>
          <a:xfrm>
            <a:off x="1131163" y="96802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9336" name="Google Shape;9336;p1206"/>
          <p:cNvSpPr txBox="1"/>
          <p:nvPr>
            <p:ph idx="1" type="subTitle"/>
          </p:nvPr>
        </p:nvSpPr>
        <p:spPr>
          <a:xfrm>
            <a:off x="1131163" y="37284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1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
    <p:bg>
      <p:bgPr>
        <a:solidFill>
          <a:schemeClr val="dk1"/>
        </a:solidFill>
      </p:bgPr>
    </p:bg>
    <p:spTree>
      <p:nvGrpSpPr>
        <p:cNvPr id="9337" name="Shape 9337"/>
        <p:cNvGrpSpPr/>
        <p:nvPr/>
      </p:nvGrpSpPr>
      <p:grpSpPr>
        <a:xfrm>
          <a:off x="0" y="0"/>
          <a:ext cx="0" cy="0"/>
          <a:chOff x="0" y="0"/>
          <a:chExt cx="0" cy="0"/>
        </a:xfrm>
      </p:grpSpPr>
      <p:sp>
        <p:nvSpPr>
          <p:cNvPr id="9338" name="Google Shape;9338;p120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1207"/>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9340" name="Google Shape;9340;p1207"/>
          <p:cNvSpPr txBox="1"/>
          <p:nvPr>
            <p:ph hasCustomPrompt="1" idx="2" type="title"/>
          </p:nvPr>
        </p:nvSpPr>
        <p:spPr>
          <a:xfrm>
            <a:off x="3496800" y="894025"/>
            <a:ext cx="2150400" cy="1665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9341" name="Google Shape;9341;p1207"/>
          <p:cNvSpPr txBox="1"/>
          <p:nvPr>
            <p:ph idx="1" type="subTitle"/>
          </p:nvPr>
        </p:nvSpPr>
        <p:spPr>
          <a:xfrm>
            <a:off x="1896450" y="3802475"/>
            <a:ext cx="53511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1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9342" name="Shape 9342"/>
        <p:cNvGrpSpPr/>
        <p:nvPr/>
      </p:nvGrpSpPr>
      <p:grpSpPr>
        <a:xfrm>
          <a:off x="0" y="0"/>
          <a:ext cx="0" cy="0"/>
          <a:chOff x="0" y="0"/>
          <a:chExt cx="0" cy="0"/>
        </a:xfrm>
      </p:grpSpPr>
      <p:sp>
        <p:nvSpPr>
          <p:cNvPr id="9343" name="Google Shape;9343;p120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1208"/>
          <p:cNvSpPr txBox="1"/>
          <p:nvPr>
            <p:ph type="title"/>
          </p:nvPr>
        </p:nvSpPr>
        <p:spPr>
          <a:xfrm>
            <a:off x="1952375" y="3189813"/>
            <a:ext cx="4629600" cy="491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345" name="Google Shape;9345;p1208"/>
          <p:cNvSpPr txBox="1"/>
          <p:nvPr>
            <p:ph idx="1" type="subTitle"/>
          </p:nvPr>
        </p:nvSpPr>
        <p:spPr>
          <a:xfrm>
            <a:off x="1952375" y="1995238"/>
            <a:ext cx="4629600" cy="111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11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
    <p:bg>
      <p:bgPr>
        <a:solidFill>
          <a:schemeClr val="dk1"/>
        </a:solidFill>
      </p:bgPr>
    </p:bg>
    <p:spTree>
      <p:nvGrpSpPr>
        <p:cNvPr id="9346" name="Shape 9346"/>
        <p:cNvGrpSpPr/>
        <p:nvPr/>
      </p:nvGrpSpPr>
      <p:grpSpPr>
        <a:xfrm>
          <a:off x="0" y="0"/>
          <a:ext cx="0" cy="0"/>
          <a:chOff x="0" y="0"/>
          <a:chExt cx="0" cy="0"/>
        </a:xfrm>
      </p:grpSpPr>
      <p:sp>
        <p:nvSpPr>
          <p:cNvPr id="9347" name="Google Shape;9347;p1209"/>
          <p:cNvSpPr txBox="1"/>
          <p:nvPr>
            <p:ph type="title"/>
          </p:nvPr>
        </p:nvSpPr>
        <p:spPr>
          <a:xfrm>
            <a:off x="713250" y="5395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atin typeface="Roboto"/>
                <a:ea typeface="Roboto"/>
                <a:cs typeface="Roboto"/>
                <a:sym typeface="Roboto"/>
              </a:defRPr>
            </a:lvl1pPr>
            <a:lvl2pPr lvl="1">
              <a:spcBef>
                <a:spcPts val="0"/>
              </a:spcBef>
              <a:spcAft>
                <a:spcPts val="0"/>
              </a:spcAft>
              <a:buSzPts val="2800"/>
              <a:buNone/>
              <a:defRPr>
                <a:latin typeface="Roboto"/>
                <a:ea typeface="Roboto"/>
                <a:cs typeface="Roboto"/>
                <a:sym typeface="Roboto"/>
              </a:defRPr>
            </a:lvl2pPr>
            <a:lvl3pPr lvl="2">
              <a:spcBef>
                <a:spcPts val="0"/>
              </a:spcBef>
              <a:spcAft>
                <a:spcPts val="0"/>
              </a:spcAft>
              <a:buSzPts val="2800"/>
              <a:buNone/>
              <a:defRPr>
                <a:latin typeface="Roboto"/>
                <a:ea typeface="Roboto"/>
                <a:cs typeface="Roboto"/>
                <a:sym typeface="Roboto"/>
              </a:defRPr>
            </a:lvl3pPr>
            <a:lvl4pPr lvl="3">
              <a:spcBef>
                <a:spcPts val="0"/>
              </a:spcBef>
              <a:spcAft>
                <a:spcPts val="0"/>
              </a:spcAft>
              <a:buSzPts val="2800"/>
              <a:buNone/>
              <a:defRPr>
                <a:latin typeface="Roboto"/>
                <a:ea typeface="Roboto"/>
                <a:cs typeface="Roboto"/>
                <a:sym typeface="Roboto"/>
              </a:defRPr>
            </a:lvl4pPr>
            <a:lvl5pPr lvl="4">
              <a:spcBef>
                <a:spcPts val="0"/>
              </a:spcBef>
              <a:spcAft>
                <a:spcPts val="0"/>
              </a:spcAft>
              <a:buSzPts val="2800"/>
              <a:buNone/>
              <a:defRPr>
                <a:latin typeface="Roboto"/>
                <a:ea typeface="Roboto"/>
                <a:cs typeface="Roboto"/>
                <a:sym typeface="Roboto"/>
              </a:defRPr>
            </a:lvl5pPr>
            <a:lvl6pPr lvl="5">
              <a:spcBef>
                <a:spcPts val="0"/>
              </a:spcBef>
              <a:spcAft>
                <a:spcPts val="0"/>
              </a:spcAft>
              <a:buSzPts val="2800"/>
              <a:buNone/>
              <a:defRPr>
                <a:latin typeface="Roboto"/>
                <a:ea typeface="Roboto"/>
                <a:cs typeface="Roboto"/>
                <a:sym typeface="Roboto"/>
              </a:defRPr>
            </a:lvl6pPr>
            <a:lvl7pPr lvl="6">
              <a:spcBef>
                <a:spcPts val="0"/>
              </a:spcBef>
              <a:spcAft>
                <a:spcPts val="0"/>
              </a:spcAft>
              <a:buSzPts val="2800"/>
              <a:buNone/>
              <a:defRPr>
                <a:latin typeface="Roboto"/>
                <a:ea typeface="Roboto"/>
                <a:cs typeface="Roboto"/>
                <a:sym typeface="Roboto"/>
              </a:defRPr>
            </a:lvl7pPr>
            <a:lvl8pPr lvl="7">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9348" name="Google Shape;9348;p120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1209"/>
          <p:cNvSpPr txBox="1"/>
          <p:nvPr>
            <p:ph idx="2" type="title"/>
          </p:nvPr>
        </p:nvSpPr>
        <p:spPr>
          <a:xfrm>
            <a:off x="3364525" y="3430088"/>
            <a:ext cx="4629600" cy="491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350" name="Google Shape;9350;p1209"/>
          <p:cNvSpPr txBox="1"/>
          <p:nvPr>
            <p:ph idx="1" type="subTitle"/>
          </p:nvPr>
        </p:nvSpPr>
        <p:spPr>
          <a:xfrm>
            <a:off x="3364525" y="2235513"/>
            <a:ext cx="4629600" cy="111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11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0">
    <p:bg>
      <p:bgPr>
        <a:solidFill>
          <a:schemeClr val="dk1"/>
        </a:solidFill>
      </p:bgPr>
    </p:bg>
    <p:spTree>
      <p:nvGrpSpPr>
        <p:cNvPr id="9351" name="Shape 9351"/>
        <p:cNvGrpSpPr/>
        <p:nvPr/>
      </p:nvGrpSpPr>
      <p:grpSpPr>
        <a:xfrm>
          <a:off x="0" y="0"/>
          <a:ext cx="0" cy="0"/>
          <a:chOff x="0" y="0"/>
          <a:chExt cx="0" cy="0"/>
        </a:xfrm>
      </p:grpSpPr>
      <p:sp>
        <p:nvSpPr>
          <p:cNvPr id="9352" name="Google Shape;9352;p121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1210"/>
          <p:cNvSpPr txBox="1"/>
          <p:nvPr>
            <p:ph hasCustomPrompt="1" type="title"/>
          </p:nvPr>
        </p:nvSpPr>
        <p:spPr>
          <a:xfrm>
            <a:off x="2070613" y="1505850"/>
            <a:ext cx="4774200" cy="1332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9354" name="Google Shape;9354;p1210"/>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22">
    <p:bg>
      <p:bgPr>
        <a:solidFill>
          <a:schemeClr val="dk1"/>
        </a:solidFill>
      </p:bgPr>
    </p:bg>
    <p:spTree>
      <p:nvGrpSpPr>
        <p:cNvPr id="9355" name="Shape 9355"/>
        <p:cNvGrpSpPr/>
        <p:nvPr/>
      </p:nvGrpSpPr>
      <p:grpSpPr>
        <a:xfrm>
          <a:off x="0" y="0"/>
          <a:ext cx="0" cy="0"/>
          <a:chOff x="0" y="0"/>
          <a:chExt cx="0" cy="0"/>
        </a:xfrm>
      </p:grpSpPr>
      <p:sp>
        <p:nvSpPr>
          <p:cNvPr id="9356" name="Google Shape;9356;p1211"/>
          <p:cNvSpPr txBox="1"/>
          <p:nvPr>
            <p:ph hasCustomPrompt="1" type="title"/>
          </p:nvPr>
        </p:nvSpPr>
        <p:spPr>
          <a:xfrm>
            <a:off x="2337663" y="1768700"/>
            <a:ext cx="2299800" cy="1209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9357" name="Google Shape;9357;p1211"/>
          <p:cNvSpPr txBox="1"/>
          <p:nvPr>
            <p:ph idx="1" type="subTitle"/>
          </p:nvPr>
        </p:nvSpPr>
        <p:spPr>
          <a:xfrm>
            <a:off x="4989538" y="1768700"/>
            <a:ext cx="3188400" cy="1209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358" name="Google Shape;9358;p1211"/>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59" name="Google Shape;9359;p1211"/>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9360" name="Google Shape;9360;p1211"/>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1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bg>
      <p:bgPr>
        <a:solidFill>
          <a:schemeClr val="dk1"/>
        </a:solidFill>
      </p:bgPr>
    </p:bg>
    <p:spTree>
      <p:nvGrpSpPr>
        <p:cNvPr id="9361" name="Shape 9361"/>
        <p:cNvGrpSpPr/>
        <p:nvPr/>
      </p:nvGrpSpPr>
      <p:grpSpPr>
        <a:xfrm>
          <a:off x="0" y="0"/>
          <a:ext cx="0" cy="0"/>
          <a:chOff x="0" y="0"/>
          <a:chExt cx="0" cy="0"/>
        </a:xfrm>
      </p:grpSpPr>
      <p:sp>
        <p:nvSpPr>
          <p:cNvPr id="9362" name="Google Shape;9362;p1212"/>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63" name="Google Shape;9363;p1212"/>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9364" name="Google Shape;9364;p121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365" name="Google Shape;9365;p1212"/>
          <p:cNvSpPr txBox="1"/>
          <p:nvPr>
            <p:ph hasCustomPrompt="1" idx="2" type="title"/>
          </p:nvPr>
        </p:nvSpPr>
        <p:spPr>
          <a:xfrm>
            <a:off x="1153250" y="1714350"/>
            <a:ext cx="2299800" cy="103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9366" name="Google Shape;9366;p1212"/>
          <p:cNvSpPr txBox="1"/>
          <p:nvPr>
            <p:ph idx="1" type="subTitle"/>
          </p:nvPr>
        </p:nvSpPr>
        <p:spPr>
          <a:xfrm>
            <a:off x="1153250" y="2750550"/>
            <a:ext cx="2299800" cy="1058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367" name="Google Shape;9367;p1212"/>
          <p:cNvSpPr txBox="1"/>
          <p:nvPr>
            <p:ph hasCustomPrompt="1" idx="3" type="title"/>
          </p:nvPr>
        </p:nvSpPr>
        <p:spPr>
          <a:xfrm>
            <a:off x="5006988" y="1378188"/>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9368" name="Google Shape;9368;p1212"/>
          <p:cNvSpPr txBox="1"/>
          <p:nvPr>
            <p:ph idx="4" type="subTitle"/>
          </p:nvPr>
        </p:nvSpPr>
        <p:spPr>
          <a:xfrm>
            <a:off x="5006988" y="202385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369" name="Google Shape;9369;p1212"/>
          <p:cNvSpPr txBox="1"/>
          <p:nvPr>
            <p:ph hasCustomPrompt="1" idx="5" type="title"/>
          </p:nvPr>
        </p:nvSpPr>
        <p:spPr>
          <a:xfrm>
            <a:off x="5006988" y="3133450"/>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9370" name="Google Shape;9370;p1212"/>
          <p:cNvSpPr txBox="1"/>
          <p:nvPr>
            <p:ph idx="6" type="subTitle"/>
          </p:nvPr>
        </p:nvSpPr>
        <p:spPr>
          <a:xfrm>
            <a:off x="5006988" y="377900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3">
    <p:bg>
      <p:bgPr>
        <a:solidFill>
          <a:schemeClr val="dk1"/>
        </a:solidFill>
      </p:bgPr>
    </p:bg>
    <p:spTree>
      <p:nvGrpSpPr>
        <p:cNvPr id="9371" name="Shape 9371"/>
        <p:cNvGrpSpPr/>
        <p:nvPr/>
      </p:nvGrpSpPr>
      <p:grpSpPr>
        <a:xfrm>
          <a:off x="0" y="0"/>
          <a:ext cx="0" cy="0"/>
          <a:chOff x="0" y="0"/>
          <a:chExt cx="0" cy="0"/>
        </a:xfrm>
      </p:grpSpPr>
      <p:sp>
        <p:nvSpPr>
          <p:cNvPr id="9372" name="Google Shape;9372;p1213"/>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73" name="Google Shape;9373;p1213"/>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9374" name="Google Shape;9374;p121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375" name="Google Shape;9375;p1213"/>
          <p:cNvSpPr txBox="1"/>
          <p:nvPr>
            <p:ph hasCustomPrompt="1" idx="2" type="title"/>
          </p:nvPr>
        </p:nvSpPr>
        <p:spPr>
          <a:xfrm>
            <a:off x="1153250"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9376" name="Google Shape;9376;p1213"/>
          <p:cNvSpPr txBox="1"/>
          <p:nvPr>
            <p:ph idx="1" type="subTitle"/>
          </p:nvPr>
        </p:nvSpPr>
        <p:spPr>
          <a:xfrm>
            <a:off x="1153250" y="3575299"/>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377" name="Google Shape;9377;p1213"/>
          <p:cNvSpPr txBox="1"/>
          <p:nvPr>
            <p:ph hasCustomPrompt="1" idx="3" type="title"/>
          </p:nvPr>
        </p:nvSpPr>
        <p:spPr>
          <a:xfrm>
            <a:off x="3476088"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9378" name="Google Shape;9378;p1213"/>
          <p:cNvSpPr txBox="1"/>
          <p:nvPr>
            <p:ph idx="4" type="subTitle"/>
          </p:nvPr>
        </p:nvSpPr>
        <p:spPr>
          <a:xfrm>
            <a:off x="3476100" y="3575295"/>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379" name="Google Shape;9379;p1213"/>
          <p:cNvSpPr txBox="1"/>
          <p:nvPr>
            <p:ph hasCustomPrompt="1" idx="5" type="title"/>
          </p:nvPr>
        </p:nvSpPr>
        <p:spPr>
          <a:xfrm>
            <a:off x="5798944" y="2777254"/>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9380" name="Google Shape;9380;p1213"/>
          <p:cNvSpPr txBox="1"/>
          <p:nvPr>
            <p:ph idx="6" type="subTitle"/>
          </p:nvPr>
        </p:nvSpPr>
        <p:spPr>
          <a:xfrm>
            <a:off x="5798944" y="3575198"/>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_1_1">
    <p:bg>
      <p:bgPr>
        <a:solidFill>
          <a:schemeClr val="dk1"/>
        </a:solidFill>
      </p:bgPr>
    </p:bg>
    <p:spTree>
      <p:nvGrpSpPr>
        <p:cNvPr id="9381" name="Shape 9381"/>
        <p:cNvGrpSpPr/>
        <p:nvPr/>
      </p:nvGrpSpPr>
      <p:grpSpPr>
        <a:xfrm>
          <a:off x="0" y="0"/>
          <a:ext cx="0" cy="0"/>
          <a:chOff x="0" y="0"/>
          <a:chExt cx="0" cy="0"/>
        </a:xfrm>
      </p:grpSpPr>
      <p:grpSp>
        <p:nvGrpSpPr>
          <p:cNvPr id="9382" name="Google Shape;9382;p1214"/>
          <p:cNvGrpSpPr/>
          <p:nvPr/>
        </p:nvGrpSpPr>
        <p:grpSpPr>
          <a:xfrm>
            <a:off x="713225" y="539500"/>
            <a:ext cx="7717500" cy="4064400"/>
            <a:chOff x="713225" y="539500"/>
            <a:chExt cx="7717500" cy="4064400"/>
          </a:xfrm>
        </p:grpSpPr>
        <p:sp>
          <p:nvSpPr>
            <p:cNvPr id="9383" name="Google Shape;9383;p121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84" name="Google Shape;9384;p121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385" name="Google Shape;9385;p121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1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_1">
    <p:bg>
      <p:bgPr>
        <a:solidFill>
          <a:schemeClr val="dk1"/>
        </a:solidFill>
      </p:bgPr>
    </p:bg>
    <p:spTree>
      <p:nvGrpSpPr>
        <p:cNvPr id="9386" name="Shape 9386"/>
        <p:cNvGrpSpPr/>
        <p:nvPr/>
      </p:nvGrpSpPr>
      <p:grpSpPr>
        <a:xfrm>
          <a:off x="0" y="0"/>
          <a:ext cx="0" cy="0"/>
          <a:chOff x="0" y="0"/>
          <a:chExt cx="0" cy="0"/>
        </a:xfrm>
      </p:grpSpPr>
      <p:grpSp>
        <p:nvGrpSpPr>
          <p:cNvPr id="9387" name="Google Shape;9387;p1215"/>
          <p:cNvGrpSpPr/>
          <p:nvPr/>
        </p:nvGrpSpPr>
        <p:grpSpPr>
          <a:xfrm>
            <a:off x="713225" y="539500"/>
            <a:ext cx="7717500" cy="4064400"/>
            <a:chOff x="713225" y="539500"/>
            <a:chExt cx="7717500" cy="4064400"/>
          </a:xfrm>
        </p:grpSpPr>
        <p:sp>
          <p:nvSpPr>
            <p:cNvPr id="9388" name="Google Shape;9388;p121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89" name="Google Shape;9389;p121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390" name="Google Shape;9390;p1215"/>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1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1_1_1">
    <p:bg>
      <p:bgPr>
        <a:solidFill>
          <a:schemeClr val="dk1"/>
        </a:solidFill>
      </p:bgPr>
    </p:bg>
    <p:spTree>
      <p:nvGrpSpPr>
        <p:cNvPr id="9391" name="Shape 9391"/>
        <p:cNvGrpSpPr/>
        <p:nvPr/>
      </p:nvGrpSpPr>
      <p:grpSpPr>
        <a:xfrm>
          <a:off x="0" y="0"/>
          <a:ext cx="0" cy="0"/>
          <a:chOff x="0" y="0"/>
          <a:chExt cx="0" cy="0"/>
        </a:xfrm>
      </p:grpSpPr>
      <p:grpSp>
        <p:nvGrpSpPr>
          <p:cNvPr id="9392" name="Google Shape;9392;p1216"/>
          <p:cNvGrpSpPr/>
          <p:nvPr/>
        </p:nvGrpSpPr>
        <p:grpSpPr>
          <a:xfrm>
            <a:off x="713225" y="539500"/>
            <a:ext cx="7717500" cy="4064400"/>
            <a:chOff x="713225" y="539500"/>
            <a:chExt cx="7717500" cy="4064400"/>
          </a:xfrm>
        </p:grpSpPr>
        <p:sp>
          <p:nvSpPr>
            <p:cNvPr id="9393" name="Google Shape;9393;p121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94" name="Google Shape;9394;p121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395" name="Google Shape;9395;p1216"/>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1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BLANK_1_1_1_1_1_1_3">
    <p:bg>
      <p:bgPr>
        <a:solidFill>
          <a:schemeClr val="dk1"/>
        </a:solidFill>
      </p:bgPr>
    </p:bg>
    <p:spTree>
      <p:nvGrpSpPr>
        <p:cNvPr id="9396" name="Shape 9396"/>
        <p:cNvGrpSpPr/>
        <p:nvPr/>
      </p:nvGrpSpPr>
      <p:grpSpPr>
        <a:xfrm>
          <a:off x="0" y="0"/>
          <a:ext cx="0" cy="0"/>
          <a:chOff x="0" y="0"/>
          <a:chExt cx="0" cy="0"/>
        </a:xfrm>
      </p:grpSpPr>
      <p:grpSp>
        <p:nvGrpSpPr>
          <p:cNvPr id="9397" name="Google Shape;9397;p1217"/>
          <p:cNvGrpSpPr/>
          <p:nvPr/>
        </p:nvGrpSpPr>
        <p:grpSpPr>
          <a:xfrm>
            <a:off x="713225" y="539500"/>
            <a:ext cx="7717500" cy="4064400"/>
            <a:chOff x="713225" y="539500"/>
            <a:chExt cx="7717500" cy="4064400"/>
          </a:xfrm>
        </p:grpSpPr>
        <p:sp>
          <p:nvSpPr>
            <p:cNvPr id="9398" name="Google Shape;9398;p121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99" name="Google Shape;9399;p121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400" name="Google Shape;9400;p1217"/>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1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_1_3_1">
    <p:bg>
      <p:bgPr>
        <a:solidFill>
          <a:schemeClr val="dk1"/>
        </a:solidFill>
      </p:bgPr>
    </p:bg>
    <p:spTree>
      <p:nvGrpSpPr>
        <p:cNvPr id="9401" name="Shape 9401"/>
        <p:cNvGrpSpPr/>
        <p:nvPr/>
      </p:nvGrpSpPr>
      <p:grpSpPr>
        <a:xfrm>
          <a:off x="0" y="0"/>
          <a:ext cx="0" cy="0"/>
          <a:chOff x="0" y="0"/>
          <a:chExt cx="0" cy="0"/>
        </a:xfrm>
      </p:grpSpPr>
      <p:grpSp>
        <p:nvGrpSpPr>
          <p:cNvPr id="9402" name="Google Shape;9402;p1218"/>
          <p:cNvGrpSpPr/>
          <p:nvPr/>
        </p:nvGrpSpPr>
        <p:grpSpPr>
          <a:xfrm>
            <a:off x="713225" y="539500"/>
            <a:ext cx="7717500" cy="4064400"/>
            <a:chOff x="713225" y="539500"/>
            <a:chExt cx="7717500" cy="4064400"/>
          </a:xfrm>
        </p:grpSpPr>
        <p:sp>
          <p:nvSpPr>
            <p:cNvPr id="9403" name="Google Shape;9403;p121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04" name="Google Shape;9404;p121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405" name="Google Shape;9405;p1218"/>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1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0">
    <p:bg>
      <p:bgPr>
        <a:solidFill>
          <a:schemeClr val="dk1"/>
        </a:solidFill>
      </p:bgPr>
    </p:bg>
    <p:spTree>
      <p:nvGrpSpPr>
        <p:cNvPr id="9406" name="Shape 9406"/>
        <p:cNvGrpSpPr/>
        <p:nvPr/>
      </p:nvGrpSpPr>
      <p:grpSpPr>
        <a:xfrm>
          <a:off x="0" y="0"/>
          <a:ext cx="0" cy="0"/>
          <a:chOff x="0" y="0"/>
          <a:chExt cx="0" cy="0"/>
        </a:xfrm>
      </p:grpSpPr>
      <p:sp>
        <p:nvSpPr>
          <p:cNvPr id="9407" name="Google Shape;9407;p121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1219"/>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11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_1_1_1_2">
    <p:bg>
      <p:bgPr>
        <a:solidFill>
          <a:schemeClr val="dk1"/>
        </a:solidFill>
      </p:bgPr>
    </p:bg>
    <p:spTree>
      <p:nvGrpSpPr>
        <p:cNvPr id="9409" name="Shape 9409"/>
        <p:cNvGrpSpPr/>
        <p:nvPr/>
      </p:nvGrpSpPr>
      <p:grpSpPr>
        <a:xfrm>
          <a:off x="0" y="0"/>
          <a:ext cx="0" cy="0"/>
          <a:chOff x="0" y="0"/>
          <a:chExt cx="0" cy="0"/>
        </a:xfrm>
      </p:grpSpPr>
      <p:sp>
        <p:nvSpPr>
          <p:cNvPr id="9410" name="Google Shape;9410;p1220"/>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1220"/>
          <p:cNvSpPr txBox="1"/>
          <p:nvPr>
            <p:ph type="title"/>
          </p:nvPr>
        </p:nvSpPr>
        <p:spPr>
          <a:xfrm>
            <a:off x="1263200" y="1298488"/>
            <a:ext cx="2732700" cy="109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9412" name="Google Shape;9412;p1220"/>
          <p:cNvSpPr txBox="1"/>
          <p:nvPr>
            <p:ph idx="1" type="subTitle"/>
          </p:nvPr>
        </p:nvSpPr>
        <p:spPr>
          <a:xfrm>
            <a:off x="1263200" y="2394813"/>
            <a:ext cx="2732700" cy="1541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1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9413" name="Shape 9413"/>
        <p:cNvGrpSpPr/>
        <p:nvPr/>
      </p:nvGrpSpPr>
      <p:grpSpPr>
        <a:xfrm>
          <a:off x="0" y="0"/>
          <a:ext cx="0" cy="0"/>
          <a:chOff x="0" y="0"/>
          <a:chExt cx="0" cy="0"/>
        </a:xfrm>
      </p:grpSpPr>
      <p:sp>
        <p:nvSpPr>
          <p:cNvPr id="9414" name="Google Shape;9414;p1221"/>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1221"/>
          <p:cNvSpPr txBox="1"/>
          <p:nvPr>
            <p:ph type="title"/>
          </p:nvPr>
        </p:nvSpPr>
        <p:spPr>
          <a:xfrm>
            <a:off x="948875" y="1767400"/>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9416" name="Google Shape;9416;p1221"/>
          <p:cNvSpPr txBox="1"/>
          <p:nvPr>
            <p:ph idx="1" type="subTitle"/>
          </p:nvPr>
        </p:nvSpPr>
        <p:spPr>
          <a:xfrm>
            <a:off x="948875" y="2274200"/>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1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1_1_1_2_1_1_1">
    <p:bg>
      <p:bgPr>
        <a:solidFill>
          <a:schemeClr val="dk1"/>
        </a:solidFill>
      </p:bgPr>
    </p:bg>
    <p:spTree>
      <p:nvGrpSpPr>
        <p:cNvPr id="9417" name="Shape 9417"/>
        <p:cNvGrpSpPr/>
        <p:nvPr/>
      </p:nvGrpSpPr>
      <p:grpSpPr>
        <a:xfrm>
          <a:off x="0" y="0"/>
          <a:ext cx="0" cy="0"/>
          <a:chOff x="0" y="0"/>
          <a:chExt cx="0" cy="0"/>
        </a:xfrm>
      </p:grpSpPr>
      <p:grpSp>
        <p:nvGrpSpPr>
          <p:cNvPr id="9418" name="Google Shape;9418;p1222"/>
          <p:cNvGrpSpPr/>
          <p:nvPr/>
        </p:nvGrpSpPr>
        <p:grpSpPr>
          <a:xfrm>
            <a:off x="713225" y="539500"/>
            <a:ext cx="7717500" cy="4064400"/>
            <a:chOff x="713225" y="539500"/>
            <a:chExt cx="7717500" cy="4064400"/>
          </a:xfrm>
        </p:grpSpPr>
        <p:sp>
          <p:nvSpPr>
            <p:cNvPr id="9419" name="Google Shape;9419;p122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20" name="Google Shape;9420;p122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421" name="Google Shape;9421;p122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422" name="Google Shape;9422;p1222"/>
          <p:cNvSpPr txBox="1"/>
          <p:nvPr>
            <p:ph idx="1" type="subTitle"/>
          </p:nvPr>
        </p:nvSpPr>
        <p:spPr>
          <a:xfrm>
            <a:off x="862402" y="2181950"/>
            <a:ext cx="74778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9423" name="Google Shape;9423;p1222"/>
          <p:cNvSpPr txBox="1"/>
          <p:nvPr>
            <p:ph idx="2" type="subTitle"/>
          </p:nvPr>
        </p:nvSpPr>
        <p:spPr>
          <a:xfrm>
            <a:off x="853775" y="2571350"/>
            <a:ext cx="7477800" cy="1937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9424" name="Google Shape;9424;p1222"/>
          <p:cNvSpPr txBox="1"/>
          <p:nvPr>
            <p:ph idx="3" type="subTitle"/>
          </p:nvPr>
        </p:nvSpPr>
        <p:spPr>
          <a:xfrm>
            <a:off x="821225" y="1404325"/>
            <a:ext cx="76095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Tree>
  </p:cSld>
  <p:clrMapOvr>
    <a:masterClrMapping/>
  </p:clrMapOvr>
</p:sldLayout>
</file>

<file path=ppt/slideLayouts/slideLayout12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bg>
      <p:bgPr>
        <a:solidFill>
          <a:schemeClr val="dk1"/>
        </a:solidFill>
      </p:bgPr>
    </p:bg>
    <p:spTree>
      <p:nvGrpSpPr>
        <p:cNvPr id="9425" name="Shape 9425"/>
        <p:cNvGrpSpPr/>
        <p:nvPr/>
      </p:nvGrpSpPr>
      <p:grpSpPr>
        <a:xfrm>
          <a:off x="0" y="0"/>
          <a:ext cx="0" cy="0"/>
          <a:chOff x="0" y="0"/>
          <a:chExt cx="0" cy="0"/>
        </a:xfrm>
      </p:grpSpPr>
      <p:sp>
        <p:nvSpPr>
          <p:cNvPr id="9426" name="Google Shape;9426;p1223"/>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1223"/>
          <p:cNvSpPr txBox="1"/>
          <p:nvPr>
            <p:ph type="title"/>
          </p:nvPr>
        </p:nvSpPr>
        <p:spPr>
          <a:xfrm>
            <a:off x="4762538" y="1024043"/>
            <a:ext cx="3159900" cy="2028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9428" name="Google Shape;9428;p1223"/>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2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bg>
      <p:bgPr>
        <a:solidFill>
          <a:schemeClr val="dk1"/>
        </a:solidFill>
      </p:bgPr>
    </p:bg>
    <p:spTree>
      <p:nvGrpSpPr>
        <p:cNvPr id="9429" name="Shape 9429"/>
        <p:cNvGrpSpPr/>
        <p:nvPr/>
      </p:nvGrpSpPr>
      <p:grpSpPr>
        <a:xfrm>
          <a:off x="0" y="0"/>
          <a:ext cx="0" cy="0"/>
          <a:chOff x="0" y="0"/>
          <a:chExt cx="0" cy="0"/>
        </a:xfrm>
      </p:grpSpPr>
      <p:sp>
        <p:nvSpPr>
          <p:cNvPr id="9430" name="Google Shape;9430;p1224"/>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1224"/>
          <p:cNvSpPr txBox="1"/>
          <p:nvPr>
            <p:ph type="title"/>
          </p:nvPr>
        </p:nvSpPr>
        <p:spPr>
          <a:xfrm>
            <a:off x="954338" y="1773175"/>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9432" name="Google Shape;9432;p1224"/>
          <p:cNvSpPr txBox="1"/>
          <p:nvPr>
            <p:ph idx="1" type="subTitle"/>
          </p:nvPr>
        </p:nvSpPr>
        <p:spPr>
          <a:xfrm>
            <a:off x="954338" y="2279975"/>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2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
    <p:bg>
      <p:bgPr>
        <a:solidFill>
          <a:schemeClr val="dk1"/>
        </a:solidFill>
      </p:bgPr>
    </p:bg>
    <p:spTree>
      <p:nvGrpSpPr>
        <p:cNvPr id="9433" name="Shape 9433"/>
        <p:cNvGrpSpPr/>
        <p:nvPr/>
      </p:nvGrpSpPr>
      <p:grpSpPr>
        <a:xfrm>
          <a:off x="0" y="0"/>
          <a:ext cx="0" cy="0"/>
          <a:chOff x="0" y="0"/>
          <a:chExt cx="0" cy="0"/>
        </a:xfrm>
      </p:grpSpPr>
      <p:grpSp>
        <p:nvGrpSpPr>
          <p:cNvPr id="9434" name="Google Shape;9434;p1225"/>
          <p:cNvGrpSpPr/>
          <p:nvPr/>
        </p:nvGrpSpPr>
        <p:grpSpPr>
          <a:xfrm>
            <a:off x="713225" y="539500"/>
            <a:ext cx="7717500" cy="4064400"/>
            <a:chOff x="713225" y="539500"/>
            <a:chExt cx="7717500" cy="4064400"/>
          </a:xfrm>
        </p:grpSpPr>
        <p:sp>
          <p:nvSpPr>
            <p:cNvPr id="9435" name="Google Shape;9435;p122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36" name="Google Shape;9436;p122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437" name="Google Shape;9437;p122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438" name="Google Shape;9438;p1225"/>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9439" name="Google Shape;9439;p1225"/>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9440" name="Google Shape;9440;p1225"/>
          <p:cNvSpPr txBox="1"/>
          <p:nvPr>
            <p:ph idx="3" type="subTitle"/>
          </p:nvPr>
        </p:nvSpPr>
        <p:spPr>
          <a:xfrm>
            <a:off x="853775" y="2571192"/>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9441" name="Google Shape;9441;p1225"/>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9442" name="Google Shape;9442;p1225"/>
          <p:cNvSpPr txBox="1"/>
          <p:nvPr>
            <p:ph idx="5" type="subTitle"/>
          </p:nvPr>
        </p:nvSpPr>
        <p:spPr>
          <a:xfrm>
            <a:off x="4615325" y="2570500"/>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2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1_1_1_1">
    <p:bg>
      <p:bgPr>
        <a:solidFill>
          <a:schemeClr val="dk1"/>
        </a:solidFill>
      </p:bgPr>
    </p:bg>
    <p:spTree>
      <p:nvGrpSpPr>
        <p:cNvPr id="9443" name="Shape 9443"/>
        <p:cNvGrpSpPr/>
        <p:nvPr/>
      </p:nvGrpSpPr>
      <p:grpSpPr>
        <a:xfrm>
          <a:off x="0" y="0"/>
          <a:ext cx="0" cy="0"/>
          <a:chOff x="0" y="0"/>
          <a:chExt cx="0" cy="0"/>
        </a:xfrm>
      </p:grpSpPr>
      <p:grpSp>
        <p:nvGrpSpPr>
          <p:cNvPr id="9444" name="Google Shape;9444;p1226"/>
          <p:cNvGrpSpPr/>
          <p:nvPr/>
        </p:nvGrpSpPr>
        <p:grpSpPr>
          <a:xfrm>
            <a:off x="713225" y="539500"/>
            <a:ext cx="7717500" cy="4064400"/>
            <a:chOff x="713225" y="539500"/>
            <a:chExt cx="7717500" cy="4064400"/>
          </a:xfrm>
        </p:grpSpPr>
        <p:sp>
          <p:nvSpPr>
            <p:cNvPr id="9445" name="Google Shape;9445;p122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46" name="Google Shape;9446;p122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447" name="Google Shape;9447;p122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448" name="Google Shape;9448;p1226"/>
          <p:cNvSpPr txBox="1"/>
          <p:nvPr>
            <p:ph idx="1" type="subTitle"/>
          </p:nvPr>
        </p:nvSpPr>
        <p:spPr>
          <a:xfrm>
            <a:off x="1422663" y="3527586"/>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449" name="Google Shape;9449;p1226"/>
          <p:cNvSpPr txBox="1"/>
          <p:nvPr>
            <p:ph idx="2" type="subTitle"/>
          </p:nvPr>
        </p:nvSpPr>
        <p:spPr>
          <a:xfrm>
            <a:off x="1422663" y="3098062"/>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450" name="Google Shape;9450;p1226"/>
          <p:cNvSpPr txBox="1"/>
          <p:nvPr>
            <p:ph idx="3" type="subTitle"/>
          </p:nvPr>
        </p:nvSpPr>
        <p:spPr>
          <a:xfrm>
            <a:off x="5336638" y="3527925"/>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451" name="Google Shape;9451;p1226"/>
          <p:cNvSpPr txBox="1"/>
          <p:nvPr>
            <p:ph idx="4" type="subTitle"/>
          </p:nvPr>
        </p:nvSpPr>
        <p:spPr>
          <a:xfrm>
            <a:off x="5336638" y="30980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8">
    <p:bg>
      <p:bgPr>
        <a:solidFill>
          <a:schemeClr val="dk1"/>
        </a:solidFill>
      </p:bgPr>
    </p:bg>
    <p:spTree>
      <p:nvGrpSpPr>
        <p:cNvPr id="9452" name="Shape 9452"/>
        <p:cNvGrpSpPr/>
        <p:nvPr/>
      </p:nvGrpSpPr>
      <p:grpSpPr>
        <a:xfrm>
          <a:off x="0" y="0"/>
          <a:ext cx="0" cy="0"/>
          <a:chOff x="0" y="0"/>
          <a:chExt cx="0" cy="0"/>
        </a:xfrm>
      </p:grpSpPr>
      <p:grpSp>
        <p:nvGrpSpPr>
          <p:cNvPr id="9453" name="Google Shape;9453;p1227"/>
          <p:cNvGrpSpPr/>
          <p:nvPr/>
        </p:nvGrpSpPr>
        <p:grpSpPr>
          <a:xfrm>
            <a:off x="713225" y="539500"/>
            <a:ext cx="7717500" cy="4064400"/>
            <a:chOff x="713225" y="539500"/>
            <a:chExt cx="7717500" cy="4064400"/>
          </a:xfrm>
        </p:grpSpPr>
        <p:sp>
          <p:nvSpPr>
            <p:cNvPr id="9454" name="Google Shape;9454;p122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55" name="Google Shape;9455;p122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456" name="Google Shape;9456;p122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457" name="Google Shape;9457;p1227"/>
          <p:cNvSpPr txBox="1"/>
          <p:nvPr>
            <p:ph idx="1" type="subTitle"/>
          </p:nvPr>
        </p:nvSpPr>
        <p:spPr>
          <a:xfrm>
            <a:off x="2965993" y="1780597"/>
            <a:ext cx="3506400" cy="80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458" name="Google Shape;9458;p1227"/>
          <p:cNvSpPr txBox="1"/>
          <p:nvPr>
            <p:ph idx="2" type="subTitle"/>
          </p:nvPr>
        </p:nvSpPr>
        <p:spPr>
          <a:xfrm>
            <a:off x="2965993" y="1351073"/>
            <a:ext cx="3506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459" name="Google Shape;9459;p1227"/>
          <p:cNvSpPr txBox="1"/>
          <p:nvPr>
            <p:ph idx="3" type="subTitle"/>
          </p:nvPr>
        </p:nvSpPr>
        <p:spPr>
          <a:xfrm>
            <a:off x="2280193" y="3541819"/>
            <a:ext cx="3506400" cy="809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460" name="Google Shape;9460;p1227"/>
          <p:cNvSpPr txBox="1"/>
          <p:nvPr>
            <p:ph idx="4" type="subTitle"/>
          </p:nvPr>
        </p:nvSpPr>
        <p:spPr>
          <a:xfrm>
            <a:off x="2280193" y="3111944"/>
            <a:ext cx="3506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bg>
      <p:bgPr>
        <a:solidFill>
          <a:schemeClr val="dk1"/>
        </a:solidFill>
      </p:bgPr>
    </p:bg>
    <p:spTree>
      <p:nvGrpSpPr>
        <p:cNvPr id="9461" name="Shape 9461"/>
        <p:cNvGrpSpPr/>
        <p:nvPr/>
      </p:nvGrpSpPr>
      <p:grpSpPr>
        <a:xfrm>
          <a:off x="0" y="0"/>
          <a:ext cx="0" cy="0"/>
          <a:chOff x="0" y="0"/>
          <a:chExt cx="0" cy="0"/>
        </a:xfrm>
      </p:grpSpPr>
      <p:grpSp>
        <p:nvGrpSpPr>
          <p:cNvPr id="9462" name="Google Shape;9462;p1228"/>
          <p:cNvGrpSpPr/>
          <p:nvPr/>
        </p:nvGrpSpPr>
        <p:grpSpPr>
          <a:xfrm>
            <a:off x="713225" y="539500"/>
            <a:ext cx="7717500" cy="4064400"/>
            <a:chOff x="713225" y="539500"/>
            <a:chExt cx="7717500" cy="4064400"/>
          </a:xfrm>
        </p:grpSpPr>
        <p:sp>
          <p:nvSpPr>
            <p:cNvPr id="9463" name="Google Shape;9463;p122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64" name="Google Shape;9464;p122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465" name="Google Shape;9465;p122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466" name="Google Shape;9466;p1228"/>
          <p:cNvSpPr txBox="1"/>
          <p:nvPr>
            <p:ph idx="1" type="subTitle"/>
          </p:nvPr>
        </p:nvSpPr>
        <p:spPr>
          <a:xfrm>
            <a:off x="1041662" y="2850162"/>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467" name="Google Shape;9467;p1228"/>
          <p:cNvSpPr txBox="1"/>
          <p:nvPr>
            <p:ph idx="2" type="subTitle"/>
          </p:nvPr>
        </p:nvSpPr>
        <p:spPr>
          <a:xfrm>
            <a:off x="1041662"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468" name="Google Shape;9468;p1228"/>
          <p:cNvSpPr txBox="1"/>
          <p:nvPr>
            <p:ph idx="3" type="subTitle"/>
          </p:nvPr>
        </p:nvSpPr>
        <p:spPr>
          <a:xfrm>
            <a:off x="6437934" y="2850513"/>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469" name="Google Shape;9469;p1228"/>
          <p:cNvSpPr txBox="1"/>
          <p:nvPr>
            <p:ph idx="4" type="subTitle"/>
          </p:nvPr>
        </p:nvSpPr>
        <p:spPr>
          <a:xfrm>
            <a:off x="6437934"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6">
    <p:bg>
      <p:bgPr>
        <a:solidFill>
          <a:schemeClr val="dk1"/>
        </a:solidFill>
      </p:bgPr>
    </p:bg>
    <p:spTree>
      <p:nvGrpSpPr>
        <p:cNvPr id="9470" name="Shape 9470"/>
        <p:cNvGrpSpPr/>
        <p:nvPr/>
      </p:nvGrpSpPr>
      <p:grpSpPr>
        <a:xfrm>
          <a:off x="0" y="0"/>
          <a:ext cx="0" cy="0"/>
          <a:chOff x="0" y="0"/>
          <a:chExt cx="0" cy="0"/>
        </a:xfrm>
      </p:grpSpPr>
      <p:grpSp>
        <p:nvGrpSpPr>
          <p:cNvPr id="9471" name="Google Shape;9471;p1229"/>
          <p:cNvGrpSpPr/>
          <p:nvPr/>
        </p:nvGrpSpPr>
        <p:grpSpPr>
          <a:xfrm>
            <a:off x="713225" y="539500"/>
            <a:ext cx="7717500" cy="4064400"/>
            <a:chOff x="713225" y="539500"/>
            <a:chExt cx="7717500" cy="4064400"/>
          </a:xfrm>
        </p:grpSpPr>
        <p:sp>
          <p:nvSpPr>
            <p:cNvPr id="9472" name="Google Shape;9472;p122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73" name="Google Shape;9473;p122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474" name="Google Shape;9474;p122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475" name="Google Shape;9475;p1229"/>
          <p:cNvSpPr txBox="1"/>
          <p:nvPr>
            <p:ph idx="1" type="subTitle"/>
          </p:nvPr>
        </p:nvSpPr>
        <p:spPr>
          <a:xfrm>
            <a:off x="1425525" y="1808851"/>
            <a:ext cx="2384700" cy="2377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
        <p:nvSpPr>
          <p:cNvPr id="9476" name="Google Shape;9476;p1229"/>
          <p:cNvSpPr txBox="1"/>
          <p:nvPr>
            <p:ph idx="2" type="subTitle"/>
          </p:nvPr>
        </p:nvSpPr>
        <p:spPr>
          <a:xfrm>
            <a:off x="5333725" y="1808850"/>
            <a:ext cx="2384700" cy="2356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2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_1_1_1">
    <p:bg>
      <p:bgPr>
        <a:solidFill>
          <a:schemeClr val="dk1"/>
        </a:solidFill>
      </p:bgPr>
    </p:bg>
    <p:spTree>
      <p:nvGrpSpPr>
        <p:cNvPr id="9477" name="Shape 9477"/>
        <p:cNvGrpSpPr/>
        <p:nvPr/>
      </p:nvGrpSpPr>
      <p:grpSpPr>
        <a:xfrm>
          <a:off x="0" y="0"/>
          <a:ext cx="0" cy="0"/>
          <a:chOff x="0" y="0"/>
          <a:chExt cx="0" cy="0"/>
        </a:xfrm>
      </p:grpSpPr>
      <p:grpSp>
        <p:nvGrpSpPr>
          <p:cNvPr id="9478" name="Google Shape;9478;p1230"/>
          <p:cNvGrpSpPr/>
          <p:nvPr/>
        </p:nvGrpSpPr>
        <p:grpSpPr>
          <a:xfrm>
            <a:off x="713225" y="539500"/>
            <a:ext cx="7717500" cy="4064400"/>
            <a:chOff x="713225" y="539500"/>
            <a:chExt cx="7717500" cy="4064400"/>
          </a:xfrm>
        </p:grpSpPr>
        <p:sp>
          <p:nvSpPr>
            <p:cNvPr id="9479" name="Google Shape;9479;p123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80" name="Google Shape;9480;p123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481" name="Google Shape;9481;p123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482" name="Google Shape;9482;p1230"/>
          <p:cNvSpPr txBox="1"/>
          <p:nvPr>
            <p:ph idx="1" type="subTitle"/>
          </p:nvPr>
        </p:nvSpPr>
        <p:spPr>
          <a:xfrm>
            <a:off x="852300" y="16473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483" name="Google Shape;9483;p1230"/>
          <p:cNvSpPr txBox="1"/>
          <p:nvPr>
            <p:ph idx="2" type="subTitle"/>
          </p:nvPr>
        </p:nvSpPr>
        <p:spPr>
          <a:xfrm>
            <a:off x="852300" y="12178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9484" name="Google Shape;9484;p1230"/>
          <p:cNvSpPr txBox="1"/>
          <p:nvPr>
            <p:ph idx="3" type="subTitle"/>
          </p:nvPr>
        </p:nvSpPr>
        <p:spPr>
          <a:xfrm>
            <a:off x="852300" y="27819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485" name="Google Shape;9485;p1230"/>
          <p:cNvSpPr txBox="1"/>
          <p:nvPr>
            <p:ph idx="4" type="subTitle"/>
          </p:nvPr>
        </p:nvSpPr>
        <p:spPr>
          <a:xfrm>
            <a:off x="852300" y="23524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9486" name="Google Shape;9486;p1230"/>
          <p:cNvSpPr txBox="1"/>
          <p:nvPr>
            <p:ph idx="5" type="subTitle"/>
          </p:nvPr>
        </p:nvSpPr>
        <p:spPr>
          <a:xfrm>
            <a:off x="852300" y="3916538"/>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487" name="Google Shape;9487;p1230"/>
          <p:cNvSpPr txBox="1"/>
          <p:nvPr>
            <p:ph idx="6" type="subTitle"/>
          </p:nvPr>
        </p:nvSpPr>
        <p:spPr>
          <a:xfrm>
            <a:off x="852300" y="34870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2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bg>
      <p:bgPr>
        <a:solidFill>
          <a:schemeClr val="dk1"/>
        </a:solidFill>
      </p:bgPr>
    </p:bg>
    <p:spTree>
      <p:nvGrpSpPr>
        <p:cNvPr id="9488" name="Shape 9488"/>
        <p:cNvGrpSpPr/>
        <p:nvPr/>
      </p:nvGrpSpPr>
      <p:grpSpPr>
        <a:xfrm>
          <a:off x="0" y="0"/>
          <a:ext cx="0" cy="0"/>
          <a:chOff x="0" y="0"/>
          <a:chExt cx="0" cy="0"/>
        </a:xfrm>
      </p:grpSpPr>
      <p:grpSp>
        <p:nvGrpSpPr>
          <p:cNvPr id="9489" name="Google Shape;9489;p1231"/>
          <p:cNvGrpSpPr/>
          <p:nvPr/>
        </p:nvGrpSpPr>
        <p:grpSpPr>
          <a:xfrm>
            <a:off x="713225" y="539500"/>
            <a:ext cx="7717500" cy="4064400"/>
            <a:chOff x="713225" y="539500"/>
            <a:chExt cx="7717500" cy="4064400"/>
          </a:xfrm>
        </p:grpSpPr>
        <p:sp>
          <p:nvSpPr>
            <p:cNvPr id="9490" name="Google Shape;9490;p123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91" name="Google Shape;9491;p123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492" name="Google Shape;9492;p123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493" name="Google Shape;9493;p1231"/>
          <p:cNvSpPr txBox="1"/>
          <p:nvPr>
            <p:ph idx="1" type="subTitle"/>
          </p:nvPr>
        </p:nvSpPr>
        <p:spPr>
          <a:xfrm>
            <a:off x="919850"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494" name="Google Shape;9494;p1231"/>
          <p:cNvSpPr txBox="1"/>
          <p:nvPr>
            <p:ph idx="2" type="subTitle"/>
          </p:nvPr>
        </p:nvSpPr>
        <p:spPr>
          <a:xfrm>
            <a:off x="919850"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495" name="Google Shape;9495;p1231"/>
          <p:cNvSpPr txBox="1"/>
          <p:nvPr>
            <p:ph idx="3" type="subTitle"/>
          </p:nvPr>
        </p:nvSpPr>
        <p:spPr>
          <a:xfrm>
            <a:off x="3500699"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496" name="Google Shape;9496;p1231"/>
          <p:cNvSpPr txBox="1"/>
          <p:nvPr>
            <p:ph idx="4" type="subTitle"/>
          </p:nvPr>
        </p:nvSpPr>
        <p:spPr>
          <a:xfrm>
            <a:off x="3500697"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497" name="Google Shape;9497;p1231"/>
          <p:cNvSpPr txBox="1"/>
          <p:nvPr>
            <p:ph idx="5" type="subTitle"/>
          </p:nvPr>
        </p:nvSpPr>
        <p:spPr>
          <a:xfrm>
            <a:off x="6069048"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498" name="Google Shape;9498;p1231"/>
          <p:cNvSpPr txBox="1"/>
          <p:nvPr>
            <p:ph idx="6" type="subTitle"/>
          </p:nvPr>
        </p:nvSpPr>
        <p:spPr>
          <a:xfrm>
            <a:off x="6069043"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1_1_1_1_1_1">
    <p:bg>
      <p:bgPr>
        <a:solidFill>
          <a:schemeClr val="dk1"/>
        </a:solidFill>
      </p:bgPr>
    </p:bg>
    <p:spTree>
      <p:nvGrpSpPr>
        <p:cNvPr id="9499" name="Shape 9499"/>
        <p:cNvGrpSpPr/>
        <p:nvPr/>
      </p:nvGrpSpPr>
      <p:grpSpPr>
        <a:xfrm>
          <a:off x="0" y="0"/>
          <a:ext cx="0" cy="0"/>
          <a:chOff x="0" y="0"/>
          <a:chExt cx="0" cy="0"/>
        </a:xfrm>
      </p:grpSpPr>
      <p:grpSp>
        <p:nvGrpSpPr>
          <p:cNvPr id="9500" name="Google Shape;9500;p1232"/>
          <p:cNvGrpSpPr/>
          <p:nvPr/>
        </p:nvGrpSpPr>
        <p:grpSpPr>
          <a:xfrm>
            <a:off x="713225" y="539500"/>
            <a:ext cx="7717500" cy="4064400"/>
            <a:chOff x="713225" y="539500"/>
            <a:chExt cx="7717500" cy="4064400"/>
          </a:xfrm>
        </p:grpSpPr>
        <p:sp>
          <p:nvSpPr>
            <p:cNvPr id="9501" name="Google Shape;9501;p123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02" name="Google Shape;9502;p123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503" name="Google Shape;9503;p123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504" name="Google Shape;9504;p1232"/>
          <p:cNvSpPr txBox="1"/>
          <p:nvPr>
            <p:ph idx="1" type="subTitle"/>
          </p:nvPr>
        </p:nvSpPr>
        <p:spPr>
          <a:xfrm>
            <a:off x="919850" y="28955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505" name="Google Shape;9505;p1232"/>
          <p:cNvSpPr txBox="1"/>
          <p:nvPr>
            <p:ph idx="2" type="subTitle"/>
          </p:nvPr>
        </p:nvSpPr>
        <p:spPr>
          <a:xfrm>
            <a:off x="919850" y="23982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06" name="Google Shape;9506;p1232"/>
          <p:cNvSpPr txBox="1"/>
          <p:nvPr>
            <p:ph idx="3" type="subTitle"/>
          </p:nvPr>
        </p:nvSpPr>
        <p:spPr>
          <a:xfrm>
            <a:off x="3500700" y="32003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507" name="Google Shape;9507;p1232"/>
          <p:cNvSpPr txBox="1"/>
          <p:nvPr>
            <p:ph idx="4" type="subTitle"/>
          </p:nvPr>
        </p:nvSpPr>
        <p:spPr>
          <a:xfrm>
            <a:off x="3500697" y="27030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08" name="Google Shape;9508;p1232"/>
          <p:cNvSpPr txBox="1"/>
          <p:nvPr>
            <p:ph idx="5" type="subTitle"/>
          </p:nvPr>
        </p:nvSpPr>
        <p:spPr>
          <a:xfrm>
            <a:off x="6069049" y="35051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509" name="Google Shape;9509;p1232"/>
          <p:cNvSpPr txBox="1"/>
          <p:nvPr>
            <p:ph idx="6" type="subTitle"/>
          </p:nvPr>
        </p:nvSpPr>
        <p:spPr>
          <a:xfrm>
            <a:off x="6069043" y="30078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BLANK_1_1_1_1_1_1_1_1_1_1">
    <p:bg>
      <p:bgPr>
        <a:solidFill>
          <a:schemeClr val="dk1"/>
        </a:solidFill>
      </p:bgPr>
    </p:bg>
    <p:spTree>
      <p:nvGrpSpPr>
        <p:cNvPr id="9510" name="Shape 9510"/>
        <p:cNvGrpSpPr/>
        <p:nvPr/>
      </p:nvGrpSpPr>
      <p:grpSpPr>
        <a:xfrm>
          <a:off x="0" y="0"/>
          <a:ext cx="0" cy="0"/>
          <a:chOff x="0" y="0"/>
          <a:chExt cx="0" cy="0"/>
        </a:xfrm>
      </p:grpSpPr>
      <p:grpSp>
        <p:nvGrpSpPr>
          <p:cNvPr id="9511" name="Google Shape;9511;p1233"/>
          <p:cNvGrpSpPr/>
          <p:nvPr/>
        </p:nvGrpSpPr>
        <p:grpSpPr>
          <a:xfrm>
            <a:off x="713225" y="539500"/>
            <a:ext cx="7717500" cy="4064400"/>
            <a:chOff x="713225" y="539500"/>
            <a:chExt cx="7717500" cy="4064400"/>
          </a:xfrm>
        </p:grpSpPr>
        <p:sp>
          <p:nvSpPr>
            <p:cNvPr id="9512" name="Google Shape;9512;p123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13" name="Google Shape;9513;p123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514" name="Google Shape;9514;p123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515" name="Google Shape;9515;p1233"/>
          <p:cNvSpPr txBox="1"/>
          <p:nvPr>
            <p:ph idx="1" type="subTitle"/>
          </p:nvPr>
        </p:nvSpPr>
        <p:spPr>
          <a:xfrm>
            <a:off x="111297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516" name="Google Shape;9516;p1233"/>
          <p:cNvSpPr txBox="1"/>
          <p:nvPr>
            <p:ph idx="2" type="subTitle"/>
          </p:nvPr>
        </p:nvSpPr>
        <p:spPr>
          <a:xfrm>
            <a:off x="111297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17" name="Google Shape;9517;p1233"/>
          <p:cNvSpPr txBox="1"/>
          <p:nvPr>
            <p:ph idx="3" type="subTitle"/>
          </p:nvPr>
        </p:nvSpPr>
        <p:spPr>
          <a:xfrm>
            <a:off x="3497250" y="18612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518" name="Google Shape;9518;p1233"/>
          <p:cNvSpPr txBox="1"/>
          <p:nvPr>
            <p:ph idx="4" type="subTitle"/>
          </p:nvPr>
        </p:nvSpPr>
        <p:spPr>
          <a:xfrm>
            <a:off x="3497250" y="13639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19" name="Google Shape;9519;p1233"/>
          <p:cNvSpPr txBox="1"/>
          <p:nvPr>
            <p:ph idx="5" type="subTitle"/>
          </p:nvPr>
        </p:nvSpPr>
        <p:spPr>
          <a:xfrm>
            <a:off x="588152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520" name="Google Shape;9520;p1233"/>
          <p:cNvSpPr txBox="1"/>
          <p:nvPr>
            <p:ph idx="6" type="subTitle"/>
          </p:nvPr>
        </p:nvSpPr>
        <p:spPr>
          <a:xfrm>
            <a:off x="588152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2">
    <p:bg>
      <p:bgPr>
        <a:solidFill>
          <a:schemeClr val="dk1"/>
        </a:solidFill>
      </p:bgPr>
    </p:bg>
    <p:spTree>
      <p:nvGrpSpPr>
        <p:cNvPr id="9521" name="Shape 9521"/>
        <p:cNvGrpSpPr/>
        <p:nvPr/>
      </p:nvGrpSpPr>
      <p:grpSpPr>
        <a:xfrm>
          <a:off x="0" y="0"/>
          <a:ext cx="0" cy="0"/>
          <a:chOff x="0" y="0"/>
          <a:chExt cx="0" cy="0"/>
        </a:xfrm>
      </p:grpSpPr>
      <p:grpSp>
        <p:nvGrpSpPr>
          <p:cNvPr id="9522" name="Google Shape;9522;p1234"/>
          <p:cNvGrpSpPr/>
          <p:nvPr/>
        </p:nvGrpSpPr>
        <p:grpSpPr>
          <a:xfrm>
            <a:off x="713225" y="539500"/>
            <a:ext cx="7717500" cy="4064400"/>
            <a:chOff x="713225" y="539500"/>
            <a:chExt cx="7717500" cy="4064400"/>
          </a:xfrm>
        </p:grpSpPr>
        <p:sp>
          <p:nvSpPr>
            <p:cNvPr id="9523" name="Google Shape;9523;p123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24" name="Google Shape;9524;p123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525" name="Google Shape;9525;p123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526" name="Google Shape;9526;p1234"/>
          <p:cNvSpPr txBox="1"/>
          <p:nvPr>
            <p:ph idx="1" type="subTitle"/>
          </p:nvPr>
        </p:nvSpPr>
        <p:spPr>
          <a:xfrm>
            <a:off x="945800" y="1875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527" name="Google Shape;9527;p1234"/>
          <p:cNvSpPr txBox="1"/>
          <p:nvPr>
            <p:ph idx="2" type="subTitle"/>
          </p:nvPr>
        </p:nvSpPr>
        <p:spPr>
          <a:xfrm>
            <a:off x="945800" y="1446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9528" name="Google Shape;9528;p1234"/>
          <p:cNvSpPr txBox="1"/>
          <p:nvPr>
            <p:ph idx="3" type="subTitle"/>
          </p:nvPr>
        </p:nvSpPr>
        <p:spPr>
          <a:xfrm>
            <a:off x="5153800" y="2781950"/>
            <a:ext cx="30444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529" name="Google Shape;9529;p1234"/>
          <p:cNvSpPr txBox="1"/>
          <p:nvPr>
            <p:ph idx="4" type="subTitle"/>
          </p:nvPr>
        </p:nvSpPr>
        <p:spPr>
          <a:xfrm>
            <a:off x="5153800" y="2352425"/>
            <a:ext cx="3044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9530" name="Google Shape;9530;p1234"/>
          <p:cNvSpPr txBox="1"/>
          <p:nvPr>
            <p:ph idx="5" type="subTitle"/>
          </p:nvPr>
        </p:nvSpPr>
        <p:spPr>
          <a:xfrm>
            <a:off x="945800" y="3687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531" name="Google Shape;9531;p1234"/>
          <p:cNvSpPr txBox="1"/>
          <p:nvPr>
            <p:ph idx="6" type="subTitle"/>
          </p:nvPr>
        </p:nvSpPr>
        <p:spPr>
          <a:xfrm>
            <a:off x="945800" y="3258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2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5">
    <p:bg>
      <p:bgPr>
        <a:solidFill>
          <a:schemeClr val="dk1"/>
        </a:solidFill>
      </p:bgPr>
    </p:bg>
    <p:spTree>
      <p:nvGrpSpPr>
        <p:cNvPr id="9532" name="Shape 9532"/>
        <p:cNvGrpSpPr/>
        <p:nvPr/>
      </p:nvGrpSpPr>
      <p:grpSpPr>
        <a:xfrm>
          <a:off x="0" y="0"/>
          <a:ext cx="0" cy="0"/>
          <a:chOff x="0" y="0"/>
          <a:chExt cx="0" cy="0"/>
        </a:xfrm>
      </p:grpSpPr>
      <p:grpSp>
        <p:nvGrpSpPr>
          <p:cNvPr id="9533" name="Google Shape;9533;p1235"/>
          <p:cNvGrpSpPr/>
          <p:nvPr/>
        </p:nvGrpSpPr>
        <p:grpSpPr>
          <a:xfrm>
            <a:off x="713225" y="539500"/>
            <a:ext cx="7717500" cy="4064400"/>
            <a:chOff x="713225" y="539500"/>
            <a:chExt cx="7717500" cy="4064400"/>
          </a:xfrm>
        </p:grpSpPr>
        <p:sp>
          <p:nvSpPr>
            <p:cNvPr id="9534" name="Google Shape;9534;p123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35" name="Google Shape;9535;p123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536" name="Google Shape;9536;p123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537" name="Google Shape;9537;p1235"/>
          <p:cNvSpPr txBox="1"/>
          <p:nvPr>
            <p:ph idx="1" type="subTitle"/>
          </p:nvPr>
        </p:nvSpPr>
        <p:spPr>
          <a:xfrm>
            <a:off x="1658100" y="1978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538" name="Google Shape;9538;p1235"/>
          <p:cNvSpPr txBox="1"/>
          <p:nvPr>
            <p:ph idx="2" type="subTitle"/>
          </p:nvPr>
        </p:nvSpPr>
        <p:spPr>
          <a:xfrm>
            <a:off x="1658100" y="1549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9539" name="Google Shape;9539;p1235"/>
          <p:cNvSpPr txBox="1"/>
          <p:nvPr>
            <p:ph idx="3" type="subTitle"/>
          </p:nvPr>
        </p:nvSpPr>
        <p:spPr>
          <a:xfrm>
            <a:off x="1658100" y="2884846"/>
            <a:ext cx="62850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540" name="Google Shape;9540;p1235"/>
          <p:cNvSpPr txBox="1"/>
          <p:nvPr>
            <p:ph idx="4" type="subTitle"/>
          </p:nvPr>
        </p:nvSpPr>
        <p:spPr>
          <a:xfrm>
            <a:off x="1658100" y="2455321"/>
            <a:ext cx="62850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9541" name="Google Shape;9541;p1235"/>
          <p:cNvSpPr txBox="1"/>
          <p:nvPr>
            <p:ph idx="5" type="subTitle"/>
          </p:nvPr>
        </p:nvSpPr>
        <p:spPr>
          <a:xfrm>
            <a:off x="1658100" y="3790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542" name="Google Shape;9542;p1235"/>
          <p:cNvSpPr txBox="1"/>
          <p:nvPr>
            <p:ph idx="6" type="subTitle"/>
          </p:nvPr>
        </p:nvSpPr>
        <p:spPr>
          <a:xfrm>
            <a:off x="1658100" y="3361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2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24">
    <p:bg>
      <p:bgPr>
        <a:solidFill>
          <a:schemeClr val="dk1"/>
        </a:solidFill>
      </p:bgPr>
    </p:bg>
    <p:spTree>
      <p:nvGrpSpPr>
        <p:cNvPr id="9543" name="Shape 9543"/>
        <p:cNvGrpSpPr/>
        <p:nvPr/>
      </p:nvGrpSpPr>
      <p:grpSpPr>
        <a:xfrm>
          <a:off x="0" y="0"/>
          <a:ext cx="0" cy="0"/>
          <a:chOff x="0" y="0"/>
          <a:chExt cx="0" cy="0"/>
        </a:xfrm>
      </p:grpSpPr>
      <p:grpSp>
        <p:nvGrpSpPr>
          <p:cNvPr id="9544" name="Google Shape;9544;p1236"/>
          <p:cNvGrpSpPr/>
          <p:nvPr/>
        </p:nvGrpSpPr>
        <p:grpSpPr>
          <a:xfrm>
            <a:off x="713225" y="539500"/>
            <a:ext cx="7717500" cy="4064400"/>
            <a:chOff x="713225" y="539500"/>
            <a:chExt cx="7717500" cy="4064400"/>
          </a:xfrm>
        </p:grpSpPr>
        <p:sp>
          <p:nvSpPr>
            <p:cNvPr id="9545" name="Google Shape;9545;p123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46" name="Google Shape;9546;p123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547" name="Google Shape;9547;p123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548" name="Google Shape;9548;p1236"/>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9549" name="Google Shape;9549;p1236"/>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9550" name="Google Shape;9550;p1236"/>
          <p:cNvSpPr txBox="1"/>
          <p:nvPr>
            <p:ph idx="3" type="subTitle"/>
          </p:nvPr>
        </p:nvSpPr>
        <p:spPr>
          <a:xfrm>
            <a:off x="853775" y="257119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9551" name="Google Shape;9551;p1236"/>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9552" name="Google Shape;9552;p1236"/>
          <p:cNvSpPr txBox="1"/>
          <p:nvPr>
            <p:ph idx="5" type="subTitle"/>
          </p:nvPr>
        </p:nvSpPr>
        <p:spPr>
          <a:xfrm>
            <a:off x="4452875" y="2570500"/>
            <a:ext cx="3761700" cy="172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9553" name="Google Shape;9553;p1236"/>
          <p:cNvSpPr txBox="1"/>
          <p:nvPr>
            <p:ph idx="6" type="subTitle"/>
          </p:nvPr>
        </p:nvSpPr>
        <p:spPr>
          <a:xfrm>
            <a:off x="853775" y="323750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9554" name="Google Shape;9554;p1236"/>
          <p:cNvSpPr txBox="1"/>
          <p:nvPr>
            <p:ph idx="7" type="subTitle"/>
          </p:nvPr>
        </p:nvSpPr>
        <p:spPr>
          <a:xfrm>
            <a:off x="853775" y="362674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2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_1_1_1_1">
    <p:bg>
      <p:bgPr>
        <a:solidFill>
          <a:schemeClr val="dk1"/>
        </a:solidFill>
      </p:bgPr>
    </p:bg>
    <p:spTree>
      <p:nvGrpSpPr>
        <p:cNvPr id="9555" name="Shape 9555"/>
        <p:cNvGrpSpPr/>
        <p:nvPr/>
      </p:nvGrpSpPr>
      <p:grpSpPr>
        <a:xfrm>
          <a:off x="0" y="0"/>
          <a:ext cx="0" cy="0"/>
          <a:chOff x="0" y="0"/>
          <a:chExt cx="0" cy="0"/>
        </a:xfrm>
      </p:grpSpPr>
      <p:grpSp>
        <p:nvGrpSpPr>
          <p:cNvPr id="9556" name="Google Shape;9556;p1237"/>
          <p:cNvGrpSpPr/>
          <p:nvPr/>
        </p:nvGrpSpPr>
        <p:grpSpPr>
          <a:xfrm>
            <a:off x="713225" y="539500"/>
            <a:ext cx="7717500" cy="4064400"/>
            <a:chOff x="713225" y="539500"/>
            <a:chExt cx="7717500" cy="4064400"/>
          </a:xfrm>
        </p:grpSpPr>
        <p:sp>
          <p:nvSpPr>
            <p:cNvPr id="9557" name="Google Shape;9557;p123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58" name="Google Shape;9558;p123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559" name="Google Shape;9559;p123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560" name="Google Shape;9560;p1237"/>
          <p:cNvSpPr txBox="1"/>
          <p:nvPr>
            <p:ph idx="1" type="subTitle"/>
          </p:nvPr>
        </p:nvSpPr>
        <p:spPr>
          <a:xfrm>
            <a:off x="1112425"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9561" name="Google Shape;9561;p1237"/>
          <p:cNvSpPr txBox="1"/>
          <p:nvPr>
            <p:ph idx="2" type="subTitle"/>
          </p:nvPr>
        </p:nvSpPr>
        <p:spPr>
          <a:xfrm>
            <a:off x="1112425"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62" name="Google Shape;9562;p1237"/>
          <p:cNvSpPr txBox="1"/>
          <p:nvPr>
            <p:ph idx="3" type="subTitle"/>
          </p:nvPr>
        </p:nvSpPr>
        <p:spPr>
          <a:xfrm>
            <a:off x="5584150"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9563" name="Google Shape;9563;p1237"/>
          <p:cNvSpPr txBox="1"/>
          <p:nvPr>
            <p:ph idx="4" type="subTitle"/>
          </p:nvPr>
        </p:nvSpPr>
        <p:spPr>
          <a:xfrm>
            <a:off x="5584150"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64" name="Google Shape;9564;p1237"/>
          <p:cNvSpPr txBox="1"/>
          <p:nvPr>
            <p:ph idx="5" type="subTitle"/>
          </p:nvPr>
        </p:nvSpPr>
        <p:spPr>
          <a:xfrm>
            <a:off x="1112425"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9565" name="Google Shape;9565;p1237"/>
          <p:cNvSpPr txBox="1"/>
          <p:nvPr>
            <p:ph idx="6" type="subTitle"/>
          </p:nvPr>
        </p:nvSpPr>
        <p:spPr>
          <a:xfrm>
            <a:off x="1112425"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66" name="Google Shape;9566;p1237"/>
          <p:cNvSpPr txBox="1"/>
          <p:nvPr>
            <p:ph idx="7" type="subTitle"/>
          </p:nvPr>
        </p:nvSpPr>
        <p:spPr>
          <a:xfrm>
            <a:off x="5584150"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9567" name="Google Shape;9567;p1237"/>
          <p:cNvSpPr txBox="1"/>
          <p:nvPr>
            <p:ph idx="8" type="subTitle"/>
          </p:nvPr>
        </p:nvSpPr>
        <p:spPr>
          <a:xfrm>
            <a:off x="5584150"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1_1_1_1_1">
    <p:bg>
      <p:bgPr>
        <a:solidFill>
          <a:schemeClr val="dk1"/>
        </a:solidFill>
      </p:bgPr>
    </p:bg>
    <p:spTree>
      <p:nvGrpSpPr>
        <p:cNvPr id="9568" name="Shape 9568"/>
        <p:cNvGrpSpPr/>
        <p:nvPr/>
      </p:nvGrpSpPr>
      <p:grpSpPr>
        <a:xfrm>
          <a:off x="0" y="0"/>
          <a:ext cx="0" cy="0"/>
          <a:chOff x="0" y="0"/>
          <a:chExt cx="0" cy="0"/>
        </a:xfrm>
      </p:grpSpPr>
      <p:grpSp>
        <p:nvGrpSpPr>
          <p:cNvPr id="9569" name="Google Shape;9569;p1238"/>
          <p:cNvGrpSpPr/>
          <p:nvPr/>
        </p:nvGrpSpPr>
        <p:grpSpPr>
          <a:xfrm>
            <a:off x="713300" y="539550"/>
            <a:ext cx="7717500" cy="4064400"/>
            <a:chOff x="713300" y="539550"/>
            <a:chExt cx="7717500" cy="4064400"/>
          </a:xfrm>
        </p:grpSpPr>
        <p:cxnSp>
          <p:nvCxnSpPr>
            <p:cNvPr id="9570" name="Google Shape;9570;p1238"/>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9571" name="Google Shape;9571;p1238"/>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2" name="Google Shape;9572;p123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573" name="Google Shape;9573;p1238"/>
          <p:cNvSpPr txBox="1"/>
          <p:nvPr>
            <p:ph idx="1" type="subTitle"/>
          </p:nvPr>
        </p:nvSpPr>
        <p:spPr>
          <a:xfrm>
            <a:off x="10166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574" name="Google Shape;9574;p1238"/>
          <p:cNvSpPr txBox="1"/>
          <p:nvPr>
            <p:ph idx="2" type="subTitle"/>
          </p:nvPr>
        </p:nvSpPr>
        <p:spPr>
          <a:xfrm>
            <a:off x="10166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75" name="Google Shape;9575;p1238"/>
          <p:cNvSpPr txBox="1"/>
          <p:nvPr>
            <p:ph idx="3" type="subTitle"/>
          </p:nvPr>
        </p:nvSpPr>
        <p:spPr>
          <a:xfrm>
            <a:off x="10166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576" name="Google Shape;9576;p1238"/>
          <p:cNvSpPr txBox="1"/>
          <p:nvPr>
            <p:ph idx="4" type="subTitle"/>
          </p:nvPr>
        </p:nvSpPr>
        <p:spPr>
          <a:xfrm>
            <a:off x="10166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77" name="Google Shape;9577;p1238"/>
          <p:cNvSpPr txBox="1"/>
          <p:nvPr>
            <p:ph idx="5" type="subTitle"/>
          </p:nvPr>
        </p:nvSpPr>
        <p:spPr>
          <a:xfrm>
            <a:off x="48094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578" name="Google Shape;9578;p1238"/>
          <p:cNvSpPr txBox="1"/>
          <p:nvPr>
            <p:ph idx="6" type="subTitle"/>
          </p:nvPr>
        </p:nvSpPr>
        <p:spPr>
          <a:xfrm>
            <a:off x="48094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79" name="Google Shape;9579;p1238"/>
          <p:cNvSpPr txBox="1"/>
          <p:nvPr>
            <p:ph idx="7" type="subTitle"/>
          </p:nvPr>
        </p:nvSpPr>
        <p:spPr>
          <a:xfrm>
            <a:off x="48094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580" name="Google Shape;9580;p1238"/>
          <p:cNvSpPr txBox="1"/>
          <p:nvPr>
            <p:ph idx="8" type="subTitle"/>
          </p:nvPr>
        </p:nvSpPr>
        <p:spPr>
          <a:xfrm>
            <a:off x="48094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1_1_1_1_1_1_1_1_1">
    <p:bg>
      <p:bgPr>
        <a:solidFill>
          <a:schemeClr val="dk1"/>
        </a:solidFill>
      </p:bgPr>
    </p:bg>
    <p:spTree>
      <p:nvGrpSpPr>
        <p:cNvPr id="9581" name="Shape 9581"/>
        <p:cNvGrpSpPr/>
        <p:nvPr/>
      </p:nvGrpSpPr>
      <p:grpSpPr>
        <a:xfrm>
          <a:off x="0" y="0"/>
          <a:ext cx="0" cy="0"/>
          <a:chOff x="0" y="0"/>
          <a:chExt cx="0" cy="0"/>
        </a:xfrm>
      </p:grpSpPr>
      <p:grpSp>
        <p:nvGrpSpPr>
          <p:cNvPr id="9582" name="Google Shape;9582;p1239"/>
          <p:cNvGrpSpPr/>
          <p:nvPr/>
        </p:nvGrpSpPr>
        <p:grpSpPr>
          <a:xfrm>
            <a:off x="713225" y="539500"/>
            <a:ext cx="7717500" cy="4064400"/>
            <a:chOff x="713225" y="539500"/>
            <a:chExt cx="7717500" cy="4064400"/>
          </a:xfrm>
        </p:grpSpPr>
        <p:sp>
          <p:nvSpPr>
            <p:cNvPr id="9583" name="Google Shape;9583;p123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84" name="Google Shape;9584;p123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585" name="Google Shape;9585;p123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586" name="Google Shape;9586;p1239"/>
          <p:cNvSpPr txBox="1"/>
          <p:nvPr>
            <p:ph idx="1" type="subTitle"/>
          </p:nvPr>
        </p:nvSpPr>
        <p:spPr>
          <a:xfrm>
            <a:off x="8844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587" name="Google Shape;9587;p1239"/>
          <p:cNvSpPr txBox="1"/>
          <p:nvPr>
            <p:ph idx="2" type="subTitle"/>
          </p:nvPr>
        </p:nvSpPr>
        <p:spPr>
          <a:xfrm>
            <a:off x="884474"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88" name="Google Shape;9588;p1239"/>
          <p:cNvSpPr txBox="1"/>
          <p:nvPr>
            <p:ph idx="3" type="subTitle"/>
          </p:nvPr>
        </p:nvSpPr>
        <p:spPr>
          <a:xfrm>
            <a:off x="2767708"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589" name="Google Shape;9589;p1239"/>
          <p:cNvSpPr txBox="1"/>
          <p:nvPr>
            <p:ph idx="4" type="subTitle"/>
          </p:nvPr>
        </p:nvSpPr>
        <p:spPr>
          <a:xfrm>
            <a:off x="2767709"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90" name="Google Shape;9590;p1239"/>
          <p:cNvSpPr txBox="1"/>
          <p:nvPr>
            <p:ph idx="5" type="subTitle"/>
          </p:nvPr>
        </p:nvSpPr>
        <p:spPr>
          <a:xfrm>
            <a:off x="4650942"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591" name="Google Shape;9591;p1239"/>
          <p:cNvSpPr txBox="1"/>
          <p:nvPr>
            <p:ph idx="6" type="subTitle"/>
          </p:nvPr>
        </p:nvSpPr>
        <p:spPr>
          <a:xfrm>
            <a:off x="4650945"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92" name="Google Shape;9592;p1239"/>
          <p:cNvSpPr txBox="1"/>
          <p:nvPr>
            <p:ph idx="7" type="subTitle"/>
          </p:nvPr>
        </p:nvSpPr>
        <p:spPr>
          <a:xfrm>
            <a:off x="65341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593" name="Google Shape;9593;p1239"/>
          <p:cNvSpPr txBox="1"/>
          <p:nvPr>
            <p:ph idx="8" type="subTitle"/>
          </p:nvPr>
        </p:nvSpPr>
        <p:spPr>
          <a:xfrm>
            <a:off x="6534180"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7">
    <p:bg>
      <p:bgPr>
        <a:solidFill>
          <a:schemeClr val="dk1"/>
        </a:solidFill>
      </p:bgPr>
    </p:bg>
    <p:spTree>
      <p:nvGrpSpPr>
        <p:cNvPr id="9594" name="Shape 9594"/>
        <p:cNvGrpSpPr/>
        <p:nvPr/>
      </p:nvGrpSpPr>
      <p:grpSpPr>
        <a:xfrm>
          <a:off x="0" y="0"/>
          <a:ext cx="0" cy="0"/>
          <a:chOff x="0" y="0"/>
          <a:chExt cx="0" cy="0"/>
        </a:xfrm>
      </p:grpSpPr>
      <p:grpSp>
        <p:nvGrpSpPr>
          <p:cNvPr id="9595" name="Google Shape;9595;p1240"/>
          <p:cNvGrpSpPr/>
          <p:nvPr/>
        </p:nvGrpSpPr>
        <p:grpSpPr>
          <a:xfrm>
            <a:off x="713225" y="539500"/>
            <a:ext cx="7717500" cy="4064400"/>
            <a:chOff x="713225" y="539500"/>
            <a:chExt cx="7717500" cy="4064400"/>
          </a:xfrm>
        </p:grpSpPr>
        <p:sp>
          <p:nvSpPr>
            <p:cNvPr id="9596" name="Google Shape;9596;p124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97" name="Google Shape;9597;p124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598" name="Google Shape;9598;p124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599" name="Google Shape;9599;p1240"/>
          <p:cNvSpPr txBox="1"/>
          <p:nvPr>
            <p:ph idx="1" type="subTitle"/>
          </p:nvPr>
        </p:nvSpPr>
        <p:spPr>
          <a:xfrm>
            <a:off x="1909431" y="1906051"/>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9600" name="Google Shape;9600;p1240"/>
          <p:cNvSpPr txBox="1"/>
          <p:nvPr>
            <p:ph idx="2" type="subTitle"/>
          </p:nvPr>
        </p:nvSpPr>
        <p:spPr>
          <a:xfrm>
            <a:off x="1909431" y="1387350"/>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601" name="Google Shape;9601;p1240"/>
          <p:cNvSpPr txBox="1"/>
          <p:nvPr>
            <p:ph idx="3" type="subTitle"/>
          </p:nvPr>
        </p:nvSpPr>
        <p:spPr>
          <a:xfrm>
            <a:off x="4971369" y="1906050"/>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9602" name="Google Shape;9602;p1240"/>
          <p:cNvSpPr txBox="1"/>
          <p:nvPr>
            <p:ph idx="4" type="subTitle"/>
          </p:nvPr>
        </p:nvSpPr>
        <p:spPr>
          <a:xfrm>
            <a:off x="4971369" y="1387350"/>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603" name="Google Shape;9603;p1240"/>
          <p:cNvSpPr txBox="1"/>
          <p:nvPr>
            <p:ph idx="5" type="subTitle"/>
          </p:nvPr>
        </p:nvSpPr>
        <p:spPr>
          <a:xfrm>
            <a:off x="1909431" y="3654425"/>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9604" name="Google Shape;9604;p1240"/>
          <p:cNvSpPr txBox="1"/>
          <p:nvPr>
            <p:ph idx="6" type="subTitle"/>
          </p:nvPr>
        </p:nvSpPr>
        <p:spPr>
          <a:xfrm>
            <a:off x="1909431" y="3135724"/>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605" name="Google Shape;9605;p1240"/>
          <p:cNvSpPr txBox="1"/>
          <p:nvPr>
            <p:ph idx="7" type="subTitle"/>
          </p:nvPr>
        </p:nvSpPr>
        <p:spPr>
          <a:xfrm>
            <a:off x="4971369" y="3654424"/>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9606" name="Google Shape;9606;p1240"/>
          <p:cNvSpPr txBox="1"/>
          <p:nvPr>
            <p:ph idx="8" type="subTitle"/>
          </p:nvPr>
        </p:nvSpPr>
        <p:spPr>
          <a:xfrm>
            <a:off x="4971369" y="3135724"/>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1_1_1_1_1_2">
    <p:bg>
      <p:bgPr>
        <a:solidFill>
          <a:schemeClr val="dk1"/>
        </a:solidFill>
      </p:bgPr>
    </p:bg>
    <p:spTree>
      <p:nvGrpSpPr>
        <p:cNvPr id="9607" name="Shape 9607"/>
        <p:cNvGrpSpPr/>
        <p:nvPr/>
      </p:nvGrpSpPr>
      <p:grpSpPr>
        <a:xfrm>
          <a:off x="0" y="0"/>
          <a:ext cx="0" cy="0"/>
          <a:chOff x="0" y="0"/>
          <a:chExt cx="0" cy="0"/>
        </a:xfrm>
      </p:grpSpPr>
      <p:grpSp>
        <p:nvGrpSpPr>
          <p:cNvPr id="9608" name="Google Shape;9608;p1241"/>
          <p:cNvGrpSpPr/>
          <p:nvPr/>
        </p:nvGrpSpPr>
        <p:grpSpPr>
          <a:xfrm>
            <a:off x="713225" y="539500"/>
            <a:ext cx="7717500" cy="4064400"/>
            <a:chOff x="713225" y="539500"/>
            <a:chExt cx="7717500" cy="4064400"/>
          </a:xfrm>
        </p:grpSpPr>
        <p:sp>
          <p:nvSpPr>
            <p:cNvPr id="9609" name="Google Shape;9609;p124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10" name="Google Shape;9610;p124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611" name="Google Shape;9611;p124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612" name="Google Shape;9612;p1241"/>
          <p:cNvSpPr txBox="1"/>
          <p:nvPr>
            <p:ph idx="1" type="subTitle"/>
          </p:nvPr>
        </p:nvSpPr>
        <p:spPr>
          <a:xfrm>
            <a:off x="95812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613" name="Google Shape;9613;p1241"/>
          <p:cNvSpPr txBox="1"/>
          <p:nvPr>
            <p:ph idx="2" type="subTitle"/>
          </p:nvPr>
        </p:nvSpPr>
        <p:spPr>
          <a:xfrm>
            <a:off x="95812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614" name="Google Shape;9614;p1241"/>
          <p:cNvSpPr txBox="1"/>
          <p:nvPr>
            <p:ph idx="3" type="subTitle"/>
          </p:nvPr>
        </p:nvSpPr>
        <p:spPr>
          <a:xfrm>
            <a:off x="3420000"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615" name="Google Shape;9615;p1241"/>
          <p:cNvSpPr txBox="1"/>
          <p:nvPr>
            <p:ph idx="4" type="subTitle"/>
          </p:nvPr>
        </p:nvSpPr>
        <p:spPr>
          <a:xfrm>
            <a:off x="3420000"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616" name="Google Shape;9616;p1241"/>
          <p:cNvSpPr txBox="1"/>
          <p:nvPr>
            <p:ph idx="5" type="subTitle"/>
          </p:nvPr>
        </p:nvSpPr>
        <p:spPr>
          <a:xfrm>
            <a:off x="588187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617" name="Google Shape;9617;p1241"/>
          <p:cNvSpPr txBox="1"/>
          <p:nvPr>
            <p:ph idx="6" type="subTitle"/>
          </p:nvPr>
        </p:nvSpPr>
        <p:spPr>
          <a:xfrm>
            <a:off x="588187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618" name="Google Shape;9618;p1241"/>
          <p:cNvSpPr txBox="1"/>
          <p:nvPr>
            <p:ph idx="7" type="subTitle"/>
          </p:nvPr>
        </p:nvSpPr>
        <p:spPr>
          <a:xfrm>
            <a:off x="2189050"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619" name="Google Shape;9619;p1241"/>
          <p:cNvSpPr txBox="1"/>
          <p:nvPr>
            <p:ph idx="8" type="subTitle"/>
          </p:nvPr>
        </p:nvSpPr>
        <p:spPr>
          <a:xfrm>
            <a:off x="2189050"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620" name="Google Shape;9620;p1241"/>
          <p:cNvSpPr txBox="1"/>
          <p:nvPr>
            <p:ph idx="9" type="subTitle"/>
          </p:nvPr>
        </p:nvSpPr>
        <p:spPr>
          <a:xfrm>
            <a:off x="4650925"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621" name="Google Shape;9621;p1241"/>
          <p:cNvSpPr txBox="1"/>
          <p:nvPr>
            <p:ph idx="13" type="subTitle"/>
          </p:nvPr>
        </p:nvSpPr>
        <p:spPr>
          <a:xfrm>
            <a:off x="4650925"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_1_1_1_1_1_1">
    <p:bg>
      <p:bgPr>
        <a:solidFill>
          <a:schemeClr val="dk1"/>
        </a:solidFill>
      </p:bgPr>
    </p:bg>
    <p:spTree>
      <p:nvGrpSpPr>
        <p:cNvPr id="9622" name="Shape 9622"/>
        <p:cNvGrpSpPr/>
        <p:nvPr/>
      </p:nvGrpSpPr>
      <p:grpSpPr>
        <a:xfrm>
          <a:off x="0" y="0"/>
          <a:ext cx="0" cy="0"/>
          <a:chOff x="0" y="0"/>
          <a:chExt cx="0" cy="0"/>
        </a:xfrm>
      </p:grpSpPr>
      <p:grpSp>
        <p:nvGrpSpPr>
          <p:cNvPr id="9623" name="Google Shape;9623;p1242"/>
          <p:cNvGrpSpPr/>
          <p:nvPr/>
        </p:nvGrpSpPr>
        <p:grpSpPr>
          <a:xfrm>
            <a:off x="713225" y="539500"/>
            <a:ext cx="7717500" cy="4064400"/>
            <a:chOff x="713225" y="539500"/>
            <a:chExt cx="7717500" cy="4064400"/>
          </a:xfrm>
        </p:grpSpPr>
        <p:sp>
          <p:nvSpPr>
            <p:cNvPr id="9624" name="Google Shape;9624;p124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25" name="Google Shape;9625;p124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626" name="Google Shape;9626;p124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627" name="Google Shape;9627;p1242"/>
          <p:cNvSpPr txBox="1"/>
          <p:nvPr>
            <p:ph idx="1" type="subTitle"/>
          </p:nvPr>
        </p:nvSpPr>
        <p:spPr>
          <a:xfrm>
            <a:off x="1134425"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628" name="Google Shape;9628;p1242"/>
          <p:cNvSpPr txBox="1"/>
          <p:nvPr>
            <p:ph idx="2" type="subTitle"/>
          </p:nvPr>
        </p:nvSpPr>
        <p:spPr>
          <a:xfrm>
            <a:off x="113442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629" name="Google Shape;9629;p1242"/>
          <p:cNvSpPr txBox="1"/>
          <p:nvPr>
            <p:ph idx="3" type="subTitle"/>
          </p:nvPr>
        </p:nvSpPr>
        <p:spPr>
          <a:xfrm>
            <a:off x="3495738"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630" name="Google Shape;9630;p1242"/>
          <p:cNvSpPr txBox="1"/>
          <p:nvPr>
            <p:ph idx="4" type="subTitle"/>
          </p:nvPr>
        </p:nvSpPr>
        <p:spPr>
          <a:xfrm>
            <a:off x="3495750"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631" name="Google Shape;9631;p1242"/>
          <p:cNvSpPr txBox="1"/>
          <p:nvPr>
            <p:ph idx="5" type="subTitle"/>
          </p:nvPr>
        </p:nvSpPr>
        <p:spPr>
          <a:xfrm>
            <a:off x="5857051"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632" name="Google Shape;9632;p1242"/>
          <p:cNvSpPr txBox="1"/>
          <p:nvPr>
            <p:ph idx="6" type="subTitle"/>
          </p:nvPr>
        </p:nvSpPr>
        <p:spPr>
          <a:xfrm>
            <a:off x="585707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633" name="Google Shape;9633;p1242"/>
          <p:cNvSpPr txBox="1"/>
          <p:nvPr>
            <p:ph idx="7" type="subTitle"/>
          </p:nvPr>
        </p:nvSpPr>
        <p:spPr>
          <a:xfrm>
            <a:off x="1134425"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634" name="Google Shape;9634;p1242"/>
          <p:cNvSpPr txBox="1"/>
          <p:nvPr>
            <p:ph idx="8" type="subTitle"/>
          </p:nvPr>
        </p:nvSpPr>
        <p:spPr>
          <a:xfrm>
            <a:off x="113442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635" name="Google Shape;9635;p1242"/>
          <p:cNvSpPr txBox="1"/>
          <p:nvPr>
            <p:ph idx="9" type="subTitle"/>
          </p:nvPr>
        </p:nvSpPr>
        <p:spPr>
          <a:xfrm>
            <a:off x="3495738"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636" name="Google Shape;9636;p1242"/>
          <p:cNvSpPr txBox="1"/>
          <p:nvPr>
            <p:ph idx="13" type="subTitle"/>
          </p:nvPr>
        </p:nvSpPr>
        <p:spPr>
          <a:xfrm>
            <a:off x="3495750"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637" name="Google Shape;9637;p1242"/>
          <p:cNvSpPr txBox="1"/>
          <p:nvPr>
            <p:ph idx="14" type="subTitle"/>
          </p:nvPr>
        </p:nvSpPr>
        <p:spPr>
          <a:xfrm>
            <a:off x="5857051"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638" name="Google Shape;9638;p1242"/>
          <p:cNvSpPr txBox="1"/>
          <p:nvPr>
            <p:ph idx="15" type="subTitle"/>
          </p:nvPr>
        </p:nvSpPr>
        <p:spPr>
          <a:xfrm>
            <a:off x="585707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21">
    <p:bg>
      <p:bgPr>
        <a:solidFill>
          <a:schemeClr val="dk1"/>
        </a:solidFill>
      </p:bgPr>
    </p:bg>
    <p:spTree>
      <p:nvGrpSpPr>
        <p:cNvPr id="9639" name="Shape 9639"/>
        <p:cNvGrpSpPr/>
        <p:nvPr/>
      </p:nvGrpSpPr>
      <p:grpSpPr>
        <a:xfrm>
          <a:off x="0" y="0"/>
          <a:ext cx="0" cy="0"/>
          <a:chOff x="0" y="0"/>
          <a:chExt cx="0" cy="0"/>
        </a:xfrm>
      </p:grpSpPr>
      <p:grpSp>
        <p:nvGrpSpPr>
          <p:cNvPr id="9640" name="Google Shape;9640;p1243"/>
          <p:cNvGrpSpPr/>
          <p:nvPr/>
        </p:nvGrpSpPr>
        <p:grpSpPr>
          <a:xfrm>
            <a:off x="713225" y="539500"/>
            <a:ext cx="7717500" cy="4064400"/>
            <a:chOff x="713225" y="539500"/>
            <a:chExt cx="7717500" cy="4064400"/>
          </a:xfrm>
        </p:grpSpPr>
        <p:sp>
          <p:nvSpPr>
            <p:cNvPr id="9641" name="Google Shape;9641;p124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42" name="Google Shape;9642;p124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643" name="Google Shape;9643;p124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644" name="Google Shape;9644;p1243"/>
          <p:cNvSpPr txBox="1"/>
          <p:nvPr>
            <p:ph idx="1" type="subTitle"/>
          </p:nvPr>
        </p:nvSpPr>
        <p:spPr>
          <a:xfrm>
            <a:off x="1059065"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645" name="Google Shape;9645;p1243"/>
          <p:cNvSpPr txBox="1"/>
          <p:nvPr>
            <p:ph idx="2" type="subTitle"/>
          </p:nvPr>
        </p:nvSpPr>
        <p:spPr>
          <a:xfrm>
            <a:off x="1059065"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646" name="Google Shape;9646;p1243"/>
          <p:cNvSpPr txBox="1"/>
          <p:nvPr>
            <p:ph idx="3" type="subTitle"/>
          </p:nvPr>
        </p:nvSpPr>
        <p:spPr>
          <a:xfrm>
            <a:off x="1059052" y="2806879"/>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647" name="Google Shape;9647;p1243"/>
          <p:cNvSpPr txBox="1"/>
          <p:nvPr>
            <p:ph idx="4" type="subTitle"/>
          </p:nvPr>
        </p:nvSpPr>
        <p:spPr>
          <a:xfrm>
            <a:off x="1059070" y="2454554"/>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648" name="Google Shape;9648;p1243"/>
          <p:cNvSpPr txBox="1"/>
          <p:nvPr>
            <p:ph idx="5" type="subTitle"/>
          </p:nvPr>
        </p:nvSpPr>
        <p:spPr>
          <a:xfrm>
            <a:off x="5042599"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649" name="Google Shape;9649;p1243"/>
          <p:cNvSpPr txBox="1"/>
          <p:nvPr>
            <p:ph idx="6" type="subTitle"/>
          </p:nvPr>
        </p:nvSpPr>
        <p:spPr>
          <a:xfrm>
            <a:off x="5042634"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650" name="Google Shape;9650;p1243"/>
          <p:cNvSpPr txBox="1"/>
          <p:nvPr>
            <p:ph idx="7" type="subTitle"/>
          </p:nvPr>
        </p:nvSpPr>
        <p:spPr>
          <a:xfrm>
            <a:off x="1059065"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651" name="Google Shape;9651;p1243"/>
          <p:cNvSpPr txBox="1"/>
          <p:nvPr>
            <p:ph idx="8" type="subTitle"/>
          </p:nvPr>
        </p:nvSpPr>
        <p:spPr>
          <a:xfrm>
            <a:off x="1059065"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652" name="Google Shape;9652;p1243"/>
          <p:cNvSpPr txBox="1"/>
          <p:nvPr>
            <p:ph idx="9" type="subTitle"/>
          </p:nvPr>
        </p:nvSpPr>
        <p:spPr>
          <a:xfrm>
            <a:off x="5042630" y="2806867"/>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653" name="Google Shape;9653;p1243"/>
          <p:cNvSpPr txBox="1"/>
          <p:nvPr>
            <p:ph idx="13" type="subTitle"/>
          </p:nvPr>
        </p:nvSpPr>
        <p:spPr>
          <a:xfrm>
            <a:off x="5042648" y="24545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654" name="Google Shape;9654;p1243"/>
          <p:cNvSpPr txBox="1"/>
          <p:nvPr>
            <p:ph idx="14" type="subTitle"/>
          </p:nvPr>
        </p:nvSpPr>
        <p:spPr>
          <a:xfrm>
            <a:off x="5042599"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655" name="Google Shape;9655;p1243"/>
          <p:cNvSpPr txBox="1"/>
          <p:nvPr>
            <p:ph idx="15" type="subTitle"/>
          </p:nvPr>
        </p:nvSpPr>
        <p:spPr>
          <a:xfrm>
            <a:off x="5042634"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_1_1_1_1_1">
    <p:bg>
      <p:bgPr>
        <a:solidFill>
          <a:schemeClr val="dk1"/>
        </a:solidFill>
      </p:bgPr>
    </p:bg>
    <p:spTree>
      <p:nvGrpSpPr>
        <p:cNvPr id="9656" name="Shape 9656"/>
        <p:cNvGrpSpPr/>
        <p:nvPr/>
      </p:nvGrpSpPr>
      <p:grpSpPr>
        <a:xfrm>
          <a:off x="0" y="0"/>
          <a:ext cx="0" cy="0"/>
          <a:chOff x="0" y="0"/>
          <a:chExt cx="0" cy="0"/>
        </a:xfrm>
      </p:grpSpPr>
      <p:grpSp>
        <p:nvGrpSpPr>
          <p:cNvPr id="9657" name="Google Shape;9657;p1244"/>
          <p:cNvGrpSpPr/>
          <p:nvPr/>
        </p:nvGrpSpPr>
        <p:grpSpPr>
          <a:xfrm>
            <a:off x="713225" y="539500"/>
            <a:ext cx="7717500" cy="4064400"/>
            <a:chOff x="713225" y="539500"/>
            <a:chExt cx="7717500" cy="4064400"/>
          </a:xfrm>
        </p:grpSpPr>
        <p:sp>
          <p:nvSpPr>
            <p:cNvPr id="9658" name="Google Shape;9658;p124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59" name="Google Shape;9659;p1244"/>
            <p:cNvCxnSpPr/>
            <p:nvPr/>
          </p:nvCxnSpPr>
          <p:spPr>
            <a:xfrm>
              <a:off x="734825" y="1483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660" name="Google Shape;9660;p1244"/>
          <p:cNvSpPr txBox="1"/>
          <p:nvPr>
            <p:ph type="title"/>
          </p:nvPr>
        </p:nvSpPr>
        <p:spPr>
          <a:xfrm>
            <a:off x="3607800" y="539500"/>
            <a:ext cx="4519200" cy="939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r">
              <a:spcBef>
                <a:spcPts val="0"/>
              </a:spcBef>
              <a:spcAft>
                <a:spcPts val="0"/>
              </a:spcAft>
              <a:buClr>
                <a:schemeClr val="lt1"/>
              </a:buClr>
              <a:buSzPts val="4800"/>
              <a:buNone/>
              <a:defRPr sz="4800">
                <a:solidFill>
                  <a:schemeClr val="lt1"/>
                </a:solidFill>
              </a:defRPr>
            </a:lvl2pPr>
            <a:lvl3pPr lvl="2" algn="r">
              <a:spcBef>
                <a:spcPts val="0"/>
              </a:spcBef>
              <a:spcAft>
                <a:spcPts val="0"/>
              </a:spcAft>
              <a:buClr>
                <a:schemeClr val="lt1"/>
              </a:buClr>
              <a:buSzPts val="4800"/>
              <a:buNone/>
              <a:defRPr sz="4800">
                <a:solidFill>
                  <a:schemeClr val="lt1"/>
                </a:solidFill>
              </a:defRPr>
            </a:lvl3pPr>
            <a:lvl4pPr lvl="3" algn="r">
              <a:spcBef>
                <a:spcPts val="0"/>
              </a:spcBef>
              <a:spcAft>
                <a:spcPts val="0"/>
              </a:spcAft>
              <a:buClr>
                <a:schemeClr val="lt1"/>
              </a:buClr>
              <a:buSzPts val="4800"/>
              <a:buNone/>
              <a:defRPr sz="4800">
                <a:solidFill>
                  <a:schemeClr val="lt1"/>
                </a:solidFill>
              </a:defRPr>
            </a:lvl4pPr>
            <a:lvl5pPr lvl="4" algn="r">
              <a:spcBef>
                <a:spcPts val="0"/>
              </a:spcBef>
              <a:spcAft>
                <a:spcPts val="0"/>
              </a:spcAft>
              <a:buClr>
                <a:schemeClr val="lt1"/>
              </a:buClr>
              <a:buSzPts val="4800"/>
              <a:buNone/>
              <a:defRPr sz="4800">
                <a:solidFill>
                  <a:schemeClr val="lt1"/>
                </a:solidFill>
              </a:defRPr>
            </a:lvl5pPr>
            <a:lvl6pPr lvl="5" algn="r">
              <a:spcBef>
                <a:spcPts val="0"/>
              </a:spcBef>
              <a:spcAft>
                <a:spcPts val="0"/>
              </a:spcAft>
              <a:buClr>
                <a:schemeClr val="lt1"/>
              </a:buClr>
              <a:buSzPts val="4800"/>
              <a:buNone/>
              <a:defRPr sz="4800">
                <a:solidFill>
                  <a:schemeClr val="lt1"/>
                </a:solidFill>
              </a:defRPr>
            </a:lvl6pPr>
            <a:lvl7pPr lvl="6" algn="r">
              <a:spcBef>
                <a:spcPts val="0"/>
              </a:spcBef>
              <a:spcAft>
                <a:spcPts val="0"/>
              </a:spcAft>
              <a:buClr>
                <a:schemeClr val="lt1"/>
              </a:buClr>
              <a:buSzPts val="4800"/>
              <a:buNone/>
              <a:defRPr sz="4800">
                <a:solidFill>
                  <a:schemeClr val="lt1"/>
                </a:solidFill>
              </a:defRPr>
            </a:lvl7pPr>
            <a:lvl8pPr lvl="7" algn="r">
              <a:spcBef>
                <a:spcPts val="0"/>
              </a:spcBef>
              <a:spcAft>
                <a:spcPts val="0"/>
              </a:spcAft>
              <a:buClr>
                <a:schemeClr val="lt1"/>
              </a:buClr>
              <a:buSzPts val="4800"/>
              <a:buNone/>
              <a:defRPr sz="4800">
                <a:solidFill>
                  <a:schemeClr val="lt1"/>
                </a:solidFill>
              </a:defRPr>
            </a:lvl8pPr>
            <a:lvl9pPr lvl="8" algn="r">
              <a:spcBef>
                <a:spcPts val="0"/>
              </a:spcBef>
              <a:spcAft>
                <a:spcPts val="0"/>
              </a:spcAft>
              <a:buClr>
                <a:schemeClr val="lt1"/>
              </a:buClr>
              <a:buSzPts val="4800"/>
              <a:buNone/>
              <a:defRPr sz="4800">
                <a:solidFill>
                  <a:schemeClr val="lt1"/>
                </a:solidFill>
              </a:defRPr>
            </a:lvl9pPr>
          </a:lstStyle>
          <a:p/>
        </p:txBody>
      </p:sp>
      <p:sp>
        <p:nvSpPr>
          <p:cNvPr id="9661" name="Google Shape;9661;p1244"/>
          <p:cNvSpPr txBox="1"/>
          <p:nvPr>
            <p:ph idx="1" type="subTitle"/>
          </p:nvPr>
        </p:nvSpPr>
        <p:spPr>
          <a:xfrm>
            <a:off x="3607800" y="2278000"/>
            <a:ext cx="4519200" cy="744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r">
              <a:lnSpc>
                <a:spcPct val="100000"/>
              </a:lnSpc>
              <a:spcBef>
                <a:spcPts val="0"/>
              </a:spcBef>
              <a:spcAft>
                <a:spcPts val="0"/>
              </a:spcAft>
              <a:buClr>
                <a:schemeClr val="lt1"/>
              </a:buClr>
              <a:buSzPts val="2800"/>
              <a:buNone/>
              <a:defRPr sz="2800">
                <a:solidFill>
                  <a:schemeClr val="lt1"/>
                </a:solidFill>
              </a:defRPr>
            </a:lvl2pPr>
            <a:lvl3pPr lvl="2" algn="r">
              <a:lnSpc>
                <a:spcPct val="100000"/>
              </a:lnSpc>
              <a:spcBef>
                <a:spcPts val="0"/>
              </a:spcBef>
              <a:spcAft>
                <a:spcPts val="0"/>
              </a:spcAft>
              <a:buClr>
                <a:schemeClr val="lt1"/>
              </a:buClr>
              <a:buSzPts val="2800"/>
              <a:buNone/>
              <a:defRPr sz="2800">
                <a:solidFill>
                  <a:schemeClr val="lt1"/>
                </a:solidFill>
              </a:defRPr>
            </a:lvl3pPr>
            <a:lvl4pPr lvl="3" algn="r">
              <a:lnSpc>
                <a:spcPct val="100000"/>
              </a:lnSpc>
              <a:spcBef>
                <a:spcPts val="0"/>
              </a:spcBef>
              <a:spcAft>
                <a:spcPts val="0"/>
              </a:spcAft>
              <a:buClr>
                <a:schemeClr val="lt1"/>
              </a:buClr>
              <a:buSzPts val="2800"/>
              <a:buNone/>
              <a:defRPr sz="2800">
                <a:solidFill>
                  <a:schemeClr val="lt1"/>
                </a:solidFill>
              </a:defRPr>
            </a:lvl4pPr>
            <a:lvl5pPr lvl="4" algn="r">
              <a:lnSpc>
                <a:spcPct val="100000"/>
              </a:lnSpc>
              <a:spcBef>
                <a:spcPts val="0"/>
              </a:spcBef>
              <a:spcAft>
                <a:spcPts val="0"/>
              </a:spcAft>
              <a:buClr>
                <a:schemeClr val="lt1"/>
              </a:buClr>
              <a:buSzPts val="2800"/>
              <a:buNone/>
              <a:defRPr sz="2800">
                <a:solidFill>
                  <a:schemeClr val="lt1"/>
                </a:solidFill>
              </a:defRPr>
            </a:lvl5pPr>
            <a:lvl6pPr lvl="5" algn="r">
              <a:lnSpc>
                <a:spcPct val="100000"/>
              </a:lnSpc>
              <a:spcBef>
                <a:spcPts val="0"/>
              </a:spcBef>
              <a:spcAft>
                <a:spcPts val="0"/>
              </a:spcAft>
              <a:buClr>
                <a:schemeClr val="lt1"/>
              </a:buClr>
              <a:buSzPts val="2800"/>
              <a:buNone/>
              <a:defRPr sz="2800">
                <a:solidFill>
                  <a:schemeClr val="lt1"/>
                </a:solidFill>
              </a:defRPr>
            </a:lvl6pPr>
            <a:lvl7pPr lvl="6" algn="r">
              <a:lnSpc>
                <a:spcPct val="100000"/>
              </a:lnSpc>
              <a:spcBef>
                <a:spcPts val="0"/>
              </a:spcBef>
              <a:spcAft>
                <a:spcPts val="0"/>
              </a:spcAft>
              <a:buClr>
                <a:schemeClr val="lt1"/>
              </a:buClr>
              <a:buSzPts val="2800"/>
              <a:buNone/>
              <a:defRPr sz="2800">
                <a:solidFill>
                  <a:schemeClr val="lt1"/>
                </a:solidFill>
              </a:defRPr>
            </a:lvl7pPr>
            <a:lvl8pPr lvl="7"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sp>
        <p:nvSpPr>
          <p:cNvPr id="9662" name="Google Shape;9662;p1244"/>
          <p:cNvSpPr txBox="1"/>
          <p:nvPr>
            <p:ph idx="2" type="subTitle"/>
          </p:nvPr>
        </p:nvSpPr>
        <p:spPr>
          <a:xfrm>
            <a:off x="3607800" y="1769750"/>
            <a:ext cx="4519200" cy="510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9663" name="Google Shape;9663;p1244"/>
          <p:cNvSpPr txBox="1"/>
          <p:nvPr/>
        </p:nvSpPr>
        <p:spPr>
          <a:xfrm>
            <a:off x="3508050" y="3477600"/>
            <a:ext cx="4718700" cy="554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Roboto"/>
                <a:ea typeface="Roboto"/>
                <a:cs typeface="Roboto"/>
                <a:sym typeface="Roboto"/>
              </a:rPr>
              <a:t>CREDITS:</a:t>
            </a:r>
            <a:r>
              <a:rPr lang="en" sz="1200">
                <a:solidFill>
                  <a:schemeClr val="lt1"/>
                </a:solidFill>
                <a:latin typeface="Roboto"/>
                <a:ea typeface="Roboto"/>
                <a:cs typeface="Roboto"/>
                <a:sym typeface="Roboto"/>
              </a:rPr>
              <a:t> This presentation template was created by </a:t>
            </a:r>
            <a:r>
              <a:rPr b="1" lang="en" sz="1200">
                <a:solidFill>
                  <a:schemeClr val="accent1"/>
                </a:solidFill>
                <a:uFill>
                  <a:noFill/>
                </a:uFill>
                <a:latin typeface="Roboto"/>
                <a:ea typeface="Roboto"/>
                <a:cs typeface="Roboto"/>
                <a:sym typeface="Roboto"/>
                <a:hlinkClick r:id="rId2">
                  <a:extLst>
                    <a:ext uri="{A12FA001-AC4F-418D-AE19-62706E023703}">
                      <ahyp:hlinkClr val="tx"/>
                    </a:ext>
                  </a:extLst>
                </a:hlinkClick>
              </a:rPr>
              <a:t>Slidesgo</a:t>
            </a:r>
            <a:r>
              <a:rPr b="1" lang="en" sz="1200">
                <a:solidFill>
                  <a:schemeClr val="accent6"/>
                </a:solidFill>
                <a:latin typeface="Roboto"/>
                <a:ea typeface="Roboto"/>
                <a:cs typeface="Roboto"/>
                <a:sym typeface="Roboto"/>
              </a:rPr>
              <a:t>,</a:t>
            </a:r>
            <a:r>
              <a:rPr lang="en" sz="1200">
                <a:solidFill>
                  <a:schemeClr val="lt1"/>
                </a:solidFill>
                <a:latin typeface="Roboto"/>
                <a:ea typeface="Roboto"/>
                <a:cs typeface="Roboto"/>
                <a:sym typeface="Roboto"/>
              </a:rPr>
              <a:t> including icons by </a:t>
            </a:r>
            <a:r>
              <a:rPr b="1" lang="en" sz="1200">
                <a:solidFill>
                  <a:schemeClr val="accent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1"/>
                </a:solidFill>
                <a:latin typeface="Roboto"/>
                <a:ea typeface="Roboto"/>
                <a:cs typeface="Roboto"/>
                <a:sym typeface="Roboto"/>
              </a:rPr>
              <a:t>, and infographics &amp; images by </a:t>
            </a:r>
            <a:r>
              <a:rPr b="1" lang="en" sz="1200">
                <a:solidFill>
                  <a:schemeClr val="accent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accent1"/>
              </a:solidFill>
              <a:latin typeface="Roboto"/>
              <a:ea typeface="Roboto"/>
              <a:cs typeface="Roboto"/>
              <a:sym typeface="Roboto"/>
            </a:endParaRPr>
          </a:p>
        </p:txBody>
      </p:sp>
    </p:spTree>
  </p:cSld>
  <p:clrMapOvr>
    <a:masterClrMapping/>
  </p:clrMapOvr>
</p:sldLayout>
</file>

<file path=ppt/slideLayouts/slideLayout12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_1_1_1_1_1">
    <p:bg>
      <p:bgPr>
        <a:solidFill>
          <a:schemeClr val="dk1"/>
        </a:solidFill>
      </p:bgPr>
    </p:bg>
    <p:spTree>
      <p:nvGrpSpPr>
        <p:cNvPr id="9664" name="Shape 9664"/>
        <p:cNvGrpSpPr/>
        <p:nvPr/>
      </p:nvGrpSpPr>
      <p:grpSpPr>
        <a:xfrm>
          <a:off x="0" y="0"/>
          <a:ext cx="0" cy="0"/>
          <a:chOff x="0" y="0"/>
          <a:chExt cx="0" cy="0"/>
        </a:xfrm>
      </p:grpSpPr>
      <p:sp>
        <p:nvSpPr>
          <p:cNvPr id="9665" name="Google Shape;9665;p124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_1_1_1_1_1">
    <p:bg>
      <p:bgPr>
        <a:solidFill>
          <a:schemeClr val="dk1"/>
        </a:solidFill>
      </p:bgPr>
    </p:bg>
    <p:spTree>
      <p:nvGrpSpPr>
        <p:cNvPr id="9666" name="Shape 9666"/>
        <p:cNvGrpSpPr/>
        <p:nvPr/>
      </p:nvGrpSpPr>
      <p:grpSpPr>
        <a:xfrm>
          <a:off x="0" y="0"/>
          <a:ext cx="0" cy="0"/>
          <a:chOff x="0" y="0"/>
          <a:chExt cx="0" cy="0"/>
        </a:xfrm>
      </p:grpSpPr>
      <p:grpSp>
        <p:nvGrpSpPr>
          <p:cNvPr id="9667" name="Google Shape;9667;p1246"/>
          <p:cNvGrpSpPr/>
          <p:nvPr/>
        </p:nvGrpSpPr>
        <p:grpSpPr>
          <a:xfrm>
            <a:off x="713225" y="539500"/>
            <a:ext cx="7717500" cy="4064400"/>
            <a:chOff x="713225" y="539500"/>
            <a:chExt cx="7717500" cy="4064400"/>
          </a:xfrm>
        </p:grpSpPr>
        <p:sp>
          <p:nvSpPr>
            <p:cNvPr id="9668" name="Google Shape;9668;p124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69" name="Google Shape;9669;p124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Layouts/slideLayout12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9674" name="Shape 9674"/>
        <p:cNvGrpSpPr/>
        <p:nvPr/>
      </p:nvGrpSpPr>
      <p:grpSpPr>
        <a:xfrm>
          <a:off x="0" y="0"/>
          <a:ext cx="0" cy="0"/>
          <a:chOff x="0" y="0"/>
          <a:chExt cx="0" cy="0"/>
        </a:xfrm>
      </p:grpSpPr>
      <p:sp>
        <p:nvSpPr>
          <p:cNvPr id="9675" name="Google Shape;9675;p124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1248"/>
          <p:cNvSpPr txBox="1"/>
          <p:nvPr>
            <p:ph type="ctrTitle"/>
          </p:nvPr>
        </p:nvSpPr>
        <p:spPr>
          <a:xfrm>
            <a:off x="2048825" y="848600"/>
            <a:ext cx="5046300" cy="10305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9677" name="Google Shape;9677;p1248"/>
          <p:cNvSpPr txBox="1"/>
          <p:nvPr>
            <p:ph idx="1" type="subTitle"/>
          </p:nvPr>
        </p:nvSpPr>
        <p:spPr>
          <a:xfrm>
            <a:off x="2048825" y="3798375"/>
            <a:ext cx="50463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9678" name="Google Shape;9678;p1248"/>
          <p:cNvSpPr txBox="1"/>
          <p:nvPr>
            <p:ph idx="2" type="subTitle"/>
          </p:nvPr>
        </p:nvSpPr>
        <p:spPr>
          <a:xfrm>
            <a:off x="2902475" y="1879100"/>
            <a:ext cx="3339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2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9679" name="Shape 9679"/>
        <p:cNvGrpSpPr/>
        <p:nvPr/>
      </p:nvGrpSpPr>
      <p:grpSpPr>
        <a:xfrm>
          <a:off x="0" y="0"/>
          <a:ext cx="0" cy="0"/>
          <a:chOff x="0" y="0"/>
          <a:chExt cx="0" cy="0"/>
        </a:xfrm>
      </p:grpSpPr>
      <p:sp>
        <p:nvSpPr>
          <p:cNvPr id="9680" name="Google Shape;9680;p124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1249"/>
          <p:cNvSpPr/>
          <p:nvPr/>
        </p:nvSpPr>
        <p:spPr>
          <a:xfrm flipH="1" rot="-5400000">
            <a:off x="-1114550" y="743900"/>
            <a:ext cx="3655500" cy="3655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1249"/>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9683" name="Google Shape;9683;p1249"/>
          <p:cNvSpPr txBox="1"/>
          <p:nvPr>
            <p:ph hasCustomPrompt="1" idx="2" type="title"/>
          </p:nvPr>
        </p:nvSpPr>
        <p:spPr>
          <a:xfrm>
            <a:off x="821288" y="157487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9684" name="Google Shape;9684;p1249"/>
          <p:cNvSpPr txBox="1"/>
          <p:nvPr>
            <p:ph idx="1" type="subTitle"/>
          </p:nvPr>
        </p:nvSpPr>
        <p:spPr>
          <a:xfrm>
            <a:off x="2971613" y="32407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2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9685" name="Shape 9685"/>
        <p:cNvGrpSpPr/>
        <p:nvPr/>
      </p:nvGrpSpPr>
      <p:grpSpPr>
        <a:xfrm>
          <a:off x="0" y="0"/>
          <a:ext cx="0" cy="0"/>
          <a:chOff x="0" y="0"/>
          <a:chExt cx="0" cy="0"/>
        </a:xfrm>
      </p:grpSpPr>
      <p:grpSp>
        <p:nvGrpSpPr>
          <p:cNvPr id="9686" name="Google Shape;9686;p1250"/>
          <p:cNvGrpSpPr/>
          <p:nvPr/>
        </p:nvGrpSpPr>
        <p:grpSpPr>
          <a:xfrm>
            <a:off x="713225" y="539500"/>
            <a:ext cx="7717500" cy="4064400"/>
            <a:chOff x="713225" y="539500"/>
            <a:chExt cx="7717500" cy="4064400"/>
          </a:xfrm>
        </p:grpSpPr>
        <p:cxnSp>
          <p:nvCxnSpPr>
            <p:cNvPr id="9687" name="Google Shape;9687;p125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9688" name="Google Shape;9688;p125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9" name="Google Shape;9689;p125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690" name="Google Shape;9690;p1250"/>
          <p:cNvSpPr txBox="1"/>
          <p:nvPr>
            <p:ph idx="1" type="subTitle"/>
          </p:nvPr>
        </p:nvSpPr>
        <p:spPr>
          <a:xfrm>
            <a:off x="2817300" y="2114400"/>
            <a:ext cx="3509400" cy="1529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6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12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9691" name="Shape 9691"/>
        <p:cNvGrpSpPr/>
        <p:nvPr/>
      </p:nvGrpSpPr>
      <p:grpSpPr>
        <a:xfrm>
          <a:off x="0" y="0"/>
          <a:ext cx="0" cy="0"/>
          <a:chOff x="0" y="0"/>
          <a:chExt cx="0" cy="0"/>
        </a:xfrm>
      </p:grpSpPr>
      <p:grpSp>
        <p:nvGrpSpPr>
          <p:cNvPr id="9692" name="Google Shape;9692;p1251"/>
          <p:cNvGrpSpPr/>
          <p:nvPr/>
        </p:nvGrpSpPr>
        <p:grpSpPr>
          <a:xfrm>
            <a:off x="713225" y="539500"/>
            <a:ext cx="7717500" cy="4064400"/>
            <a:chOff x="713225" y="539500"/>
            <a:chExt cx="7717500" cy="4064400"/>
          </a:xfrm>
        </p:grpSpPr>
        <p:sp>
          <p:nvSpPr>
            <p:cNvPr id="9693" name="Google Shape;9693;p125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94" name="Google Shape;9694;p125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695" name="Google Shape;9695;p125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696" name="Google Shape;9696;p1251"/>
          <p:cNvSpPr txBox="1"/>
          <p:nvPr>
            <p:ph idx="1" type="subTitle"/>
          </p:nvPr>
        </p:nvSpPr>
        <p:spPr>
          <a:xfrm>
            <a:off x="1425525" y="32987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697" name="Google Shape;9697;p1251"/>
          <p:cNvSpPr txBox="1"/>
          <p:nvPr>
            <p:ph idx="2" type="subTitle"/>
          </p:nvPr>
        </p:nvSpPr>
        <p:spPr>
          <a:xfrm>
            <a:off x="1425525" y="2867137"/>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698" name="Google Shape;9698;p1251"/>
          <p:cNvSpPr txBox="1"/>
          <p:nvPr>
            <p:ph idx="3" type="subTitle"/>
          </p:nvPr>
        </p:nvSpPr>
        <p:spPr>
          <a:xfrm>
            <a:off x="5333725" y="32885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699" name="Google Shape;9699;p1251"/>
          <p:cNvSpPr txBox="1"/>
          <p:nvPr>
            <p:ph idx="4" type="subTitle"/>
          </p:nvPr>
        </p:nvSpPr>
        <p:spPr>
          <a:xfrm>
            <a:off x="5333725" y="28586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9700" name="Shape 9700"/>
        <p:cNvGrpSpPr/>
        <p:nvPr/>
      </p:nvGrpSpPr>
      <p:grpSpPr>
        <a:xfrm>
          <a:off x="0" y="0"/>
          <a:ext cx="0" cy="0"/>
          <a:chOff x="0" y="0"/>
          <a:chExt cx="0" cy="0"/>
        </a:xfrm>
      </p:grpSpPr>
      <p:grpSp>
        <p:nvGrpSpPr>
          <p:cNvPr id="9701" name="Google Shape;9701;p1252"/>
          <p:cNvGrpSpPr/>
          <p:nvPr/>
        </p:nvGrpSpPr>
        <p:grpSpPr>
          <a:xfrm>
            <a:off x="713225" y="539500"/>
            <a:ext cx="7717500" cy="4064400"/>
            <a:chOff x="713225" y="539500"/>
            <a:chExt cx="7717500" cy="4064400"/>
          </a:xfrm>
        </p:grpSpPr>
        <p:sp>
          <p:nvSpPr>
            <p:cNvPr id="9702" name="Google Shape;9702;p125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03" name="Google Shape;9703;p125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704" name="Google Shape;9704;p125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2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9705" name="Shape 9705"/>
        <p:cNvGrpSpPr/>
        <p:nvPr/>
      </p:nvGrpSpPr>
      <p:grpSpPr>
        <a:xfrm>
          <a:off x="0" y="0"/>
          <a:ext cx="0" cy="0"/>
          <a:chOff x="0" y="0"/>
          <a:chExt cx="0" cy="0"/>
        </a:xfrm>
      </p:grpSpPr>
      <p:grpSp>
        <p:nvGrpSpPr>
          <p:cNvPr id="9706" name="Google Shape;9706;p1253"/>
          <p:cNvGrpSpPr/>
          <p:nvPr/>
        </p:nvGrpSpPr>
        <p:grpSpPr>
          <a:xfrm>
            <a:off x="713225" y="539500"/>
            <a:ext cx="7717500" cy="4064400"/>
            <a:chOff x="713225" y="539500"/>
            <a:chExt cx="7717500" cy="4064400"/>
          </a:xfrm>
        </p:grpSpPr>
        <p:cxnSp>
          <p:nvCxnSpPr>
            <p:cNvPr id="9707" name="Google Shape;9707;p125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9708" name="Google Shape;9708;p125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9" name="Google Shape;9709;p125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710" name="Google Shape;9710;p1253"/>
          <p:cNvSpPr txBox="1"/>
          <p:nvPr>
            <p:ph idx="1" type="subTitle"/>
          </p:nvPr>
        </p:nvSpPr>
        <p:spPr>
          <a:xfrm>
            <a:off x="2105700" y="1543900"/>
            <a:ext cx="4932600" cy="2550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800"/>
              <a:buChar char="●"/>
              <a:defRPr sz="1600">
                <a:solidFill>
                  <a:schemeClr val="lt1"/>
                </a:solidFill>
              </a:defRPr>
            </a:lvl1pPr>
            <a:lvl2pPr lvl="1">
              <a:lnSpc>
                <a:spcPct val="100000"/>
              </a:lnSpc>
              <a:spcBef>
                <a:spcPts val="0"/>
              </a:spcBef>
              <a:spcAft>
                <a:spcPts val="0"/>
              </a:spcAft>
              <a:buClr>
                <a:schemeClr val="lt1"/>
              </a:buClr>
              <a:buSzPts val="2800"/>
              <a:buChar char="○"/>
              <a:defRPr sz="2800">
                <a:solidFill>
                  <a:schemeClr val="lt1"/>
                </a:solidFill>
              </a:defRPr>
            </a:lvl2pPr>
            <a:lvl3pPr lvl="2">
              <a:lnSpc>
                <a:spcPct val="100000"/>
              </a:lnSpc>
              <a:spcBef>
                <a:spcPts val="0"/>
              </a:spcBef>
              <a:spcAft>
                <a:spcPts val="0"/>
              </a:spcAft>
              <a:buClr>
                <a:schemeClr val="lt1"/>
              </a:buClr>
              <a:buSzPts val="2800"/>
              <a:buChar char="■"/>
              <a:defRPr sz="2800">
                <a:solidFill>
                  <a:schemeClr val="lt1"/>
                </a:solidFill>
              </a:defRPr>
            </a:lvl3pPr>
            <a:lvl4pPr lvl="3">
              <a:lnSpc>
                <a:spcPct val="100000"/>
              </a:lnSpc>
              <a:spcBef>
                <a:spcPts val="0"/>
              </a:spcBef>
              <a:spcAft>
                <a:spcPts val="0"/>
              </a:spcAft>
              <a:buClr>
                <a:schemeClr val="lt1"/>
              </a:buClr>
              <a:buSzPts val="2800"/>
              <a:buChar char="●"/>
              <a:defRPr sz="2800">
                <a:solidFill>
                  <a:schemeClr val="lt1"/>
                </a:solidFill>
              </a:defRPr>
            </a:lvl4pPr>
            <a:lvl5pPr lvl="4">
              <a:lnSpc>
                <a:spcPct val="100000"/>
              </a:lnSpc>
              <a:spcBef>
                <a:spcPts val="0"/>
              </a:spcBef>
              <a:spcAft>
                <a:spcPts val="0"/>
              </a:spcAft>
              <a:buClr>
                <a:schemeClr val="lt1"/>
              </a:buClr>
              <a:buSzPts val="2800"/>
              <a:buChar char="○"/>
              <a:defRPr sz="2800">
                <a:solidFill>
                  <a:schemeClr val="lt1"/>
                </a:solidFill>
              </a:defRPr>
            </a:lvl5pPr>
            <a:lvl6pPr lvl="5">
              <a:lnSpc>
                <a:spcPct val="100000"/>
              </a:lnSpc>
              <a:spcBef>
                <a:spcPts val="0"/>
              </a:spcBef>
              <a:spcAft>
                <a:spcPts val="0"/>
              </a:spcAft>
              <a:buClr>
                <a:schemeClr val="lt1"/>
              </a:buClr>
              <a:buSzPts val="2800"/>
              <a:buChar char="■"/>
              <a:defRPr sz="2800">
                <a:solidFill>
                  <a:schemeClr val="lt1"/>
                </a:solidFill>
              </a:defRPr>
            </a:lvl6pPr>
            <a:lvl7pPr lvl="6">
              <a:lnSpc>
                <a:spcPct val="100000"/>
              </a:lnSpc>
              <a:spcBef>
                <a:spcPts val="0"/>
              </a:spcBef>
              <a:spcAft>
                <a:spcPts val="0"/>
              </a:spcAft>
              <a:buClr>
                <a:schemeClr val="lt1"/>
              </a:buClr>
              <a:buSzPts val="2800"/>
              <a:buChar char="●"/>
              <a:defRPr sz="2800">
                <a:solidFill>
                  <a:schemeClr val="lt1"/>
                </a:solidFill>
              </a:defRPr>
            </a:lvl7pPr>
            <a:lvl8pPr lvl="7">
              <a:lnSpc>
                <a:spcPct val="100000"/>
              </a:lnSpc>
              <a:spcBef>
                <a:spcPts val="0"/>
              </a:spcBef>
              <a:spcAft>
                <a:spcPts val="0"/>
              </a:spcAft>
              <a:buClr>
                <a:schemeClr val="lt1"/>
              </a:buClr>
              <a:buSzPts val="2800"/>
              <a:buChar char="○"/>
              <a:defRPr sz="2800">
                <a:solidFill>
                  <a:schemeClr val="lt1"/>
                </a:solidFill>
              </a:defRPr>
            </a:lvl8pPr>
            <a:lvl9pPr lvl="8">
              <a:lnSpc>
                <a:spcPct val="100000"/>
              </a:lnSpc>
              <a:spcBef>
                <a:spcPts val="0"/>
              </a:spcBef>
              <a:spcAft>
                <a:spcPts val="0"/>
              </a:spcAft>
              <a:buClr>
                <a:schemeClr val="lt1"/>
              </a:buClr>
              <a:buSzPts val="2800"/>
              <a:buChar char="■"/>
              <a:defRPr sz="2800">
                <a:solidFill>
                  <a:schemeClr val="lt1"/>
                </a:solidFill>
              </a:defRPr>
            </a:lvl9pPr>
          </a:lstStyle>
          <a:p/>
        </p:txBody>
      </p:sp>
    </p:spTree>
  </p:cSld>
  <p:clrMapOvr>
    <a:masterClrMapping/>
  </p:clrMapOvr>
</p:sldLayout>
</file>

<file path=ppt/slideLayouts/slideLayout12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9711" name="Shape 9711"/>
        <p:cNvGrpSpPr/>
        <p:nvPr/>
      </p:nvGrpSpPr>
      <p:grpSpPr>
        <a:xfrm>
          <a:off x="0" y="0"/>
          <a:ext cx="0" cy="0"/>
          <a:chOff x="0" y="0"/>
          <a:chExt cx="0" cy="0"/>
        </a:xfrm>
      </p:grpSpPr>
      <p:sp>
        <p:nvSpPr>
          <p:cNvPr id="9712" name="Google Shape;9712;p125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1254"/>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12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9714" name="Shape 9714"/>
        <p:cNvGrpSpPr/>
        <p:nvPr/>
      </p:nvGrpSpPr>
      <p:grpSpPr>
        <a:xfrm>
          <a:off x="0" y="0"/>
          <a:ext cx="0" cy="0"/>
          <a:chOff x="0" y="0"/>
          <a:chExt cx="0" cy="0"/>
        </a:xfrm>
      </p:grpSpPr>
      <p:grpSp>
        <p:nvGrpSpPr>
          <p:cNvPr id="9715" name="Google Shape;9715;p1255"/>
          <p:cNvGrpSpPr/>
          <p:nvPr/>
        </p:nvGrpSpPr>
        <p:grpSpPr>
          <a:xfrm>
            <a:off x="713225" y="539500"/>
            <a:ext cx="7717500" cy="4064400"/>
            <a:chOff x="713225" y="539500"/>
            <a:chExt cx="7717500" cy="4064400"/>
          </a:xfrm>
        </p:grpSpPr>
        <p:cxnSp>
          <p:nvCxnSpPr>
            <p:cNvPr id="9716" name="Google Shape;9716;p125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9717" name="Google Shape;9717;p125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18" name="Google Shape;9718;p1255"/>
            <p:cNvCxnSpPr/>
            <p:nvPr/>
          </p:nvCxnSpPr>
          <p:spPr>
            <a:xfrm rot="10800000">
              <a:off x="4876775" y="1096300"/>
              <a:ext cx="0" cy="3507600"/>
            </a:xfrm>
            <a:prstGeom prst="straightConnector1">
              <a:avLst/>
            </a:prstGeom>
            <a:noFill/>
            <a:ln cap="flat" cmpd="sng" w="38100">
              <a:solidFill>
                <a:schemeClr val="accent1"/>
              </a:solidFill>
              <a:prstDash val="solid"/>
              <a:round/>
              <a:headEnd len="med" w="med" type="none"/>
              <a:tailEnd len="med" w="med" type="none"/>
            </a:ln>
          </p:spPr>
        </p:cxnSp>
      </p:grpSp>
      <p:sp>
        <p:nvSpPr>
          <p:cNvPr id="9719" name="Google Shape;9719;p125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720" name="Google Shape;9720;p1255"/>
          <p:cNvSpPr txBox="1"/>
          <p:nvPr>
            <p:ph idx="1" type="subTitle"/>
          </p:nvPr>
        </p:nvSpPr>
        <p:spPr>
          <a:xfrm>
            <a:off x="1312950" y="2327975"/>
            <a:ext cx="2973000" cy="13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721" name="Google Shape;9721;p1255"/>
          <p:cNvSpPr txBox="1"/>
          <p:nvPr>
            <p:ph idx="2" type="subTitle"/>
          </p:nvPr>
        </p:nvSpPr>
        <p:spPr>
          <a:xfrm>
            <a:off x="1312950" y="1809275"/>
            <a:ext cx="29730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2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9722" name="Shape 9722"/>
        <p:cNvGrpSpPr/>
        <p:nvPr/>
      </p:nvGrpSpPr>
      <p:grpSpPr>
        <a:xfrm>
          <a:off x="0" y="0"/>
          <a:ext cx="0" cy="0"/>
          <a:chOff x="0" y="0"/>
          <a:chExt cx="0" cy="0"/>
        </a:xfrm>
      </p:grpSpPr>
      <p:sp>
        <p:nvSpPr>
          <p:cNvPr id="9723" name="Google Shape;9723;p1256"/>
          <p:cNvSpPr txBox="1"/>
          <p:nvPr>
            <p:ph type="title"/>
          </p:nvPr>
        </p:nvSpPr>
        <p:spPr>
          <a:xfrm>
            <a:off x="865625" y="3328700"/>
            <a:ext cx="6367800" cy="1427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3600"/>
              <a:buNone/>
              <a:defRPr sz="3600">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12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9724" name="Shape 9724"/>
        <p:cNvGrpSpPr/>
        <p:nvPr/>
      </p:nvGrpSpPr>
      <p:grpSpPr>
        <a:xfrm>
          <a:off x="0" y="0"/>
          <a:ext cx="0" cy="0"/>
          <a:chOff x="0" y="0"/>
          <a:chExt cx="0" cy="0"/>
        </a:xfrm>
      </p:grpSpPr>
      <p:sp>
        <p:nvSpPr>
          <p:cNvPr id="9725" name="Google Shape;9725;p125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1257"/>
          <p:cNvSpPr txBox="1"/>
          <p:nvPr>
            <p:ph hasCustomPrompt="1" type="title"/>
          </p:nvPr>
        </p:nvSpPr>
        <p:spPr>
          <a:xfrm>
            <a:off x="994200" y="1505850"/>
            <a:ext cx="7155600" cy="13323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9727" name="Google Shape;9727;p1257"/>
          <p:cNvSpPr txBox="1"/>
          <p:nvPr>
            <p:ph idx="1" type="subTitle"/>
          </p:nvPr>
        </p:nvSpPr>
        <p:spPr>
          <a:xfrm>
            <a:off x="994200" y="2838150"/>
            <a:ext cx="4774200" cy="79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9728" name="Shape 9728"/>
        <p:cNvGrpSpPr/>
        <p:nvPr/>
      </p:nvGrpSpPr>
      <p:grpSpPr>
        <a:xfrm>
          <a:off x="0" y="0"/>
          <a:ext cx="0" cy="0"/>
          <a:chOff x="0" y="0"/>
          <a:chExt cx="0" cy="0"/>
        </a:xfrm>
      </p:grpSpPr>
    </p:spTree>
  </p:cSld>
  <p:clrMapOvr>
    <a:masterClrMapping/>
  </p:clrMapOvr>
</p:sldLayout>
</file>

<file path=ppt/slideLayouts/slideLayout12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9729" name="Shape 9729"/>
        <p:cNvGrpSpPr/>
        <p:nvPr/>
      </p:nvGrpSpPr>
      <p:grpSpPr>
        <a:xfrm>
          <a:off x="0" y="0"/>
          <a:ext cx="0" cy="0"/>
          <a:chOff x="0" y="0"/>
          <a:chExt cx="0" cy="0"/>
        </a:xfrm>
      </p:grpSpPr>
      <p:sp>
        <p:nvSpPr>
          <p:cNvPr id="9730" name="Google Shape;9730;p1259"/>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12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9731" name="Shape 9731"/>
        <p:cNvGrpSpPr/>
        <p:nvPr/>
      </p:nvGrpSpPr>
      <p:grpSpPr>
        <a:xfrm>
          <a:off x="0" y="0"/>
          <a:ext cx="0" cy="0"/>
          <a:chOff x="0" y="0"/>
          <a:chExt cx="0" cy="0"/>
        </a:xfrm>
      </p:grpSpPr>
      <p:grpSp>
        <p:nvGrpSpPr>
          <p:cNvPr id="9732" name="Google Shape;9732;p1260"/>
          <p:cNvGrpSpPr/>
          <p:nvPr/>
        </p:nvGrpSpPr>
        <p:grpSpPr>
          <a:xfrm>
            <a:off x="713200" y="539513"/>
            <a:ext cx="7717600" cy="4064400"/>
            <a:chOff x="713125" y="539500"/>
            <a:chExt cx="7717600" cy="4064400"/>
          </a:xfrm>
        </p:grpSpPr>
        <p:cxnSp>
          <p:nvCxnSpPr>
            <p:cNvPr id="9733" name="Google Shape;9733;p1260"/>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9734" name="Google Shape;9734;p126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35" name="Google Shape;9735;p1260"/>
            <p:cNvCxnSpPr>
              <a:stCxn id="9734" idx="2"/>
            </p:cNvCxnSpPr>
            <p:nvPr/>
          </p:nvCxnSpPr>
          <p:spPr>
            <a:xfrm rot="10800000">
              <a:off x="45719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9736" name="Google Shape;9736;p1260"/>
            <p:cNvCxnSpPr/>
            <p:nvPr/>
          </p:nvCxnSpPr>
          <p:spPr>
            <a:xfrm rot="10800000">
              <a:off x="713125" y="2912025"/>
              <a:ext cx="7709100" cy="0"/>
            </a:xfrm>
            <a:prstGeom prst="straightConnector1">
              <a:avLst/>
            </a:prstGeom>
            <a:noFill/>
            <a:ln cap="flat" cmpd="sng" w="38100">
              <a:solidFill>
                <a:schemeClr val="accent1"/>
              </a:solidFill>
              <a:prstDash val="solid"/>
              <a:round/>
              <a:headEnd len="med" w="med" type="none"/>
              <a:tailEnd len="med" w="med" type="none"/>
            </a:ln>
          </p:spPr>
        </p:cxnSp>
        <p:cxnSp>
          <p:nvCxnSpPr>
            <p:cNvPr id="9737" name="Google Shape;9737;p1260"/>
            <p:cNvCxnSpPr/>
            <p:nvPr/>
          </p:nvCxnSpPr>
          <p:spPr>
            <a:xfrm rot="10800000">
              <a:off x="17602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9738" name="Google Shape;9738;p1260"/>
            <p:cNvCxnSpPr/>
            <p:nvPr/>
          </p:nvCxnSpPr>
          <p:spPr>
            <a:xfrm rot="10800000">
              <a:off x="7378100" y="1254400"/>
              <a:ext cx="0" cy="3349500"/>
            </a:xfrm>
            <a:prstGeom prst="straightConnector1">
              <a:avLst/>
            </a:prstGeom>
            <a:noFill/>
            <a:ln cap="flat" cmpd="sng" w="38100">
              <a:solidFill>
                <a:schemeClr val="accent1"/>
              </a:solidFill>
              <a:prstDash val="solid"/>
              <a:round/>
              <a:headEnd len="med" w="med" type="none"/>
              <a:tailEnd len="med" w="med" type="none"/>
            </a:ln>
          </p:spPr>
        </p:cxnSp>
      </p:grpSp>
      <p:sp>
        <p:nvSpPr>
          <p:cNvPr id="9739" name="Google Shape;9739;p1260"/>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740" name="Google Shape;9740;p1260"/>
          <p:cNvSpPr txBox="1"/>
          <p:nvPr>
            <p:ph idx="1" type="subTitle"/>
          </p:nvPr>
        </p:nvSpPr>
        <p:spPr>
          <a:xfrm>
            <a:off x="1924988" y="2036825"/>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741" name="Google Shape;9741;p1260"/>
          <p:cNvSpPr txBox="1"/>
          <p:nvPr>
            <p:ph idx="2" type="subTitle"/>
          </p:nvPr>
        </p:nvSpPr>
        <p:spPr>
          <a:xfrm>
            <a:off x="1924988" y="1518125"/>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742" name="Google Shape;9742;p1260"/>
          <p:cNvSpPr txBox="1"/>
          <p:nvPr>
            <p:ph hasCustomPrompt="1" idx="3" type="title"/>
          </p:nvPr>
        </p:nvSpPr>
        <p:spPr>
          <a:xfrm>
            <a:off x="8197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9743" name="Google Shape;9743;p1260"/>
          <p:cNvSpPr txBox="1"/>
          <p:nvPr>
            <p:ph idx="4" type="subTitle"/>
          </p:nvPr>
        </p:nvSpPr>
        <p:spPr>
          <a:xfrm>
            <a:off x="4760188" y="2036825"/>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9744" name="Google Shape;9744;p1260"/>
          <p:cNvSpPr txBox="1"/>
          <p:nvPr>
            <p:ph idx="5" type="subTitle"/>
          </p:nvPr>
        </p:nvSpPr>
        <p:spPr>
          <a:xfrm>
            <a:off x="4760188" y="1518125"/>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9745" name="Google Shape;9745;p1260"/>
          <p:cNvSpPr txBox="1"/>
          <p:nvPr>
            <p:ph hasCustomPrompt="1" idx="6" type="title"/>
          </p:nvPr>
        </p:nvSpPr>
        <p:spPr>
          <a:xfrm>
            <a:off x="74842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9746" name="Google Shape;9746;p1260"/>
          <p:cNvSpPr txBox="1"/>
          <p:nvPr>
            <p:ph idx="7" type="subTitle"/>
          </p:nvPr>
        </p:nvSpPr>
        <p:spPr>
          <a:xfrm>
            <a:off x="1924988" y="3691200"/>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747" name="Google Shape;9747;p1260"/>
          <p:cNvSpPr txBox="1"/>
          <p:nvPr>
            <p:ph idx="8" type="subTitle"/>
          </p:nvPr>
        </p:nvSpPr>
        <p:spPr>
          <a:xfrm>
            <a:off x="1924988" y="3172500"/>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748" name="Google Shape;9748;p1260"/>
          <p:cNvSpPr txBox="1"/>
          <p:nvPr>
            <p:ph hasCustomPrompt="1" idx="9" type="title"/>
          </p:nvPr>
        </p:nvSpPr>
        <p:spPr>
          <a:xfrm>
            <a:off x="819800" y="346450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9749" name="Google Shape;9749;p1260"/>
          <p:cNvSpPr txBox="1"/>
          <p:nvPr>
            <p:ph idx="13" type="subTitle"/>
          </p:nvPr>
        </p:nvSpPr>
        <p:spPr>
          <a:xfrm>
            <a:off x="4760200" y="3673200"/>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9750" name="Google Shape;9750;p1260"/>
          <p:cNvSpPr txBox="1"/>
          <p:nvPr>
            <p:ph idx="14" type="subTitle"/>
          </p:nvPr>
        </p:nvSpPr>
        <p:spPr>
          <a:xfrm>
            <a:off x="4760200" y="3154500"/>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9751" name="Google Shape;9751;p1260"/>
          <p:cNvSpPr txBox="1"/>
          <p:nvPr>
            <p:ph hasCustomPrompt="1" idx="15" type="title"/>
          </p:nvPr>
        </p:nvSpPr>
        <p:spPr>
          <a:xfrm>
            <a:off x="7488624" y="3475788"/>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12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
    <p:bg>
      <p:bgPr>
        <a:solidFill>
          <a:schemeClr val="dk1"/>
        </a:solidFill>
      </p:bgPr>
    </p:bg>
    <p:spTree>
      <p:nvGrpSpPr>
        <p:cNvPr id="9752" name="Shape 9752"/>
        <p:cNvGrpSpPr/>
        <p:nvPr/>
      </p:nvGrpSpPr>
      <p:grpSpPr>
        <a:xfrm>
          <a:off x="0" y="0"/>
          <a:ext cx="0" cy="0"/>
          <a:chOff x="0" y="0"/>
          <a:chExt cx="0" cy="0"/>
        </a:xfrm>
      </p:grpSpPr>
      <p:grpSp>
        <p:nvGrpSpPr>
          <p:cNvPr id="9753" name="Google Shape;9753;p1261"/>
          <p:cNvGrpSpPr/>
          <p:nvPr/>
        </p:nvGrpSpPr>
        <p:grpSpPr>
          <a:xfrm>
            <a:off x="713300" y="539513"/>
            <a:ext cx="7717500" cy="4064400"/>
            <a:chOff x="713225" y="539500"/>
            <a:chExt cx="7717500" cy="4064400"/>
          </a:xfrm>
        </p:grpSpPr>
        <p:cxnSp>
          <p:nvCxnSpPr>
            <p:cNvPr id="9754" name="Google Shape;9754;p1261"/>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9755" name="Google Shape;9755;p126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6" name="Google Shape;9756;p1261"/>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757" name="Google Shape;9757;p1261"/>
          <p:cNvSpPr txBox="1"/>
          <p:nvPr>
            <p:ph idx="1" type="subTitle"/>
          </p:nvPr>
        </p:nvSpPr>
        <p:spPr>
          <a:xfrm>
            <a:off x="897170"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758" name="Google Shape;9758;p1261"/>
          <p:cNvSpPr txBox="1"/>
          <p:nvPr>
            <p:ph idx="2" type="subTitle"/>
          </p:nvPr>
        </p:nvSpPr>
        <p:spPr>
          <a:xfrm>
            <a:off x="897170"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759" name="Google Shape;9759;p1261"/>
          <p:cNvSpPr txBox="1"/>
          <p:nvPr>
            <p:ph hasCustomPrompt="1" idx="3" type="title"/>
          </p:nvPr>
        </p:nvSpPr>
        <p:spPr>
          <a:xfrm>
            <a:off x="1261666"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9760" name="Google Shape;9760;p1261"/>
          <p:cNvSpPr txBox="1"/>
          <p:nvPr>
            <p:ph idx="4" type="subTitle"/>
          </p:nvPr>
        </p:nvSpPr>
        <p:spPr>
          <a:xfrm>
            <a:off x="47527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9761" name="Google Shape;9761;p1261"/>
          <p:cNvSpPr txBox="1"/>
          <p:nvPr>
            <p:ph idx="5" type="subTitle"/>
          </p:nvPr>
        </p:nvSpPr>
        <p:spPr>
          <a:xfrm>
            <a:off x="47527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9762" name="Google Shape;9762;p1261"/>
          <p:cNvSpPr txBox="1"/>
          <p:nvPr>
            <p:ph hasCustomPrompt="1" idx="6" type="title"/>
          </p:nvPr>
        </p:nvSpPr>
        <p:spPr>
          <a:xfrm>
            <a:off x="5117252"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9763" name="Google Shape;9763;p1261"/>
          <p:cNvSpPr txBox="1"/>
          <p:nvPr>
            <p:ph idx="7" type="subTitle"/>
          </p:nvPr>
        </p:nvSpPr>
        <p:spPr>
          <a:xfrm>
            <a:off x="28249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764" name="Google Shape;9764;p1261"/>
          <p:cNvSpPr txBox="1"/>
          <p:nvPr>
            <p:ph idx="8" type="subTitle"/>
          </p:nvPr>
        </p:nvSpPr>
        <p:spPr>
          <a:xfrm>
            <a:off x="28249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765" name="Google Shape;9765;p1261"/>
          <p:cNvSpPr txBox="1"/>
          <p:nvPr>
            <p:ph hasCustomPrompt="1" idx="9" type="title"/>
          </p:nvPr>
        </p:nvSpPr>
        <p:spPr>
          <a:xfrm>
            <a:off x="3189459"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9766" name="Google Shape;9766;p1261"/>
          <p:cNvSpPr txBox="1"/>
          <p:nvPr>
            <p:ph idx="13" type="subTitle"/>
          </p:nvPr>
        </p:nvSpPr>
        <p:spPr>
          <a:xfrm>
            <a:off x="6680545"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9767" name="Google Shape;9767;p1261"/>
          <p:cNvSpPr txBox="1"/>
          <p:nvPr>
            <p:ph idx="14" type="subTitle"/>
          </p:nvPr>
        </p:nvSpPr>
        <p:spPr>
          <a:xfrm>
            <a:off x="6680545"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9768" name="Google Shape;9768;p1261"/>
          <p:cNvSpPr txBox="1"/>
          <p:nvPr>
            <p:ph hasCustomPrompt="1" idx="15" type="title"/>
          </p:nvPr>
        </p:nvSpPr>
        <p:spPr>
          <a:xfrm>
            <a:off x="7045045" y="1975647"/>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12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dk1"/>
        </a:solidFill>
      </p:bgPr>
    </p:bg>
    <p:spTree>
      <p:nvGrpSpPr>
        <p:cNvPr id="9769" name="Shape 9769"/>
        <p:cNvGrpSpPr/>
        <p:nvPr/>
      </p:nvGrpSpPr>
      <p:grpSpPr>
        <a:xfrm>
          <a:off x="0" y="0"/>
          <a:ext cx="0" cy="0"/>
          <a:chOff x="0" y="0"/>
          <a:chExt cx="0" cy="0"/>
        </a:xfrm>
      </p:grpSpPr>
      <p:sp>
        <p:nvSpPr>
          <p:cNvPr id="9770" name="Google Shape;9770;p126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1262"/>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9772" name="Google Shape;9772;p1262"/>
          <p:cNvSpPr txBox="1"/>
          <p:nvPr>
            <p:ph hasCustomPrompt="1" idx="2" type="title"/>
          </p:nvPr>
        </p:nvSpPr>
        <p:spPr>
          <a:xfrm>
            <a:off x="1131163" y="96802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9773" name="Google Shape;9773;p1262"/>
          <p:cNvSpPr txBox="1"/>
          <p:nvPr>
            <p:ph idx="1" type="subTitle"/>
          </p:nvPr>
        </p:nvSpPr>
        <p:spPr>
          <a:xfrm>
            <a:off x="1131163" y="37284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2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
    <p:bg>
      <p:bgPr>
        <a:solidFill>
          <a:schemeClr val="dk1"/>
        </a:solidFill>
      </p:bgPr>
    </p:bg>
    <p:spTree>
      <p:nvGrpSpPr>
        <p:cNvPr id="9774" name="Shape 9774"/>
        <p:cNvGrpSpPr/>
        <p:nvPr/>
      </p:nvGrpSpPr>
      <p:grpSpPr>
        <a:xfrm>
          <a:off x="0" y="0"/>
          <a:ext cx="0" cy="0"/>
          <a:chOff x="0" y="0"/>
          <a:chExt cx="0" cy="0"/>
        </a:xfrm>
      </p:grpSpPr>
      <p:sp>
        <p:nvSpPr>
          <p:cNvPr id="9775" name="Google Shape;9775;p126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1263"/>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9777" name="Google Shape;9777;p1263"/>
          <p:cNvSpPr txBox="1"/>
          <p:nvPr>
            <p:ph hasCustomPrompt="1" idx="2" type="title"/>
          </p:nvPr>
        </p:nvSpPr>
        <p:spPr>
          <a:xfrm>
            <a:off x="3496800" y="894025"/>
            <a:ext cx="2150400" cy="1665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9778" name="Google Shape;9778;p1263"/>
          <p:cNvSpPr txBox="1"/>
          <p:nvPr>
            <p:ph idx="1" type="subTitle"/>
          </p:nvPr>
        </p:nvSpPr>
        <p:spPr>
          <a:xfrm>
            <a:off x="1896450" y="3802475"/>
            <a:ext cx="53511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2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9779" name="Shape 9779"/>
        <p:cNvGrpSpPr/>
        <p:nvPr/>
      </p:nvGrpSpPr>
      <p:grpSpPr>
        <a:xfrm>
          <a:off x="0" y="0"/>
          <a:ext cx="0" cy="0"/>
          <a:chOff x="0" y="0"/>
          <a:chExt cx="0" cy="0"/>
        </a:xfrm>
      </p:grpSpPr>
      <p:sp>
        <p:nvSpPr>
          <p:cNvPr id="9780" name="Google Shape;9780;p126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1264"/>
          <p:cNvSpPr txBox="1"/>
          <p:nvPr>
            <p:ph type="title"/>
          </p:nvPr>
        </p:nvSpPr>
        <p:spPr>
          <a:xfrm>
            <a:off x="1952375" y="3189813"/>
            <a:ext cx="4629600" cy="491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782" name="Google Shape;9782;p1264"/>
          <p:cNvSpPr txBox="1"/>
          <p:nvPr>
            <p:ph idx="1" type="subTitle"/>
          </p:nvPr>
        </p:nvSpPr>
        <p:spPr>
          <a:xfrm>
            <a:off x="1952375" y="1995238"/>
            <a:ext cx="4629600" cy="111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12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
    <p:bg>
      <p:bgPr>
        <a:solidFill>
          <a:schemeClr val="dk1"/>
        </a:solidFill>
      </p:bgPr>
    </p:bg>
    <p:spTree>
      <p:nvGrpSpPr>
        <p:cNvPr id="9783" name="Shape 9783"/>
        <p:cNvGrpSpPr/>
        <p:nvPr/>
      </p:nvGrpSpPr>
      <p:grpSpPr>
        <a:xfrm>
          <a:off x="0" y="0"/>
          <a:ext cx="0" cy="0"/>
          <a:chOff x="0" y="0"/>
          <a:chExt cx="0" cy="0"/>
        </a:xfrm>
      </p:grpSpPr>
      <p:sp>
        <p:nvSpPr>
          <p:cNvPr id="9784" name="Google Shape;9784;p1265"/>
          <p:cNvSpPr txBox="1"/>
          <p:nvPr>
            <p:ph type="title"/>
          </p:nvPr>
        </p:nvSpPr>
        <p:spPr>
          <a:xfrm>
            <a:off x="713250" y="5395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atin typeface="Roboto"/>
                <a:ea typeface="Roboto"/>
                <a:cs typeface="Roboto"/>
                <a:sym typeface="Roboto"/>
              </a:defRPr>
            </a:lvl1pPr>
            <a:lvl2pPr lvl="1">
              <a:spcBef>
                <a:spcPts val="0"/>
              </a:spcBef>
              <a:spcAft>
                <a:spcPts val="0"/>
              </a:spcAft>
              <a:buSzPts val="2800"/>
              <a:buNone/>
              <a:defRPr>
                <a:latin typeface="Roboto"/>
                <a:ea typeface="Roboto"/>
                <a:cs typeface="Roboto"/>
                <a:sym typeface="Roboto"/>
              </a:defRPr>
            </a:lvl2pPr>
            <a:lvl3pPr lvl="2">
              <a:spcBef>
                <a:spcPts val="0"/>
              </a:spcBef>
              <a:spcAft>
                <a:spcPts val="0"/>
              </a:spcAft>
              <a:buSzPts val="2800"/>
              <a:buNone/>
              <a:defRPr>
                <a:latin typeface="Roboto"/>
                <a:ea typeface="Roboto"/>
                <a:cs typeface="Roboto"/>
                <a:sym typeface="Roboto"/>
              </a:defRPr>
            </a:lvl3pPr>
            <a:lvl4pPr lvl="3">
              <a:spcBef>
                <a:spcPts val="0"/>
              </a:spcBef>
              <a:spcAft>
                <a:spcPts val="0"/>
              </a:spcAft>
              <a:buSzPts val="2800"/>
              <a:buNone/>
              <a:defRPr>
                <a:latin typeface="Roboto"/>
                <a:ea typeface="Roboto"/>
                <a:cs typeface="Roboto"/>
                <a:sym typeface="Roboto"/>
              </a:defRPr>
            </a:lvl4pPr>
            <a:lvl5pPr lvl="4">
              <a:spcBef>
                <a:spcPts val="0"/>
              </a:spcBef>
              <a:spcAft>
                <a:spcPts val="0"/>
              </a:spcAft>
              <a:buSzPts val="2800"/>
              <a:buNone/>
              <a:defRPr>
                <a:latin typeface="Roboto"/>
                <a:ea typeface="Roboto"/>
                <a:cs typeface="Roboto"/>
                <a:sym typeface="Roboto"/>
              </a:defRPr>
            </a:lvl5pPr>
            <a:lvl6pPr lvl="5">
              <a:spcBef>
                <a:spcPts val="0"/>
              </a:spcBef>
              <a:spcAft>
                <a:spcPts val="0"/>
              </a:spcAft>
              <a:buSzPts val="2800"/>
              <a:buNone/>
              <a:defRPr>
                <a:latin typeface="Roboto"/>
                <a:ea typeface="Roboto"/>
                <a:cs typeface="Roboto"/>
                <a:sym typeface="Roboto"/>
              </a:defRPr>
            </a:lvl6pPr>
            <a:lvl7pPr lvl="6">
              <a:spcBef>
                <a:spcPts val="0"/>
              </a:spcBef>
              <a:spcAft>
                <a:spcPts val="0"/>
              </a:spcAft>
              <a:buSzPts val="2800"/>
              <a:buNone/>
              <a:defRPr>
                <a:latin typeface="Roboto"/>
                <a:ea typeface="Roboto"/>
                <a:cs typeface="Roboto"/>
                <a:sym typeface="Roboto"/>
              </a:defRPr>
            </a:lvl7pPr>
            <a:lvl8pPr lvl="7">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9785" name="Google Shape;9785;p126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1265"/>
          <p:cNvSpPr txBox="1"/>
          <p:nvPr>
            <p:ph idx="2" type="title"/>
          </p:nvPr>
        </p:nvSpPr>
        <p:spPr>
          <a:xfrm>
            <a:off x="3364525" y="3430088"/>
            <a:ext cx="4629600" cy="491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787" name="Google Shape;9787;p1265"/>
          <p:cNvSpPr txBox="1"/>
          <p:nvPr>
            <p:ph idx="1" type="subTitle"/>
          </p:nvPr>
        </p:nvSpPr>
        <p:spPr>
          <a:xfrm>
            <a:off x="3364525" y="2235513"/>
            <a:ext cx="4629600" cy="111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12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0">
    <p:bg>
      <p:bgPr>
        <a:solidFill>
          <a:schemeClr val="dk1"/>
        </a:solidFill>
      </p:bgPr>
    </p:bg>
    <p:spTree>
      <p:nvGrpSpPr>
        <p:cNvPr id="9788" name="Shape 9788"/>
        <p:cNvGrpSpPr/>
        <p:nvPr/>
      </p:nvGrpSpPr>
      <p:grpSpPr>
        <a:xfrm>
          <a:off x="0" y="0"/>
          <a:ext cx="0" cy="0"/>
          <a:chOff x="0" y="0"/>
          <a:chExt cx="0" cy="0"/>
        </a:xfrm>
      </p:grpSpPr>
      <p:sp>
        <p:nvSpPr>
          <p:cNvPr id="9789" name="Google Shape;9789;p126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1266"/>
          <p:cNvSpPr txBox="1"/>
          <p:nvPr>
            <p:ph hasCustomPrompt="1" type="title"/>
          </p:nvPr>
        </p:nvSpPr>
        <p:spPr>
          <a:xfrm>
            <a:off x="2070613" y="1505850"/>
            <a:ext cx="4774200" cy="1332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9791" name="Google Shape;9791;p1266"/>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22">
    <p:bg>
      <p:bgPr>
        <a:solidFill>
          <a:schemeClr val="dk1"/>
        </a:solidFill>
      </p:bgPr>
    </p:bg>
    <p:spTree>
      <p:nvGrpSpPr>
        <p:cNvPr id="9792" name="Shape 9792"/>
        <p:cNvGrpSpPr/>
        <p:nvPr/>
      </p:nvGrpSpPr>
      <p:grpSpPr>
        <a:xfrm>
          <a:off x="0" y="0"/>
          <a:ext cx="0" cy="0"/>
          <a:chOff x="0" y="0"/>
          <a:chExt cx="0" cy="0"/>
        </a:xfrm>
      </p:grpSpPr>
      <p:sp>
        <p:nvSpPr>
          <p:cNvPr id="9793" name="Google Shape;9793;p1267"/>
          <p:cNvSpPr txBox="1"/>
          <p:nvPr>
            <p:ph hasCustomPrompt="1" type="title"/>
          </p:nvPr>
        </p:nvSpPr>
        <p:spPr>
          <a:xfrm>
            <a:off x="2337663" y="1768700"/>
            <a:ext cx="2299800" cy="1209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9794" name="Google Shape;9794;p1267"/>
          <p:cNvSpPr txBox="1"/>
          <p:nvPr>
            <p:ph idx="1" type="subTitle"/>
          </p:nvPr>
        </p:nvSpPr>
        <p:spPr>
          <a:xfrm>
            <a:off x="4989538" y="1768700"/>
            <a:ext cx="3188400" cy="1209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795" name="Google Shape;9795;p1267"/>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96" name="Google Shape;9796;p1267"/>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9797" name="Google Shape;9797;p1267"/>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2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bg>
      <p:bgPr>
        <a:solidFill>
          <a:schemeClr val="dk1"/>
        </a:solidFill>
      </p:bgPr>
    </p:bg>
    <p:spTree>
      <p:nvGrpSpPr>
        <p:cNvPr id="9798" name="Shape 9798"/>
        <p:cNvGrpSpPr/>
        <p:nvPr/>
      </p:nvGrpSpPr>
      <p:grpSpPr>
        <a:xfrm>
          <a:off x="0" y="0"/>
          <a:ext cx="0" cy="0"/>
          <a:chOff x="0" y="0"/>
          <a:chExt cx="0" cy="0"/>
        </a:xfrm>
      </p:grpSpPr>
      <p:sp>
        <p:nvSpPr>
          <p:cNvPr id="9799" name="Google Shape;9799;p1268"/>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00" name="Google Shape;9800;p1268"/>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9801" name="Google Shape;9801;p126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802" name="Google Shape;9802;p1268"/>
          <p:cNvSpPr txBox="1"/>
          <p:nvPr>
            <p:ph hasCustomPrompt="1" idx="2" type="title"/>
          </p:nvPr>
        </p:nvSpPr>
        <p:spPr>
          <a:xfrm>
            <a:off x="1153250" y="1714350"/>
            <a:ext cx="2299800" cy="103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9803" name="Google Shape;9803;p1268"/>
          <p:cNvSpPr txBox="1"/>
          <p:nvPr>
            <p:ph idx="1" type="subTitle"/>
          </p:nvPr>
        </p:nvSpPr>
        <p:spPr>
          <a:xfrm>
            <a:off x="1153250" y="2750550"/>
            <a:ext cx="2299800" cy="1058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804" name="Google Shape;9804;p1268"/>
          <p:cNvSpPr txBox="1"/>
          <p:nvPr>
            <p:ph hasCustomPrompt="1" idx="3" type="title"/>
          </p:nvPr>
        </p:nvSpPr>
        <p:spPr>
          <a:xfrm>
            <a:off x="5006988" y="1378188"/>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9805" name="Google Shape;9805;p1268"/>
          <p:cNvSpPr txBox="1"/>
          <p:nvPr>
            <p:ph idx="4" type="subTitle"/>
          </p:nvPr>
        </p:nvSpPr>
        <p:spPr>
          <a:xfrm>
            <a:off x="5006988" y="202385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806" name="Google Shape;9806;p1268"/>
          <p:cNvSpPr txBox="1"/>
          <p:nvPr>
            <p:ph hasCustomPrompt="1" idx="5" type="title"/>
          </p:nvPr>
        </p:nvSpPr>
        <p:spPr>
          <a:xfrm>
            <a:off x="5006988" y="3133450"/>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9807" name="Google Shape;9807;p1268"/>
          <p:cNvSpPr txBox="1"/>
          <p:nvPr>
            <p:ph idx="6" type="subTitle"/>
          </p:nvPr>
        </p:nvSpPr>
        <p:spPr>
          <a:xfrm>
            <a:off x="5006988" y="377900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3">
    <p:bg>
      <p:bgPr>
        <a:solidFill>
          <a:schemeClr val="dk1"/>
        </a:solidFill>
      </p:bgPr>
    </p:bg>
    <p:spTree>
      <p:nvGrpSpPr>
        <p:cNvPr id="9808" name="Shape 9808"/>
        <p:cNvGrpSpPr/>
        <p:nvPr/>
      </p:nvGrpSpPr>
      <p:grpSpPr>
        <a:xfrm>
          <a:off x="0" y="0"/>
          <a:ext cx="0" cy="0"/>
          <a:chOff x="0" y="0"/>
          <a:chExt cx="0" cy="0"/>
        </a:xfrm>
      </p:grpSpPr>
      <p:sp>
        <p:nvSpPr>
          <p:cNvPr id="9809" name="Google Shape;9809;p1269"/>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10" name="Google Shape;9810;p1269"/>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9811" name="Google Shape;9811;p126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812" name="Google Shape;9812;p1269"/>
          <p:cNvSpPr txBox="1"/>
          <p:nvPr>
            <p:ph hasCustomPrompt="1" idx="2" type="title"/>
          </p:nvPr>
        </p:nvSpPr>
        <p:spPr>
          <a:xfrm>
            <a:off x="1153250"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9813" name="Google Shape;9813;p1269"/>
          <p:cNvSpPr txBox="1"/>
          <p:nvPr>
            <p:ph idx="1" type="subTitle"/>
          </p:nvPr>
        </p:nvSpPr>
        <p:spPr>
          <a:xfrm>
            <a:off x="1153250" y="3575299"/>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814" name="Google Shape;9814;p1269"/>
          <p:cNvSpPr txBox="1"/>
          <p:nvPr>
            <p:ph hasCustomPrompt="1" idx="3" type="title"/>
          </p:nvPr>
        </p:nvSpPr>
        <p:spPr>
          <a:xfrm>
            <a:off x="3476088"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9815" name="Google Shape;9815;p1269"/>
          <p:cNvSpPr txBox="1"/>
          <p:nvPr>
            <p:ph idx="4" type="subTitle"/>
          </p:nvPr>
        </p:nvSpPr>
        <p:spPr>
          <a:xfrm>
            <a:off x="3476100" y="3575295"/>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816" name="Google Shape;9816;p1269"/>
          <p:cNvSpPr txBox="1"/>
          <p:nvPr>
            <p:ph hasCustomPrompt="1" idx="5" type="title"/>
          </p:nvPr>
        </p:nvSpPr>
        <p:spPr>
          <a:xfrm>
            <a:off x="5798944" y="2777254"/>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9817" name="Google Shape;9817;p1269"/>
          <p:cNvSpPr txBox="1"/>
          <p:nvPr>
            <p:ph idx="6" type="subTitle"/>
          </p:nvPr>
        </p:nvSpPr>
        <p:spPr>
          <a:xfrm>
            <a:off x="5798944" y="3575198"/>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_1_1">
    <p:bg>
      <p:bgPr>
        <a:solidFill>
          <a:schemeClr val="dk1"/>
        </a:solidFill>
      </p:bgPr>
    </p:bg>
    <p:spTree>
      <p:nvGrpSpPr>
        <p:cNvPr id="9818" name="Shape 9818"/>
        <p:cNvGrpSpPr/>
        <p:nvPr/>
      </p:nvGrpSpPr>
      <p:grpSpPr>
        <a:xfrm>
          <a:off x="0" y="0"/>
          <a:ext cx="0" cy="0"/>
          <a:chOff x="0" y="0"/>
          <a:chExt cx="0" cy="0"/>
        </a:xfrm>
      </p:grpSpPr>
      <p:grpSp>
        <p:nvGrpSpPr>
          <p:cNvPr id="9819" name="Google Shape;9819;p1270"/>
          <p:cNvGrpSpPr/>
          <p:nvPr/>
        </p:nvGrpSpPr>
        <p:grpSpPr>
          <a:xfrm>
            <a:off x="713225" y="539500"/>
            <a:ext cx="7717500" cy="4064400"/>
            <a:chOff x="713225" y="539500"/>
            <a:chExt cx="7717500" cy="4064400"/>
          </a:xfrm>
        </p:grpSpPr>
        <p:sp>
          <p:nvSpPr>
            <p:cNvPr id="9820" name="Google Shape;9820;p127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21" name="Google Shape;9821;p127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822" name="Google Shape;9822;p127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2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_1">
    <p:bg>
      <p:bgPr>
        <a:solidFill>
          <a:schemeClr val="dk1"/>
        </a:solidFill>
      </p:bgPr>
    </p:bg>
    <p:spTree>
      <p:nvGrpSpPr>
        <p:cNvPr id="9823" name="Shape 9823"/>
        <p:cNvGrpSpPr/>
        <p:nvPr/>
      </p:nvGrpSpPr>
      <p:grpSpPr>
        <a:xfrm>
          <a:off x="0" y="0"/>
          <a:ext cx="0" cy="0"/>
          <a:chOff x="0" y="0"/>
          <a:chExt cx="0" cy="0"/>
        </a:xfrm>
      </p:grpSpPr>
      <p:grpSp>
        <p:nvGrpSpPr>
          <p:cNvPr id="9824" name="Google Shape;9824;p1271"/>
          <p:cNvGrpSpPr/>
          <p:nvPr/>
        </p:nvGrpSpPr>
        <p:grpSpPr>
          <a:xfrm>
            <a:off x="713225" y="539500"/>
            <a:ext cx="7717500" cy="4064400"/>
            <a:chOff x="713225" y="539500"/>
            <a:chExt cx="7717500" cy="4064400"/>
          </a:xfrm>
        </p:grpSpPr>
        <p:sp>
          <p:nvSpPr>
            <p:cNvPr id="9825" name="Google Shape;9825;p127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26" name="Google Shape;9826;p127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827" name="Google Shape;9827;p1271"/>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2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1_1_1">
    <p:bg>
      <p:bgPr>
        <a:solidFill>
          <a:schemeClr val="dk1"/>
        </a:solidFill>
      </p:bgPr>
    </p:bg>
    <p:spTree>
      <p:nvGrpSpPr>
        <p:cNvPr id="9828" name="Shape 9828"/>
        <p:cNvGrpSpPr/>
        <p:nvPr/>
      </p:nvGrpSpPr>
      <p:grpSpPr>
        <a:xfrm>
          <a:off x="0" y="0"/>
          <a:ext cx="0" cy="0"/>
          <a:chOff x="0" y="0"/>
          <a:chExt cx="0" cy="0"/>
        </a:xfrm>
      </p:grpSpPr>
      <p:grpSp>
        <p:nvGrpSpPr>
          <p:cNvPr id="9829" name="Google Shape;9829;p1272"/>
          <p:cNvGrpSpPr/>
          <p:nvPr/>
        </p:nvGrpSpPr>
        <p:grpSpPr>
          <a:xfrm>
            <a:off x="713225" y="539500"/>
            <a:ext cx="7717500" cy="4064400"/>
            <a:chOff x="713225" y="539500"/>
            <a:chExt cx="7717500" cy="4064400"/>
          </a:xfrm>
        </p:grpSpPr>
        <p:sp>
          <p:nvSpPr>
            <p:cNvPr id="9830" name="Google Shape;9830;p127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31" name="Google Shape;9831;p127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832" name="Google Shape;9832;p1272"/>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2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BLANK_1_1_1_1_1_1_3">
    <p:bg>
      <p:bgPr>
        <a:solidFill>
          <a:schemeClr val="dk1"/>
        </a:solidFill>
      </p:bgPr>
    </p:bg>
    <p:spTree>
      <p:nvGrpSpPr>
        <p:cNvPr id="9833" name="Shape 9833"/>
        <p:cNvGrpSpPr/>
        <p:nvPr/>
      </p:nvGrpSpPr>
      <p:grpSpPr>
        <a:xfrm>
          <a:off x="0" y="0"/>
          <a:ext cx="0" cy="0"/>
          <a:chOff x="0" y="0"/>
          <a:chExt cx="0" cy="0"/>
        </a:xfrm>
      </p:grpSpPr>
      <p:grpSp>
        <p:nvGrpSpPr>
          <p:cNvPr id="9834" name="Google Shape;9834;p1273"/>
          <p:cNvGrpSpPr/>
          <p:nvPr/>
        </p:nvGrpSpPr>
        <p:grpSpPr>
          <a:xfrm>
            <a:off x="713225" y="539500"/>
            <a:ext cx="7717500" cy="4064400"/>
            <a:chOff x="713225" y="539500"/>
            <a:chExt cx="7717500" cy="4064400"/>
          </a:xfrm>
        </p:grpSpPr>
        <p:sp>
          <p:nvSpPr>
            <p:cNvPr id="9835" name="Google Shape;9835;p127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36" name="Google Shape;9836;p127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837" name="Google Shape;9837;p1273"/>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2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_1_3_1">
    <p:bg>
      <p:bgPr>
        <a:solidFill>
          <a:schemeClr val="dk1"/>
        </a:solidFill>
      </p:bgPr>
    </p:bg>
    <p:spTree>
      <p:nvGrpSpPr>
        <p:cNvPr id="9838" name="Shape 9838"/>
        <p:cNvGrpSpPr/>
        <p:nvPr/>
      </p:nvGrpSpPr>
      <p:grpSpPr>
        <a:xfrm>
          <a:off x="0" y="0"/>
          <a:ext cx="0" cy="0"/>
          <a:chOff x="0" y="0"/>
          <a:chExt cx="0" cy="0"/>
        </a:xfrm>
      </p:grpSpPr>
      <p:grpSp>
        <p:nvGrpSpPr>
          <p:cNvPr id="9839" name="Google Shape;9839;p1274"/>
          <p:cNvGrpSpPr/>
          <p:nvPr/>
        </p:nvGrpSpPr>
        <p:grpSpPr>
          <a:xfrm>
            <a:off x="713225" y="539500"/>
            <a:ext cx="7717500" cy="4064400"/>
            <a:chOff x="713225" y="539500"/>
            <a:chExt cx="7717500" cy="4064400"/>
          </a:xfrm>
        </p:grpSpPr>
        <p:sp>
          <p:nvSpPr>
            <p:cNvPr id="9840" name="Google Shape;9840;p127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41" name="Google Shape;9841;p127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842" name="Google Shape;9842;p1274"/>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2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0">
    <p:bg>
      <p:bgPr>
        <a:solidFill>
          <a:schemeClr val="dk1"/>
        </a:solidFill>
      </p:bgPr>
    </p:bg>
    <p:spTree>
      <p:nvGrpSpPr>
        <p:cNvPr id="9843" name="Shape 9843"/>
        <p:cNvGrpSpPr/>
        <p:nvPr/>
      </p:nvGrpSpPr>
      <p:grpSpPr>
        <a:xfrm>
          <a:off x="0" y="0"/>
          <a:ext cx="0" cy="0"/>
          <a:chOff x="0" y="0"/>
          <a:chExt cx="0" cy="0"/>
        </a:xfrm>
      </p:grpSpPr>
      <p:sp>
        <p:nvSpPr>
          <p:cNvPr id="9844" name="Google Shape;9844;p127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1275"/>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12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_1_1_1_2">
    <p:bg>
      <p:bgPr>
        <a:solidFill>
          <a:schemeClr val="dk1"/>
        </a:solidFill>
      </p:bgPr>
    </p:bg>
    <p:spTree>
      <p:nvGrpSpPr>
        <p:cNvPr id="9846" name="Shape 9846"/>
        <p:cNvGrpSpPr/>
        <p:nvPr/>
      </p:nvGrpSpPr>
      <p:grpSpPr>
        <a:xfrm>
          <a:off x="0" y="0"/>
          <a:ext cx="0" cy="0"/>
          <a:chOff x="0" y="0"/>
          <a:chExt cx="0" cy="0"/>
        </a:xfrm>
      </p:grpSpPr>
      <p:sp>
        <p:nvSpPr>
          <p:cNvPr id="9847" name="Google Shape;9847;p1276"/>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1276"/>
          <p:cNvSpPr txBox="1"/>
          <p:nvPr>
            <p:ph type="title"/>
          </p:nvPr>
        </p:nvSpPr>
        <p:spPr>
          <a:xfrm>
            <a:off x="1263200" y="1298488"/>
            <a:ext cx="2732700" cy="109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9849" name="Google Shape;9849;p1276"/>
          <p:cNvSpPr txBox="1"/>
          <p:nvPr>
            <p:ph idx="1" type="subTitle"/>
          </p:nvPr>
        </p:nvSpPr>
        <p:spPr>
          <a:xfrm>
            <a:off x="1263200" y="2394813"/>
            <a:ext cx="2732700" cy="1541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2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9850" name="Shape 9850"/>
        <p:cNvGrpSpPr/>
        <p:nvPr/>
      </p:nvGrpSpPr>
      <p:grpSpPr>
        <a:xfrm>
          <a:off x="0" y="0"/>
          <a:ext cx="0" cy="0"/>
          <a:chOff x="0" y="0"/>
          <a:chExt cx="0" cy="0"/>
        </a:xfrm>
      </p:grpSpPr>
      <p:sp>
        <p:nvSpPr>
          <p:cNvPr id="9851" name="Google Shape;9851;p1277"/>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1277"/>
          <p:cNvSpPr txBox="1"/>
          <p:nvPr>
            <p:ph type="title"/>
          </p:nvPr>
        </p:nvSpPr>
        <p:spPr>
          <a:xfrm>
            <a:off x="948875" y="1767400"/>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9853" name="Google Shape;9853;p1277"/>
          <p:cNvSpPr txBox="1"/>
          <p:nvPr>
            <p:ph idx="1" type="subTitle"/>
          </p:nvPr>
        </p:nvSpPr>
        <p:spPr>
          <a:xfrm>
            <a:off x="948875" y="2274200"/>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2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1_1_1_2_1_1_1">
    <p:bg>
      <p:bgPr>
        <a:solidFill>
          <a:schemeClr val="dk1"/>
        </a:solidFill>
      </p:bgPr>
    </p:bg>
    <p:spTree>
      <p:nvGrpSpPr>
        <p:cNvPr id="9854" name="Shape 9854"/>
        <p:cNvGrpSpPr/>
        <p:nvPr/>
      </p:nvGrpSpPr>
      <p:grpSpPr>
        <a:xfrm>
          <a:off x="0" y="0"/>
          <a:ext cx="0" cy="0"/>
          <a:chOff x="0" y="0"/>
          <a:chExt cx="0" cy="0"/>
        </a:xfrm>
      </p:grpSpPr>
      <p:grpSp>
        <p:nvGrpSpPr>
          <p:cNvPr id="9855" name="Google Shape;9855;p1278"/>
          <p:cNvGrpSpPr/>
          <p:nvPr/>
        </p:nvGrpSpPr>
        <p:grpSpPr>
          <a:xfrm>
            <a:off x="713225" y="539500"/>
            <a:ext cx="7717500" cy="4064400"/>
            <a:chOff x="713225" y="539500"/>
            <a:chExt cx="7717500" cy="4064400"/>
          </a:xfrm>
        </p:grpSpPr>
        <p:sp>
          <p:nvSpPr>
            <p:cNvPr id="9856" name="Google Shape;9856;p127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57" name="Google Shape;9857;p127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858" name="Google Shape;9858;p127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859" name="Google Shape;9859;p1278"/>
          <p:cNvSpPr txBox="1"/>
          <p:nvPr>
            <p:ph idx="1" type="subTitle"/>
          </p:nvPr>
        </p:nvSpPr>
        <p:spPr>
          <a:xfrm>
            <a:off x="862402" y="2181950"/>
            <a:ext cx="74778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9860" name="Google Shape;9860;p1278"/>
          <p:cNvSpPr txBox="1"/>
          <p:nvPr>
            <p:ph idx="2" type="subTitle"/>
          </p:nvPr>
        </p:nvSpPr>
        <p:spPr>
          <a:xfrm>
            <a:off x="853775" y="2571350"/>
            <a:ext cx="7477800" cy="1937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9861" name="Google Shape;9861;p1278"/>
          <p:cNvSpPr txBox="1"/>
          <p:nvPr>
            <p:ph idx="3" type="subTitle"/>
          </p:nvPr>
        </p:nvSpPr>
        <p:spPr>
          <a:xfrm>
            <a:off x="821225" y="1404325"/>
            <a:ext cx="76095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Tree>
  </p:cSld>
  <p:clrMapOvr>
    <a:masterClrMapping/>
  </p:clrMapOvr>
</p:sldLayout>
</file>

<file path=ppt/slideLayouts/slideLayout12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bg>
      <p:bgPr>
        <a:solidFill>
          <a:schemeClr val="dk1"/>
        </a:solidFill>
      </p:bgPr>
    </p:bg>
    <p:spTree>
      <p:nvGrpSpPr>
        <p:cNvPr id="9862" name="Shape 9862"/>
        <p:cNvGrpSpPr/>
        <p:nvPr/>
      </p:nvGrpSpPr>
      <p:grpSpPr>
        <a:xfrm>
          <a:off x="0" y="0"/>
          <a:ext cx="0" cy="0"/>
          <a:chOff x="0" y="0"/>
          <a:chExt cx="0" cy="0"/>
        </a:xfrm>
      </p:grpSpPr>
      <p:sp>
        <p:nvSpPr>
          <p:cNvPr id="9863" name="Google Shape;9863;p1279"/>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1279"/>
          <p:cNvSpPr txBox="1"/>
          <p:nvPr>
            <p:ph type="title"/>
          </p:nvPr>
        </p:nvSpPr>
        <p:spPr>
          <a:xfrm>
            <a:off x="4762538" y="1024043"/>
            <a:ext cx="3159900" cy="2028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9865" name="Google Shape;9865;p1279"/>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2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bg>
      <p:bgPr>
        <a:solidFill>
          <a:schemeClr val="dk1"/>
        </a:solidFill>
      </p:bgPr>
    </p:bg>
    <p:spTree>
      <p:nvGrpSpPr>
        <p:cNvPr id="9866" name="Shape 9866"/>
        <p:cNvGrpSpPr/>
        <p:nvPr/>
      </p:nvGrpSpPr>
      <p:grpSpPr>
        <a:xfrm>
          <a:off x="0" y="0"/>
          <a:ext cx="0" cy="0"/>
          <a:chOff x="0" y="0"/>
          <a:chExt cx="0" cy="0"/>
        </a:xfrm>
      </p:grpSpPr>
      <p:sp>
        <p:nvSpPr>
          <p:cNvPr id="9867" name="Google Shape;9867;p1280"/>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1280"/>
          <p:cNvSpPr txBox="1"/>
          <p:nvPr>
            <p:ph type="title"/>
          </p:nvPr>
        </p:nvSpPr>
        <p:spPr>
          <a:xfrm>
            <a:off x="954338" y="1773175"/>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9869" name="Google Shape;9869;p1280"/>
          <p:cNvSpPr txBox="1"/>
          <p:nvPr>
            <p:ph idx="1" type="subTitle"/>
          </p:nvPr>
        </p:nvSpPr>
        <p:spPr>
          <a:xfrm>
            <a:off x="954338" y="2279975"/>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2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
    <p:bg>
      <p:bgPr>
        <a:solidFill>
          <a:schemeClr val="dk1"/>
        </a:solidFill>
      </p:bgPr>
    </p:bg>
    <p:spTree>
      <p:nvGrpSpPr>
        <p:cNvPr id="9870" name="Shape 9870"/>
        <p:cNvGrpSpPr/>
        <p:nvPr/>
      </p:nvGrpSpPr>
      <p:grpSpPr>
        <a:xfrm>
          <a:off x="0" y="0"/>
          <a:ext cx="0" cy="0"/>
          <a:chOff x="0" y="0"/>
          <a:chExt cx="0" cy="0"/>
        </a:xfrm>
      </p:grpSpPr>
      <p:grpSp>
        <p:nvGrpSpPr>
          <p:cNvPr id="9871" name="Google Shape;9871;p1281"/>
          <p:cNvGrpSpPr/>
          <p:nvPr/>
        </p:nvGrpSpPr>
        <p:grpSpPr>
          <a:xfrm>
            <a:off x="713225" y="539500"/>
            <a:ext cx="7717500" cy="4064400"/>
            <a:chOff x="713225" y="539500"/>
            <a:chExt cx="7717500" cy="4064400"/>
          </a:xfrm>
        </p:grpSpPr>
        <p:sp>
          <p:nvSpPr>
            <p:cNvPr id="9872" name="Google Shape;9872;p128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73" name="Google Shape;9873;p128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874" name="Google Shape;9874;p128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875" name="Google Shape;9875;p1281"/>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9876" name="Google Shape;9876;p1281"/>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9877" name="Google Shape;9877;p1281"/>
          <p:cNvSpPr txBox="1"/>
          <p:nvPr>
            <p:ph idx="3" type="subTitle"/>
          </p:nvPr>
        </p:nvSpPr>
        <p:spPr>
          <a:xfrm>
            <a:off x="853775" y="2571192"/>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9878" name="Google Shape;9878;p1281"/>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9879" name="Google Shape;9879;p1281"/>
          <p:cNvSpPr txBox="1"/>
          <p:nvPr>
            <p:ph idx="5" type="subTitle"/>
          </p:nvPr>
        </p:nvSpPr>
        <p:spPr>
          <a:xfrm>
            <a:off x="4615325" y="2570500"/>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2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1_1_1_1">
    <p:bg>
      <p:bgPr>
        <a:solidFill>
          <a:schemeClr val="dk1"/>
        </a:solidFill>
      </p:bgPr>
    </p:bg>
    <p:spTree>
      <p:nvGrpSpPr>
        <p:cNvPr id="9880" name="Shape 9880"/>
        <p:cNvGrpSpPr/>
        <p:nvPr/>
      </p:nvGrpSpPr>
      <p:grpSpPr>
        <a:xfrm>
          <a:off x="0" y="0"/>
          <a:ext cx="0" cy="0"/>
          <a:chOff x="0" y="0"/>
          <a:chExt cx="0" cy="0"/>
        </a:xfrm>
      </p:grpSpPr>
      <p:grpSp>
        <p:nvGrpSpPr>
          <p:cNvPr id="9881" name="Google Shape;9881;p1282"/>
          <p:cNvGrpSpPr/>
          <p:nvPr/>
        </p:nvGrpSpPr>
        <p:grpSpPr>
          <a:xfrm>
            <a:off x="713225" y="539500"/>
            <a:ext cx="7717500" cy="4064400"/>
            <a:chOff x="713225" y="539500"/>
            <a:chExt cx="7717500" cy="4064400"/>
          </a:xfrm>
        </p:grpSpPr>
        <p:sp>
          <p:nvSpPr>
            <p:cNvPr id="9882" name="Google Shape;9882;p128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83" name="Google Shape;9883;p128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884" name="Google Shape;9884;p128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885" name="Google Shape;9885;p1282"/>
          <p:cNvSpPr txBox="1"/>
          <p:nvPr>
            <p:ph idx="1" type="subTitle"/>
          </p:nvPr>
        </p:nvSpPr>
        <p:spPr>
          <a:xfrm>
            <a:off x="1422663" y="3527586"/>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886" name="Google Shape;9886;p1282"/>
          <p:cNvSpPr txBox="1"/>
          <p:nvPr>
            <p:ph idx="2" type="subTitle"/>
          </p:nvPr>
        </p:nvSpPr>
        <p:spPr>
          <a:xfrm>
            <a:off x="1422663" y="3098062"/>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887" name="Google Shape;9887;p1282"/>
          <p:cNvSpPr txBox="1"/>
          <p:nvPr>
            <p:ph idx="3" type="subTitle"/>
          </p:nvPr>
        </p:nvSpPr>
        <p:spPr>
          <a:xfrm>
            <a:off x="5336638" y="3527925"/>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888" name="Google Shape;9888;p1282"/>
          <p:cNvSpPr txBox="1"/>
          <p:nvPr>
            <p:ph idx="4" type="subTitle"/>
          </p:nvPr>
        </p:nvSpPr>
        <p:spPr>
          <a:xfrm>
            <a:off x="5336638" y="30980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8">
    <p:bg>
      <p:bgPr>
        <a:solidFill>
          <a:schemeClr val="dk1"/>
        </a:solidFill>
      </p:bgPr>
    </p:bg>
    <p:spTree>
      <p:nvGrpSpPr>
        <p:cNvPr id="9889" name="Shape 9889"/>
        <p:cNvGrpSpPr/>
        <p:nvPr/>
      </p:nvGrpSpPr>
      <p:grpSpPr>
        <a:xfrm>
          <a:off x="0" y="0"/>
          <a:ext cx="0" cy="0"/>
          <a:chOff x="0" y="0"/>
          <a:chExt cx="0" cy="0"/>
        </a:xfrm>
      </p:grpSpPr>
      <p:grpSp>
        <p:nvGrpSpPr>
          <p:cNvPr id="9890" name="Google Shape;9890;p1283"/>
          <p:cNvGrpSpPr/>
          <p:nvPr/>
        </p:nvGrpSpPr>
        <p:grpSpPr>
          <a:xfrm>
            <a:off x="713225" y="539500"/>
            <a:ext cx="7717500" cy="4064400"/>
            <a:chOff x="713225" y="539500"/>
            <a:chExt cx="7717500" cy="4064400"/>
          </a:xfrm>
        </p:grpSpPr>
        <p:sp>
          <p:nvSpPr>
            <p:cNvPr id="9891" name="Google Shape;9891;p128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92" name="Google Shape;9892;p128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893" name="Google Shape;9893;p128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894" name="Google Shape;9894;p1283"/>
          <p:cNvSpPr txBox="1"/>
          <p:nvPr>
            <p:ph idx="1" type="subTitle"/>
          </p:nvPr>
        </p:nvSpPr>
        <p:spPr>
          <a:xfrm>
            <a:off x="2965993" y="1780597"/>
            <a:ext cx="3506400" cy="80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895" name="Google Shape;9895;p1283"/>
          <p:cNvSpPr txBox="1"/>
          <p:nvPr>
            <p:ph idx="2" type="subTitle"/>
          </p:nvPr>
        </p:nvSpPr>
        <p:spPr>
          <a:xfrm>
            <a:off x="2965993" y="1351073"/>
            <a:ext cx="3506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896" name="Google Shape;9896;p1283"/>
          <p:cNvSpPr txBox="1"/>
          <p:nvPr>
            <p:ph idx="3" type="subTitle"/>
          </p:nvPr>
        </p:nvSpPr>
        <p:spPr>
          <a:xfrm>
            <a:off x="2280193" y="3541819"/>
            <a:ext cx="3506400" cy="809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897" name="Google Shape;9897;p1283"/>
          <p:cNvSpPr txBox="1"/>
          <p:nvPr>
            <p:ph idx="4" type="subTitle"/>
          </p:nvPr>
        </p:nvSpPr>
        <p:spPr>
          <a:xfrm>
            <a:off x="2280193" y="3111944"/>
            <a:ext cx="3506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bg>
      <p:bgPr>
        <a:solidFill>
          <a:schemeClr val="dk1"/>
        </a:solidFill>
      </p:bgPr>
    </p:bg>
    <p:spTree>
      <p:nvGrpSpPr>
        <p:cNvPr id="9898" name="Shape 9898"/>
        <p:cNvGrpSpPr/>
        <p:nvPr/>
      </p:nvGrpSpPr>
      <p:grpSpPr>
        <a:xfrm>
          <a:off x="0" y="0"/>
          <a:ext cx="0" cy="0"/>
          <a:chOff x="0" y="0"/>
          <a:chExt cx="0" cy="0"/>
        </a:xfrm>
      </p:grpSpPr>
      <p:grpSp>
        <p:nvGrpSpPr>
          <p:cNvPr id="9899" name="Google Shape;9899;p1284"/>
          <p:cNvGrpSpPr/>
          <p:nvPr/>
        </p:nvGrpSpPr>
        <p:grpSpPr>
          <a:xfrm>
            <a:off x="713225" y="539500"/>
            <a:ext cx="7717500" cy="4064400"/>
            <a:chOff x="713225" y="539500"/>
            <a:chExt cx="7717500" cy="4064400"/>
          </a:xfrm>
        </p:grpSpPr>
        <p:sp>
          <p:nvSpPr>
            <p:cNvPr id="9900" name="Google Shape;9900;p128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01" name="Google Shape;9901;p128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902" name="Google Shape;9902;p128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903" name="Google Shape;9903;p1284"/>
          <p:cNvSpPr txBox="1"/>
          <p:nvPr>
            <p:ph idx="1" type="subTitle"/>
          </p:nvPr>
        </p:nvSpPr>
        <p:spPr>
          <a:xfrm>
            <a:off x="1041662" y="2850162"/>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904" name="Google Shape;9904;p1284"/>
          <p:cNvSpPr txBox="1"/>
          <p:nvPr>
            <p:ph idx="2" type="subTitle"/>
          </p:nvPr>
        </p:nvSpPr>
        <p:spPr>
          <a:xfrm>
            <a:off x="1041662"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905" name="Google Shape;9905;p1284"/>
          <p:cNvSpPr txBox="1"/>
          <p:nvPr>
            <p:ph idx="3" type="subTitle"/>
          </p:nvPr>
        </p:nvSpPr>
        <p:spPr>
          <a:xfrm>
            <a:off x="6437934" y="2850513"/>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906" name="Google Shape;9906;p1284"/>
          <p:cNvSpPr txBox="1"/>
          <p:nvPr>
            <p:ph idx="4" type="subTitle"/>
          </p:nvPr>
        </p:nvSpPr>
        <p:spPr>
          <a:xfrm>
            <a:off x="6437934"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6">
    <p:bg>
      <p:bgPr>
        <a:solidFill>
          <a:schemeClr val="dk1"/>
        </a:solidFill>
      </p:bgPr>
    </p:bg>
    <p:spTree>
      <p:nvGrpSpPr>
        <p:cNvPr id="9907" name="Shape 9907"/>
        <p:cNvGrpSpPr/>
        <p:nvPr/>
      </p:nvGrpSpPr>
      <p:grpSpPr>
        <a:xfrm>
          <a:off x="0" y="0"/>
          <a:ext cx="0" cy="0"/>
          <a:chOff x="0" y="0"/>
          <a:chExt cx="0" cy="0"/>
        </a:xfrm>
      </p:grpSpPr>
      <p:grpSp>
        <p:nvGrpSpPr>
          <p:cNvPr id="9908" name="Google Shape;9908;p1285"/>
          <p:cNvGrpSpPr/>
          <p:nvPr/>
        </p:nvGrpSpPr>
        <p:grpSpPr>
          <a:xfrm>
            <a:off x="713225" y="539500"/>
            <a:ext cx="7717500" cy="4064400"/>
            <a:chOff x="713225" y="539500"/>
            <a:chExt cx="7717500" cy="4064400"/>
          </a:xfrm>
        </p:grpSpPr>
        <p:sp>
          <p:nvSpPr>
            <p:cNvPr id="9909" name="Google Shape;9909;p128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10" name="Google Shape;9910;p128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911" name="Google Shape;9911;p128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912" name="Google Shape;9912;p1285"/>
          <p:cNvSpPr txBox="1"/>
          <p:nvPr>
            <p:ph idx="1" type="subTitle"/>
          </p:nvPr>
        </p:nvSpPr>
        <p:spPr>
          <a:xfrm>
            <a:off x="1425525" y="1808851"/>
            <a:ext cx="2384700" cy="2377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
        <p:nvSpPr>
          <p:cNvPr id="9913" name="Google Shape;9913;p1285"/>
          <p:cNvSpPr txBox="1"/>
          <p:nvPr>
            <p:ph idx="2" type="subTitle"/>
          </p:nvPr>
        </p:nvSpPr>
        <p:spPr>
          <a:xfrm>
            <a:off x="5333725" y="1808850"/>
            <a:ext cx="2384700" cy="2356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2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_1_1_1">
    <p:bg>
      <p:bgPr>
        <a:solidFill>
          <a:schemeClr val="dk1"/>
        </a:solidFill>
      </p:bgPr>
    </p:bg>
    <p:spTree>
      <p:nvGrpSpPr>
        <p:cNvPr id="9914" name="Shape 9914"/>
        <p:cNvGrpSpPr/>
        <p:nvPr/>
      </p:nvGrpSpPr>
      <p:grpSpPr>
        <a:xfrm>
          <a:off x="0" y="0"/>
          <a:ext cx="0" cy="0"/>
          <a:chOff x="0" y="0"/>
          <a:chExt cx="0" cy="0"/>
        </a:xfrm>
      </p:grpSpPr>
      <p:grpSp>
        <p:nvGrpSpPr>
          <p:cNvPr id="9915" name="Google Shape;9915;p1286"/>
          <p:cNvGrpSpPr/>
          <p:nvPr/>
        </p:nvGrpSpPr>
        <p:grpSpPr>
          <a:xfrm>
            <a:off x="713225" y="539500"/>
            <a:ext cx="7717500" cy="4064400"/>
            <a:chOff x="713225" y="539500"/>
            <a:chExt cx="7717500" cy="4064400"/>
          </a:xfrm>
        </p:grpSpPr>
        <p:sp>
          <p:nvSpPr>
            <p:cNvPr id="9916" name="Google Shape;9916;p128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17" name="Google Shape;9917;p128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918" name="Google Shape;9918;p128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919" name="Google Shape;9919;p1286"/>
          <p:cNvSpPr txBox="1"/>
          <p:nvPr>
            <p:ph idx="1" type="subTitle"/>
          </p:nvPr>
        </p:nvSpPr>
        <p:spPr>
          <a:xfrm>
            <a:off x="852300" y="16473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920" name="Google Shape;9920;p1286"/>
          <p:cNvSpPr txBox="1"/>
          <p:nvPr>
            <p:ph idx="2" type="subTitle"/>
          </p:nvPr>
        </p:nvSpPr>
        <p:spPr>
          <a:xfrm>
            <a:off x="852300" y="12178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9921" name="Google Shape;9921;p1286"/>
          <p:cNvSpPr txBox="1"/>
          <p:nvPr>
            <p:ph idx="3" type="subTitle"/>
          </p:nvPr>
        </p:nvSpPr>
        <p:spPr>
          <a:xfrm>
            <a:off x="852300" y="27819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922" name="Google Shape;9922;p1286"/>
          <p:cNvSpPr txBox="1"/>
          <p:nvPr>
            <p:ph idx="4" type="subTitle"/>
          </p:nvPr>
        </p:nvSpPr>
        <p:spPr>
          <a:xfrm>
            <a:off x="852300" y="23524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9923" name="Google Shape;9923;p1286"/>
          <p:cNvSpPr txBox="1"/>
          <p:nvPr>
            <p:ph idx="5" type="subTitle"/>
          </p:nvPr>
        </p:nvSpPr>
        <p:spPr>
          <a:xfrm>
            <a:off x="852300" y="3916538"/>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924" name="Google Shape;9924;p1286"/>
          <p:cNvSpPr txBox="1"/>
          <p:nvPr>
            <p:ph idx="6" type="subTitle"/>
          </p:nvPr>
        </p:nvSpPr>
        <p:spPr>
          <a:xfrm>
            <a:off x="852300" y="34870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2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bg>
      <p:bgPr>
        <a:solidFill>
          <a:schemeClr val="dk1"/>
        </a:solidFill>
      </p:bgPr>
    </p:bg>
    <p:spTree>
      <p:nvGrpSpPr>
        <p:cNvPr id="9925" name="Shape 9925"/>
        <p:cNvGrpSpPr/>
        <p:nvPr/>
      </p:nvGrpSpPr>
      <p:grpSpPr>
        <a:xfrm>
          <a:off x="0" y="0"/>
          <a:ext cx="0" cy="0"/>
          <a:chOff x="0" y="0"/>
          <a:chExt cx="0" cy="0"/>
        </a:xfrm>
      </p:grpSpPr>
      <p:grpSp>
        <p:nvGrpSpPr>
          <p:cNvPr id="9926" name="Google Shape;9926;p1287"/>
          <p:cNvGrpSpPr/>
          <p:nvPr/>
        </p:nvGrpSpPr>
        <p:grpSpPr>
          <a:xfrm>
            <a:off x="713225" y="539500"/>
            <a:ext cx="7717500" cy="4064400"/>
            <a:chOff x="713225" y="539500"/>
            <a:chExt cx="7717500" cy="4064400"/>
          </a:xfrm>
        </p:grpSpPr>
        <p:sp>
          <p:nvSpPr>
            <p:cNvPr id="9927" name="Google Shape;9927;p128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28" name="Google Shape;9928;p128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929" name="Google Shape;9929;p128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930" name="Google Shape;9930;p1287"/>
          <p:cNvSpPr txBox="1"/>
          <p:nvPr>
            <p:ph idx="1" type="subTitle"/>
          </p:nvPr>
        </p:nvSpPr>
        <p:spPr>
          <a:xfrm>
            <a:off x="919850"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931" name="Google Shape;9931;p1287"/>
          <p:cNvSpPr txBox="1"/>
          <p:nvPr>
            <p:ph idx="2" type="subTitle"/>
          </p:nvPr>
        </p:nvSpPr>
        <p:spPr>
          <a:xfrm>
            <a:off x="919850"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932" name="Google Shape;9932;p1287"/>
          <p:cNvSpPr txBox="1"/>
          <p:nvPr>
            <p:ph idx="3" type="subTitle"/>
          </p:nvPr>
        </p:nvSpPr>
        <p:spPr>
          <a:xfrm>
            <a:off x="3500699"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933" name="Google Shape;9933;p1287"/>
          <p:cNvSpPr txBox="1"/>
          <p:nvPr>
            <p:ph idx="4" type="subTitle"/>
          </p:nvPr>
        </p:nvSpPr>
        <p:spPr>
          <a:xfrm>
            <a:off x="3500697"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934" name="Google Shape;9934;p1287"/>
          <p:cNvSpPr txBox="1"/>
          <p:nvPr>
            <p:ph idx="5" type="subTitle"/>
          </p:nvPr>
        </p:nvSpPr>
        <p:spPr>
          <a:xfrm>
            <a:off x="6069048"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935" name="Google Shape;9935;p1287"/>
          <p:cNvSpPr txBox="1"/>
          <p:nvPr>
            <p:ph idx="6" type="subTitle"/>
          </p:nvPr>
        </p:nvSpPr>
        <p:spPr>
          <a:xfrm>
            <a:off x="6069043"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1_1_1_1_1_1">
    <p:bg>
      <p:bgPr>
        <a:solidFill>
          <a:schemeClr val="dk1"/>
        </a:solidFill>
      </p:bgPr>
    </p:bg>
    <p:spTree>
      <p:nvGrpSpPr>
        <p:cNvPr id="9936" name="Shape 9936"/>
        <p:cNvGrpSpPr/>
        <p:nvPr/>
      </p:nvGrpSpPr>
      <p:grpSpPr>
        <a:xfrm>
          <a:off x="0" y="0"/>
          <a:ext cx="0" cy="0"/>
          <a:chOff x="0" y="0"/>
          <a:chExt cx="0" cy="0"/>
        </a:xfrm>
      </p:grpSpPr>
      <p:grpSp>
        <p:nvGrpSpPr>
          <p:cNvPr id="9937" name="Google Shape;9937;p1288"/>
          <p:cNvGrpSpPr/>
          <p:nvPr/>
        </p:nvGrpSpPr>
        <p:grpSpPr>
          <a:xfrm>
            <a:off x="713225" y="539500"/>
            <a:ext cx="7717500" cy="4064400"/>
            <a:chOff x="713225" y="539500"/>
            <a:chExt cx="7717500" cy="4064400"/>
          </a:xfrm>
        </p:grpSpPr>
        <p:sp>
          <p:nvSpPr>
            <p:cNvPr id="9938" name="Google Shape;9938;p128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39" name="Google Shape;9939;p128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940" name="Google Shape;9940;p128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941" name="Google Shape;9941;p1288"/>
          <p:cNvSpPr txBox="1"/>
          <p:nvPr>
            <p:ph idx="1" type="subTitle"/>
          </p:nvPr>
        </p:nvSpPr>
        <p:spPr>
          <a:xfrm>
            <a:off x="919850" y="28955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942" name="Google Shape;9942;p1288"/>
          <p:cNvSpPr txBox="1"/>
          <p:nvPr>
            <p:ph idx="2" type="subTitle"/>
          </p:nvPr>
        </p:nvSpPr>
        <p:spPr>
          <a:xfrm>
            <a:off x="919850" y="23982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943" name="Google Shape;9943;p1288"/>
          <p:cNvSpPr txBox="1"/>
          <p:nvPr>
            <p:ph idx="3" type="subTitle"/>
          </p:nvPr>
        </p:nvSpPr>
        <p:spPr>
          <a:xfrm>
            <a:off x="3500700" y="32003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944" name="Google Shape;9944;p1288"/>
          <p:cNvSpPr txBox="1"/>
          <p:nvPr>
            <p:ph idx="4" type="subTitle"/>
          </p:nvPr>
        </p:nvSpPr>
        <p:spPr>
          <a:xfrm>
            <a:off x="3500697" y="27030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945" name="Google Shape;9945;p1288"/>
          <p:cNvSpPr txBox="1"/>
          <p:nvPr>
            <p:ph idx="5" type="subTitle"/>
          </p:nvPr>
        </p:nvSpPr>
        <p:spPr>
          <a:xfrm>
            <a:off x="6069049" y="35051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946" name="Google Shape;9946;p1288"/>
          <p:cNvSpPr txBox="1"/>
          <p:nvPr>
            <p:ph idx="6" type="subTitle"/>
          </p:nvPr>
        </p:nvSpPr>
        <p:spPr>
          <a:xfrm>
            <a:off x="6069043" y="30078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BLANK_1_1_1_1_1_1_1_1_1_1">
    <p:bg>
      <p:bgPr>
        <a:solidFill>
          <a:schemeClr val="dk1"/>
        </a:solidFill>
      </p:bgPr>
    </p:bg>
    <p:spTree>
      <p:nvGrpSpPr>
        <p:cNvPr id="9947" name="Shape 9947"/>
        <p:cNvGrpSpPr/>
        <p:nvPr/>
      </p:nvGrpSpPr>
      <p:grpSpPr>
        <a:xfrm>
          <a:off x="0" y="0"/>
          <a:ext cx="0" cy="0"/>
          <a:chOff x="0" y="0"/>
          <a:chExt cx="0" cy="0"/>
        </a:xfrm>
      </p:grpSpPr>
      <p:grpSp>
        <p:nvGrpSpPr>
          <p:cNvPr id="9948" name="Google Shape;9948;p1289"/>
          <p:cNvGrpSpPr/>
          <p:nvPr/>
        </p:nvGrpSpPr>
        <p:grpSpPr>
          <a:xfrm>
            <a:off x="713225" y="539500"/>
            <a:ext cx="7717500" cy="4064400"/>
            <a:chOff x="713225" y="539500"/>
            <a:chExt cx="7717500" cy="4064400"/>
          </a:xfrm>
        </p:grpSpPr>
        <p:sp>
          <p:nvSpPr>
            <p:cNvPr id="9949" name="Google Shape;9949;p128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50" name="Google Shape;9950;p128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951" name="Google Shape;9951;p128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952" name="Google Shape;9952;p1289"/>
          <p:cNvSpPr txBox="1"/>
          <p:nvPr>
            <p:ph idx="1" type="subTitle"/>
          </p:nvPr>
        </p:nvSpPr>
        <p:spPr>
          <a:xfrm>
            <a:off x="111297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953" name="Google Shape;9953;p1289"/>
          <p:cNvSpPr txBox="1"/>
          <p:nvPr>
            <p:ph idx="2" type="subTitle"/>
          </p:nvPr>
        </p:nvSpPr>
        <p:spPr>
          <a:xfrm>
            <a:off x="111297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954" name="Google Shape;9954;p1289"/>
          <p:cNvSpPr txBox="1"/>
          <p:nvPr>
            <p:ph idx="3" type="subTitle"/>
          </p:nvPr>
        </p:nvSpPr>
        <p:spPr>
          <a:xfrm>
            <a:off x="3497250" y="18612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955" name="Google Shape;9955;p1289"/>
          <p:cNvSpPr txBox="1"/>
          <p:nvPr>
            <p:ph idx="4" type="subTitle"/>
          </p:nvPr>
        </p:nvSpPr>
        <p:spPr>
          <a:xfrm>
            <a:off x="3497250" y="13639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956" name="Google Shape;9956;p1289"/>
          <p:cNvSpPr txBox="1"/>
          <p:nvPr>
            <p:ph idx="5" type="subTitle"/>
          </p:nvPr>
        </p:nvSpPr>
        <p:spPr>
          <a:xfrm>
            <a:off x="588152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9957" name="Google Shape;9957;p1289"/>
          <p:cNvSpPr txBox="1"/>
          <p:nvPr>
            <p:ph idx="6" type="subTitle"/>
          </p:nvPr>
        </p:nvSpPr>
        <p:spPr>
          <a:xfrm>
            <a:off x="588152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2">
    <p:bg>
      <p:bgPr>
        <a:solidFill>
          <a:schemeClr val="dk1"/>
        </a:solidFill>
      </p:bgPr>
    </p:bg>
    <p:spTree>
      <p:nvGrpSpPr>
        <p:cNvPr id="9958" name="Shape 9958"/>
        <p:cNvGrpSpPr/>
        <p:nvPr/>
      </p:nvGrpSpPr>
      <p:grpSpPr>
        <a:xfrm>
          <a:off x="0" y="0"/>
          <a:ext cx="0" cy="0"/>
          <a:chOff x="0" y="0"/>
          <a:chExt cx="0" cy="0"/>
        </a:xfrm>
      </p:grpSpPr>
      <p:grpSp>
        <p:nvGrpSpPr>
          <p:cNvPr id="9959" name="Google Shape;9959;p1290"/>
          <p:cNvGrpSpPr/>
          <p:nvPr/>
        </p:nvGrpSpPr>
        <p:grpSpPr>
          <a:xfrm>
            <a:off x="713225" y="539500"/>
            <a:ext cx="7717500" cy="4064400"/>
            <a:chOff x="713225" y="539500"/>
            <a:chExt cx="7717500" cy="4064400"/>
          </a:xfrm>
        </p:grpSpPr>
        <p:sp>
          <p:nvSpPr>
            <p:cNvPr id="9960" name="Google Shape;9960;p129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61" name="Google Shape;9961;p129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962" name="Google Shape;9962;p129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963" name="Google Shape;9963;p1290"/>
          <p:cNvSpPr txBox="1"/>
          <p:nvPr>
            <p:ph idx="1" type="subTitle"/>
          </p:nvPr>
        </p:nvSpPr>
        <p:spPr>
          <a:xfrm>
            <a:off x="945800" y="1875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964" name="Google Shape;9964;p1290"/>
          <p:cNvSpPr txBox="1"/>
          <p:nvPr>
            <p:ph idx="2" type="subTitle"/>
          </p:nvPr>
        </p:nvSpPr>
        <p:spPr>
          <a:xfrm>
            <a:off x="945800" y="1446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9965" name="Google Shape;9965;p1290"/>
          <p:cNvSpPr txBox="1"/>
          <p:nvPr>
            <p:ph idx="3" type="subTitle"/>
          </p:nvPr>
        </p:nvSpPr>
        <p:spPr>
          <a:xfrm>
            <a:off x="5153800" y="2781950"/>
            <a:ext cx="30444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966" name="Google Shape;9966;p1290"/>
          <p:cNvSpPr txBox="1"/>
          <p:nvPr>
            <p:ph idx="4" type="subTitle"/>
          </p:nvPr>
        </p:nvSpPr>
        <p:spPr>
          <a:xfrm>
            <a:off x="5153800" y="2352425"/>
            <a:ext cx="3044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9967" name="Google Shape;9967;p1290"/>
          <p:cNvSpPr txBox="1"/>
          <p:nvPr>
            <p:ph idx="5" type="subTitle"/>
          </p:nvPr>
        </p:nvSpPr>
        <p:spPr>
          <a:xfrm>
            <a:off x="945800" y="3687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968" name="Google Shape;9968;p1290"/>
          <p:cNvSpPr txBox="1"/>
          <p:nvPr>
            <p:ph idx="6" type="subTitle"/>
          </p:nvPr>
        </p:nvSpPr>
        <p:spPr>
          <a:xfrm>
            <a:off x="945800" y="3258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2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5">
    <p:bg>
      <p:bgPr>
        <a:solidFill>
          <a:schemeClr val="dk1"/>
        </a:solidFill>
      </p:bgPr>
    </p:bg>
    <p:spTree>
      <p:nvGrpSpPr>
        <p:cNvPr id="9969" name="Shape 9969"/>
        <p:cNvGrpSpPr/>
        <p:nvPr/>
      </p:nvGrpSpPr>
      <p:grpSpPr>
        <a:xfrm>
          <a:off x="0" y="0"/>
          <a:ext cx="0" cy="0"/>
          <a:chOff x="0" y="0"/>
          <a:chExt cx="0" cy="0"/>
        </a:xfrm>
      </p:grpSpPr>
      <p:grpSp>
        <p:nvGrpSpPr>
          <p:cNvPr id="9970" name="Google Shape;9970;p1291"/>
          <p:cNvGrpSpPr/>
          <p:nvPr/>
        </p:nvGrpSpPr>
        <p:grpSpPr>
          <a:xfrm>
            <a:off x="713225" y="539500"/>
            <a:ext cx="7717500" cy="4064400"/>
            <a:chOff x="713225" y="539500"/>
            <a:chExt cx="7717500" cy="4064400"/>
          </a:xfrm>
        </p:grpSpPr>
        <p:sp>
          <p:nvSpPr>
            <p:cNvPr id="9971" name="Google Shape;9971;p129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72" name="Google Shape;9972;p129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973" name="Google Shape;9973;p129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974" name="Google Shape;9974;p1291"/>
          <p:cNvSpPr txBox="1"/>
          <p:nvPr>
            <p:ph idx="1" type="subTitle"/>
          </p:nvPr>
        </p:nvSpPr>
        <p:spPr>
          <a:xfrm>
            <a:off x="1658100" y="1978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975" name="Google Shape;9975;p1291"/>
          <p:cNvSpPr txBox="1"/>
          <p:nvPr>
            <p:ph idx="2" type="subTitle"/>
          </p:nvPr>
        </p:nvSpPr>
        <p:spPr>
          <a:xfrm>
            <a:off x="1658100" y="1549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9976" name="Google Shape;9976;p1291"/>
          <p:cNvSpPr txBox="1"/>
          <p:nvPr>
            <p:ph idx="3" type="subTitle"/>
          </p:nvPr>
        </p:nvSpPr>
        <p:spPr>
          <a:xfrm>
            <a:off x="1658100" y="2884846"/>
            <a:ext cx="62850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977" name="Google Shape;9977;p1291"/>
          <p:cNvSpPr txBox="1"/>
          <p:nvPr>
            <p:ph idx="4" type="subTitle"/>
          </p:nvPr>
        </p:nvSpPr>
        <p:spPr>
          <a:xfrm>
            <a:off x="1658100" y="2455321"/>
            <a:ext cx="62850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9978" name="Google Shape;9978;p1291"/>
          <p:cNvSpPr txBox="1"/>
          <p:nvPr>
            <p:ph idx="5" type="subTitle"/>
          </p:nvPr>
        </p:nvSpPr>
        <p:spPr>
          <a:xfrm>
            <a:off x="1658100" y="3790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9979" name="Google Shape;9979;p1291"/>
          <p:cNvSpPr txBox="1"/>
          <p:nvPr>
            <p:ph idx="6" type="subTitle"/>
          </p:nvPr>
        </p:nvSpPr>
        <p:spPr>
          <a:xfrm>
            <a:off x="1658100" y="3361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2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24">
    <p:bg>
      <p:bgPr>
        <a:solidFill>
          <a:schemeClr val="dk1"/>
        </a:solidFill>
      </p:bgPr>
    </p:bg>
    <p:spTree>
      <p:nvGrpSpPr>
        <p:cNvPr id="9980" name="Shape 9980"/>
        <p:cNvGrpSpPr/>
        <p:nvPr/>
      </p:nvGrpSpPr>
      <p:grpSpPr>
        <a:xfrm>
          <a:off x="0" y="0"/>
          <a:ext cx="0" cy="0"/>
          <a:chOff x="0" y="0"/>
          <a:chExt cx="0" cy="0"/>
        </a:xfrm>
      </p:grpSpPr>
      <p:grpSp>
        <p:nvGrpSpPr>
          <p:cNvPr id="9981" name="Google Shape;9981;p1292"/>
          <p:cNvGrpSpPr/>
          <p:nvPr/>
        </p:nvGrpSpPr>
        <p:grpSpPr>
          <a:xfrm>
            <a:off x="713225" y="539500"/>
            <a:ext cx="7717500" cy="4064400"/>
            <a:chOff x="713225" y="539500"/>
            <a:chExt cx="7717500" cy="4064400"/>
          </a:xfrm>
        </p:grpSpPr>
        <p:sp>
          <p:nvSpPr>
            <p:cNvPr id="9982" name="Google Shape;9982;p129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83" name="Google Shape;9983;p129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984" name="Google Shape;9984;p129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985" name="Google Shape;9985;p1292"/>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9986" name="Google Shape;9986;p1292"/>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9987" name="Google Shape;9987;p1292"/>
          <p:cNvSpPr txBox="1"/>
          <p:nvPr>
            <p:ph idx="3" type="subTitle"/>
          </p:nvPr>
        </p:nvSpPr>
        <p:spPr>
          <a:xfrm>
            <a:off x="853775" y="257119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9988" name="Google Shape;9988;p1292"/>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9989" name="Google Shape;9989;p1292"/>
          <p:cNvSpPr txBox="1"/>
          <p:nvPr>
            <p:ph idx="5" type="subTitle"/>
          </p:nvPr>
        </p:nvSpPr>
        <p:spPr>
          <a:xfrm>
            <a:off x="4452875" y="2570500"/>
            <a:ext cx="3761700" cy="172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9990" name="Google Shape;9990;p1292"/>
          <p:cNvSpPr txBox="1"/>
          <p:nvPr>
            <p:ph idx="6" type="subTitle"/>
          </p:nvPr>
        </p:nvSpPr>
        <p:spPr>
          <a:xfrm>
            <a:off x="853775" y="323750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9991" name="Google Shape;9991;p1292"/>
          <p:cNvSpPr txBox="1"/>
          <p:nvPr>
            <p:ph idx="7" type="subTitle"/>
          </p:nvPr>
        </p:nvSpPr>
        <p:spPr>
          <a:xfrm>
            <a:off x="853775" y="362674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2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_1_1_1_1">
    <p:bg>
      <p:bgPr>
        <a:solidFill>
          <a:schemeClr val="dk1"/>
        </a:solidFill>
      </p:bgPr>
    </p:bg>
    <p:spTree>
      <p:nvGrpSpPr>
        <p:cNvPr id="9992" name="Shape 9992"/>
        <p:cNvGrpSpPr/>
        <p:nvPr/>
      </p:nvGrpSpPr>
      <p:grpSpPr>
        <a:xfrm>
          <a:off x="0" y="0"/>
          <a:ext cx="0" cy="0"/>
          <a:chOff x="0" y="0"/>
          <a:chExt cx="0" cy="0"/>
        </a:xfrm>
      </p:grpSpPr>
      <p:grpSp>
        <p:nvGrpSpPr>
          <p:cNvPr id="9993" name="Google Shape;9993;p1293"/>
          <p:cNvGrpSpPr/>
          <p:nvPr/>
        </p:nvGrpSpPr>
        <p:grpSpPr>
          <a:xfrm>
            <a:off x="713225" y="539500"/>
            <a:ext cx="7717500" cy="4064400"/>
            <a:chOff x="713225" y="539500"/>
            <a:chExt cx="7717500" cy="4064400"/>
          </a:xfrm>
        </p:grpSpPr>
        <p:sp>
          <p:nvSpPr>
            <p:cNvPr id="9994" name="Google Shape;9994;p129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95" name="Google Shape;9995;p129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9996" name="Google Shape;9996;p129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9997" name="Google Shape;9997;p1293"/>
          <p:cNvSpPr txBox="1"/>
          <p:nvPr>
            <p:ph idx="1" type="subTitle"/>
          </p:nvPr>
        </p:nvSpPr>
        <p:spPr>
          <a:xfrm>
            <a:off x="1112425"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9998" name="Google Shape;9998;p1293"/>
          <p:cNvSpPr txBox="1"/>
          <p:nvPr>
            <p:ph idx="2" type="subTitle"/>
          </p:nvPr>
        </p:nvSpPr>
        <p:spPr>
          <a:xfrm>
            <a:off x="1112425"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999" name="Google Shape;9999;p1293"/>
          <p:cNvSpPr txBox="1"/>
          <p:nvPr>
            <p:ph idx="3" type="subTitle"/>
          </p:nvPr>
        </p:nvSpPr>
        <p:spPr>
          <a:xfrm>
            <a:off x="5584150"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0000" name="Google Shape;10000;p1293"/>
          <p:cNvSpPr txBox="1"/>
          <p:nvPr>
            <p:ph idx="4" type="subTitle"/>
          </p:nvPr>
        </p:nvSpPr>
        <p:spPr>
          <a:xfrm>
            <a:off x="5584150"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01" name="Google Shape;10001;p1293"/>
          <p:cNvSpPr txBox="1"/>
          <p:nvPr>
            <p:ph idx="5" type="subTitle"/>
          </p:nvPr>
        </p:nvSpPr>
        <p:spPr>
          <a:xfrm>
            <a:off x="1112425"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0002" name="Google Shape;10002;p1293"/>
          <p:cNvSpPr txBox="1"/>
          <p:nvPr>
            <p:ph idx="6" type="subTitle"/>
          </p:nvPr>
        </p:nvSpPr>
        <p:spPr>
          <a:xfrm>
            <a:off x="1112425"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03" name="Google Shape;10003;p1293"/>
          <p:cNvSpPr txBox="1"/>
          <p:nvPr>
            <p:ph idx="7" type="subTitle"/>
          </p:nvPr>
        </p:nvSpPr>
        <p:spPr>
          <a:xfrm>
            <a:off x="5584150"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0004" name="Google Shape;10004;p1293"/>
          <p:cNvSpPr txBox="1"/>
          <p:nvPr>
            <p:ph idx="8" type="subTitle"/>
          </p:nvPr>
        </p:nvSpPr>
        <p:spPr>
          <a:xfrm>
            <a:off x="5584150"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1_1_1_1_1">
    <p:bg>
      <p:bgPr>
        <a:solidFill>
          <a:schemeClr val="dk1"/>
        </a:solidFill>
      </p:bgPr>
    </p:bg>
    <p:spTree>
      <p:nvGrpSpPr>
        <p:cNvPr id="10005" name="Shape 10005"/>
        <p:cNvGrpSpPr/>
        <p:nvPr/>
      </p:nvGrpSpPr>
      <p:grpSpPr>
        <a:xfrm>
          <a:off x="0" y="0"/>
          <a:ext cx="0" cy="0"/>
          <a:chOff x="0" y="0"/>
          <a:chExt cx="0" cy="0"/>
        </a:xfrm>
      </p:grpSpPr>
      <p:grpSp>
        <p:nvGrpSpPr>
          <p:cNvPr id="10006" name="Google Shape;10006;p1294"/>
          <p:cNvGrpSpPr/>
          <p:nvPr/>
        </p:nvGrpSpPr>
        <p:grpSpPr>
          <a:xfrm>
            <a:off x="713300" y="539550"/>
            <a:ext cx="7717500" cy="4064400"/>
            <a:chOff x="713300" y="539550"/>
            <a:chExt cx="7717500" cy="4064400"/>
          </a:xfrm>
        </p:grpSpPr>
        <p:cxnSp>
          <p:nvCxnSpPr>
            <p:cNvPr id="10007" name="Google Shape;10007;p1294"/>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0008" name="Google Shape;10008;p1294"/>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9" name="Google Shape;10009;p129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010" name="Google Shape;10010;p1294"/>
          <p:cNvSpPr txBox="1"/>
          <p:nvPr>
            <p:ph idx="1" type="subTitle"/>
          </p:nvPr>
        </p:nvSpPr>
        <p:spPr>
          <a:xfrm>
            <a:off x="10166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11" name="Google Shape;10011;p1294"/>
          <p:cNvSpPr txBox="1"/>
          <p:nvPr>
            <p:ph idx="2" type="subTitle"/>
          </p:nvPr>
        </p:nvSpPr>
        <p:spPr>
          <a:xfrm>
            <a:off x="10166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12" name="Google Shape;10012;p1294"/>
          <p:cNvSpPr txBox="1"/>
          <p:nvPr>
            <p:ph idx="3" type="subTitle"/>
          </p:nvPr>
        </p:nvSpPr>
        <p:spPr>
          <a:xfrm>
            <a:off x="10166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13" name="Google Shape;10013;p1294"/>
          <p:cNvSpPr txBox="1"/>
          <p:nvPr>
            <p:ph idx="4" type="subTitle"/>
          </p:nvPr>
        </p:nvSpPr>
        <p:spPr>
          <a:xfrm>
            <a:off x="10166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14" name="Google Shape;10014;p1294"/>
          <p:cNvSpPr txBox="1"/>
          <p:nvPr>
            <p:ph idx="5" type="subTitle"/>
          </p:nvPr>
        </p:nvSpPr>
        <p:spPr>
          <a:xfrm>
            <a:off x="48094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15" name="Google Shape;10015;p1294"/>
          <p:cNvSpPr txBox="1"/>
          <p:nvPr>
            <p:ph idx="6" type="subTitle"/>
          </p:nvPr>
        </p:nvSpPr>
        <p:spPr>
          <a:xfrm>
            <a:off x="48094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16" name="Google Shape;10016;p1294"/>
          <p:cNvSpPr txBox="1"/>
          <p:nvPr>
            <p:ph idx="7" type="subTitle"/>
          </p:nvPr>
        </p:nvSpPr>
        <p:spPr>
          <a:xfrm>
            <a:off x="48094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17" name="Google Shape;10017;p1294"/>
          <p:cNvSpPr txBox="1"/>
          <p:nvPr>
            <p:ph idx="8" type="subTitle"/>
          </p:nvPr>
        </p:nvSpPr>
        <p:spPr>
          <a:xfrm>
            <a:off x="48094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1_1_1_1_1_1_1_1_1">
    <p:bg>
      <p:bgPr>
        <a:solidFill>
          <a:schemeClr val="dk1"/>
        </a:solidFill>
      </p:bgPr>
    </p:bg>
    <p:spTree>
      <p:nvGrpSpPr>
        <p:cNvPr id="10018" name="Shape 10018"/>
        <p:cNvGrpSpPr/>
        <p:nvPr/>
      </p:nvGrpSpPr>
      <p:grpSpPr>
        <a:xfrm>
          <a:off x="0" y="0"/>
          <a:ext cx="0" cy="0"/>
          <a:chOff x="0" y="0"/>
          <a:chExt cx="0" cy="0"/>
        </a:xfrm>
      </p:grpSpPr>
      <p:grpSp>
        <p:nvGrpSpPr>
          <p:cNvPr id="10019" name="Google Shape;10019;p1295"/>
          <p:cNvGrpSpPr/>
          <p:nvPr/>
        </p:nvGrpSpPr>
        <p:grpSpPr>
          <a:xfrm>
            <a:off x="713225" y="539500"/>
            <a:ext cx="7717500" cy="4064400"/>
            <a:chOff x="713225" y="539500"/>
            <a:chExt cx="7717500" cy="4064400"/>
          </a:xfrm>
        </p:grpSpPr>
        <p:sp>
          <p:nvSpPr>
            <p:cNvPr id="10020" name="Google Shape;10020;p129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21" name="Google Shape;10021;p129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022" name="Google Shape;10022;p129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023" name="Google Shape;10023;p1295"/>
          <p:cNvSpPr txBox="1"/>
          <p:nvPr>
            <p:ph idx="1" type="subTitle"/>
          </p:nvPr>
        </p:nvSpPr>
        <p:spPr>
          <a:xfrm>
            <a:off x="8844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24" name="Google Shape;10024;p1295"/>
          <p:cNvSpPr txBox="1"/>
          <p:nvPr>
            <p:ph idx="2" type="subTitle"/>
          </p:nvPr>
        </p:nvSpPr>
        <p:spPr>
          <a:xfrm>
            <a:off x="884474"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25" name="Google Shape;10025;p1295"/>
          <p:cNvSpPr txBox="1"/>
          <p:nvPr>
            <p:ph idx="3" type="subTitle"/>
          </p:nvPr>
        </p:nvSpPr>
        <p:spPr>
          <a:xfrm>
            <a:off x="2767708"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26" name="Google Shape;10026;p1295"/>
          <p:cNvSpPr txBox="1"/>
          <p:nvPr>
            <p:ph idx="4" type="subTitle"/>
          </p:nvPr>
        </p:nvSpPr>
        <p:spPr>
          <a:xfrm>
            <a:off x="2767709"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27" name="Google Shape;10027;p1295"/>
          <p:cNvSpPr txBox="1"/>
          <p:nvPr>
            <p:ph idx="5" type="subTitle"/>
          </p:nvPr>
        </p:nvSpPr>
        <p:spPr>
          <a:xfrm>
            <a:off x="4650942"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28" name="Google Shape;10028;p1295"/>
          <p:cNvSpPr txBox="1"/>
          <p:nvPr>
            <p:ph idx="6" type="subTitle"/>
          </p:nvPr>
        </p:nvSpPr>
        <p:spPr>
          <a:xfrm>
            <a:off x="4650945"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29" name="Google Shape;10029;p1295"/>
          <p:cNvSpPr txBox="1"/>
          <p:nvPr>
            <p:ph idx="7" type="subTitle"/>
          </p:nvPr>
        </p:nvSpPr>
        <p:spPr>
          <a:xfrm>
            <a:off x="65341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30" name="Google Shape;10030;p1295"/>
          <p:cNvSpPr txBox="1"/>
          <p:nvPr>
            <p:ph idx="8" type="subTitle"/>
          </p:nvPr>
        </p:nvSpPr>
        <p:spPr>
          <a:xfrm>
            <a:off x="6534180"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7">
    <p:bg>
      <p:bgPr>
        <a:solidFill>
          <a:schemeClr val="dk1"/>
        </a:solidFill>
      </p:bgPr>
    </p:bg>
    <p:spTree>
      <p:nvGrpSpPr>
        <p:cNvPr id="10031" name="Shape 10031"/>
        <p:cNvGrpSpPr/>
        <p:nvPr/>
      </p:nvGrpSpPr>
      <p:grpSpPr>
        <a:xfrm>
          <a:off x="0" y="0"/>
          <a:ext cx="0" cy="0"/>
          <a:chOff x="0" y="0"/>
          <a:chExt cx="0" cy="0"/>
        </a:xfrm>
      </p:grpSpPr>
      <p:grpSp>
        <p:nvGrpSpPr>
          <p:cNvPr id="10032" name="Google Shape;10032;p1296"/>
          <p:cNvGrpSpPr/>
          <p:nvPr/>
        </p:nvGrpSpPr>
        <p:grpSpPr>
          <a:xfrm>
            <a:off x="713225" y="539500"/>
            <a:ext cx="7717500" cy="4064400"/>
            <a:chOff x="713225" y="539500"/>
            <a:chExt cx="7717500" cy="4064400"/>
          </a:xfrm>
        </p:grpSpPr>
        <p:sp>
          <p:nvSpPr>
            <p:cNvPr id="10033" name="Google Shape;10033;p129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34" name="Google Shape;10034;p129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035" name="Google Shape;10035;p129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036" name="Google Shape;10036;p1296"/>
          <p:cNvSpPr txBox="1"/>
          <p:nvPr>
            <p:ph idx="1" type="subTitle"/>
          </p:nvPr>
        </p:nvSpPr>
        <p:spPr>
          <a:xfrm>
            <a:off x="1909431" y="1906051"/>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0037" name="Google Shape;10037;p1296"/>
          <p:cNvSpPr txBox="1"/>
          <p:nvPr>
            <p:ph idx="2" type="subTitle"/>
          </p:nvPr>
        </p:nvSpPr>
        <p:spPr>
          <a:xfrm>
            <a:off x="1909431" y="1387350"/>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38" name="Google Shape;10038;p1296"/>
          <p:cNvSpPr txBox="1"/>
          <p:nvPr>
            <p:ph idx="3" type="subTitle"/>
          </p:nvPr>
        </p:nvSpPr>
        <p:spPr>
          <a:xfrm>
            <a:off x="4971369" y="1906050"/>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0039" name="Google Shape;10039;p1296"/>
          <p:cNvSpPr txBox="1"/>
          <p:nvPr>
            <p:ph idx="4" type="subTitle"/>
          </p:nvPr>
        </p:nvSpPr>
        <p:spPr>
          <a:xfrm>
            <a:off x="4971369" y="1387350"/>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40" name="Google Shape;10040;p1296"/>
          <p:cNvSpPr txBox="1"/>
          <p:nvPr>
            <p:ph idx="5" type="subTitle"/>
          </p:nvPr>
        </p:nvSpPr>
        <p:spPr>
          <a:xfrm>
            <a:off x="1909431" y="3654425"/>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0041" name="Google Shape;10041;p1296"/>
          <p:cNvSpPr txBox="1"/>
          <p:nvPr>
            <p:ph idx="6" type="subTitle"/>
          </p:nvPr>
        </p:nvSpPr>
        <p:spPr>
          <a:xfrm>
            <a:off x="1909431" y="3135724"/>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42" name="Google Shape;10042;p1296"/>
          <p:cNvSpPr txBox="1"/>
          <p:nvPr>
            <p:ph idx="7" type="subTitle"/>
          </p:nvPr>
        </p:nvSpPr>
        <p:spPr>
          <a:xfrm>
            <a:off x="4971369" y="3654424"/>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0043" name="Google Shape;10043;p1296"/>
          <p:cNvSpPr txBox="1"/>
          <p:nvPr>
            <p:ph idx="8" type="subTitle"/>
          </p:nvPr>
        </p:nvSpPr>
        <p:spPr>
          <a:xfrm>
            <a:off x="4971369" y="3135724"/>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1_1_1_1_1_2">
    <p:bg>
      <p:bgPr>
        <a:solidFill>
          <a:schemeClr val="dk1"/>
        </a:solidFill>
      </p:bgPr>
    </p:bg>
    <p:spTree>
      <p:nvGrpSpPr>
        <p:cNvPr id="10044" name="Shape 10044"/>
        <p:cNvGrpSpPr/>
        <p:nvPr/>
      </p:nvGrpSpPr>
      <p:grpSpPr>
        <a:xfrm>
          <a:off x="0" y="0"/>
          <a:ext cx="0" cy="0"/>
          <a:chOff x="0" y="0"/>
          <a:chExt cx="0" cy="0"/>
        </a:xfrm>
      </p:grpSpPr>
      <p:grpSp>
        <p:nvGrpSpPr>
          <p:cNvPr id="10045" name="Google Shape;10045;p1297"/>
          <p:cNvGrpSpPr/>
          <p:nvPr/>
        </p:nvGrpSpPr>
        <p:grpSpPr>
          <a:xfrm>
            <a:off x="713225" y="539500"/>
            <a:ext cx="7717500" cy="4064400"/>
            <a:chOff x="713225" y="539500"/>
            <a:chExt cx="7717500" cy="4064400"/>
          </a:xfrm>
        </p:grpSpPr>
        <p:sp>
          <p:nvSpPr>
            <p:cNvPr id="10046" name="Google Shape;10046;p129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47" name="Google Shape;10047;p129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048" name="Google Shape;10048;p129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049" name="Google Shape;10049;p1297"/>
          <p:cNvSpPr txBox="1"/>
          <p:nvPr>
            <p:ph idx="1" type="subTitle"/>
          </p:nvPr>
        </p:nvSpPr>
        <p:spPr>
          <a:xfrm>
            <a:off x="95812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50" name="Google Shape;10050;p1297"/>
          <p:cNvSpPr txBox="1"/>
          <p:nvPr>
            <p:ph idx="2" type="subTitle"/>
          </p:nvPr>
        </p:nvSpPr>
        <p:spPr>
          <a:xfrm>
            <a:off x="95812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51" name="Google Shape;10051;p1297"/>
          <p:cNvSpPr txBox="1"/>
          <p:nvPr>
            <p:ph idx="3" type="subTitle"/>
          </p:nvPr>
        </p:nvSpPr>
        <p:spPr>
          <a:xfrm>
            <a:off x="3420000"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52" name="Google Shape;10052;p1297"/>
          <p:cNvSpPr txBox="1"/>
          <p:nvPr>
            <p:ph idx="4" type="subTitle"/>
          </p:nvPr>
        </p:nvSpPr>
        <p:spPr>
          <a:xfrm>
            <a:off x="3420000"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53" name="Google Shape;10053;p1297"/>
          <p:cNvSpPr txBox="1"/>
          <p:nvPr>
            <p:ph idx="5" type="subTitle"/>
          </p:nvPr>
        </p:nvSpPr>
        <p:spPr>
          <a:xfrm>
            <a:off x="588187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54" name="Google Shape;10054;p1297"/>
          <p:cNvSpPr txBox="1"/>
          <p:nvPr>
            <p:ph idx="6" type="subTitle"/>
          </p:nvPr>
        </p:nvSpPr>
        <p:spPr>
          <a:xfrm>
            <a:off x="588187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55" name="Google Shape;10055;p1297"/>
          <p:cNvSpPr txBox="1"/>
          <p:nvPr>
            <p:ph idx="7" type="subTitle"/>
          </p:nvPr>
        </p:nvSpPr>
        <p:spPr>
          <a:xfrm>
            <a:off x="2189050"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56" name="Google Shape;10056;p1297"/>
          <p:cNvSpPr txBox="1"/>
          <p:nvPr>
            <p:ph idx="8" type="subTitle"/>
          </p:nvPr>
        </p:nvSpPr>
        <p:spPr>
          <a:xfrm>
            <a:off x="2189050"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57" name="Google Shape;10057;p1297"/>
          <p:cNvSpPr txBox="1"/>
          <p:nvPr>
            <p:ph idx="9" type="subTitle"/>
          </p:nvPr>
        </p:nvSpPr>
        <p:spPr>
          <a:xfrm>
            <a:off x="4650925"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58" name="Google Shape;10058;p1297"/>
          <p:cNvSpPr txBox="1"/>
          <p:nvPr>
            <p:ph idx="13" type="subTitle"/>
          </p:nvPr>
        </p:nvSpPr>
        <p:spPr>
          <a:xfrm>
            <a:off x="4650925"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_1_1_1_1_1_1">
    <p:bg>
      <p:bgPr>
        <a:solidFill>
          <a:schemeClr val="dk1"/>
        </a:solidFill>
      </p:bgPr>
    </p:bg>
    <p:spTree>
      <p:nvGrpSpPr>
        <p:cNvPr id="10059" name="Shape 10059"/>
        <p:cNvGrpSpPr/>
        <p:nvPr/>
      </p:nvGrpSpPr>
      <p:grpSpPr>
        <a:xfrm>
          <a:off x="0" y="0"/>
          <a:ext cx="0" cy="0"/>
          <a:chOff x="0" y="0"/>
          <a:chExt cx="0" cy="0"/>
        </a:xfrm>
      </p:grpSpPr>
      <p:grpSp>
        <p:nvGrpSpPr>
          <p:cNvPr id="10060" name="Google Shape;10060;p1298"/>
          <p:cNvGrpSpPr/>
          <p:nvPr/>
        </p:nvGrpSpPr>
        <p:grpSpPr>
          <a:xfrm>
            <a:off x="713225" y="539500"/>
            <a:ext cx="7717500" cy="4064400"/>
            <a:chOff x="713225" y="539500"/>
            <a:chExt cx="7717500" cy="4064400"/>
          </a:xfrm>
        </p:grpSpPr>
        <p:sp>
          <p:nvSpPr>
            <p:cNvPr id="10061" name="Google Shape;10061;p129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62" name="Google Shape;10062;p129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063" name="Google Shape;10063;p129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064" name="Google Shape;10064;p1298"/>
          <p:cNvSpPr txBox="1"/>
          <p:nvPr>
            <p:ph idx="1" type="subTitle"/>
          </p:nvPr>
        </p:nvSpPr>
        <p:spPr>
          <a:xfrm>
            <a:off x="1134425"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65" name="Google Shape;10065;p1298"/>
          <p:cNvSpPr txBox="1"/>
          <p:nvPr>
            <p:ph idx="2" type="subTitle"/>
          </p:nvPr>
        </p:nvSpPr>
        <p:spPr>
          <a:xfrm>
            <a:off x="113442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66" name="Google Shape;10066;p1298"/>
          <p:cNvSpPr txBox="1"/>
          <p:nvPr>
            <p:ph idx="3" type="subTitle"/>
          </p:nvPr>
        </p:nvSpPr>
        <p:spPr>
          <a:xfrm>
            <a:off x="3495738"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67" name="Google Shape;10067;p1298"/>
          <p:cNvSpPr txBox="1"/>
          <p:nvPr>
            <p:ph idx="4" type="subTitle"/>
          </p:nvPr>
        </p:nvSpPr>
        <p:spPr>
          <a:xfrm>
            <a:off x="3495750"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68" name="Google Shape;10068;p1298"/>
          <p:cNvSpPr txBox="1"/>
          <p:nvPr>
            <p:ph idx="5" type="subTitle"/>
          </p:nvPr>
        </p:nvSpPr>
        <p:spPr>
          <a:xfrm>
            <a:off x="5857051"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69" name="Google Shape;10069;p1298"/>
          <p:cNvSpPr txBox="1"/>
          <p:nvPr>
            <p:ph idx="6" type="subTitle"/>
          </p:nvPr>
        </p:nvSpPr>
        <p:spPr>
          <a:xfrm>
            <a:off x="585707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70" name="Google Shape;10070;p1298"/>
          <p:cNvSpPr txBox="1"/>
          <p:nvPr>
            <p:ph idx="7" type="subTitle"/>
          </p:nvPr>
        </p:nvSpPr>
        <p:spPr>
          <a:xfrm>
            <a:off x="1134425"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71" name="Google Shape;10071;p1298"/>
          <p:cNvSpPr txBox="1"/>
          <p:nvPr>
            <p:ph idx="8" type="subTitle"/>
          </p:nvPr>
        </p:nvSpPr>
        <p:spPr>
          <a:xfrm>
            <a:off x="113442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72" name="Google Shape;10072;p1298"/>
          <p:cNvSpPr txBox="1"/>
          <p:nvPr>
            <p:ph idx="9" type="subTitle"/>
          </p:nvPr>
        </p:nvSpPr>
        <p:spPr>
          <a:xfrm>
            <a:off x="3495738"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73" name="Google Shape;10073;p1298"/>
          <p:cNvSpPr txBox="1"/>
          <p:nvPr>
            <p:ph idx="13" type="subTitle"/>
          </p:nvPr>
        </p:nvSpPr>
        <p:spPr>
          <a:xfrm>
            <a:off x="3495750"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74" name="Google Shape;10074;p1298"/>
          <p:cNvSpPr txBox="1"/>
          <p:nvPr>
            <p:ph idx="14" type="subTitle"/>
          </p:nvPr>
        </p:nvSpPr>
        <p:spPr>
          <a:xfrm>
            <a:off x="5857051"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75" name="Google Shape;10075;p1298"/>
          <p:cNvSpPr txBox="1"/>
          <p:nvPr>
            <p:ph idx="15" type="subTitle"/>
          </p:nvPr>
        </p:nvSpPr>
        <p:spPr>
          <a:xfrm>
            <a:off x="585707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21">
    <p:bg>
      <p:bgPr>
        <a:solidFill>
          <a:schemeClr val="dk1"/>
        </a:solidFill>
      </p:bgPr>
    </p:bg>
    <p:spTree>
      <p:nvGrpSpPr>
        <p:cNvPr id="10076" name="Shape 10076"/>
        <p:cNvGrpSpPr/>
        <p:nvPr/>
      </p:nvGrpSpPr>
      <p:grpSpPr>
        <a:xfrm>
          <a:off x="0" y="0"/>
          <a:ext cx="0" cy="0"/>
          <a:chOff x="0" y="0"/>
          <a:chExt cx="0" cy="0"/>
        </a:xfrm>
      </p:grpSpPr>
      <p:grpSp>
        <p:nvGrpSpPr>
          <p:cNvPr id="10077" name="Google Shape;10077;p1299"/>
          <p:cNvGrpSpPr/>
          <p:nvPr/>
        </p:nvGrpSpPr>
        <p:grpSpPr>
          <a:xfrm>
            <a:off x="713225" y="539500"/>
            <a:ext cx="7717500" cy="4064400"/>
            <a:chOff x="713225" y="539500"/>
            <a:chExt cx="7717500" cy="4064400"/>
          </a:xfrm>
        </p:grpSpPr>
        <p:sp>
          <p:nvSpPr>
            <p:cNvPr id="10078" name="Google Shape;10078;p129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79" name="Google Shape;10079;p129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080" name="Google Shape;10080;p129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081" name="Google Shape;10081;p1299"/>
          <p:cNvSpPr txBox="1"/>
          <p:nvPr>
            <p:ph idx="1" type="subTitle"/>
          </p:nvPr>
        </p:nvSpPr>
        <p:spPr>
          <a:xfrm>
            <a:off x="1059065"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82" name="Google Shape;10082;p1299"/>
          <p:cNvSpPr txBox="1"/>
          <p:nvPr>
            <p:ph idx="2" type="subTitle"/>
          </p:nvPr>
        </p:nvSpPr>
        <p:spPr>
          <a:xfrm>
            <a:off x="1059065"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83" name="Google Shape;10083;p1299"/>
          <p:cNvSpPr txBox="1"/>
          <p:nvPr>
            <p:ph idx="3" type="subTitle"/>
          </p:nvPr>
        </p:nvSpPr>
        <p:spPr>
          <a:xfrm>
            <a:off x="1059052" y="2806879"/>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84" name="Google Shape;10084;p1299"/>
          <p:cNvSpPr txBox="1"/>
          <p:nvPr>
            <p:ph idx="4" type="subTitle"/>
          </p:nvPr>
        </p:nvSpPr>
        <p:spPr>
          <a:xfrm>
            <a:off x="1059070" y="2454554"/>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85" name="Google Shape;10085;p1299"/>
          <p:cNvSpPr txBox="1"/>
          <p:nvPr>
            <p:ph idx="5" type="subTitle"/>
          </p:nvPr>
        </p:nvSpPr>
        <p:spPr>
          <a:xfrm>
            <a:off x="5042599"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86" name="Google Shape;10086;p1299"/>
          <p:cNvSpPr txBox="1"/>
          <p:nvPr>
            <p:ph idx="6" type="subTitle"/>
          </p:nvPr>
        </p:nvSpPr>
        <p:spPr>
          <a:xfrm>
            <a:off x="5042634"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87" name="Google Shape;10087;p1299"/>
          <p:cNvSpPr txBox="1"/>
          <p:nvPr>
            <p:ph idx="7" type="subTitle"/>
          </p:nvPr>
        </p:nvSpPr>
        <p:spPr>
          <a:xfrm>
            <a:off x="1059065"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88" name="Google Shape;10088;p1299"/>
          <p:cNvSpPr txBox="1"/>
          <p:nvPr>
            <p:ph idx="8" type="subTitle"/>
          </p:nvPr>
        </p:nvSpPr>
        <p:spPr>
          <a:xfrm>
            <a:off x="1059065"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89" name="Google Shape;10089;p1299"/>
          <p:cNvSpPr txBox="1"/>
          <p:nvPr>
            <p:ph idx="9" type="subTitle"/>
          </p:nvPr>
        </p:nvSpPr>
        <p:spPr>
          <a:xfrm>
            <a:off x="5042630" y="2806867"/>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90" name="Google Shape;10090;p1299"/>
          <p:cNvSpPr txBox="1"/>
          <p:nvPr>
            <p:ph idx="13" type="subTitle"/>
          </p:nvPr>
        </p:nvSpPr>
        <p:spPr>
          <a:xfrm>
            <a:off x="5042648" y="24545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91" name="Google Shape;10091;p1299"/>
          <p:cNvSpPr txBox="1"/>
          <p:nvPr>
            <p:ph idx="14" type="subTitle"/>
          </p:nvPr>
        </p:nvSpPr>
        <p:spPr>
          <a:xfrm>
            <a:off x="5042599"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092" name="Google Shape;10092;p1299"/>
          <p:cNvSpPr txBox="1"/>
          <p:nvPr>
            <p:ph idx="15" type="subTitle"/>
          </p:nvPr>
        </p:nvSpPr>
        <p:spPr>
          <a:xfrm>
            <a:off x="5042634"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_1_1_1_1_1">
    <p:bg>
      <p:bgPr>
        <a:solidFill>
          <a:schemeClr val="dk1"/>
        </a:solidFill>
      </p:bgPr>
    </p:bg>
    <p:spTree>
      <p:nvGrpSpPr>
        <p:cNvPr id="10093" name="Shape 10093"/>
        <p:cNvGrpSpPr/>
        <p:nvPr/>
      </p:nvGrpSpPr>
      <p:grpSpPr>
        <a:xfrm>
          <a:off x="0" y="0"/>
          <a:ext cx="0" cy="0"/>
          <a:chOff x="0" y="0"/>
          <a:chExt cx="0" cy="0"/>
        </a:xfrm>
      </p:grpSpPr>
      <p:grpSp>
        <p:nvGrpSpPr>
          <p:cNvPr id="10094" name="Google Shape;10094;p1300"/>
          <p:cNvGrpSpPr/>
          <p:nvPr/>
        </p:nvGrpSpPr>
        <p:grpSpPr>
          <a:xfrm>
            <a:off x="713225" y="539500"/>
            <a:ext cx="7717500" cy="4064400"/>
            <a:chOff x="713225" y="539500"/>
            <a:chExt cx="7717500" cy="4064400"/>
          </a:xfrm>
        </p:grpSpPr>
        <p:sp>
          <p:nvSpPr>
            <p:cNvPr id="10095" name="Google Shape;10095;p130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96" name="Google Shape;10096;p1300"/>
            <p:cNvCxnSpPr/>
            <p:nvPr/>
          </p:nvCxnSpPr>
          <p:spPr>
            <a:xfrm>
              <a:off x="734825" y="1483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097" name="Google Shape;10097;p1300"/>
          <p:cNvSpPr txBox="1"/>
          <p:nvPr>
            <p:ph type="title"/>
          </p:nvPr>
        </p:nvSpPr>
        <p:spPr>
          <a:xfrm>
            <a:off x="3607800" y="539500"/>
            <a:ext cx="4519200" cy="939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r">
              <a:spcBef>
                <a:spcPts val="0"/>
              </a:spcBef>
              <a:spcAft>
                <a:spcPts val="0"/>
              </a:spcAft>
              <a:buClr>
                <a:schemeClr val="lt1"/>
              </a:buClr>
              <a:buSzPts val="4800"/>
              <a:buNone/>
              <a:defRPr sz="4800">
                <a:solidFill>
                  <a:schemeClr val="lt1"/>
                </a:solidFill>
              </a:defRPr>
            </a:lvl2pPr>
            <a:lvl3pPr lvl="2" algn="r">
              <a:spcBef>
                <a:spcPts val="0"/>
              </a:spcBef>
              <a:spcAft>
                <a:spcPts val="0"/>
              </a:spcAft>
              <a:buClr>
                <a:schemeClr val="lt1"/>
              </a:buClr>
              <a:buSzPts val="4800"/>
              <a:buNone/>
              <a:defRPr sz="4800">
                <a:solidFill>
                  <a:schemeClr val="lt1"/>
                </a:solidFill>
              </a:defRPr>
            </a:lvl3pPr>
            <a:lvl4pPr lvl="3" algn="r">
              <a:spcBef>
                <a:spcPts val="0"/>
              </a:spcBef>
              <a:spcAft>
                <a:spcPts val="0"/>
              </a:spcAft>
              <a:buClr>
                <a:schemeClr val="lt1"/>
              </a:buClr>
              <a:buSzPts val="4800"/>
              <a:buNone/>
              <a:defRPr sz="4800">
                <a:solidFill>
                  <a:schemeClr val="lt1"/>
                </a:solidFill>
              </a:defRPr>
            </a:lvl4pPr>
            <a:lvl5pPr lvl="4" algn="r">
              <a:spcBef>
                <a:spcPts val="0"/>
              </a:spcBef>
              <a:spcAft>
                <a:spcPts val="0"/>
              </a:spcAft>
              <a:buClr>
                <a:schemeClr val="lt1"/>
              </a:buClr>
              <a:buSzPts val="4800"/>
              <a:buNone/>
              <a:defRPr sz="4800">
                <a:solidFill>
                  <a:schemeClr val="lt1"/>
                </a:solidFill>
              </a:defRPr>
            </a:lvl5pPr>
            <a:lvl6pPr lvl="5" algn="r">
              <a:spcBef>
                <a:spcPts val="0"/>
              </a:spcBef>
              <a:spcAft>
                <a:spcPts val="0"/>
              </a:spcAft>
              <a:buClr>
                <a:schemeClr val="lt1"/>
              </a:buClr>
              <a:buSzPts val="4800"/>
              <a:buNone/>
              <a:defRPr sz="4800">
                <a:solidFill>
                  <a:schemeClr val="lt1"/>
                </a:solidFill>
              </a:defRPr>
            </a:lvl6pPr>
            <a:lvl7pPr lvl="6" algn="r">
              <a:spcBef>
                <a:spcPts val="0"/>
              </a:spcBef>
              <a:spcAft>
                <a:spcPts val="0"/>
              </a:spcAft>
              <a:buClr>
                <a:schemeClr val="lt1"/>
              </a:buClr>
              <a:buSzPts val="4800"/>
              <a:buNone/>
              <a:defRPr sz="4800">
                <a:solidFill>
                  <a:schemeClr val="lt1"/>
                </a:solidFill>
              </a:defRPr>
            </a:lvl7pPr>
            <a:lvl8pPr lvl="7" algn="r">
              <a:spcBef>
                <a:spcPts val="0"/>
              </a:spcBef>
              <a:spcAft>
                <a:spcPts val="0"/>
              </a:spcAft>
              <a:buClr>
                <a:schemeClr val="lt1"/>
              </a:buClr>
              <a:buSzPts val="4800"/>
              <a:buNone/>
              <a:defRPr sz="4800">
                <a:solidFill>
                  <a:schemeClr val="lt1"/>
                </a:solidFill>
              </a:defRPr>
            </a:lvl8pPr>
            <a:lvl9pPr lvl="8" algn="r">
              <a:spcBef>
                <a:spcPts val="0"/>
              </a:spcBef>
              <a:spcAft>
                <a:spcPts val="0"/>
              </a:spcAft>
              <a:buClr>
                <a:schemeClr val="lt1"/>
              </a:buClr>
              <a:buSzPts val="4800"/>
              <a:buNone/>
              <a:defRPr sz="4800">
                <a:solidFill>
                  <a:schemeClr val="lt1"/>
                </a:solidFill>
              </a:defRPr>
            </a:lvl9pPr>
          </a:lstStyle>
          <a:p/>
        </p:txBody>
      </p:sp>
      <p:sp>
        <p:nvSpPr>
          <p:cNvPr id="10098" name="Google Shape;10098;p1300"/>
          <p:cNvSpPr txBox="1"/>
          <p:nvPr>
            <p:ph idx="1" type="subTitle"/>
          </p:nvPr>
        </p:nvSpPr>
        <p:spPr>
          <a:xfrm>
            <a:off x="3607800" y="2278000"/>
            <a:ext cx="4519200" cy="744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r">
              <a:lnSpc>
                <a:spcPct val="100000"/>
              </a:lnSpc>
              <a:spcBef>
                <a:spcPts val="0"/>
              </a:spcBef>
              <a:spcAft>
                <a:spcPts val="0"/>
              </a:spcAft>
              <a:buClr>
                <a:schemeClr val="lt1"/>
              </a:buClr>
              <a:buSzPts val="2800"/>
              <a:buNone/>
              <a:defRPr sz="2800">
                <a:solidFill>
                  <a:schemeClr val="lt1"/>
                </a:solidFill>
              </a:defRPr>
            </a:lvl2pPr>
            <a:lvl3pPr lvl="2" algn="r">
              <a:lnSpc>
                <a:spcPct val="100000"/>
              </a:lnSpc>
              <a:spcBef>
                <a:spcPts val="0"/>
              </a:spcBef>
              <a:spcAft>
                <a:spcPts val="0"/>
              </a:spcAft>
              <a:buClr>
                <a:schemeClr val="lt1"/>
              </a:buClr>
              <a:buSzPts val="2800"/>
              <a:buNone/>
              <a:defRPr sz="2800">
                <a:solidFill>
                  <a:schemeClr val="lt1"/>
                </a:solidFill>
              </a:defRPr>
            </a:lvl3pPr>
            <a:lvl4pPr lvl="3" algn="r">
              <a:lnSpc>
                <a:spcPct val="100000"/>
              </a:lnSpc>
              <a:spcBef>
                <a:spcPts val="0"/>
              </a:spcBef>
              <a:spcAft>
                <a:spcPts val="0"/>
              </a:spcAft>
              <a:buClr>
                <a:schemeClr val="lt1"/>
              </a:buClr>
              <a:buSzPts val="2800"/>
              <a:buNone/>
              <a:defRPr sz="2800">
                <a:solidFill>
                  <a:schemeClr val="lt1"/>
                </a:solidFill>
              </a:defRPr>
            </a:lvl4pPr>
            <a:lvl5pPr lvl="4" algn="r">
              <a:lnSpc>
                <a:spcPct val="100000"/>
              </a:lnSpc>
              <a:spcBef>
                <a:spcPts val="0"/>
              </a:spcBef>
              <a:spcAft>
                <a:spcPts val="0"/>
              </a:spcAft>
              <a:buClr>
                <a:schemeClr val="lt1"/>
              </a:buClr>
              <a:buSzPts val="2800"/>
              <a:buNone/>
              <a:defRPr sz="2800">
                <a:solidFill>
                  <a:schemeClr val="lt1"/>
                </a:solidFill>
              </a:defRPr>
            </a:lvl5pPr>
            <a:lvl6pPr lvl="5" algn="r">
              <a:lnSpc>
                <a:spcPct val="100000"/>
              </a:lnSpc>
              <a:spcBef>
                <a:spcPts val="0"/>
              </a:spcBef>
              <a:spcAft>
                <a:spcPts val="0"/>
              </a:spcAft>
              <a:buClr>
                <a:schemeClr val="lt1"/>
              </a:buClr>
              <a:buSzPts val="2800"/>
              <a:buNone/>
              <a:defRPr sz="2800">
                <a:solidFill>
                  <a:schemeClr val="lt1"/>
                </a:solidFill>
              </a:defRPr>
            </a:lvl6pPr>
            <a:lvl7pPr lvl="6" algn="r">
              <a:lnSpc>
                <a:spcPct val="100000"/>
              </a:lnSpc>
              <a:spcBef>
                <a:spcPts val="0"/>
              </a:spcBef>
              <a:spcAft>
                <a:spcPts val="0"/>
              </a:spcAft>
              <a:buClr>
                <a:schemeClr val="lt1"/>
              </a:buClr>
              <a:buSzPts val="2800"/>
              <a:buNone/>
              <a:defRPr sz="2800">
                <a:solidFill>
                  <a:schemeClr val="lt1"/>
                </a:solidFill>
              </a:defRPr>
            </a:lvl7pPr>
            <a:lvl8pPr lvl="7"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sp>
        <p:nvSpPr>
          <p:cNvPr id="10099" name="Google Shape;10099;p1300"/>
          <p:cNvSpPr txBox="1"/>
          <p:nvPr>
            <p:ph idx="2" type="subTitle"/>
          </p:nvPr>
        </p:nvSpPr>
        <p:spPr>
          <a:xfrm>
            <a:off x="3607800" y="1769750"/>
            <a:ext cx="4519200" cy="510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0100" name="Google Shape;10100;p1300"/>
          <p:cNvSpPr txBox="1"/>
          <p:nvPr/>
        </p:nvSpPr>
        <p:spPr>
          <a:xfrm>
            <a:off x="3508050" y="3477600"/>
            <a:ext cx="4718700" cy="554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Roboto"/>
                <a:ea typeface="Roboto"/>
                <a:cs typeface="Roboto"/>
                <a:sym typeface="Roboto"/>
              </a:rPr>
              <a:t>CREDITS:</a:t>
            </a:r>
            <a:r>
              <a:rPr lang="en" sz="1200">
                <a:solidFill>
                  <a:schemeClr val="lt1"/>
                </a:solidFill>
                <a:latin typeface="Roboto"/>
                <a:ea typeface="Roboto"/>
                <a:cs typeface="Roboto"/>
                <a:sym typeface="Roboto"/>
              </a:rPr>
              <a:t> This presentation template was created by </a:t>
            </a:r>
            <a:r>
              <a:rPr b="1" lang="en" sz="1200">
                <a:solidFill>
                  <a:schemeClr val="accent1"/>
                </a:solidFill>
                <a:uFill>
                  <a:noFill/>
                </a:uFill>
                <a:latin typeface="Roboto"/>
                <a:ea typeface="Roboto"/>
                <a:cs typeface="Roboto"/>
                <a:sym typeface="Roboto"/>
                <a:hlinkClick r:id="rId2">
                  <a:extLst>
                    <a:ext uri="{A12FA001-AC4F-418D-AE19-62706E023703}">
                      <ahyp:hlinkClr val="tx"/>
                    </a:ext>
                  </a:extLst>
                </a:hlinkClick>
              </a:rPr>
              <a:t>Slidesgo</a:t>
            </a:r>
            <a:r>
              <a:rPr b="1" lang="en" sz="1200">
                <a:solidFill>
                  <a:schemeClr val="accent6"/>
                </a:solidFill>
                <a:latin typeface="Roboto"/>
                <a:ea typeface="Roboto"/>
                <a:cs typeface="Roboto"/>
                <a:sym typeface="Roboto"/>
              </a:rPr>
              <a:t>,</a:t>
            </a:r>
            <a:r>
              <a:rPr lang="en" sz="1200">
                <a:solidFill>
                  <a:schemeClr val="lt1"/>
                </a:solidFill>
                <a:latin typeface="Roboto"/>
                <a:ea typeface="Roboto"/>
                <a:cs typeface="Roboto"/>
                <a:sym typeface="Roboto"/>
              </a:rPr>
              <a:t> including icons by </a:t>
            </a:r>
            <a:r>
              <a:rPr b="1" lang="en" sz="1200">
                <a:solidFill>
                  <a:schemeClr val="accent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1"/>
                </a:solidFill>
                <a:latin typeface="Roboto"/>
                <a:ea typeface="Roboto"/>
                <a:cs typeface="Roboto"/>
                <a:sym typeface="Roboto"/>
              </a:rPr>
              <a:t>, and infographics &amp; images by </a:t>
            </a:r>
            <a:r>
              <a:rPr b="1" lang="en" sz="1200">
                <a:solidFill>
                  <a:schemeClr val="accent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accent1"/>
              </a:solidFill>
              <a:latin typeface="Roboto"/>
              <a:ea typeface="Roboto"/>
              <a:cs typeface="Roboto"/>
              <a:sym typeface="Roboto"/>
            </a:endParaRPr>
          </a:p>
        </p:txBody>
      </p:sp>
    </p:spTree>
  </p:cSld>
  <p:clrMapOvr>
    <a:masterClrMapping/>
  </p:clrMapOvr>
</p:sldLayout>
</file>

<file path=ppt/slideLayouts/slideLayout12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_1_1_1_1_1">
    <p:bg>
      <p:bgPr>
        <a:solidFill>
          <a:schemeClr val="dk1"/>
        </a:solidFill>
      </p:bgPr>
    </p:bg>
    <p:spTree>
      <p:nvGrpSpPr>
        <p:cNvPr id="10101" name="Shape 10101"/>
        <p:cNvGrpSpPr/>
        <p:nvPr/>
      </p:nvGrpSpPr>
      <p:grpSpPr>
        <a:xfrm>
          <a:off x="0" y="0"/>
          <a:ext cx="0" cy="0"/>
          <a:chOff x="0" y="0"/>
          <a:chExt cx="0" cy="0"/>
        </a:xfrm>
      </p:grpSpPr>
      <p:sp>
        <p:nvSpPr>
          <p:cNvPr id="10102" name="Google Shape;10102;p130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_1_1_1_1_1">
    <p:bg>
      <p:bgPr>
        <a:solidFill>
          <a:schemeClr val="dk1"/>
        </a:solidFill>
      </p:bgPr>
    </p:bg>
    <p:spTree>
      <p:nvGrpSpPr>
        <p:cNvPr id="10103" name="Shape 10103"/>
        <p:cNvGrpSpPr/>
        <p:nvPr/>
      </p:nvGrpSpPr>
      <p:grpSpPr>
        <a:xfrm>
          <a:off x="0" y="0"/>
          <a:ext cx="0" cy="0"/>
          <a:chOff x="0" y="0"/>
          <a:chExt cx="0" cy="0"/>
        </a:xfrm>
      </p:grpSpPr>
      <p:grpSp>
        <p:nvGrpSpPr>
          <p:cNvPr id="10104" name="Google Shape;10104;p1302"/>
          <p:cNvGrpSpPr/>
          <p:nvPr/>
        </p:nvGrpSpPr>
        <p:grpSpPr>
          <a:xfrm>
            <a:off x="713225" y="539500"/>
            <a:ext cx="7717500" cy="4064400"/>
            <a:chOff x="713225" y="539500"/>
            <a:chExt cx="7717500" cy="4064400"/>
          </a:xfrm>
        </p:grpSpPr>
        <p:sp>
          <p:nvSpPr>
            <p:cNvPr id="10105" name="Google Shape;10105;p130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06" name="Google Shape;10106;p130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Layouts/slideLayout12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10111" name="Shape 10111"/>
        <p:cNvGrpSpPr/>
        <p:nvPr/>
      </p:nvGrpSpPr>
      <p:grpSpPr>
        <a:xfrm>
          <a:off x="0" y="0"/>
          <a:ext cx="0" cy="0"/>
          <a:chOff x="0" y="0"/>
          <a:chExt cx="0" cy="0"/>
        </a:xfrm>
      </p:grpSpPr>
      <p:sp>
        <p:nvSpPr>
          <p:cNvPr id="10112" name="Google Shape;10112;p130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1304"/>
          <p:cNvSpPr txBox="1"/>
          <p:nvPr>
            <p:ph type="ctrTitle"/>
          </p:nvPr>
        </p:nvSpPr>
        <p:spPr>
          <a:xfrm>
            <a:off x="2048825" y="848600"/>
            <a:ext cx="5046300" cy="10305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10114" name="Google Shape;10114;p1304"/>
          <p:cNvSpPr txBox="1"/>
          <p:nvPr>
            <p:ph idx="1" type="subTitle"/>
          </p:nvPr>
        </p:nvSpPr>
        <p:spPr>
          <a:xfrm>
            <a:off x="2048825" y="3798375"/>
            <a:ext cx="50463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0115" name="Google Shape;10115;p1304"/>
          <p:cNvSpPr txBox="1"/>
          <p:nvPr>
            <p:ph idx="2" type="subTitle"/>
          </p:nvPr>
        </p:nvSpPr>
        <p:spPr>
          <a:xfrm>
            <a:off x="2902475" y="1879100"/>
            <a:ext cx="3339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2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10116" name="Shape 10116"/>
        <p:cNvGrpSpPr/>
        <p:nvPr/>
      </p:nvGrpSpPr>
      <p:grpSpPr>
        <a:xfrm>
          <a:off x="0" y="0"/>
          <a:ext cx="0" cy="0"/>
          <a:chOff x="0" y="0"/>
          <a:chExt cx="0" cy="0"/>
        </a:xfrm>
      </p:grpSpPr>
      <p:sp>
        <p:nvSpPr>
          <p:cNvPr id="10117" name="Google Shape;10117;p130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1305"/>
          <p:cNvSpPr/>
          <p:nvPr/>
        </p:nvSpPr>
        <p:spPr>
          <a:xfrm flipH="1" rot="-5400000">
            <a:off x="-1114550" y="743900"/>
            <a:ext cx="3655500" cy="3655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1305"/>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0120" name="Google Shape;10120;p1305"/>
          <p:cNvSpPr txBox="1"/>
          <p:nvPr>
            <p:ph hasCustomPrompt="1" idx="2" type="title"/>
          </p:nvPr>
        </p:nvSpPr>
        <p:spPr>
          <a:xfrm>
            <a:off x="821288" y="157487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10121" name="Google Shape;10121;p1305"/>
          <p:cNvSpPr txBox="1"/>
          <p:nvPr>
            <p:ph idx="1" type="subTitle"/>
          </p:nvPr>
        </p:nvSpPr>
        <p:spPr>
          <a:xfrm>
            <a:off x="2971613" y="32407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2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10122" name="Shape 10122"/>
        <p:cNvGrpSpPr/>
        <p:nvPr/>
      </p:nvGrpSpPr>
      <p:grpSpPr>
        <a:xfrm>
          <a:off x="0" y="0"/>
          <a:ext cx="0" cy="0"/>
          <a:chOff x="0" y="0"/>
          <a:chExt cx="0" cy="0"/>
        </a:xfrm>
      </p:grpSpPr>
      <p:grpSp>
        <p:nvGrpSpPr>
          <p:cNvPr id="10123" name="Google Shape;10123;p1306"/>
          <p:cNvGrpSpPr/>
          <p:nvPr/>
        </p:nvGrpSpPr>
        <p:grpSpPr>
          <a:xfrm>
            <a:off x="713225" y="539500"/>
            <a:ext cx="7717500" cy="4064400"/>
            <a:chOff x="713225" y="539500"/>
            <a:chExt cx="7717500" cy="4064400"/>
          </a:xfrm>
        </p:grpSpPr>
        <p:cxnSp>
          <p:nvCxnSpPr>
            <p:cNvPr id="10124" name="Google Shape;10124;p130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0125" name="Google Shape;10125;p130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6" name="Google Shape;10126;p130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127" name="Google Shape;10127;p1306"/>
          <p:cNvSpPr txBox="1"/>
          <p:nvPr>
            <p:ph idx="1" type="subTitle"/>
          </p:nvPr>
        </p:nvSpPr>
        <p:spPr>
          <a:xfrm>
            <a:off x="2817300" y="2114400"/>
            <a:ext cx="3509400" cy="1529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6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12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10128" name="Shape 10128"/>
        <p:cNvGrpSpPr/>
        <p:nvPr/>
      </p:nvGrpSpPr>
      <p:grpSpPr>
        <a:xfrm>
          <a:off x="0" y="0"/>
          <a:ext cx="0" cy="0"/>
          <a:chOff x="0" y="0"/>
          <a:chExt cx="0" cy="0"/>
        </a:xfrm>
      </p:grpSpPr>
      <p:grpSp>
        <p:nvGrpSpPr>
          <p:cNvPr id="10129" name="Google Shape;10129;p1307"/>
          <p:cNvGrpSpPr/>
          <p:nvPr/>
        </p:nvGrpSpPr>
        <p:grpSpPr>
          <a:xfrm>
            <a:off x="713225" y="539500"/>
            <a:ext cx="7717500" cy="4064400"/>
            <a:chOff x="713225" y="539500"/>
            <a:chExt cx="7717500" cy="4064400"/>
          </a:xfrm>
        </p:grpSpPr>
        <p:sp>
          <p:nvSpPr>
            <p:cNvPr id="10130" name="Google Shape;10130;p130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31" name="Google Shape;10131;p130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132" name="Google Shape;10132;p130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133" name="Google Shape;10133;p1307"/>
          <p:cNvSpPr txBox="1"/>
          <p:nvPr>
            <p:ph idx="1" type="subTitle"/>
          </p:nvPr>
        </p:nvSpPr>
        <p:spPr>
          <a:xfrm>
            <a:off x="1425525" y="32987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134" name="Google Shape;10134;p1307"/>
          <p:cNvSpPr txBox="1"/>
          <p:nvPr>
            <p:ph idx="2" type="subTitle"/>
          </p:nvPr>
        </p:nvSpPr>
        <p:spPr>
          <a:xfrm>
            <a:off x="1425525" y="2867137"/>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135" name="Google Shape;10135;p1307"/>
          <p:cNvSpPr txBox="1"/>
          <p:nvPr>
            <p:ph idx="3" type="subTitle"/>
          </p:nvPr>
        </p:nvSpPr>
        <p:spPr>
          <a:xfrm>
            <a:off x="5333725" y="32885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136" name="Google Shape;10136;p1307"/>
          <p:cNvSpPr txBox="1"/>
          <p:nvPr>
            <p:ph idx="4" type="subTitle"/>
          </p:nvPr>
        </p:nvSpPr>
        <p:spPr>
          <a:xfrm>
            <a:off x="5333725" y="28586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10137" name="Shape 10137"/>
        <p:cNvGrpSpPr/>
        <p:nvPr/>
      </p:nvGrpSpPr>
      <p:grpSpPr>
        <a:xfrm>
          <a:off x="0" y="0"/>
          <a:ext cx="0" cy="0"/>
          <a:chOff x="0" y="0"/>
          <a:chExt cx="0" cy="0"/>
        </a:xfrm>
      </p:grpSpPr>
      <p:grpSp>
        <p:nvGrpSpPr>
          <p:cNvPr id="10138" name="Google Shape;10138;p1308"/>
          <p:cNvGrpSpPr/>
          <p:nvPr/>
        </p:nvGrpSpPr>
        <p:grpSpPr>
          <a:xfrm>
            <a:off x="713225" y="539500"/>
            <a:ext cx="7717500" cy="4064400"/>
            <a:chOff x="713225" y="539500"/>
            <a:chExt cx="7717500" cy="4064400"/>
          </a:xfrm>
        </p:grpSpPr>
        <p:sp>
          <p:nvSpPr>
            <p:cNvPr id="10139" name="Google Shape;10139;p130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40" name="Google Shape;10140;p130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141" name="Google Shape;10141;p130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2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10142" name="Shape 10142"/>
        <p:cNvGrpSpPr/>
        <p:nvPr/>
      </p:nvGrpSpPr>
      <p:grpSpPr>
        <a:xfrm>
          <a:off x="0" y="0"/>
          <a:ext cx="0" cy="0"/>
          <a:chOff x="0" y="0"/>
          <a:chExt cx="0" cy="0"/>
        </a:xfrm>
      </p:grpSpPr>
      <p:grpSp>
        <p:nvGrpSpPr>
          <p:cNvPr id="10143" name="Google Shape;10143;p1309"/>
          <p:cNvGrpSpPr/>
          <p:nvPr/>
        </p:nvGrpSpPr>
        <p:grpSpPr>
          <a:xfrm>
            <a:off x="713225" y="539500"/>
            <a:ext cx="7717500" cy="4064400"/>
            <a:chOff x="713225" y="539500"/>
            <a:chExt cx="7717500" cy="4064400"/>
          </a:xfrm>
        </p:grpSpPr>
        <p:cxnSp>
          <p:nvCxnSpPr>
            <p:cNvPr id="10144" name="Google Shape;10144;p130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0145" name="Google Shape;10145;p130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6" name="Google Shape;10146;p130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147" name="Google Shape;10147;p1309"/>
          <p:cNvSpPr txBox="1"/>
          <p:nvPr>
            <p:ph idx="1" type="subTitle"/>
          </p:nvPr>
        </p:nvSpPr>
        <p:spPr>
          <a:xfrm>
            <a:off x="2105700" y="1543900"/>
            <a:ext cx="4932600" cy="2550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800"/>
              <a:buChar char="●"/>
              <a:defRPr sz="1600">
                <a:solidFill>
                  <a:schemeClr val="lt1"/>
                </a:solidFill>
              </a:defRPr>
            </a:lvl1pPr>
            <a:lvl2pPr lvl="1">
              <a:lnSpc>
                <a:spcPct val="100000"/>
              </a:lnSpc>
              <a:spcBef>
                <a:spcPts val="0"/>
              </a:spcBef>
              <a:spcAft>
                <a:spcPts val="0"/>
              </a:spcAft>
              <a:buClr>
                <a:schemeClr val="lt1"/>
              </a:buClr>
              <a:buSzPts val="2800"/>
              <a:buChar char="○"/>
              <a:defRPr sz="2800">
                <a:solidFill>
                  <a:schemeClr val="lt1"/>
                </a:solidFill>
              </a:defRPr>
            </a:lvl2pPr>
            <a:lvl3pPr lvl="2">
              <a:lnSpc>
                <a:spcPct val="100000"/>
              </a:lnSpc>
              <a:spcBef>
                <a:spcPts val="0"/>
              </a:spcBef>
              <a:spcAft>
                <a:spcPts val="0"/>
              </a:spcAft>
              <a:buClr>
                <a:schemeClr val="lt1"/>
              </a:buClr>
              <a:buSzPts val="2800"/>
              <a:buChar char="■"/>
              <a:defRPr sz="2800">
                <a:solidFill>
                  <a:schemeClr val="lt1"/>
                </a:solidFill>
              </a:defRPr>
            </a:lvl3pPr>
            <a:lvl4pPr lvl="3">
              <a:lnSpc>
                <a:spcPct val="100000"/>
              </a:lnSpc>
              <a:spcBef>
                <a:spcPts val="0"/>
              </a:spcBef>
              <a:spcAft>
                <a:spcPts val="0"/>
              </a:spcAft>
              <a:buClr>
                <a:schemeClr val="lt1"/>
              </a:buClr>
              <a:buSzPts val="2800"/>
              <a:buChar char="●"/>
              <a:defRPr sz="2800">
                <a:solidFill>
                  <a:schemeClr val="lt1"/>
                </a:solidFill>
              </a:defRPr>
            </a:lvl4pPr>
            <a:lvl5pPr lvl="4">
              <a:lnSpc>
                <a:spcPct val="100000"/>
              </a:lnSpc>
              <a:spcBef>
                <a:spcPts val="0"/>
              </a:spcBef>
              <a:spcAft>
                <a:spcPts val="0"/>
              </a:spcAft>
              <a:buClr>
                <a:schemeClr val="lt1"/>
              </a:buClr>
              <a:buSzPts val="2800"/>
              <a:buChar char="○"/>
              <a:defRPr sz="2800">
                <a:solidFill>
                  <a:schemeClr val="lt1"/>
                </a:solidFill>
              </a:defRPr>
            </a:lvl5pPr>
            <a:lvl6pPr lvl="5">
              <a:lnSpc>
                <a:spcPct val="100000"/>
              </a:lnSpc>
              <a:spcBef>
                <a:spcPts val="0"/>
              </a:spcBef>
              <a:spcAft>
                <a:spcPts val="0"/>
              </a:spcAft>
              <a:buClr>
                <a:schemeClr val="lt1"/>
              </a:buClr>
              <a:buSzPts val="2800"/>
              <a:buChar char="■"/>
              <a:defRPr sz="2800">
                <a:solidFill>
                  <a:schemeClr val="lt1"/>
                </a:solidFill>
              </a:defRPr>
            </a:lvl6pPr>
            <a:lvl7pPr lvl="6">
              <a:lnSpc>
                <a:spcPct val="100000"/>
              </a:lnSpc>
              <a:spcBef>
                <a:spcPts val="0"/>
              </a:spcBef>
              <a:spcAft>
                <a:spcPts val="0"/>
              </a:spcAft>
              <a:buClr>
                <a:schemeClr val="lt1"/>
              </a:buClr>
              <a:buSzPts val="2800"/>
              <a:buChar char="●"/>
              <a:defRPr sz="2800">
                <a:solidFill>
                  <a:schemeClr val="lt1"/>
                </a:solidFill>
              </a:defRPr>
            </a:lvl7pPr>
            <a:lvl8pPr lvl="7">
              <a:lnSpc>
                <a:spcPct val="100000"/>
              </a:lnSpc>
              <a:spcBef>
                <a:spcPts val="0"/>
              </a:spcBef>
              <a:spcAft>
                <a:spcPts val="0"/>
              </a:spcAft>
              <a:buClr>
                <a:schemeClr val="lt1"/>
              </a:buClr>
              <a:buSzPts val="2800"/>
              <a:buChar char="○"/>
              <a:defRPr sz="2800">
                <a:solidFill>
                  <a:schemeClr val="lt1"/>
                </a:solidFill>
              </a:defRPr>
            </a:lvl8pPr>
            <a:lvl9pPr lvl="8">
              <a:lnSpc>
                <a:spcPct val="100000"/>
              </a:lnSpc>
              <a:spcBef>
                <a:spcPts val="0"/>
              </a:spcBef>
              <a:spcAft>
                <a:spcPts val="0"/>
              </a:spcAft>
              <a:buClr>
                <a:schemeClr val="lt1"/>
              </a:buClr>
              <a:buSzPts val="2800"/>
              <a:buChar char="■"/>
              <a:defRPr sz="2800">
                <a:solidFill>
                  <a:schemeClr val="lt1"/>
                </a:solidFill>
              </a:defRPr>
            </a:lvl9pPr>
          </a:lstStyle>
          <a:p/>
        </p:txBody>
      </p:sp>
    </p:spTree>
  </p:cSld>
  <p:clrMapOvr>
    <a:masterClrMapping/>
  </p:clrMapOvr>
</p:sldLayout>
</file>

<file path=ppt/slideLayouts/slideLayout12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10148" name="Shape 10148"/>
        <p:cNvGrpSpPr/>
        <p:nvPr/>
      </p:nvGrpSpPr>
      <p:grpSpPr>
        <a:xfrm>
          <a:off x="0" y="0"/>
          <a:ext cx="0" cy="0"/>
          <a:chOff x="0" y="0"/>
          <a:chExt cx="0" cy="0"/>
        </a:xfrm>
      </p:grpSpPr>
      <p:sp>
        <p:nvSpPr>
          <p:cNvPr id="10149" name="Google Shape;10149;p131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1310"/>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12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10151" name="Shape 10151"/>
        <p:cNvGrpSpPr/>
        <p:nvPr/>
      </p:nvGrpSpPr>
      <p:grpSpPr>
        <a:xfrm>
          <a:off x="0" y="0"/>
          <a:ext cx="0" cy="0"/>
          <a:chOff x="0" y="0"/>
          <a:chExt cx="0" cy="0"/>
        </a:xfrm>
      </p:grpSpPr>
      <p:grpSp>
        <p:nvGrpSpPr>
          <p:cNvPr id="10152" name="Google Shape;10152;p1311"/>
          <p:cNvGrpSpPr/>
          <p:nvPr/>
        </p:nvGrpSpPr>
        <p:grpSpPr>
          <a:xfrm>
            <a:off x="713225" y="539500"/>
            <a:ext cx="7717500" cy="4064400"/>
            <a:chOff x="713225" y="539500"/>
            <a:chExt cx="7717500" cy="4064400"/>
          </a:xfrm>
        </p:grpSpPr>
        <p:cxnSp>
          <p:nvCxnSpPr>
            <p:cNvPr id="10153" name="Google Shape;10153;p131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0154" name="Google Shape;10154;p131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55" name="Google Shape;10155;p1311"/>
            <p:cNvCxnSpPr/>
            <p:nvPr/>
          </p:nvCxnSpPr>
          <p:spPr>
            <a:xfrm rot="10800000">
              <a:off x="4876775" y="1096300"/>
              <a:ext cx="0" cy="3507600"/>
            </a:xfrm>
            <a:prstGeom prst="straightConnector1">
              <a:avLst/>
            </a:prstGeom>
            <a:noFill/>
            <a:ln cap="flat" cmpd="sng" w="38100">
              <a:solidFill>
                <a:schemeClr val="accent1"/>
              </a:solidFill>
              <a:prstDash val="solid"/>
              <a:round/>
              <a:headEnd len="med" w="med" type="none"/>
              <a:tailEnd len="med" w="med" type="none"/>
            </a:ln>
          </p:spPr>
        </p:cxnSp>
      </p:grpSp>
      <p:sp>
        <p:nvSpPr>
          <p:cNvPr id="10156" name="Google Shape;10156;p131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157" name="Google Shape;10157;p1311"/>
          <p:cNvSpPr txBox="1"/>
          <p:nvPr>
            <p:ph idx="1" type="subTitle"/>
          </p:nvPr>
        </p:nvSpPr>
        <p:spPr>
          <a:xfrm>
            <a:off x="1312950" y="2327975"/>
            <a:ext cx="2973000" cy="13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0158" name="Google Shape;10158;p1311"/>
          <p:cNvSpPr txBox="1"/>
          <p:nvPr>
            <p:ph idx="2" type="subTitle"/>
          </p:nvPr>
        </p:nvSpPr>
        <p:spPr>
          <a:xfrm>
            <a:off x="1312950" y="1809275"/>
            <a:ext cx="29730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2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10159" name="Shape 10159"/>
        <p:cNvGrpSpPr/>
        <p:nvPr/>
      </p:nvGrpSpPr>
      <p:grpSpPr>
        <a:xfrm>
          <a:off x="0" y="0"/>
          <a:ext cx="0" cy="0"/>
          <a:chOff x="0" y="0"/>
          <a:chExt cx="0" cy="0"/>
        </a:xfrm>
      </p:grpSpPr>
      <p:sp>
        <p:nvSpPr>
          <p:cNvPr id="10160" name="Google Shape;10160;p1312"/>
          <p:cNvSpPr txBox="1"/>
          <p:nvPr>
            <p:ph type="title"/>
          </p:nvPr>
        </p:nvSpPr>
        <p:spPr>
          <a:xfrm>
            <a:off x="865625" y="3328700"/>
            <a:ext cx="6367800" cy="1427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3600"/>
              <a:buNone/>
              <a:defRPr sz="3600">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12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10161" name="Shape 10161"/>
        <p:cNvGrpSpPr/>
        <p:nvPr/>
      </p:nvGrpSpPr>
      <p:grpSpPr>
        <a:xfrm>
          <a:off x="0" y="0"/>
          <a:ext cx="0" cy="0"/>
          <a:chOff x="0" y="0"/>
          <a:chExt cx="0" cy="0"/>
        </a:xfrm>
      </p:grpSpPr>
      <p:sp>
        <p:nvSpPr>
          <p:cNvPr id="10162" name="Google Shape;10162;p131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1313"/>
          <p:cNvSpPr txBox="1"/>
          <p:nvPr>
            <p:ph hasCustomPrompt="1" type="title"/>
          </p:nvPr>
        </p:nvSpPr>
        <p:spPr>
          <a:xfrm>
            <a:off x="994200" y="1505850"/>
            <a:ext cx="7155600" cy="13323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164" name="Google Shape;10164;p1313"/>
          <p:cNvSpPr txBox="1"/>
          <p:nvPr>
            <p:ph idx="1" type="subTitle"/>
          </p:nvPr>
        </p:nvSpPr>
        <p:spPr>
          <a:xfrm>
            <a:off x="994200" y="2838150"/>
            <a:ext cx="4774200" cy="79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0165" name="Shape 10165"/>
        <p:cNvGrpSpPr/>
        <p:nvPr/>
      </p:nvGrpSpPr>
      <p:grpSpPr>
        <a:xfrm>
          <a:off x="0" y="0"/>
          <a:ext cx="0" cy="0"/>
          <a:chOff x="0" y="0"/>
          <a:chExt cx="0" cy="0"/>
        </a:xfrm>
      </p:grpSpPr>
    </p:spTree>
  </p:cSld>
  <p:clrMapOvr>
    <a:masterClrMapping/>
  </p:clrMapOvr>
</p:sldLayout>
</file>

<file path=ppt/slideLayouts/slideLayout12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10166" name="Shape 10166"/>
        <p:cNvGrpSpPr/>
        <p:nvPr/>
      </p:nvGrpSpPr>
      <p:grpSpPr>
        <a:xfrm>
          <a:off x="0" y="0"/>
          <a:ext cx="0" cy="0"/>
          <a:chOff x="0" y="0"/>
          <a:chExt cx="0" cy="0"/>
        </a:xfrm>
      </p:grpSpPr>
      <p:sp>
        <p:nvSpPr>
          <p:cNvPr id="10167" name="Google Shape;10167;p1315"/>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12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10168" name="Shape 10168"/>
        <p:cNvGrpSpPr/>
        <p:nvPr/>
      </p:nvGrpSpPr>
      <p:grpSpPr>
        <a:xfrm>
          <a:off x="0" y="0"/>
          <a:ext cx="0" cy="0"/>
          <a:chOff x="0" y="0"/>
          <a:chExt cx="0" cy="0"/>
        </a:xfrm>
      </p:grpSpPr>
      <p:grpSp>
        <p:nvGrpSpPr>
          <p:cNvPr id="10169" name="Google Shape;10169;p1316"/>
          <p:cNvGrpSpPr/>
          <p:nvPr/>
        </p:nvGrpSpPr>
        <p:grpSpPr>
          <a:xfrm>
            <a:off x="713200" y="539513"/>
            <a:ext cx="7717600" cy="4064400"/>
            <a:chOff x="713125" y="539500"/>
            <a:chExt cx="7717600" cy="4064400"/>
          </a:xfrm>
        </p:grpSpPr>
        <p:cxnSp>
          <p:nvCxnSpPr>
            <p:cNvPr id="10170" name="Google Shape;10170;p1316"/>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0171" name="Google Shape;10171;p131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72" name="Google Shape;10172;p1316"/>
            <p:cNvCxnSpPr>
              <a:stCxn id="10171" idx="2"/>
            </p:cNvCxnSpPr>
            <p:nvPr/>
          </p:nvCxnSpPr>
          <p:spPr>
            <a:xfrm rot="10800000">
              <a:off x="45719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10173" name="Google Shape;10173;p1316"/>
            <p:cNvCxnSpPr/>
            <p:nvPr/>
          </p:nvCxnSpPr>
          <p:spPr>
            <a:xfrm rot="10800000">
              <a:off x="713125" y="2912025"/>
              <a:ext cx="7709100" cy="0"/>
            </a:xfrm>
            <a:prstGeom prst="straightConnector1">
              <a:avLst/>
            </a:prstGeom>
            <a:noFill/>
            <a:ln cap="flat" cmpd="sng" w="38100">
              <a:solidFill>
                <a:schemeClr val="accent1"/>
              </a:solidFill>
              <a:prstDash val="solid"/>
              <a:round/>
              <a:headEnd len="med" w="med" type="none"/>
              <a:tailEnd len="med" w="med" type="none"/>
            </a:ln>
          </p:spPr>
        </p:cxnSp>
        <p:cxnSp>
          <p:nvCxnSpPr>
            <p:cNvPr id="10174" name="Google Shape;10174;p1316"/>
            <p:cNvCxnSpPr/>
            <p:nvPr/>
          </p:nvCxnSpPr>
          <p:spPr>
            <a:xfrm rot="10800000">
              <a:off x="17602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10175" name="Google Shape;10175;p1316"/>
            <p:cNvCxnSpPr/>
            <p:nvPr/>
          </p:nvCxnSpPr>
          <p:spPr>
            <a:xfrm rot="10800000">
              <a:off x="7378100" y="1254400"/>
              <a:ext cx="0" cy="3349500"/>
            </a:xfrm>
            <a:prstGeom prst="straightConnector1">
              <a:avLst/>
            </a:prstGeom>
            <a:noFill/>
            <a:ln cap="flat" cmpd="sng" w="38100">
              <a:solidFill>
                <a:schemeClr val="accent1"/>
              </a:solidFill>
              <a:prstDash val="solid"/>
              <a:round/>
              <a:headEnd len="med" w="med" type="none"/>
              <a:tailEnd len="med" w="med" type="none"/>
            </a:ln>
          </p:spPr>
        </p:cxnSp>
      </p:grpSp>
      <p:sp>
        <p:nvSpPr>
          <p:cNvPr id="10176" name="Google Shape;10176;p1316"/>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177" name="Google Shape;10177;p1316"/>
          <p:cNvSpPr txBox="1"/>
          <p:nvPr>
            <p:ph idx="1" type="subTitle"/>
          </p:nvPr>
        </p:nvSpPr>
        <p:spPr>
          <a:xfrm>
            <a:off x="1924988" y="2036825"/>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178" name="Google Shape;10178;p1316"/>
          <p:cNvSpPr txBox="1"/>
          <p:nvPr>
            <p:ph idx="2" type="subTitle"/>
          </p:nvPr>
        </p:nvSpPr>
        <p:spPr>
          <a:xfrm>
            <a:off x="1924988" y="1518125"/>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179" name="Google Shape;10179;p1316"/>
          <p:cNvSpPr txBox="1"/>
          <p:nvPr>
            <p:ph hasCustomPrompt="1" idx="3" type="title"/>
          </p:nvPr>
        </p:nvSpPr>
        <p:spPr>
          <a:xfrm>
            <a:off x="8197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10180" name="Google Shape;10180;p1316"/>
          <p:cNvSpPr txBox="1"/>
          <p:nvPr>
            <p:ph idx="4" type="subTitle"/>
          </p:nvPr>
        </p:nvSpPr>
        <p:spPr>
          <a:xfrm>
            <a:off x="4760188" y="2036825"/>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10181" name="Google Shape;10181;p1316"/>
          <p:cNvSpPr txBox="1"/>
          <p:nvPr>
            <p:ph idx="5" type="subTitle"/>
          </p:nvPr>
        </p:nvSpPr>
        <p:spPr>
          <a:xfrm>
            <a:off x="4760188" y="1518125"/>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0182" name="Google Shape;10182;p1316"/>
          <p:cNvSpPr txBox="1"/>
          <p:nvPr>
            <p:ph hasCustomPrompt="1" idx="6" type="title"/>
          </p:nvPr>
        </p:nvSpPr>
        <p:spPr>
          <a:xfrm>
            <a:off x="74842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10183" name="Google Shape;10183;p1316"/>
          <p:cNvSpPr txBox="1"/>
          <p:nvPr>
            <p:ph idx="7" type="subTitle"/>
          </p:nvPr>
        </p:nvSpPr>
        <p:spPr>
          <a:xfrm>
            <a:off x="1924988" y="3691200"/>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184" name="Google Shape;10184;p1316"/>
          <p:cNvSpPr txBox="1"/>
          <p:nvPr>
            <p:ph idx="8" type="subTitle"/>
          </p:nvPr>
        </p:nvSpPr>
        <p:spPr>
          <a:xfrm>
            <a:off x="1924988" y="3172500"/>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185" name="Google Shape;10185;p1316"/>
          <p:cNvSpPr txBox="1"/>
          <p:nvPr>
            <p:ph hasCustomPrompt="1" idx="9" type="title"/>
          </p:nvPr>
        </p:nvSpPr>
        <p:spPr>
          <a:xfrm>
            <a:off x="819800" y="346450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10186" name="Google Shape;10186;p1316"/>
          <p:cNvSpPr txBox="1"/>
          <p:nvPr>
            <p:ph idx="13" type="subTitle"/>
          </p:nvPr>
        </p:nvSpPr>
        <p:spPr>
          <a:xfrm>
            <a:off x="4760200" y="3673200"/>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10187" name="Google Shape;10187;p1316"/>
          <p:cNvSpPr txBox="1"/>
          <p:nvPr>
            <p:ph idx="14" type="subTitle"/>
          </p:nvPr>
        </p:nvSpPr>
        <p:spPr>
          <a:xfrm>
            <a:off x="4760200" y="3154500"/>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0188" name="Google Shape;10188;p1316"/>
          <p:cNvSpPr txBox="1"/>
          <p:nvPr>
            <p:ph hasCustomPrompt="1" idx="15" type="title"/>
          </p:nvPr>
        </p:nvSpPr>
        <p:spPr>
          <a:xfrm>
            <a:off x="7488624" y="3475788"/>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12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
    <p:bg>
      <p:bgPr>
        <a:solidFill>
          <a:schemeClr val="dk1"/>
        </a:solidFill>
      </p:bgPr>
    </p:bg>
    <p:spTree>
      <p:nvGrpSpPr>
        <p:cNvPr id="10189" name="Shape 10189"/>
        <p:cNvGrpSpPr/>
        <p:nvPr/>
      </p:nvGrpSpPr>
      <p:grpSpPr>
        <a:xfrm>
          <a:off x="0" y="0"/>
          <a:ext cx="0" cy="0"/>
          <a:chOff x="0" y="0"/>
          <a:chExt cx="0" cy="0"/>
        </a:xfrm>
      </p:grpSpPr>
      <p:grpSp>
        <p:nvGrpSpPr>
          <p:cNvPr id="10190" name="Google Shape;10190;p1317"/>
          <p:cNvGrpSpPr/>
          <p:nvPr/>
        </p:nvGrpSpPr>
        <p:grpSpPr>
          <a:xfrm>
            <a:off x="713300" y="539513"/>
            <a:ext cx="7717500" cy="4064400"/>
            <a:chOff x="713225" y="539500"/>
            <a:chExt cx="7717500" cy="4064400"/>
          </a:xfrm>
        </p:grpSpPr>
        <p:cxnSp>
          <p:nvCxnSpPr>
            <p:cNvPr id="10191" name="Google Shape;10191;p1317"/>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0192" name="Google Shape;10192;p131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3" name="Google Shape;10193;p1317"/>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194" name="Google Shape;10194;p1317"/>
          <p:cNvSpPr txBox="1"/>
          <p:nvPr>
            <p:ph idx="1" type="subTitle"/>
          </p:nvPr>
        </p:nvSpPr>
        <p:spPr>
          <a:xfrm>
            <a:off x="897170"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195" name="Google Shape;10195;p1317"/>
          <p:cNvSpPr txBox="1"/>
          <p:nvPr>
            <p:ph idx="2" type="subTitle"/>
          </p:nvPr>
        </p:nvSpPr>
        <p:spPr>
          <a:xfrm>
            <a:off x="897170"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196" name="Google Shape;10196;p1317"/>
          <p:cNvSpPr txBox="1"/>
          <p:nvPr>
            <p:ph hasCustomPrompt="1" idx="3" type="title"/>
          </p:nvPr>
        </p:nvSpPr>
        <p:spPr>
          <a:xfrm>
            <a:off x="1261666"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10197" name="Google Shape;10197;p1317"/>
          <p:cNvSpPr txBox="1"/>
          <p:nvPr>
            <p:ph idx="4" type="subTitle"/>
          </p:nvPr>
        </p:nvSpPr>
        <p:spPr>
          <a:xfrm>
            <a:off x="47527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10198" name="Google Shape;10198;p1317"/>
          <p:cNvSpPr txBox="1"/>
          <p:nvPr>
            <p:ph idx="5" type="subTitle"/>
          </p:nvPr>
        </p:nvSpPr>
        <p:spPr>
          <a:xfrm>
            <a:off x="47527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0199" name="Google Shape;10199;p1317"/>
          <p:cNvSpPr txBox="1"/>
          <p:nvPr>
            <p:ph hasCustomPrompt="1" idx="6" type="title"/>
          </p:nvPr>
        </p:nvSpPr>
        <p:spPr>
          <a:xfrm>
            <a:off x="5117252"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10200" name="Google Shape;10200;p1317"/>
          <p:cNvSpPr txBox="1"/>
          <p:nvPr>
            <p:ph idx="7" type="subTitle"/>
          </p:nvPr>
        </p:nvSpPr>
        <p:spPr>
          <a:xfrm>
            <a:off x="28249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201" name="Google Shape;10201;p1317"/>
          <p:cNvSpPr txBox="1"/>
          <p:nvPr>
            <p:ph idx="8" type="subTitle"/>
          </p:nvPr>
        </p:nvSpPr>
        <p:spPr>
          <a:xfrm>
            <a:off x="28249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202" name="Google Shape;10202;p1317"/>
          <p:cNvSpPr txBox="1"/>
          <p:nvPr>
            <p:ph hasCustomPrompt="1" idx="9" type="title"/>
          </p:nvPr>
        </p:nvSpPr>
        <p:spPr>
          <a:xfrm>
            <a:off x="3189459"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10203" name="Google Shape;10203;p1317"/>
          <p:cNvSpPr txBox="1"/>
          <p:nvPr>
            <p:ph idx="13" type="subTitle"/>
          </p:nvPr>
        </p:nvSpPr>
        <p:spPr>
          <a:xfrm>
            <a:off x="6680545"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10204" name="Google Shape;10204;p1317"/>
          <p:cNvSpPr txBox="1"/>
          <p:nvPr>
            <p:ph idx="14" type="subTitle"/>
          </p:nvPr>
        </p:nvSpPr>
        <p:spPr>
          <a:xfrm>
            <a:off x="6680545"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0205" name="Google Shape;10205;p1317"/>
          <p:cNvSpPr txBox="1"/>
          <p:nvPr>
            <p:ph hasCustomPrompt="1" idx="15" type="title"/>
          </p:nvPr>
        </p:nvSpPr>
        <p:spPr>
          <a:xfrm>
            <a:off x="7045045" y="1975647"/>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12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dk1"/>
        </a:solidFill>
      </p:bgPr>
    </p:bg>
    <p:spTree>
      <p:nvGrpSpPr>
        <p:cNvPr id="10206" name="Shape 10206"/>
        <p:cNvGrpSpPr/>
        <p:nvPr/>
      </p:nvGrpSpPr>
      <p:grpSpPr>
        <a:xfrm>
          <a:off x="0" y="0"/>
          <a:ext cx="0" cy="0"/>
          <a:chOff x="0" y="0"/>
          <a:chExt cx="0" cy="0"/>
        </a:xfrm>
      </p:grpSpPr>
      <p:sp>
        <p:nvSpPr>
          <p:cNvPr id="10207" name="Google Shape;10207;p131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1318"/>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0209" name="Google Shape;10209;p1318"/>
          <p:cNvSpPr txBox="1"/>
          <p:nvPr>
            <p:ph hasCustomPrompt="1" idx="2" type="title"/>
          </p:nvPr>
        </p:nvSpPr>
        <p:spPr>
          <a:xfrm>
            <a:off x="1131163" y="96802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10210" name="Google Shape;10210;p1318"/>
          <p:cNvSpPr txBox="1"/>
          <p:nvPr>
            <p:ph idx="1" type="subTitle"/>
          </p:nvPr>
        </p:nvSpPr>
        <p:spPr>
          <a:xfrm>
            <a:off x="1131163" y="37284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2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
    <p:bg>
      <p:bgPr>
        <a:solidFill>
          <a:schemeClr val="dk1"/>
        </a:solidFill>
      </p:bgPr>
    </p:bg>
    <p:spTree>
      <p:nvGrpSpPr>
        <p:cNvPr id="10211" name="Shape 10211"/>
        <p:cNvGrpSpPr/>
        <p:nvPr/>
      </p:nvGrpSpPr>
      <p:grpSpPr>
        <a:xfrm>
          <a:off x="0" y="0"/>
          <a:ext cx="0" cy="0"/>
          <a:chOff x="0" y="0"/>
          <a:chExt cx="0" cy="0"/>
        </a:xfrm>
      </p:grpSpPr>
      <p:sp>
        <p:nvSpPr>
          <p:cNvPr id="10212" name="Google Shape;10212;p131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1319"/>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0214" name="Google Shape;10214;p1319"/>
          <p:cNvSpPr txBox="1"/>
          <p:nvPr>
            <p:ph hasCustomPrompt="1" idx="2" type="title"/>
          </p:nvPr>
        </p:nvSpPr>
        <p:spPr>
          <a:xfrm>
            <a:off x="3496800" y="894025"/>
            <a:ext cx="2150400" cy="1665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10215" name="Google Shape;10215;p1319"/>
          <p:cNvSpPr txBox="1"/>
          <p:nvPr>
            <p:ph idx="1" type="subTitle"/>
          </p:nvPr>
        </p:nvSpPr>
        <p:spPr>
          <a:xfrm>
            <a:off x="1896450" y="3802475"/>
            <a:ext cx="53511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2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10216" name="Shape 10216"/>
        <p:cNvGrpSpPr/>
        <p:nvPr/>
      </p:nvGrpSpPr>
      <p:grpSpPr>
        <a:xfrm>
          <a:off x="0" y="0"/>
          <a:ext cx="0" cy="0"/>
          <a:chOff x="0" y="0"/>
          <a:chExt cx="0" cy="0"/>
        </a:xfrm>
      </p:grpSpPr>
      <p:sp>
        <p:nvSpPr>
          <p:cNvPr id="10217" name="Google Shape;10217;p132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1320"/>
          <p:cNvSpPr txBox="1"/>
          <p:nvPr>
            <p:ph type="title"/>
          </p:nvPr>
        </p:nvSpPr>
        <p:spPr>
          <a:xfrm>
            <a:off x="1952375" y="3189813"/>
            <a:ext cx="4629600" cy="491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219" name="Google Shape;10219;p1320"/>
          <p:cNvSpPr txBox="1"/>
          <p:nvPr>
            <p:ph idx="1" type="subTitle"/>
          </p:nvPr>
        </p:nvSpPr>
        <p:spPr>
          <a:xfrm>
            <a:off x="1952375" y="1995238"/>
            <a:ext cx="4629600" cy="111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12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
    <p:bg>
      <p:bgPr>
        <a:solidFill>
          <a:schemeClr val="dk1"/>
        </a:solidFill>
      </p:bgPr>
    </p:bg>
    <p:spTree>
      <p:nvGrpSpPr>
        <p:cNvPr id="10220" name="Shape 10220"/>
        <p:cNvGrpSpPr/>
        <p:nvPr/>
      </p:nvGrpSpPr>
      <p:grpSpPr>
        <a:xfrm>
          <a:off x="0" y="0"/>
          <a:ext cx="0" cy="0"/>
          <a:chOff x="0" y="0"/>
          <a:chExt cx="0" cy="0"/>
        </a:xfrm>
      </p:grpSpPr>
      <p:sp>
        <p:nvSpPr>
          <p:cNvPr id="10221" name="Google Shape;10221;p1321"/>
          <p:cNvSpPr txBox="1"/>
          <p:nvPr>
            <p:ph type="title"/>
          </p:nvPr>
        </p:nvSpPr>
        <p:spPr>
          <a:xfrm>
            <a:off x="713250" y="5395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atin typeface="Roboto"/>
                <a:ea typeface="Roboto"/>
                <a:cs typeface="Roboto"/>
                <a:sym typeface="Roboto"/>
              </a:defRPr>
            </a:lvl1pPr>
            <a:lvl2pPr lvl="1">
              <a:spcBef>
                <a:spcPts val="0"/>
              </a:spcBef>
              <a:spcAft>
                <a:spcPts val="0"/>
              </a:spcAft>
              <a:buSzPts val="2800"/>
              <a:buNone/>
              <a:defRPr>
                <a:latin typeface="Roboto"/>
                <a:ea typeface="Roboto"/>
                <a:cs typeface="Roboto"/>
                <a:sym typeface="Roboto"/>
              </a:defRPr>
            </a:lvl2pPr>
            <a:lvl3pPr lvl="2">
              <a:spcBef>
                <a:spcPts val="0"/>
              </a:spcBef>
              <a:spcAft>
                <a:spcPts val="0"/>
              </a:spcAft>
              <a:buSzPts val="2800"/>
              <a:buNone/>
              <a:defRPr>
                <a:latin typeface="Roboto"/>
                <a:ea typeface="Roboto"/>
                <a:cs typeface="Roboto"/>
                <a:sym typeface="Roboto"/>
              </a:defRPr>
            </a:lvl3pPr>
            <a:lvl4pPr lvl="3">
              <a:spcBef>
                <a:spcPts val="0"/>
              </a:spcBef>
              <a:spcAft>
                <a:spcPts val="0"/>
              </a:spcAft>
              <a:buSzPts val="2800"/>
              <a:buNone/>
              <a:defRPr>
                <a:latin typeface="Roboto"/>
                <a:ea typeface="Roboto"/>
                <a:cs typeface="Roboto"/>
                <a:sym typeface="Roboto"/>
              </a:defRPr>
            </a:lvl4pPr>
            <a:lvl5pPr lvl="4">
              <a:spcBef>
                <a:spcPts val="0"/>
              </a:spcBef>
              <a:spcAft>
                <a:spcPts val="0"/>
              </a:spcAft>
              <a:buSzPts val="2800"/>
              <a:buNone/>
              <a:defRPr>
                <a:latin typeface="Roboto"/>
                <a:ea typeface="Roboto"/>
                <a:cs typeface="Roboto"/>
                <a:sym typeface="Roboto"/>
              </a:defRPr>
            </a:lvl5pPr>
            <a:lvl6pPr lvl="5">
              <a:spcBef>
                <a:spcPts val="0"/>
              </a:spcBef>
              <a:spcAft>
                <a:spcPts val="0"/>
              </a:spcAft>
              <a:buSzPts val="2800"/>
              <a:buNone/>
              <a:defRPr>
                <a:latin typeface="Roboto"/>
                <a:ea typeface="Roboto"/>
                <a:cs typeface="Roboto"/>
                <a:sym typeface="Roboto"/>
              </a:defRPr>
            </a:lvl6pPr>
            <a:lvl7pPr lvl="6">
              <a:spcBef>
                <a:spcPts val="0"/>
              </a:spcBef>
              <a:spcAft>
                <a:spcPts val="0"/>
              </a:spcAft>
              <a:buSzPts val="2800"/>
              <a:buNone/>
              <a:defRPr>
                <a:latin typeface="Roboto"/>
                <a:ea typeface="Roboto"/>
                <a:cs typeface="Roboto"/>
                <a:sym typeface="Roboto"/>
              </a:defRPr>
            </a:lvl7pPr>
            <a:lvl8pPr lvl="7">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10222" name="Google Shape;10222;p132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1321"/>
          <p:cNvSpPr txBox="1"/>
          <p:nvPr>
            <p:ph idx="2" type="title"/>
          </p:nvPr>
        </p:nvSpPr>
        <p:spPr>
          <a:xfrm>
            <a:off x="3364525" y="3430088"/>
            <a:ext cx="4629600" cy="491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224" name="Google Shape;10224;p1321"/>
          <p:cNvSpPr txBox="1"/>
          <p:nvPr>
            <p:ph idx="1" type="subTitle"/>
          </p:nvPr>
        </p:nvSpPr>
        <p:spPr>
          <a:xfrm>
            <a:off x="3364525" y="2235513"/>
            <a:ext cx="4629600" cy="111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12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0">
    <p:bg>
      <p:bgPr>
        <a:solidFill>
          <a:schemeClr val="dk1"/>
        </a:solidFill>
      </p:bgPr>
    </p:bg>
    <p:spTree>
      <p:nvGrpSpPr>
        <p:cNvPr id="10225" name="Shape 10225"/>
        <p:cNvGrpSpPr/>
        <p:nvPr/>
      </p:nvGrpSpPr>
      <p:grpSpPr>
        <a:xfrm>
          <a:off x="0" y="0"/>
          <a:ext cx="0" cy="0"/>
          <a:chOff x="0" y="0"/>
          <a:chExt cx="0" cy="0"/>
        </a:xfrm>
      </p:grpSpPr>
      <p:sp>
        <p:nvSpPr>
          <p:cNvPr id="10226" name="Google Shape;10226;p132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1322"/>
          <p:cNvSpPr txBox="1"/>
          <p:nvPr>
            <p:ph hasCustomPrompt="1" type="title"/>
          </p:nvPr>
        </p:nvSpPr>
        <p:spPr>
          <a:xfrm>
            <a:off x="2070613" y="1505850"/>
            <a:ext cx="4774200" cy="1332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228" name="Google Shape;10228;p1322"/>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22">
    <p:bg>
      <p:bgPr>
        <a:solidFill>
          <a:schemeClr val="dk1"/>
        </a:solidFill>
      </p:bgPr>
    </p:bg>
    <p:spTree>
      <p:nvGrpSpPr>
        <p:cNvPr id="10229" name="Shape 10229"/>
        <p:cNvGrpSpPr/>
        <p:nvPr/>
      </p:nvGrpSpPr>
      <p:grpSpPr>
        <a:xfrm>
          <a:off x="0" y="0"/>
          <a:ext cx="0" cy="0"/>
          <a:chOff x="0" y="0"/>
          <a:chExt cx="0" cy="0"/>
        </a:xfrm>
      </p:grpSpPr>
      <p:sp>
        <p:nvSpPr>
          <p:cNvPr id="10230" name="Google Shape;10230;p1323"/>
          <p:cNvSpPr txBox="1"/>
          <p:nvPr>
            <p:ph hasCustomPrompt="1" type="title"/>
          </p:nvPr>
        </p:nvSpPr>
        <p:spPr>
          <a:xfrm>
            <a:off x="2337663" y="1768700"/>
            <a:ext cx="2299800" cy="1209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231" name="Google Shape;10231;p1323"/>
          <p:cNvSpPr txBox="1"/>
          <p:nvPr>
            <p:ph idx="1" type="subTitle"/>
          </p:nvPr>
        </p:nvSpPr>
        <p:spPr>
          <a:xfrm>
            <a:off x="4989538" y="1768700"/>
            <a:ext cx="3188400" cy="1209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232" name="Google Shape;10232;p1323"/>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33" name="Google Shape;10233;p1323"/>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0234" name="Google Shape;10234;p1323"/>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2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bg>
      <p:bgPr>
        <a:solidFill>
          <a:schemeClr val="dk1"/>
        </a:solidFill>
      </p:bgPr>
    </p:bg>
    <p:spTree>
      <p:nvGrpSpPr>
        <p:cNvPr id="10235" name="Shape 10235"/>
        <p:cNvGrpSpPr/>
        <p:nvPr/>
      </p:nvGrpSpPr>
      <p:grpSpPr>
        <a:xfrm>
          <a:off x="0" y="0"/>
          <a:ext cx="0" cy="0"/>
          <a:chOff x="0" y="0"/>
          <a:chExt cx="0" cy="0"/>
        </a:xfrm>
      </p:grpSpPr>
      <p:sp>
        <p:nvSpPr>
          <p:cNvPr id="10236" name="Google Shape;10236;p1324"/>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37" name="Google Shape;10237;p1324"/>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0238" name="Google Shape;10238;p132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239" name="Google Shape;10239;p1324"/>
          <p:cNvSpPr txBox="1"/>
          <p:nvPr>
            <p:ph hasCustomPrompt="1" idx="2" type="title"/>
          </p:nvPr>
        </p:nvSpPr>
        <p:spPr>
          <a:xfrm>
            <a:off x="1153250" y="1714350"/>
            <a:ext cx="2299800" cy="103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240" name="Google Shape;10240;p1324"/>
          <p:cNvSpPr txBox="1"/>
          <p:nvPr>
            <p:ph idx="1" type="subTitle"/>
          </p:nvPr>
        </p:nvSpPr>
        <p:spPr>
          <a:xfrm>
            <a:off x="1153250" y="2750550"/>
            <a:ext cx="2299800" cy="1058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241" name="Google Shape;10241;p1324"/>
          <p:cNvSpPr txBox="1"/>
          <p:nvPr>
            <p:ph hasCustomPrompt="1" idx="3" type="title"/>
          </p:nvPr>
        </p:nvSpPr>
        <p:spPr>
          <a:xfrm>
            <a:off x="5006988" y="1378188"/>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242" name="Google Shape;10242;p1324"/>
          <p:cNvSpPr txBox="1"/>
          <p:nvPr>
            <p:ph idx="4" type="subTitle"/>
          </p:nvPr>
        </p:nvSpPr>
        <p:spPr>
          <a:xfrm>
            <a:off x="5006988" y="202385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243" name="Google Shape;10243;p1324"/>
          <p:cNvSpPr txBox="1"/>
          <p:nvPr>
            <p:ph hasCustomPrompt="1" idx="5" type="title"/>
          </p:nvPr>
        </p:nvSpPr>
        <p:spPr>
          <a:xfrm>
            <a:off x="5006988" y="3133450"/>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244" name="Google Shape;10244;p1324"/>
          <p:cNvSpPr txBox="1"/>
          <p:nvPr>
            <p:ph idx="6" type="subTitle"/>
          </p:nvPr>
        </p:nvSpPr>
        <p:spPr>
          <a:xfrm>
            <a:off x="5006988" y="377900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3">
    <p:bg>
      <p:bgPr>
        <a:solidFill>
          <a:schemeClr val="dk1"/>
        </a:solidFill>
      </p:bgPr>
    </p:bg>
    <p:spTree>
      <p:nvGrpSpPr>
        <p:cNvPr id="10245" name="Shape 10245"/>
        <p:cNvGrpSpPr/>
        <p:nvPr/>
      </p:nvGrpSpPr>
      <p:grpSpPr>
        <a:xfrm>
          <a:off x="0" y="0"/>
          <a:ext cx="0" cy="0"/>
          <a:chOff x="0" y="0"/>
          <a:chExt cx="0" cy="0"/>
        </a:xfrm>
      </p:grpSpPr>
      <p:sp>
        <p:nvSpPr>
          <p:cNvPr id="10246" name="Google Shape;10246;p1325"/>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47" name="Google Shape;10247;p1325"/>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0248" name="Google Shape;10248;p132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249" name="Google Shape;10249;p1325"/>
          <p:cNvSpPr txBox="1"/>
          <p:nvPr>
            <p:ph hasCustomPrompt="1" idx="2" type="title"/>
          </p:nvPr>
        </p:nvSpPr>
        <p:spPr>
          <a:xfrm>
            <a:off x="1153250"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250" name="Google Shape;10250;p1325"/>
          <p:cNvSpPr txBox="1"/>
          <p:nvPr>
            <p:ph idx="1" type="subTitle"/>
          </p:nvPr>
        </p:nvSpPr>
        <p:spPr>
          <a:xfrm>
            <a:off x="1153250" y="3575299"/>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251" name="Google Shape;10251;p1325"/>
          <p:cNvSpPr txBox="1"/>
          <p:nvPr>
            <p:ph hasCustomPrompt="1" idx="3" type="title"/>
          </p:nvPr>
        </p:nvSpPr>
        <p:spPr>
          <a:xfrm>
            <a:off x="3476088"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252" name="Google Shape;10252;p1325"/>
          <p:cNvSpPr txBox="1"/>
          <p:nvPr>
            <p:ph idx="4" type="subTitle"/>
          </p:nvPr>
        </p:nvSpPr>
        <p:spPr>
          <a:xfrm>
            <a:off x="3476100" y="3575295"/>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253" name="Google Shape;10253;p1325"/>
          <p:cNvSpPr txBox="1"/>
          <p:nvPr>
            <p:ph hasCustomPrompt="1" idx="5" type="title"/>
          </p:nvPr>
        </p:nvSpPr>
        <p:spPr>
          <a:xfrm>
            <a:off x="5798944" y="2777254"/>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254" name="Google Shape;10254;p1325"/>
          <p:cNvSpPr txBox="1"/>
          <p:nvPr>
            <p:ph idx="6" type="subTitle"/>
          </p:nvPr>
        </p:nvSpPr>
        <p:spPr>
          <a:xfrm>
            <a:off x="5798944" y="3575198"/>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_1_1">
    <p:bg>
      <p:bgPr>
        <a:solidFill>
          <a:schemeClr val="dk1"/>
        </a:solidFill>
      </p:bgPr>
    </p:bg>
    <p:spTree>
      <p:nvGrpSpPr>
        <p:cNvPr id="10255" name="Shape 10255"/>
        <p:cNvGrpSpPr/>
        <p:nvPr/>
      </p:nvGrpSpPr>
      <p:grpSpPr>
        <a:xfrm>
          <a:off x="0" y="0"/>
          <a:ext cx="0" cy="0"/>
          <a:chOff x="0" y="0"/>
          <a:chExt cx="0" cy="0"/>
        </a:xfrm>
      </p:grpSpPr>
      <p:grpSp>
        <p:nvGrpSpPr>
          <p:cNvPr id="10256" name="Google Shape;10256;p1326"/>
          <p:cNvGrpSpPr/>
          <p:nvPr/>
        </p:nvGrpSpPr>
        <p:grpSpPr>
          <a:xfrm>
            <a:off x="713225" y="539500"/>
            <a:ext cx="7717500" cy="4064400"/>
            <a:chOff x="713225" y="539500"/>
            <a:chExt cx="7717500" cy="4064400"/>
          </a:xfrm>
        </p:grpSpPr>
        <p:sp>
          <p:nvSpPr>
            <p:cNvPr id="10257" name="Google Shape;10257;p132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58" name="Google Shape;10258;p132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259" name="Google Shape;10259;p132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3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_1">
    <p:bg>
      <p:bgPr>
        <a:solidFill>
          <a:schemeClr val="dk1"/>
        </a:solidFill>
      </p:bgPr>
    </p:bg>
    <p:spTree>
      <p:nvGrpSpPr>
        <p:cNvPr id="10260" name="Shape 10260"/>
        <p:cNvGrpSpPr/>
        <p:nvPr/>
      </p:nvGrpSpPr>
      <p:grpSpPr>
        <a:xfrm>
          <a:off x="0" y="0"/>
          <a:ext cx="0" cy="0"/>
          <a:chOff x="0" y="0"/>
          <a:chExt cx="0" cy="0"/>
        </a:xfrm>
      </p:grpSpPr>
      <p:grpSp>
        <p:nvGrpSpPr>
          <p:cNvPr id="10261" name="Google Shape;10261;p1327"/>
          <p:cNvGrpSpPr/>
          <p:nvPr/>
        </p:nvGrpSpPr>
        <p:grpSpPr>
          <a:xfrm>
            <a:off x="713225" y="539500"/>
            <a:ext cx="7717500" cy="4064400"/>
            <a:chOff x="713225" y="539500"/>
            <a:chExt cx="7717500" cy="4064400"/>
          </a:xfrm>
        </p:grpSpPr>
        <p:sp>
          <p:nvSpPr>
            <p:cNvPr id="10262" name="Google Shape;10262;p132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63" name="Google Shape;10263;p132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264" name="Google Shape;10264;p1327"/>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3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1_1_1">
    <p:bg>
      <p:bgPr>
        <a:solidFill>
          <a:schemeClr val="dk1"/>
        </a:solidFill>
      </p:bgPr>
    </p:bg>
    <p:spTree>
      <p:nvGrpSpPr>
        <p:cNvPr id="10265" name="Shape 10265"/>
        <p:cNvGrpSpPr/>
        <p:nvPr/>
      </p:nvGrpSpPr>
      <p:grpSpPr>
        <a:xfrm>
          <a:off x="0" y="0"/>
          <a:ext cx="0" cy="0"/>
          <a:chOff x="0" y="0"/>
          <a:chExt cx="0" cy="0"/>
        </a:xfrm>
      </p:grpSpPr>
      <p:grpSp>
        <p:nvGrpSpPr>
          <p:cNvPr id="10266" name="Google Shape;10266;p1328"/>
          <p:cNvGrpSpPr/>
          <p:nvPr/>
        </p:nvGrpSpPr>
        <p:grpSpPr>
          <a:xfrm>
            <a:off x="713225" y="539500"/>
            <a:ext cx="7717500" cy="4064400"/>
            <a:chOff x="713225" y="539500"/>
            <a:chExt cx="7717500" cy="4064400"/>
          </a:xfrm>
        </p:grpSpPr>
        <p:sp>
          <p:nvSpPr>
            <p:cNvPr id="10267" name="Google Shape;10267;p132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68" name="Google Shape;10268;p132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269" name="Google Shape;10269;p1328"/>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3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BLANK_1_1_1_1_1_1_3">
    <p:bg>
      <p:bgPr>
        <a:solidFill>
          <a:schemeClr val="dk1"/>
        </a:solidFill>
      </p:bgPr>
    </p:bg>
    <p:spTree>
      <p:nvGrpSpPr>
        <p:cNvPr id="10270" name="Shape 10270"/>
        <p:cNvGrpSpPr/>
        <p:nvPr/>
      </p:nvGrpSpPr>
      <p:grpSpPr>
        <a:xfrm>
          <a:off x="0" y="0"/>
          <a:ext cx="0" cy="0"/>
          <a:chOff x="0" y="0"/>
          <a:chExt cx="0" cy="0"/>
        </a:xfrm>
      </p:grpSpPr>
      <p:grpSp>
        <p:nvGrpSpPr>
          <p:cNvPr id="10271" name="Google Shape;10271;p1329"/>
          <p:cNvGrpSpPr/>
          <p:nvPr/>
        </p:nvGrpSpPr>
        <p:grpSpPr>
          <a:xfrm>
            <a:off x="713225" y="539500"/>
            <a:ext cx="7717500" cy="4064400"/>
            <a:chOff x="713225" y="539500"/>
            <a:chExt cx="7717500" cy="4064400"/>
          </a:xfrm>
        </p:grpSpPr>
        <p:sp>
          <p:nvSpPr>
            <p:cNvPr id="10272" name="Google Shape;10272;p132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73" name="Google Shape;10273;p132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274" name="Google Shape;10274;p1329"/>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3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_1_3_1">
    <p:bg>
      <p:bgPr>
        <a:solidFill>
          <a:schemeClr val="dk1"/>
        </a:solidFill>
      </p:bgPr>
    </p:bg>
    <p:spTree>
      <p:nvGrpSpPr>
        <p:cNvPr id="10275" name="Shape 10275"/>
        <p:cNvGrpSpPr/>
        <p:nvPr/>
      </p:nvGrpSpPr>
      <p:grpSpPr>
        <a:xfrm>
          <a:off x="0" y="0"/>
          <a:ext cx="0" cy="0"/>
          <a:chOff x="0" y="0"/>
          <a:chExt cx="0" cy="0"/>
        </a:xfrm>
      </p:grpSpPr>
      <p:grpSp>
        <p:nvGrpSpPr>
          <p:cNvPr id="10276" name="Google Shape;10276;p1330"/>
          <p:cNvGrpSpPr/>
          <p:nvPr/>
        </p:nvGrpSpPr>
        <p:grpSpPr>
          <a:xfrm>
            <a:off x="713225" y="539500"/>
            <a:ext cx="7717500" cy="4064400"/>
            <a:chOff x="713225" y="539500"/>
            <a:chExt cx="7717500" cy="4064400"/>
          </a:xfrm>
        </p:grpSpPr>
        <p:sp>
          <p:nvSpPr>
            <p:cNvPr id="10277" name="Google Shape;10277;p133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78" name="Google Shape;10278;p133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279" name="Google Shape;10279;p1330"/>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3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0">
    <p:bg>
      <p:bgPr>
        <a:solidFill>
          <a:schemeClr val="dk1"/>
        </a:solidFill>
      </p:bgPr>
    </p:bg>
    <p:spTree>
      <p:nvGrpSpPr>
        <p:cNvPr id="10280" name="Shape 10280"/>
        <p:cNvGrpSpPr/>
        <p:nvPr/>
      </p:nvGrpSpPr>
      <p:grpSpPr>
        <a:xfrm>
          <a:off x="0" y="0"/>
          <a:ext cx="0" cy="0"/>
          <a:chOff x="0" y="0"/>
          <a:chExt cx="0" cy="0"/>
        </a:xfrm>
      </p:grpSpPr>
      <p:sp>
        <p:nvSpPr>
          <p:cNvPr id="10281" name="Google Shape;10281;p133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1331"/>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13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_1_1_1_2">
    <p:bg>
      <p:bgPr>
        <a:solidFill>
          <a:schemeClr val="dk1"/>
        </a:solidFill>
      </p:bgPr>
    </p:bg>
    <p:spTree>
      <p:nvGrpSpPr>
        <p:cNvPr id="10283" name="Shape 10283"/>
        <p:cNvGrpSpPr/>
        <p:nvPr/>
      </p:nvGrpSpPr>
      <p:grpSpPr>
        <a:xfrm>
          <a:off x="0" y="0"/>
          <a:ext cx="0" cy="0"/>
          <a:chOff x="0" y="0"/>
          <a:chExt cx="0" cy="0"/>
        </a:xfrm>
      </p:grpSpPr>
      <p:sp>
        <p:nvSpPr>
          <p:cNvPr id="10284" name="Google Shape;10284;p1332"/>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1332"/>
          <p:cNvSpPr txBox="1"/>
          <p:nvPr>
            <p:ph type="title"/>
          </p:nvPr>
        </p:nvSpPr>
        <p:spPr>
          <a:xfrm>
            <a:off x="1263200" y="1298488"/>
            <a:ext cx="2732700" cy="109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10286" name="Google Shape;10286;p1332"/>
          <p:cNvSpPr txBox="1"/>
          <p:nvPr>
            <p:ph idx="1" type="subTitle"/>
          </p:nvPr>
        </p:nvSpPr>
        <p:spPr>
          <a:xfrm>
            <a:off x="1263200" y="2394813"/>
            <a:ext cx="2732700" cy="1541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3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10287" name="Shape 10287"/>
        <p:cNvGrpSpPr/>
        <p:nvPr/>
      </p:nvGrpSpPr>
      <p:grpSpPr>
        <a:xfrm>
          <a:off x="0" y="0"/>
          <a:ext cx="0" cy="0"/>
          <a:chOff x="0" y="0"/>
          <a:chExt cx="0" cy="0"/>
        </a:xfrm>
      </p:grpSpPr>
      <p:sp>
        <p:nvSpPr>
          <p:cNvPr id="10288" name="Google Shape;10288;p1333"/>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1333"/>
          <p:cNvSpPr txBox="1"/>
          <p:nvPr>
            <p:ph type="title"/>
          </p:nvPr>
        </p:nvSpPr>
        <p:spPr>
          <a:xfrm>
            <a:off x="948875" y="1767400"/>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10290" name="Google Shape;10290;p1333"/>
          <p:cNvSpPr txBox="1"/>
          <p:nvPr>
            <p:ph idx="1" type="subTitle"/>
          </p:nvPr>
        </p:nvSpPr>
        <p:spPr>
          <a:xfrm>
            <a:off x="948875" y="2274200"/>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3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1_1_1_2_1_1_1">
    <p:bg>
      <p:bgPr>
        <a:solidFill>
          <a:schemeClr val="dk1"/>
        </a:solidFill>
      </p:bgPr>
    </p:bg>
    <p:spTree>
      <p:nvGrpSpPr>
        <p:cNvPr id="10291" name="Shape 10291"/>
        <p:cNvGrpSpPr/>
        <p:nvPr/>
      </p:nvGrpSpPr>
      <p:grpSpPr>
        <a:xfrm>
          <a:off x="0" y="0"/>
          <a:ext cx="0" cy="0"/>
          <a:chOff x="0" y="0"/>
          <a:chExt cx="0" cy="0"/>
        </a:xfrm>
      </p:grpSpPr>
      <p:grpSp>
        <p:nvGrpSpPr>
          <p:cNvPr id="10292" name="Google Shape;10292;p1334"/>
          <p:cNvGrpSpPr/>
          <p:nvPr/>
        </p:nvGrpSpPr>
        <p:grpSpPr>
          <a:xfrm>
            <a:off x="713225" y="539500"/>
            <a:ext cx="7717500" cy="4064400"/>
            <a:chOff x="713225" y="539500"/>
            <a:chExt cx="7717500" cy="4064400"/>
          </a:xfrm>
        </p:grpSpPr>
        <p:sp>
          <p:nvSpPr>
            <p:cNvPr id="10293" name="Google Shape;10293;p133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94" name="Google Shape;10294;p133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295" name="Google Shape;10295;p133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296" name="Google Shape;10296;p1334"/>
          <p:cNvSpPr txBox="1"/>
          <p:nvPr>
            <p:ph idx="1" type="subTitle"/>
          </p:nvPr>
        </p:nvSpPr>
        <p:spPr>
          <a:xfrm>
            <a:off x="862402" y="2181950"/>
            <a:ext cx="74778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0297" name="Google Shape;10297;p1334"/>
          <p:cNvSpPr txBox="1"/>
          <p:nvPr>
            <p:ph idx="2" type="subTitle"/>
          </p:nvPr>
        </p:nvSpPr>
        <p:spPr>
          <a:xfrm>
            <a:off x="853775" y="2571350"/>
            <a:ext cx="7477800" cy="1937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10298" name="Google Shape;10298;p1334"/>
          <p:cNvSpPr txBox="1"/>
          <p:nvPr>
            <p:ph idx="3" type="subTitle"/>
          </p:nvPr>
        </p:nvSpPr>
        <p:spPr>
          <a:xfrm>
            <a:off x="821225" y="1404325"/>
            <a:ext cx="76095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Tree>
  </p:cSld>
  <p:clrMapOvr>
    <a:masterClrMapping/>
  </p:clrMapOvr>
</p:sldLayout>
</file>

<file path=ppt/slideLayouts/slideLayout13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bg>
      <p:bgPr>
        <a:solidFill>
          <a:schemeClr val="dk1"/>
        </a:solidFill>
      </p:bgPr>
    </p:bg>
    <p:spTree>
      <p:nvGrpSpPr>
        <p:cNvPr id="10299" name="Shape 10299"/>
        <p:cNvGrpSpPr/>
        <p:nvPr/>
      </p:nvGrpSpPr>
      <p:grpSpPr>
        <a:xfrm>
          <a:off x="0" y="0"/>
          <a:ext cx="0" cy="0"/>
          <a:chOff x="0" y="0"/>
          <a:chExt cx="0" cy="0"/>
        </a:xfrm>
      </p:grpSpPr>
      <p:sp>
        <p:nvSpPr>
          <p:cNvPr id="10300" name="Google Shape;10300;p1335"/>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1335"/>
          <p:cNvSpPr txBox="1"/>
          <p:nvPr>
            <p:ph type="title"/>
          </p:nvPr>
        </p:nvSpPr>
        <p:spPr>
          <a:xfrm>
            <a:off x="4762538" y="1024043"/>
            <a:ext cx="3159900" cy="2028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10302" name="Google Shape;10302;p1335"/>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3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bg>
      <p:bgPr>
        <a:solidFill>
          <a:schemeClr val="dk1"/>
        </a:solidFill>
      </p:bgPr>
    </p:bg>
    <p:spTree>
      <p:nvGrpSpPr>
        <p:cNvPr id="10303" name="Shape 10303"/>
        <p:cNvGrpSpPr/>
        <p:nvPr/>
      </p:nvGrpSpPr>
      <p:grpSpPr>
        <a:xfrm>
          <a:off x="0" y="0"/>
          <a:ext cx="0" cy="0"/>
          <a:chOff x="0" y="0"/>
          <a:chExt cx="0" cy="0"/>
        </a:xfrm>
      </p:grpSpPr>
      <p:sp>
        <p:nvSpPr>
          <p:cNvPr id="10304" name="Google Shape;10304;p1336"/>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1336"/>
          <p:cNvSpPr txBox="1"/>
          <p:nvPr>
            <p:ph type="title"/>
          </p:nvPr>
        </p:nvSpPr>
        <p:spPr>
          <a:xfrm>
            <a:off x="954338" y="1773175"/>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10306" name="Google Shape;10306;p1336"/>
          <p:cNvSpPr txBox="1"/>
          <p:nvPr>
            <p:ph idx="1" type="subTitle"/>
          </p:nvPr>
        </p:nvSpPr>
        <p:spPr>
          <a:xfrm>
            <a:off x="954338" y="2279975"/>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3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
    <p:bg>
      <p:bgPr>
        <a:solidFill>
          <a:schemeClr val="dk1"/>
        </a:solidFill>
      </p:bgPr>
    </p:bg>
    <p:spTree>
      <p:nvGrpSpPr>
        <p:cNvPr id="10307" name="Shape 10307"/>
        <p:cNvGrpSpPr/>
        <p:nvPr/>
      </p:nvGrpSpPr>
      <p:grpSpPr>
        <a:xfrm>
          <a:off x="0" y="0"/>
          <a:ext cx="0" cy="0"/>
          <a:chOff x="0" y="0"/>
          <a:chExt cx="0" cy="0"/>
        </a:xfrm>
      </p:grpSpPr>
      <p:grpSp>
        <p:nvGrpSpPr>
          <p:cNvPr id="10308" name="Google Shape;10308;p1337"/>
          <p:cNvGrpSpPr/>
          <p:nvPr/>
        </p:nvGrpSpPr>
        <p:grpSpPr>
          <a:xfrm>
            <a:off x="713225" y="539500"/>
            <a:ext cx="7717500" cy="4064400"/>
            <a:chOff x="713225" y="539500"/>
            <a:chExt cx="7717500" cy="4064400"/>
          </a:xfrm>
        </p:grpSpPr>
        <p:sp>
          <p:nvSpPr>
            <p:cNvPr id="10309" name="Google Shape;10309;p133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10" name="Google Shape;10310;p133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311" name="Google Shape;10311;p133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312" name="Google Shape;10312;p1337"/>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0313" name="Google Shape;10313;p1337"/>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0314" name="Google Shape;10314;p1337"/>
          <p:cNvSpPr txBox="1"/>
          <p:nvPr>
            <p:ph idx="3" type="subTitle"/>
          </p:nvPr>
        </p:nvSpPr>
        <p:spPr>
          <a:xfrm>
            <a:off x="853775" y="2571192"/>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10315" name="Google Shape;10315;p1337"/>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0316" name="Google Shape;10316;p1337"/>
          <p:cNvSpPr txBox="1"/>
          <p:nvPr>
            <p:ph idx="5" type="subTitle"/>
          </p:nvPr>
        </p:nvSpPr>
        <p:spPr>
          <a:xfrm>
            <a:off x="4615325" y="2570500"/>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3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1_1_1_1">
    <p:bg>
      <p:bgPr>
        <a:solidFill>
          <a:schemeClr val="dk1"/>
        </a:solidFill>
      </p:bgPr>
    </p:bg>
    <p:spTree>
      <p:nvGrpSpPr>
        <p:cNvPr id="10317" name="Shape 10317"/>
        <p:cNvGrpSpPr/>
        <p:nvPr/>
      </p:nvGrpSpPr>
      <p:grpSpPr>
        <a:xfrm>
          <a:off x="0" y="0"/>
          <a:ext cx="0" cy="0"/>
          <a:chOff x="0" y="0"/>
          <a:chExt cx="0" cy="0"/>
        </a:xfrm>
      </p:grpSpPr>
      <p:grpSp>
        <p:nvGrpSpPr>
          <p:cNvPr id="10318" name="Google Shape;10318;p1338"/>
          <p:cNvGrpSpPr/>
          <p:nvPr/>
        </p:nvGrpSpPr>
        <p:grpSpPr>
          <a:xfrm>
            <a:off x="713225" y="539500"/>
            <a:ext cx="7717500" cy="4064400"/>
            <a:chOff x="713225" y="539500"/>
            <a:chExt cx="7717500" cy="4064400"/>
          </a:xfrm>
        </p:grpSpPr>
        <p:sp>
          <p:nvSpPr>
            <p:cNvPr id="10319" name="Google Shape;10319;p133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20" name="Google Shape;10320;p133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321" name="Google Shape;10321;p133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322" name="Google Shape;10322;p1338"/>
          <p:cNvSpPr txBox="1"/>
          <p:nvPr>
            <p:ph idx="1" type="subTitle"/>
          </p:nvPr>
        </p:nvSpPr>
        <p:spPr>
          <a:xfrm>
            <a:off x="1422663" y="3527586"/>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323" name="Google Shape;10323;p1338"/>
          <p:cNvSpPr txBox="1"/>
          <p:nvPr>
            <p:ph idx="2" type="subTitle"/>
          </p:nvPr>
        </p:nvSpPr>
        <p:spPr>
          <a:xfrm>
            <a:off x="1422663" y="3098062"/>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324" name="Google Shape;10324;p1338"/>
          <p:cNvSpPr txBox="1"/>
          <p:nvPr>
            <p:ph idx="3" type="subTitle"/>
          </p:nvPr>
        </p:nvSpPr>
        <p:spPr>
          <a:xfrm>
            <a:off x="5336638" y="3527925"/>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325" name="Google Shape;10325;p1338"/>
          <p:cNvSpPr txBox="1"/>
          <p:nvPr>
            <p:ph idx="4" type="subTitle"/>
          </p:nvPr>
        </p:nvSpPr>
        <p:spPr>
          <a:xfrm>
            <a:off x="5336638" y="30980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8">
    <p:bg>
      <p:bgPr>
        <a:solidFill>
          <a:schemeClr val="dk1"/>
        </a:solidFill>
      </p:bgPr>
    </p:bg>
    <p:spTree>
      <p:nvGrpSpPr>
        <p:cNvPr id="10326" name="Shape 10326"/>
        <p:cNvGrpSpPr/>
        <p:nvPr/>
      </p:nvGrpSpPr>
      <p:grpSpPr>
        <a:xfrm>
          <a:off x="0" y="0"/>
          <a:ext cx="0" cy="0"/>
          <a:chOff x="0" y="0"/>
          <a:chExt cx="0" cy="0"/>
        </a:xfrm>
      </p:grpSpPr>
      <p:grpSp>
        <p:nvGrpSpPr>
          <p:cNvPr id="10327" name="Google Shape;10327;p1339"/>
          <p:cNvGrpSpPr/>
          <p:nvPr/>
        </p:nvGrpSpPr>
        <p:grpSpPr>
          <a:xfrm>
            <a:off x="713225" y="539500"/>
            <a:ext cx="7717500" cy="4064400"/>
            <a:chOff x="713225" y="539500"/>
            <a:chExt cx="7717500" cy="4064400"/>
          </a:xfrm>
        </p:grpSpPr>
        <p:sp>
          <p:nvSpPr>
            <p:cNvPr id="10328" name="Google Shape;10328;p133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29" name="Google Shape;10329;p133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330" name="Google Shape;10330;p133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331" name="Google Shape;10331;p1339"/>
          <p:cNvSpPr txBox="1"/>
          <p:nvPr>
            <p:ph idx="1" type="subTitle"/>
          </p:nvPr>
        </p:nvSpPr>
        <p:spPr>
          <a:xfrm>
            <a:off x="2965993" y="1780597"/>
            <a:ext cx="3506400" cy="80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332" name="Google Shape;10332;p1339"/>
          <p:cNvSpPr txBox="1"/>
          <p:nvPr>
            <p:ph idx="2" type="subTitle"/>
          </p:nvPr>
        </p:nvSpPr>
        <p:spPr>
          <a:xfrm>
            <a:off x="2965993" y="1351073"/>
            <a:ext cx="3506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333" name="Google Shape;10333;p1339"/>
          <p:cNvSpPr txBox="1"/>
          <p:nvPr>
            <p:ph idx="3" type="subTitle"/>
          </p:nvPr>
        </p:nvSpPr>
        <p:spPr>
          <a:xfrm>
            <a:off x="2280193" y="3541819"/>
            <a:ext cx="3506400" cy="809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334" name="Google Shape;10334;p1339"/>
          <p:cNvSpPr txBox="1"/>
          <p:nvPr>
            <p:ph idx="4" type="subTitle"/>
          </p:nvPr>
        </p:nvSpPr>
        <p:spPr>
          <a:xfrm>
            <a:off x="2280193" y="3111944"/>
            <a:ext cx="3506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bg>
      <p:bgPr>
        <a:solidFill>
          <a:schemeClr val="dk1"/>
        </a:solidFill>
      </p:bgPr>
    </p:bg>
    <p:spTree>
      <p:nvGrpSpPr>
        <p:cNvPr id="10335" name="Shape 10335"/>
        <p:cNvGrpSpPr/>
        <p:nvPr/>
      </p:nvGrpSpPr>
      <p:grpSpPr>
        <a:xfrm>
          <a:off x="0" y="0"/>
          <a:ext cx="0" cy="0"/>
          <a:chOff x="0" y="0"/>
          <a:chExt cx="0" cy="0"/>
        </a:xfrm>
      </p:grpSpPr>
      <p:grpSp>
        <p:nvGrpSpPr>
          <p:cNvPr id="10336" name="Google Shape;10336;p1340"/>
          <p:cNvGrpSpPr/>
          <p:nvPr/>
        </p:nvGrpSpPr>
        <p:grpSpPr>
          <a:xfrm>
            <a:off x="713225" y="539500"/>
            <a:ext cx="7717500" cy="4064400"/>
            <a:chOff x="713225" y="539500"/>
            <a:chExt cx="7717500" cy="4064400"/>
          </a:xfrm>
        </p:grpSpPr>
        <p:sp>
          <p:nvSpPr>
            <p:cNvPr id="10337" name="Google Shape;10337;p134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38" name="Google Shape;10338;p134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339" name="Google Shape;10339;p134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340" name="Google Shape;10340;p1340"/>
          <p:cNvSpPr txBox="1"/>
          <p:nvPr>
            <p:ph idx="1" type="subTitle"/>
          </p:nvPr>
        </p:nvSpPr>
        <p:spPr>
          <a:xfrm>
            <a:off x="1041662" y="2850162"/>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341" name="Google Shape;10341;p1340"/>
          <p:cNvSpPr txBox="1"/>
          <p:nvPr>
            <p:ph idx="2" type="subTitle"/>
          </p:nvPr>
        </p:nvSpPr>
        <p:spPr>
          <a:xfrm>
            <a:off x="1041662"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342" name="Google Shape;10342;p1340"/>
          <p:cNvSpPr txBox="1"/>
          <p:nvPr>
            <p:ph idx="3" type="subTitle"/>
          </p:nvPr>
        </p:nvSpPr>
        <p:spPr>
          <a:xfrm>
            <a:off x="6437934" y="2850513"/>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343" name="Google Shape;10343;p1340"/>
          <p:cNvSpPr txBox="1"/>
          <p:nvPr>
            <p:ph idx="4" type="subTitle"/>
          </p:nvPr>
        </p:nvSpPr>
        <p:spPr>
          <a:xfrm>
            <a:off x="6437934"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6">
    <p:bg>
      <p:bgPr>
        <a:solidFill>
          <a:schemeClr val="dk1"/>
        </a:solidFill>
      </p:bgPr>
    </p:bg>
    <p:spTree>
      <p:nvGrpSpPr>
        <p:cNvPr id="10344" name="Shape 10344"/>
        <p:cNvGrpSpPr/>
        <p:nvPr/>
      </p:nvGrpSpPr>
      <p:grpSpPr>
        <a:xfrm>
          <a:off x="0" y="0"/>
          <a:ext cx="0" cy="0"/>
          <a:chOff x="0" y="0"/>
          <a:chExt cx="0" cy="0"/>
        </a:xfrm>
      </p:grpSpPr>
      <p:grpSp>
        <p:nvGrpSpPr>
          <p:cNvPr id="10345" name="Google Shape;10345;p1341"/>
          <p:cNvGrpSpPr/>
          <p:nvPr/>
        </p:nvGrpSpPr>
        <p:grpSpPr>
          <a:xfrm>
            <a:off x="713225" y="539500"/>
            <a:ext cx="7717500" cy="4064400"/>
            <a:chOff x="713225" y="539500"/>
            <a:chExt cx="7717500" cy="4064400"/>
          </a:xfrm>
        </p:grpSpPr>
        <p:sp>
          <p:nvSpPr>
            <p:cNvPr id="10346" name="Google Shape;10346;p134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47" name="Google Shape;10347;p134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348" name="Google Shape;10348;p134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349" name="Google Shape;10349;p1341"/>
          <p:cNvSpPr txBox="1"/>
          <p:nvPr>
            <p:ph idx="1" type="subTitle"/>
          </p:nvPr>
        </p:nvSpPr>
        <p:spPr>
          <a:xfrm>
            <a:off x="1425525" y="1808851"/>
            <a:ext cx="2384700" cy="2377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
        <p:nvSpPr>
          <p:cNvPr id="10350" name="Google Shape;10350;p1341"/>
          <p:cNvSpPr txBox="1"/>
          <p:nvPr>
            <p:ph idx="2" type="subTitle"/>
          </p:nvPr>
        </p:nvSpPr>
        <p:spPr>
          <a:xfrm>
            <a:off x="5333725" y="1808850"/>
            <a:ext cx="2384700" cy="2356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3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_1_1_1">
    <p:bg>
      <p:bgPr>
        <a:solidFill>
          <a:schemeClr val="dk1"/>
        </a:solidFill>
      </p:bgPr>
    </p:bg>
    <p:spTree>
      <p:nvGrpSpPr>
        <p:cNvPr id="10351" name="Shape 10351"/>
        <p:cNvGrpSpPr/>
        <p:nvPr/>
      </p:nvGrpSpPr>
      <p:grpSpPr>
        <a:xfrm>
          <a:off x="0" y="0"/>
          <a:ext cx="0" cy="0"/>
          <a:chOff x="0" y="0"/>
          <a:chExt cx="0" cy="0"/>
        </a:xfrm>
      </p:grpSpPr>
      <p:grpSp>
        <p:nvGrpSpPr>
          <p:cNvPr id="10352" name="Google Shape;10352;p1342"/>
          <p:cNvGrpSpPr/>
          <p:nvPr/>
        </p:nvGrpSpPr>
        <p:grpSpPr>
          <a:xfrm>
            <a:off x="713225" y="539500"/>
            <a:ext cx="7717500" cy="4064400"/>
            <a:chOff x="713225" y="539500"/>
            <a:chExt cx="7717500" cy="4064400"/>
          </a:xfrm>
        </p:grpSpPr>
        <p:sp>
          <p:nvSpPr>
            <p:cNvPr id="10353" name="Google Shape;10353;p134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54" name="Google Shape;10354;p134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355" name="Google Shape;10355;p134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356" name="Google Shape;10356;p1342"/>
          <p:cNvSpPr txBox="1"/>
          <p:nvPr>
            <p:ph idx="1" type="subTitle"/>
          </p:nvPr>
        </p:nvSpPr>
        <p:spPr>
          <a:xfrm>
            <a:off x="852300" y="16473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0357" name="Google Shape;10357;p1342"/>
          <p:cNvSpPr txBox="1"/>
          <p:nvPr>
            <p:ph idx="2" type="subTitle"/>
          </p:nvPr>
        </p:nvSpPr>
        <p:spPr>
          <a:xfrm>
            <a:off x="852300" y="12178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0358" name="Google Shape;10358;p1342"/>
          <p:cNvSpPr txBox="1"/>
          <p:nvPr>
            <p:ph idx="3" type="subTitle"/>
          </p:nvPr>
        </p:nvSpPr>
        <p:spPr>
          <a:xfrm>
            <a:off x="852300" y="27819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0359" name="Google Shape;10359;p1342"/>
          <p:cNvSpPr txBox="1"/>
          <p:nvPr>
            <p:ph idx="4" type="subTitle"/>
          </p:nvPr>
        </p:nvSpPr>
        <p:spPr>
          <a:xfrm>
            <a:off x="852300" y="23524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0360" name="Google Shape;10360;p1342"/>
          <p:cNvSpPr txBox="1"/>
          <p:nvPr>
            <p:ph idx="5" type="subTitle"/>
          </p:nvPr>
        </p:nvSpPr>
        <p:spPr>
          <a:xfrm>
            <a:off x="852300" y="3916538"/>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0361" name="Google Shape;10361;p1342"/>
          <p:cNvSpPr txBox="1"/>
          <p:nvPr>
            <p:ph idx="6" type="subTitle"/>
          </p:nvPr>
        </p:nvSpPr>
        <p:spPr>
          <a:xfrm>
            <a:off x="852300" y="34870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3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bg>
      <p:bgPr>
        <a:solidFill>
          <a:schemeClr val="dk1"/>
        </a:solidFill>
      </p:bgPr>
    </p:bg>
    <p:spTree>
      <p:nvGrpSpPr>
        <p:cNvPr id="10362" name="Shape 10362"/>
        <p:cNvGrpSpPr/>
        <p:nvPr/>
      </p:nvGrpSpPr>
      <p:grpSpPr>
        <a:xfrm>
          <a:off x="0" y="0"/>
          <a:ext cx="0" cy="0"/>
          <a:chOff x="0" y="0"/>
          <a:chExt cx="0" cy="0"/>
        </a:xfrm>
      </p:grpSpPr>
      <p:grpSp>
        <p:nvGrpSpPr>
          <p:cNvPr id="10363" name="Google Shape;10363;p1343"/>
          <p:cNvGrpSpPr/>
          <p:nvPr/>
        </p:nvGrpSpPr>
        <p:grpSpPr>
          <a:xfrm>
            <a:off x="713225" y="539500"/>
            <a:ext cx="7717500" cy="4064400"/>
            <a:chOff x="713225" y="539500"/>
            <a:chExt cx="7717500" cy="4064400"/>
          </a:xfrm>
        </p:grpSpPr>
        <p:sp>
          <p:nvSpPr>
            <p:cNvPr id="10364" name="Google Shape;10364;p134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65" name="Google Shape;10365;p134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366" name="Google Shape;10366;p134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367" name="Google Shape;10367;p1343"/>
          <p:cNvSpPr txBox="1"/>
          <p:nvPr>
            <p:ph idx="1" type="subTitle"/>
          </p:nvPr>
        </p:nvSpPr>
        <p:spPr>
          <a:xfrm>
            <a:off x="919850"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368" name="Google Shape;10368;p1343"/>
          <p:cNvSpPr txBox="1"/>
          <p:nvPr>
            <p:ph idx="2" type="subTitle"/>
          </p:nvPr>
        </p:nvSpPr>
        <p:spPr>
          <a:xfrm>
            <a:off x="919850"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369" name="Google Shape;10369;p1343"/>
          <p:cNvSpPr txBox="1"/>
          <p:nvPr>
            <p:ph idx="3" type="subTitle"/>
          </p:nvPr>
        </p:nvSpPr>
        <p:spPr>
          <a:xfrm>
            <a:off x="3500699"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370" name="Google Shape;10370;p1343"/>
          <p:cNvSpPr txBox="1"/>
          <p:nvPr>
            <p:ph idx="4" type="subTitle"/>
          </p:nvPr>
        </p:nvSpPr>
        <p:spPr>
          <a:xfrm>
            <a:off x="3500697"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371" name="Google Shape;10371;p1343"/>
          <p:cNvSpPr txBox="1"/>
          <p:nvPr>
            <p:ph idx="5" type="subTitle"/>
          </p:nvPr>
        </p:nvSpPr>
        <p:spPr>
          <a:xfrm>
            <a:off x="6069048"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372" name="Google Shape;10372;p1343"/>
          <p:cNvSpPr txBox="1"/>
          <p:nvPr>
            <p:ph idx="6" type="subTitle"/>
          </p:nvPr>
        </p:nvSpPr>
        <p:spPr>
          <a:xfrm>
            <a:off x="6069043"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1_1_1_1_1_1">
    <p:bg>
      <p:bgPr>
        <a:solidFill>
          <a:schemeClr val="dk1"/>
        </a:solidFill>
      </p:bgPr>
    </p:bg>
    <p:spTree>
      <p:nvGrpSpPr>
        <p:cNvPr id="10373" name="Shape 10373"/>
        <p:cNvGrpSpPr/>
        <p:nvPr/>
      </p:nvGrpSpPr>
      <p:grpSpPr>
        <a:xfrm>
          <a:off x="0" y="0"/>
          <a:ext cx="0" cy="0"/>
          <a:chOff x="0" y="0"/>
          <a:chExt cx="0" cy="0"/>
        </a:xfrm>
      </p:grpSpPr>
      <p:grpSp>
        <p:nvGrpSpPr>
          <p:cNvPr id="10374" name="Google Shape;10374;p1344"/>
          <p:cNvGrpSpPr/>
          <p:nvPr/>
        </p:nvGrpSpPr>
        <p:grpSpPr>
          <a:xfrm>
            <a:off x="713225" y="539500"/>
            <a:ext cx="7717500" cy="4064400"/>
            <a:chOff x="713225" y="539500"/>
            <a:chExt cx="7717500" cy="4064400"/>
          </a:xfrm>
        </p:grpSpPr>
        <p:sp>
          <p:nvSpPr>
            <p:cNvPr id="10375" name="Google Shape;10375;p134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76" name="Google Shape;10376;p134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377" name="Google Shape;10377;p134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378" name="Google Shape;10378;p1344"/>
          <p:cNvSpPr txBox="1"/>
          <p:nvPr>
            <p:ph idx="1" type="subTitle"/>
          </p:nvPr>
        </p:nvSpPr>
        <p:spPr>
          <a:xfrm>
            <a:off x="919850" y="28955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379" name="Google Shape;10379;p1344"/>
          <p:cNvSpPr txBox="1"/>
          <p:nvPr>
            <p:ph idx="2" type="subTitle"/>
          </p:nvPr>
        </p:nvSpPr>
        <p:spPr>
          <a:xfrm>
            <a:off x="919850" y="23982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380" name="Google Shape;10380;p1344"/>
          <p:cNvSpPr txBox="1"/>
          <p:nvPr>
            <p:ph idx="3" type="subTitle"/>
          </p:nvPr>
        </p:nvSpPr>
        <p:spPr>
          <a:xfrm>
            <a:off x="3500700" y="32003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381" name="Google Shape;10381;p1344"/>
          <p:cNvSpPr txBox="1"/>
          <p:nvPr>
            <p:ph idx="4" type="subTitle"/>
          </p:nvPr>
        </p:nvSpPr>
        <p:spPr>
          <a:xfrm>
            <a:off x="3500697" y="27030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382" name="Google Shape;10382;p1344"/>
          <p:cNvSpPr txBox="1"/>
          <p:nvPr>
            <p:ph idx="5" type="subTitle"/>
          </p:nvPr>
        </p:nvSpPr>
        <p:spPr>
          <a:xfrm>
            <a:off x="6069049" y="35051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383" name="Google Shape;10383;p1344"/>
          <p:cNvSpPr txBox="1"/>
          <p:nvPr>
            <p:ph idx="6" type="subTitle"/>
          </p:nvPr>
        </p:nvSpPr>
        <p:spPr>
          <a:xfrm>
            <a:off x="6069043" y="30078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BLANK_1_1_1_1_1_1_1_1_1_1">
    <p:bg>
      <p:bgPr>
        <a:solidFill>
          <a:schemeClr val="dk1"/>
        </a:solidFill>
      </p:bgPr>
    </p:bg>
    <p:spTree>
      <p:nvGrpSpPr>
        <p:cNvPr id="10384" name="Shape 10384"/>
        <p:cNvGrpSpPr/>
        <p:nvPr/>
      </p:nvGrpSpPr>
      <p:grpSpPr>
        <a:xfrm>
          <a:off x="0" y="0"/>
          <a:ext cx="0" cy="0"/>
          <a:chOff x="0" y="0"/>
          <a:chExt cx="0" cy="0"/>
        </a:xfrm>
      </p:grpSpPr>
      <p:grpSp>
        <p:nvGrpSpPr>
          <p:cNvPr id="10385" name="Google Shape;10385;p1345"/>
          <p:cNvGrpSpPr/>
          <p:nvPr/>
        </p:nvGrpSpPr>
        <p:grpSpPr>
          <a:xfrm>
            <a:off x="713225" y="539500"/>
            <a:ext cx="7717500" cy="4064400"/>
            <a:chOff x="713225" y="539500"/>
            <a:chExt cx="7717500" cy="4064400"/>
          </a:xfrm>
        </p:grpSpPr>
        <p:sp>
          <p:nvSpPr>
            <p:cNvPr id="10386" name="Google Shape;10386;p134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87" name="Google Shape;10387;p134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388" name="Google Shape;10388;p134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389" name="Google Shape;10389;p1345"/>
          <p:cNvSpPr txBox="1"/>
          <p:nvPr>
            <p:ph idx="1" type="subTitle"/>
          </p:nvPr>
        </p:nvSpPr>
        <p:spPr>
          <a:xfrm>
            <a:off x="111297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390" name="Google Shape;10390;p1345"/>
          <p:cNvSpPr txBox="1"/>
          <p:nvPr>
            <p:ph idx="2" type="subTitle"/>
          </p:nvPr>
        </p:nvSpPr>
        <p:spPr>
          <a:xfrm>
            <a:off x="111297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391" name="Google Shape;10391;p1345"/>
          <p:cNvSpPr txBox="1"/>
          <p:nvPr>
            <p:ph idx="3" type="subTitle"/>
          </p:nvPr>
        </p:nvSpPr>
        <p:spPr>
          <a:xfrm>
            <a:off x="3497250" y="18612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392" name="Google Shape;10392;p1345"/>
          <p:cNvSpPr txBox="1"/>
          <p:nvPr>
            <p:ph idx="4" type="subTitle"/>
          </p:nvPr>
        </p:nvSpPr>
        <p:spPr>
          <a:xfrm>
            <a:off x="3497250" y="13639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393" name="Google Shape;10393;p1345"/>
          <p:cNvSpPr txBox="1"/>
          <p:nvPr>
            <p:ph idx="5" type="subTitle"/>
          </p:nvPr>
        </p:nvSpPr>
        <p:spPr>
          <a:xfrm>
            <a:off x="588152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394" name="Google Shape;10394;p1345"/>
          <p:cNvSpPr txBox="1"/>
          <p:nvPr>
            <p:ph idx="6" type="subTitle"/>
          </p:nvPr>
        </p:nvSpPr>
        <p:spPr>
          <a:xfrm>
            <a:off x="588152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2">
    <p:bg>
      <p:bgPr>
        <a:solidFill>
          <a:schemeClr val="dk1"/>
        </a:solidFill>
      </p:bgPr>
    </p:bg>
    <p:spTree>
      <p:nvGrpSpPr>
        <p:cNvPr id="10395" name="Shape 10395"/>
        <p:cNvGrpSpPr/>
        <p:nvPr/>
      </p:nvGrpSpPr>
      <p:grpSpPr>
        <a:xfrm>
          <a:off x="0" y="0"/>
          <a:ext cx="0" cy="0"/>
          <a:chOff x="0" y="0"/>
          <a:chExt cx="0" cy="0"/>
        </a:xfrm>
      </p:grpSpPr>
      <p:grpSp>
        <p:nvGrpSpPr>
          <p:cNvPr id="10396" name="Google Shape;10396;p1346"/>
          <p:cNvGrpSpPr/>
          <p:nvPr/>
        </p:nvGrpSpPr>
        <p:grpSpPr>
          <a:xfrm>
            <a:off x="713225" y="539500"/>
            <a:ext cx="7717500" cy="4064400"/>
            <a:chOff x="713225" y="539500"/>
            <a:chExt cx="7717500" cy="4064400"/>
          </a:xfrm>
        </p:grpSpPr>
        <p:sp>
          <p:nvSpPr>
            <p:cNvPr id="10397" name="Google Shape;10397;p134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98" name="Google Shape;10398;p134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399" name="Google Shape;10399;p134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400" name="Google Shape;10400;p1346"/>
          <p:cNvSpPr txBox="1"/>
          <p:nvPr>
            <p:ph idx="1" type="subTitle"/>
          </p:nvPr>
        </p:nvSpPr>
        <p:spPr>
          <a:xfrm>
            <a:off x="945800" y="1875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0401" name="Google Shape;10401;p1346"/>
          <p:cNvSpPr txBox="1"/>
          <p:nvPr>
            <p:ph idx="2" type="subTitle"/>
          </p:nvPr>
        </p:nvSpPr>
        <p:spPr>
          <a:xfrm>
            <a:off x="945800" y="1446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0402" name="Google Shape;10402;p1346"/>
          <p:cNvSpPr txBox="1"/>
          <p:nvPr>
            <p:ph idx="3" type="subTitle"/>
          </p:nvPr>
        </p:nvSpPr>
        <p:spPr>
          <a:xfrm>
            <a:off x="5153800" y="2781950"/>
            <a:ext cx="30444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0403" name="Google Shape;10403;p1346"/>
          <p:cNvSpPr txBox="1"/>
          <p:nvPr>
            <p:ph idx="4" type="subTitle"/>
          </p:nvPr>
        </p:nvSpPr>
        <p:spPr>
          <a:xfrm>
            <a:off x="5153800" y="2352425"/>
            <a:ext cx="3044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0404" name="Google Shape;10404;p1346"/>
          <p:cNvSpPr txBox="1"/>
          <p:nvPr>
            <p:ph idx="5" type="subTitle"/>
          </p:nvPr>
        </p:nvSpPr>
        <p:spPr>
          <a:xfrm>
            <a:off x="945800" y="3687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0405" name="Google Shape;10405;p1346"/>
          <p:cNvSpPr txBox="1"/>
          <p:nvPr>
            <p:ph idx="6" type="subTitle"/>
          </p:nvPr>
        </p:nvSpPr>
        <p:spPr>
          <a:xfrm>
            <a:off x="945800" y="3258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3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5">
    <p:bg>
      <p:bgPr>
        <a:solidFill>
          <a:schemeClr val="dk1"/>
        </a:solidFill>
      </p:bgPr>
    </p:bg>
    <p:spTree>
      <p:nvGrpSpPr>
        <p:cNvPr id="10406" name="Shape 10406"/>
        <p:cNvGrpSpPr/>
        <p:nvPr/>
      </p:nvGrpSpPr>
      <p:grpSpPr>
        <a:xfrm>
          <a:off x="0" y="0"/>
          <a:ext cx="0" cy="0"/>
          <a:chOff x="0" y="0"/>
          <a:chExt cx="0" cy="0"/>
        </a:xfrm>
      </p:grpSpPr>
      <p:grpSp>
        <p:nvGrpSpPr>
          <p:cNvPr id="10407" name="Google Shape;10407;p1347"/>
          <p:cNvGrpSpPr/>
          <p:nvPr/>
        </p:nvGrpSpPr>
        <p:grpSpPr>
          <a:xfrm>
            <a:off x="713225" y="539500"/>
            <a:ext cx="7717500" cy="4064400"/>
            <a:chOff x="713225" y="539500"/>
            <a:chExt cx="7717500" cy="4064400"/>
          </a:xfrm>
        </p:grpSpPr>
        <p:sp>
          <p:nvSpPr>
            <p:cNvPr id="10408" name="Google Shape;10408;p134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09" name="Google Shape;10409;p134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410" name="Google Shape;10410;p134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411" name="Google Shape;10411;p1347"/>
          <p:cNvSpPr txBox="1"/>
          <p:nvPr>
            <p:ph idx="1" type="subTitle"/>
          </p:nvPr>
        </p:nvSpPr>
        <p:spPr>
          <a:xfrm>
            <a:off x="1658100" y="1978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0412" name="Google Shape;10412;p1347"/>
          <p:cNvSpPr txBox="1"/>
          <p:nvPr>
            <p:ph idx="2" type="subTitle"/>
          </p:nvPr>
        </p:nvSpPr>
        <p:spPr>
          <a:xfrm>
            <a:off x="1658100" y="1549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0413" name="Google Shape;10413;p1347"/>
          <p:cNvSpPr txBox="1"/>
          <p:nvPr>
            <p:ph idx="3" type="subTitle"/>
          </p:nvPr>
        </p:nvSpPr>
        <p:spPr>
          <a:xfrm>
            <a:off x="1658100" y="2884846"/>
            <a:ext cx="62850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0414" name="Google Shape;10414;p1347"/>
          <p:cNvSpPr txBox="1"/>
          <p:nvPr>
            <p:ph idx="4" type="subTitle"/>
          </p:nvPr>
        </p:nvSpPr>
        <p:spPr>
          <a:xfrm>
            <a:off x="1658100" y="2455321"/>
            <a:ext cx="62850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0415" name="Google Shape;10415;p1347"/>
          <p:cNvSpPr txBox="1"/>
          <p:nvPr>
            <p:ph idx="5" type="subTitle"/>
          </p:nvPr>
        </p:nvSpPr>
        <p:spPr>
          <a:xfrm>
            <a:off x="1658100" y="3790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0416" name="Google Shape;10416;p1347"/>
          <p:cNvSpPr txBox="1"/>
          <p:nvPr>
            <p:ph idx="6" type="subTitle"/>
          </p:nvPr>
        </p:nvSpPr>
        <p:spPr>
          <a:xfrm>
            <a:off x="1658100" y="3361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3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24">
    <p:bg>
      <p:bgPr>
        <a:solidFill>
          <a:schemeClr val="dk1"/>
        </a:solidFill>
      </p:bgPr>
    </p:bg>
    <p:spTree>
      <p:nvGrpSpPr>
        <p:cNvPr id="10417" name="Shape 10417"/>
        <p:cNvGrpSpPr/>
        <p:nvPr/>
      </p:nvGrpSpPr>
      <p:grpSpPr>
        <a:xfrm>
          <a:off x="0" y="0"/>
          <a:ext cx="0" cy="0"/>
          <a:chOff x="0" y="0"/>
          <a:chExt cx="0" cy="0"/>
        </a:xfrm>
      </p:grpSpPr>
      <p:grpSp>
        <p:nvGrpSpPr>
          <p:cNvPr id="10418" name="Google Shape;10418;p1348"/>
          <p:cNvGrpSpPr/>
          <p:nvPr/>
        </p:nvGrpSpPr>
        <p:grpSpPr>
          <a:xfrm>
            <a:off x="713225" y="539500"/>
            <a:ext cx="7717500" cy="4064400"/>
            <a:chOff x="713225" y="539500"/>
            <a:chExt cx="7717500" cy="4064400"/>
          </a:xfrm>
        </p:grpSpPr>
        <p:sp>
          <p:nvSpPr>
            <p:cNvPr id="10419" name="Google Shape;10419;p134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20" name="Google Shape;10420;p134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421" name="Google Shape;10421;p134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422" name="Google Shape;10422;p1348"/>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0423" name="Google Shape;10423;p1348"/>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0424" name="Google Shape;10424;p1348"/>
          <p:cNvSpPr txBox="1"/>
          <p:nvPr>
            <p:ph idx="3" type="subTitle"/>
          </p:nvPr>
        </p:nvSpPr>
        <p:spPr>
          <a:xfrm>
            <a:off x="853775" y="257119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10425" name="Google Shape;10425;p1348"/>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0426" name="Google Shape;10426;p1348"/>
          <p:cNvSpPr txBox="1"/>
          <p:nvPr>
            <p:ph idx="5" type="subTitle"/>
          </p:nvPr>
        </p:nvSpPr>
        <p:spPr>
          <a:xfrm>
            <a:off x="4452875" y="2570500"/>
            <a:ext cx="3761700" cy="172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10427" name="Google Shape;10427;p1348"/>
          <p:cNvSpPr txBox="1"/>
          <p:nvPr>
            <p:ph idx="6" type="subTitle"/>
          </p:nvPr>
        </p:nvSpPr>
        <p:spPr>
          <a:xfrm>
            <a:off x="853775" y="323750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0428" name="Google Shape;10428;p1348"/>
          <p:cNvSpPr txBox="1"/>
          <p:nvPr>
            <p:ph idx="7" type="subTitle"/>
          </p:nvPr>
        </p:nvSpPr>
        <p:spPr>
          <a:xfrm>
            <a:off x="853775" y="362674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3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_1_1_1_1">
    <p:bg>
      <p:bgPr>
        <a:solidFill>
          <a:schemeClr val="dk1"/>
        </a:solidFill>
      </p:bgPr>
    </p:bg>
    <p:spTree>
      <p:nvGrpSpPr>
        <p:cNvPr id="10429" name="Shape 10429"/>
        <p:cNvGrpSpPr/>
        <p:nvPr/>
      </p:nvGrpSpPr>
      <p:grpSpPr>
        <a:xfrm>
          <a:off x="0" y="0"/>
          <a:ext cx="0" cy="0"/>
          <a:chOff x="0" y="0"/>
          <a:chExt cx="0" cy="0"/>
        </a:xfrm>
      </p:grpSpPr>
      <p:grpSp>
        <p:nvGrpSpPr>
          <p:cNvPr id="10430" name="Google Shape;10430;p1349"/>
          <p:cNvGrpSpPr/>
          <p:nvPr/>
        </p:nvGrpSpPr>
        <p:grpSpPr>
          <a:xfrm>
            <a:off x="713225" y="539500"/>
            <a:ext cx="7717500" cy="4064400"/>
            <a:chOff x="713225" y="539500"/>
            <a:chExt cx="7717500" cy="4064400"/>
          </a:xfrm>
        </p:grpSpPr>
        <p:sp>
          <p:nvSpPr>
            <p:cNvPr id="10431" name="Google Shape;10431;p134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32" name="Google Shape;10432;p134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433" name="Google Shape;10433;p134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434" name="Google Shape;10434;p1349"/>
          <p:cNvSpPr txBox="1"/>
          <p:nvPr>
            <p:ph idx="1" type="subTitle"/>
          </p:nvPr>
        </p:nvSpPr>
        <p:spPr>
          <a:xfrm>
            <a:off x="1112425"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0435" name="Google Shape;10435;p1349"/>
          <p:cNvSpPr txBox="1"/>
          <p:nvPr>
            <p:ph idx="2" type="subTitle"/>
          </p:nvPr>
        </p:nvSpPr>
        <p:spPr>
          <a:xfrm>
            <a:off x="1112425"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436" name="Google Shape;10436;p1349"/>
          <p:cNvSpPr txBox="1"/>
          <p:nvPr>
            <p:ph idx="3" type="subTitle"/>
          </p:nvPr>
        </p:nvSpPr>
        <p:spPr>
          <a:xfrm>
            <a:off x="5584150"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0437" name="Google Shape;10437;p1349"/>
          <p:cNvSpPr txBox="1"/>
          <p:nvPr>
            <p:ph idx="4" type="subTitle"/>
          </p:nvPr>
        </p:nvSpPr>
        <p:spPr>
          <a:xfrm>
            <a:off x="5584150"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438" name="Google Shape;10438;p1349"/>
          <p:cNvSpPr txBox="1"/>
          <p:nvPr>
            <p:ph idx="5" type="subTitle"/>
          </p:nvPr>
        </p:nvSpPr>
        <p:spPr>
          <a:xfrm>
            <a:off x="1112425"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0439" name="Google Shape;10439;p1349"/>
          <p:cNvSpPr txBox="1"/>
          <p:nvPr>
            <p:ph idx="6" type="subTitle"/>
          </p:nvPr>
        </p:nvSpPr>
        <p:spPr>
          <a:xfrm>
            <a:off x="1112425"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440" name="Google Shape;10440;p1349"/>
          <p:cNvSpPr txBox="1"/>
          <p:nvPr>
            <p:ph idx="7" type="subTitle"/>
          </p:nvPr>
        </p:nvSpPr>
        <p:spPr>
          <a:xfrm>
            <a:off x="5584150"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0441" name="Google Shape;10441;p1349"/>
          <p:cNvSpPr txBox="1"/>
          <p:nvPr>
            <p:ph idx="8" type="subTitle"/>
          </p:nvPr>
        </p:nvSpPr>
        <p:spPr>
          <a:xfrm>
            <a:off x="5584150"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1_1_1_1_1">
    <p:bg>
      <p:bgPr>
        <a:solidFill>
          <a:schemeClr val="dk1"/>
        </a:solidFill>
      </p:bgPr>
    </p:bg>
    <p:spTree>
      <p:nvGrpSpPr>
        <p:cNvPr id="10442" name="Shape 10442"/>
        <p:cNvGrpSpPr/>
        <p:nvPr/>
      </p:nvGrpSpPr>
      <p:grpSpPr>
        <a:xfrm>
          <a:off x="0" y="0"/>
          <a:ext cx="0" cy="0"/>
          <a:chOff x="0" y="0"/>
          <a:chExt cx="0" cy="0"/>
        </a:xfrm>
      </p:grpSpPr>
      <p:grpSp>
        <p:nvGrpSpPr>
          <p:cNvPr id="10443" name="Google Shape;10443;p1350"/>
          <p:cNvGrpSpPr/>
          <p:nvPr/>
        </p:nvGrpSpPr>
        <p:grpSpPr>
          <a:xfrm>
            <a:off x="713300" y="539550"/>
            <a:ext cx="7717500" cy="4064400"/>
            <a:chOff x="713300" y="539550"/>
            <a:chExt cx="7717500" cy="4064400"/>
          </a:xfrm>
        </p:grpSpPr>
        <p:cxnSp>
          <p:nvCxnSpPr>
            <p:cNvPr id="10444" name="Google Shape;10444;p1350"/>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0445" name="Google Shape;10445;p1350"/>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6" name="Google Shape;10446;p135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447" name="Google Shape;10447;p1350"/>
          <p:cNvSpPr txBox="1"/>
          <p:nvPr>
            <p:ph idx="1" type="subTitle"/>
          </p:nvPr>
        </p:nvSpPr>
        <p:spPr>
          <a:xfrm>
            <a:off x="10166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448" name="Google Shape;10448;p1350"/>
          <p:cNvSpPr txBox="1"/>
          <p:nvPr>
            <p:ph idx="2" type="subTitle"/>
          </p:nvPr>
        </p:nvSpPr>
        <p:spPr>
          <a:xfrm>
            <a:off x="10166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449" name="Google Shape;10449;p1350"/>
          <p:cNvSpPr txBox="1"/>
          <p:nvPr>
            <p:ph idx="3" type="subTitle"/>
          </p:nvPr>
        </p:nvSpPr>
        <p:spPr>
          <a:xfrm>
            <a:off x="10166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450" name="Google Shape;10450;p1350"/>
          <p:cNvSpPr txBox="1"/>
          <p:nvPr>
            <p:ph idx="4" type="subTitle"/>
          </p:nvPr>
        </p:nvSpPr>
        <p:spPr>
          <a:xfrm>
            <a:off x="10166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451" name="Google Shape;10451;p1350"/>
          <p:cNvSpPr txBox="1"/>
          <p:nvPr>
            <p:ph idx="5" type="subTitle"/>
          </p:nvPr>
        </p:nvSpPr>
        <p:spPr>
          <a:xfrm>
            <a:off x="48094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452" name="Google Shape;10452;p1350"/>
          <p:cNvSpPr txBox="1"/>
          <p:nvPr>
            <p:ph idx="6" type="subTitle"/>
          </p:nvPr>
        </p:nvSpPr>
        <p:spPr>
          <a:xfrm>
            <a:off x="48094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453" name="Google Shape;10453;p1350"/>
          <p:cNvSpPr txBox="1"/>
          <p:nvPr>
            <p:ph idx="7" type="subTitle"/>
          </p:nvPr>
        </p:nvSpPr>
        <p:spPr>
          <a:xfrm>
            <a:off x="48094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454" name="Google Shape;10454;p1350"/>
          <p:cNvSpPr txBox="1"/>
          <p:nvPr>
            <p:ph idx="8" type="subTitle"/>
          </p:nvPr>
        </p:nvSpPr>
        <p:spPr>
          <a:xfrm>
            <a:off x="48094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1_1_1_1_1_1_1_1_1">
    <p:bg>
      <p:bgPr>
        <a:solidFill>
          <a:schemeClr val="dk1"/>
        </a:solidFill>
      </p:bgPr>
    </p:bg>
    <p:spTree>
      <p:nvGrpSpPr>
        <p:cNvPr id="10455" name="Shape 10455"/>
        <p:cNvGrpSpPr/>
        <p:nvPr/>
      </p:nvGrpSpPr>
      <p:grpSpPr>
        <a:xfrm>
          <a:off x="0" y="0"/>
          <a:ext cx="0" cy="0"/>
          <a:chOff x="0" y="0"/>
          <a:chExt cx="0" cy="0"/>
        </a:xfrm>
      </p:grpSpPr>
      <p:grpSp>
        <p:nvGrpSpPr>
          <p:cNvPr id="10456" name="Google Shape;10456;p1351"/>
          <p:cNvGrpSpPr/>
          <p:nvPr/>
        </p:nvGrpSpPr>
        <p:grpSpPr>
          <a:xfrm>
            <a:off x="713225" y="539500"/>
            <a:ext cx="7717500" cy="4064400"/>
            <a:chOff x="713225" y="539500"/>
            <a:chExt cx="7717500" cy="4064400"/>
          </a:xfrm>
        </p:grpSpPr>
        <p:sp>
          <p:nvSpPr>
            <p:cNvPr id="10457" name="Google Shape;10457;p135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58" name="Google Shape;10458;p135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459" name="Google Shape;10459;p135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460" name="Google Shape;10460;p1351"/>
          <p:cNvSpPr txBox="1"/>
          <p:nvPr>
            <p:ph idx="1" type="subTitle"/>
          </p:nvPr>
        </p:nvSpPr>
        <p:spPr>
          <a:xfrm>
            <a:off x="8844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461" name="Google Shape;10461;p1351"/>
          <p:cNvSpPr txBox="1"/>
          <p:nvPr>
            <p:ph idx="2" type="subTitle"/>
          </p:nvPr>
        </p:nvSpPr>
        <p:spPr>
          <a:xfrm>
            <a:off x="884474"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462" name="Google Shape;10462;p1351"/>
          <p:cNvSpPr txBox="1"/>
          <p:nvPr>
            <p:ph idx="3" type="subTitle"/>
          </p:nvPr>
        </p:nvSpPr>
        <p:spPr>
          <a:xfrm>
            <a:off x="2767708"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463" name="Google Shape;10463;p1351"/>
          <p:cNvSpPr txBox="1"/>
          <p:nvPr>
            <p:ph idx="4" type="subTitle"/>
          </p:nvPr>
        </p:nvSpPr>
        <p:spPr>
          <a:xfrm>
            <a:off x="2767709"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464" name="Google Shape;10464;p1351"/>
          <p:cNvSpPr txBox="1"/>
          <p:nvPr>
            <p:ph idx="5" type="subTitle"/>
          </p:nvPr>
        </p:nvSpPr>
        <p:spPr>
          <a:xfrm>
            <a:off x="4650942"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465" name="Google Shape;10465;p1351"/>
          <p:cNvSpPr txBox="1"/>
          <p:nvPr>
            <p:ph idx="6" type="subTitle"/>
          </p:nvPr>
        </p:nvSpPr>
        <p:spPr>
          <a:xfrm>
            <a:off x="4650945"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466" name="Google Shape;10466;p1351"/>
          <p:cNvSpPr txBox="1"/>
          <p:nvPr>
            <p:ph idx="7" type="subTitle"/>
          </p:nvPr>
        </p:nvSpPr>
        <p:spPr>
          <a:xfrm>
            <a:off x="65341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467" name="Google Shape;10467;p1351"/>
          <p:cNvSpPr txBox="1"/>
          <p:nvPr>
            <p:ph idx="8" type="subTitle"/>
          </p:nvPr>
        </p:nvSpPr>
        <p:spPr>
          <a:xfrm>
            <a:off x="6534180"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7">
    <p:bg>
      <p:bgPr>
        <a:solidFill>
          <a:schemeClr val="dk1"/>
        </a:solidFill>
      </p:bgPr>
    </p:bg>
    <p:spTree>
      <p:nvGrpSpPr>
        <p:cNvPr id="10468" name="Shape 10468"/>
        <p:cNvGrpSpPr/>
        <p:nvPr/>
      </p:nvGrpSpPr>
      <p:grpSpPr>
        <a:xfrm>
          <a:off x="0" y="0"/>
          <a:ext cx="0" cy="0"/>
          <a:chOff x="0" y="0"/>
          <a:chExt cx="0" cy="0"/>
        </a:xfrm>
      </p:grpSpPr>
      <p:grpSp>
        <p:nvGrpSpPr>
          <p:cNvPr id="10469" name="Google Shape;10469;p1352"/>
          <p:cNvGrpSpPr/>
          <p:nvPr/>
        </p:nvGrpSpPr>
        <p:grpSpPr>
          <a:xfrm>
            <a:off x="713225" y="539500"/>
            <a:ext cx="7717500" cy="4064400"/>
            <a:chOff x="713225" y="539500"/>
            <a:chExt cx="7717500" cy="4064400"/>
          </a:xfrm>
        </p:grpSpPr>
        <p:sp>
          <p:nvSpPr>
            <p:cNvPr id="10470" name="Google Shape;10470;p135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71" name="Google Shape;10471;p135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472" name="Google Shape;10472;p135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473" name="Google Shape;10473;p1352"/>
          <p:cNvSpPr txBox="1"/>
          <p:nvPr>
            <p:ph idx="1" type="subTitle"/>
          </p:nvPr>
        </p:nvSpPr>
        <p:spPr>
          <a:xfrm>
            <a:off x="1909431" y="1906051"/>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0474" name="Google Shape;10474;p1352"/>
          <p:cNvSpPr txBox="1"/>
          <p:nvPr>
            <p:ph idx="2" type="subTitle"/>
          </p:nvPr>
        </p:nvSpPr>
        <p:spPr>
          <a:xfrm>
            <a:off x="1909431" y="1387350"/>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475" name="Google Shape;10475;p1352"/>
          <p:cNvSpPr txBox="1"/>
          <p:nvPr>
            <p:ph idx="3" type="subTitle"/>
          </p:nvPr>
        </p:nvSpPr>
        <p:spPr>
          <a:xfrm>
            <a:off x="4971369" y="1906050"/>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0476" name="Google Shape;10476;p1352"/>
          <p:cNvSpPr txBox="1"/>
          <p:nvPr>
            <p:ph idx="4" type="subTitle"/>
          </p:nvPr>
        </p:nvSpPr>
        <p:spPr>
          <a:xfrm>
            <a:off x="4971369" y="1387350"/>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477" name="Google Shape;10477;p1352"/>
          <p:cNvSpPr txBox="1"/>
          <p:nvPr>
            <p:ph idx="5" type="subTitle"/>
          </p:nvPr>
        </p:nvSpPr>
        <p:spPr>
          <a:xfrm>
            <a:off x="1909431" y="3654425"/>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0478" name="Google Shape;10478;p1352"/>
          <p:cNvSpPr txBox="1"/>
          <p:nvPr>
            <p:ph idx="6" type="subTitle"/>
          </p:nvPr>
        </p:nvSpPr>
        <p:spPr>
          <a:xfrm>
            <a:off x="1909431" y="3135724"/>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479" name="Google Shape;10479;p1352"/>
          <p:cNvSpPr txBox="1"/>
          <p:nvPr>
            <p:ph idx="7" type="subTitle"/>
          </p:nvPr>
        </p:nvSpPr>
        <p:spPr>
          <a:xfrm>
            <a:off x="4971369" y="3654424"/>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0480" name="Google Shape;10480;p1352"/>
          <p:cNvSpPr txBox="1"/>
          <p:nvPr>
            <p:ph idx="8" type="subTitle"/>
          </p:nvPr>
        </p:nvSpPr>
        <p:spPr>
          <a:xfrm>
            <a:off x="4971369" y="3135724"/>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1_1_1_1_1_2">
    <p:bg>
      <p:bgPr>
        <a:solidFill>
          <a:schemeClr val="dk1"/>
        </a:solidFill>
      </p:bgPr>
    </p:bg>
    <p:spTree>
      <p:nvGrpSpPr>
        <p:cNvPr id="10481" name="Shape 10481"/>
        <p:cNvGrpSpPr/>
        <p:nvPr/>
      </p:nvGrpSpPr>
      <p:grpSpPr>
        <a:xfrm>
          <a:off x="0" y="0"/>
          <a:ext cx="0" cy="0"/>
          <a:chOff x="0" y="0"/>
          <a:chExt cx="0" cy="0"/>
        </a:xfrm>
      </p:grpSpPr>
      <p:grpSp>
        <p:nvGrpSpPr>
          <p:cNvPr id="10482" name="Google Shape;10482;p1353"/>
          <p:cNvGrpSpPr/>
          <p:nvPr/>
        </p:nvGrpSpPr>
        <p:grpSpPr>
          <a:xfrm>
            <a:off x="713225" y="539500"/>
            <a:ext cx="7717500" cy="4064400"/>
            <a:chOff x="713225" y="539500"/>
            <a:chExt cx="7717500" cy="4064400"/>
          </a:xfrm>
        </p:grpSpPr>
        <p:sp>
          <p:nvSpPr>
            <p:cNvPr id="10483" name="Google Shape;10483;p135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84" name="Google Shape;10484;p135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485" name="Google Shape;10485;p135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486" name="Google Shape;10486;p1353"/>
          <p:cNvSpPr txBox="1"/>
          <p:nvPr>
            <p:ph idx="1" type="subTitle"/>
          </p:nvPr>
        </p:nvSpPr>
        <p:spPr>
          <a:xfrm>
            <a:off x="95812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487" name="Google Shape;10487;p1353"/>
          <p:cNvSpPr txBox="1"/>
          <p:nvPr>
            <p:ph idx="2" type="subTitle"/>
          </p:nvPr>
        </p:nvSpPr>
        <p:spPr>
          <a:xfrm>
            <a:off x="95812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488" name="Google Shape;10488;p1353"/>
          <p:cNvSpPr txBox="1"/>
          <p:nvPr>
            <p:ph idx="3" type="subTitle"/>
          </p:nvPr>
        </p:nvSpPr>
        <p:spPr>
          <a:xfrm>
            <a:off x="3420000"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489" name="Google Shape;10489;p1353"/>
          <p:cNvSpPr txBox="1"/>
          <p:nvPr>
            <p:ph idx="4" type="subTitle"/>
          </p:nvPr>
        </p:nvSpPr>
        <p:spPr>
          <a:xfrm>
            <a:off x="3420000"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490" name="Google Shape;10490;p1353"/>
          <p:cNvSpPr txBox="1"/>
          <p:nvPr>
            <p:ph idx="5" type="subTitle"/>
          </p:nvPr>
        </p:nvSpPr>
        <p:spPr>
          <a:xfrm>
            <a:off x="588187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491" name="Google Shape;10491;p1353"/>
          <p:cNvSpPr txBox="1"/>
          <p:nvPr>
            <p:ph idx="6" type="subTitle"/>
          </p:nvPr>
        </p:nvSpPr>
        <p:spPr>
          <a:xfrm>
            <a:off x="588187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492" name="Google Shape;10492;p1353"/>
          <p:cNvSpPr txBox="1"/>
          <p:nvPr>
            <p:ph idx="7" type="subTitle"/>
          </p:nvPr>
        </p:nvSpPr>
        <p:spPr>
          <a:xfrm>
            <a:off x="2189050"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493" name="Google Shape;10493;p1353"/>
          <p:cNvSpPr txBox="1"/>
          <p:nvPr>
            <p:ph idx="8" type="subTitle"/>
          </p:nvPr>
        </p:nvSpPr>
        <p:spPr>
          <a:xfrm>
            <a:off x="2189050"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494" name="Google Shape;10494;p1353"/>
          <p:cNvSpPr txBox="1"/>
          <p:nvPr>
            <p:ph idx="9" type="subTitle"/>
          </p:nvPr>
        </p:nvSpPr>
        <p:spPr>
          <a:xfrm>
            <a:off x="4650925"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495" name="Google Shape;10495;p1353"/>
          <p:cNvSpPr txBox="1"/>
          <p:nvPr>
            <p:ph idx="13" type="subTitle"/>
          </p:nvPr>
        </p:nvSpPr>
        <p:spPr>
          <a:xfrm>
            <a:off x="4650925"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_1_1_1_1_1_1">
    <p:bg>
      <p:bgPr>
        <a:solidFill>
          <a:schemeClr val="dk1"/>
        </a:solidFill>
      </p:bgPr>
    </p:bg>
    <p:spTree>
      <p:nvGrpSpPr>
        <p:cNvPr id="10496" name="Shape 10496"/>
        <p:cNvGrpSpPr/>
        <p:nvPr/>
      </p:nvGrpSpPr>
      <p:grpSpPr>
        <a:xfrm>
          <a:off x="0" y="0"/>
          <a:ext cx="0" cy="0"/>
          <a:chOff x="0" y="0"/>
          <a:chExt cx="0" cy="0"/>
        </a:xfrm>
      </p:grpSpPr>
      <p:grpSp>
        <p:nvGrpSpPr>
          <p:cNvPr id="10497" name="Google Shape;10497;p1354"/>
          <p:cNvGrpSpPr/>
          <p:nvPr/>
        </p:nvGrpSpPr>
        <p:grpSpPr>
          <a:xfrm>
            <a:off x="713225" y="539500"/>
            <a:ext cx="7717500" cy="4064400"/>
            <a:chOff x="713225" y="539500"/>
            <a:chExt cx="7717500" cy="4064400"/>
          </a:xfrm>
        </p:grpSpPr>
        <p:sp>
          <p:nvSpPr>
            <p:cNvPr id="10498" name="Google Shape;10498;p135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99" name="Google Shape;10499;p135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500" name="Google Shape;10500;p135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501" name="Google Shape;10501;p1354"/>
          <p:cNvSpPr txBox="1"/>
          <p:nvPr>
            <p:ph idx="1" type="subTitle"/>
          </p:nvPr>
        </p:nvSpPr>
        <p:spPr>
          <a:xfrm>
            <a:off x="1134425"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502" name="Google Shape;10502;p1354"/>
          <p:cNvSpPr txBox="1"/>
          <p:nvPr>
            <p:ph idx="2" type="subTitle"/>
          </p:nvPr>
        </p:nvSpPr>
        <p:spPr>
          <a:xfrm>
            <a:off x="113442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503" name="Google Shape;10503;p1354"/>
          <p:cNvSpPr txBox="1"/>
          <p:nvPr>
            <p:ph idx="3" type="subTitle"/>
          </p:nvPr>
        </p:nvSpPr>
        <p:spPr>
          <a:xfrm>
            <a:off x="3495738"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504" name="Google Shape;10504;p1354"/>
          <p:cNvSpPr txBox="1"/>
          <p:nvPr>
            <p:ph idx="4" type="subTitle"/>
          </p:nvPr>
        </p:nvSpPr>
        <p:spPr>
          <a:xfrm>
            <a:off x="3495750"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505" name="Google Shape;10505;p1354"/>
          <p:cNvSpPr txBox="1"/>
          <p:nvPr>
            <p:ph idx="5" type="subTitle"/>
          </p:nvPr>
        </p:nvSpPr>
        <p:spPr>
          <a:xfrm>
            <a:off x="5857051"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506" name="Google Shape;10506;p1354"/>
          <p:cNvSpPr txBox="1"/>
          <p:nvPr>
            <p:ph idx="6" type="subTitle"/>
          </p:nvPr>
        </p:nvSpPr>
        <p:spPr>
          <a:xfrm>
            <a:off x="585707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507" name="Google Shape;10507;p1354"/>
          <p:cNvSpPr txBox="1"/>
          <p:nvPr>
            <p:ph idx="7" type="subTitle"/>
          </p:nvPr>
        </p:nvSpPr>
        <p:spPr>
          <a:xfrm>
            <a:off x="1134425"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508" name="Google Shape;10508;p1354"/>
          <p:cNvSpPr txBox="1"/>
          <p:nvPr>
            <p:ph idx="8" type="subTitle"/>
          </p:nvPr>
        </p:nvSpPr>
        <p:spPr>
          <a:xfrm>
            <a:off x="113442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509" name="Google Shape;10509;p1354"/>
          <p:cNvSpPr txBox="1"/>
          <p:nvPr>
            <p:ph idx="9" type="subTitle"/>
          </p:nvPr>
        </p:nvSpPr>
        <p:spPr>
          <a:xfrm>
            <a:off x="3495738"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510" name="Google Shape;10510;p1354"/>
          <p:cNvSpPr txBox="1"/>
          <p:nvPr>
            <p:ph idx="13" type="subTitle"/>
          </p:nvPr>
        </p:nvSpPr>
        <p:spPr>
          <a:xfrm>
            <a:off x="3495750"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511" name="Google Shape;10511;p1354"/>
          <p:cNvSpPr txBox="1"/>
          <p:nvPr>
            <p:ph idx="14" type="subTitle"/>
          </p:nvPr>
        </p:nvSpPr>
        <p:spPr>
          <a:xfrm>
            <a:off x="5857051"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512" name="Google Shape;10512;p1354"/>
          <p:cNvSpPr txBox="1"/>
          <p:nvPr>
            <p:ph idx="15" type="subTitle"/>
          </p:nvPr>
        </p:nvSpPr>
        <p:spPr>
          <a:xfrm>
            <a:off x="585707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21">
    <p:bg>
      <p:bgPr>
        <a:solidFill>
          <a:schemeClr val="dk1"/>
        </a:solidFill>
      </p:bgPr>
    </p:bg>
    <p:spTree>
      <p:nvGrpSpPr>
        <p:cNvPr id="10513" name="Shape 10513"/>
        <p:cNvGrpSpPr/>
        <p:nvPr/>
      </p:nvGrpSpPr>
      <p:grpSpPr>
        <a:xfrm>
          <a:off x="0" y="0"/>
          <a:ext cx="0" cy="0"/>
          <a:chOff x="0" y="0"/>
          <a:chExt cx="0" cy="0"/>
        </a:xfrm>
      </p:grpSpPr>
      <p:grpSp>
        <p:nvGrpSpPr>
          <p:cNvPr id="10514" name="Google Shape;10514;p1355"/>
          <p:cNvGrpSpPr/>
          <p:nvPr/>
        </p:nvGrpSpPr>
        <p:grpSpPr>
          <a:xfrm>
            <a:off x="713225" y="539500"/>
            <a:ext cx="7717500" cy="4064400"/>
            <a:chOff x="713225" y="539500"/>
            <a:chExt cx="7717500" cy="4064400"/>
          </a:xfrm>
        </p:grpSpPr>
        <p:sp>
          <p:nvSpPr>
            <p:cNvPr id="10515" name="Google Shape;10515;p135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16" name="Google Shape;10516;p135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517" name="Google Shape;10517;p135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518" name="Google Shape;10518;p1355"/>
          <p:cNvSpPr txBox="1"/>
          <p:nvPr>
            <p:ph idx="1" type="subTitle"/>
          </p:nvPr>
        </p:nvSpPr>
        <p:spPr>
          <a:xfrm>
            <a:off x="1059065"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519" name="Google Shape;10519;p1355"/>
          <p:cNvSpPr txBox="1"/>
          <p:nvPr>
            <p:ph idx="2" type="subTitle"/>
          </p:nvPr>
        </p:nvSpPr>
        <p:spPr>
          <a:xfrm>
            <a:off x="1059065"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520" name="Google Shape;10520;p1355"/>
          <p:cNvSpPr txBox="1"/>
          <p:nvPr>
            <p:ph idx="3" type="subTitle"/>
          </p:nvPr>
        </p:nvSpPr>
        <p:spPr>
          <a:xfrm>
            <a:off x="1059052" y="2806879"/>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521" name="Google Shape;10521;p1355"/>
          <p:cNvSpPr txBox="1"/>
          <p:nvPr>
            <p:ph idx="4" type="subTitle"/>
          </p:nvPr>
        </p:nvSpPr>
        <p:spPr>
          <a:xfrm>
            <a:off x="1059070" y="2454554"/>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522" name="Google Shape;10522;p1355"/>
          <p:cNvSpPr txBox="1"/>
          <p:nvPr>
            <p:ph idx="5" type="subTitle"/>
          </p:nvPr>
        </p:nvSpPr>
        <p:spPr>
          <a:xfrm>
            <a:off x="5042599"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523" name="Google Shape;10523;p1355"/>
          <p:cNvSpPr txBox="1"/>
          <p:nvPr>
            <p:ph idx="6" type="subTitle"/>
          </p:nvPr>
        </p:nvSpPr>
        <p:spPr>
          <a:xfrm>
            <a:off x="5042634"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524" name="Google Shape;10524;p1355"/>
          <p:cNvSpPr txBox="1"/>
          <p:nvPr>
            <p:ph idx="7" type="subTitle"/>
          </p:nvPr>
        </p:nvSpPr>
        <p:spPr>
          <a:xfrm>
            <a:off x="1059065"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525" name="Google Shape;10525;p1355"/>
          <p:cNvSpPr txBox="1"/>
          <p:nvPr>
            <p:ph idx="8" type="subTitle"/>
          </p:nvPr>
        </p:nvSpPr>
        <p:spPr>
          <a:xfrm>
            <a:off x="1059065"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526" name="Google Shape;10526;p1355"/>
          <p:cNvSpPr txBox="1"/>
          <p:nvPr>
            <p:ph idx="9" type="subTitle"/>
          </p:nvPr>
        </p:nvSpPr>
        <p:spPr>
          <a:xfrm>
            <a:off x="5042630" y="2806867"/>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527" name="Google Shape;10527;p1355"/>
          <p:cNvSpPr txBox="1"/>
          <p:nvPr>
            <p:ph idx="13" type="subTitle"/>
          </p:nvPr>
        </p:nvSpPr>
        <p:spPr>
          <a:xfrm>
            <a:off x="5042648" y="24545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528" name="Google Shape;10528;p1355"/>
          <p:cNvSpPr txBox="1"/>
          <p:nvPr>
            <p:ph idx="14" type="subTitle"/>
          </p:nvPr>
        </p:nvSpPr>
        <p:spPr>
          <a:xfrm>
            <a:off x="5042599"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529" name="Google Shape;10529;p1355"/>
          <p:cNvSpPr txBox="1"/>
          <p:nvPr>
            <p:ph idx="15" type="subTitle"/>
          </p:nvPr>
        </p:nvSpPr>
        <p:spPr>
          <a:xfrm>
            <a:off x="5042634"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_1_1_1_1_1">
    <p:bg>
      <p:bgPr>
        <a:solidFill>
          <a:schemeClr val="dk1"/>
        </a:solidFill>
      </p:bgPr>
    </p:bg>
    <p:spTree>
      <p:nvGrpSpPr>
        <p:cNvPr id="10530" name="Shape 10530"/>
        <p:cNvGrpSpPr/>
        <p:nvPr/>
      </p:nvGrpSpPr>
      <p:grpSpPr>
        <a:xfrm>
          <a:off x="0" y="0"/>
          <a:ext cx="0" cy="0"/>
          <a:chOff x="0" y="0"/>
          <a:chExt cx="0" cy="0"/>
        </a:xfrm>
      </p:grpSpPr>
      <p:grpSp>
        <p:nvGrpSpPr>
          <p:cNvPr id="10531" name="Google Shape;10531;p1356"/>
          <p:cNvGrpSpPr/>
          <p:nvPr/>
        </p:nvGrpSpPr>
        <p:grpSpPr>
          <a:xfrm>
            <a:off x="713225" y="539500"/>
            <a:ext cx="7717500" cy="4064400"/>
            <a:chOff x="713225" y="539500"/>
            <a:chExt cx="7717500" cy="4064400"/>
          </a:xfrm>
        </p:grpSpPr>
        <p:sp>
          <p:nvSpPr>
            <p:cNvPr id="10532" name="Google Shape;10532;p135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33" name="Google Shape;10533;p1356"/>
            <p:cNvCxnSpPr/>
            <p:nvPr/>
          </p:nvCxnSpPr>
          <p:spPr>
            <a:xfrm>
              <a:off x="734825" y="1483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534" name="Google Shape;10534;p1356"/>
          <p:cNvSpPr txBox="1"/>
          <p:nvPr>
            <p:ph type="title"/>
          </p:nvPr>
        </p:nvSpPr>
        <p:spPr>
          <a:xfrm>
            <a:off x="3607800" y="539500"/>
            <a:ext cx="4519200" cy="939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r">
              <a:spcBef>
                <a:spcPts val="0"/>
              </a:spcBef>
              <a:spcAft>
                <a:spcPts val="0"/>
              </a:spcAft>
              <a:buClr>
                <a:schemeClr val="lt1"/>
              </a:buClr>
              <a:buSzPts val="4800"/>
              <a:buNone/>
              <a:defRPr sz="4800">
                <a:solidFill>
                  <a:schemeClr val="lt1"/>
                </a:solidFill>
              </a:defRPr>
            </a:lvl2pPr>
            <a:lvl3pPr lvl="2" algn="r">
              <a:spcBef>
                <a:spcPts val="0"/>
              </a:spcBef>
              <a:spcAft>
                <a:spcPts val="0"/>
              </a:spcAft>
              <a:buClr>
                <a:schemeClr val="lt1"/>
              </a:buClr>
              <a:buSzPts val="4800"/>
              <a:buNone/>
              <a:defRPr sz="4800">
                <a:solidFill>
                  <a:schemeClr val="lt1"/>
                </a:solidFill>
              </a:defRPr>
            </a:lvl3pPr>
            <a:lvl4pPr lvl="3" algn="r">
              <a:spcBef>
                <a:spcPts val="0"/>
              </a:spcBef>
              <a:spcAft>
                <a:spcPts val="0"/>
              </a:spcAft>
              <a:buClr>
                <a:schemeClr val="lt1"/>
              </a:buClr>
              <a:buSzPts val="4800"/>
              <a:buNone/>
              <a:defRPr sz="4800">
                <a:solidFill>
                  <a:schemeClr val="lt1"/>
                </a:solidFill>
              </a:defRPr>
            </a:lvl4pPr>
            <a:lvl5pPr lvl="4" algn="r">
              <a:spcBef>
                <a:spcPts val="0"/>
              </a:spcBef>
              <a:spcAft>
                <a:spcPts val="0"/>
              </a:spcAft>
              <a:buClr>
                <a:schemeClr val="lt1"/>
              </a:buClr>
              <a:buSzPts val="4800"/>
              <a:buNone/>
              <a:defRPr sz="4800">
                <a:solidFill>
                  <a:schemeClr val="lt1"/>
                </a:solidFill>
              </a:defRPr>
            </a:lvl5pPr>
            <a:lvl6pPr lvl="5" algn="r">
              <a:spcBef>
                <a:spcPts val="0"/>
              </a:spcBef>
              <a:spcAft>
                <a:spcPts val="0"/>
              </a:spcAft>
              <a:buClr>
                <a:schemeClr val="lt1"/>
              </a:buClr>
              <a:buSzPts val="4800"/>
              <a:buNone/>
              <a:defRPr sz="4800">
                <a:solidFill>
                  <a:schemeClr val="lt1"/>
                </a:solidFill>
              </a:defRPr>
            </a:lvl6pPr>
            <a:lvl7pPr lvl="6" algn="r">
              <a:spcBef>
                <a:spcPts val="0"/>
              </a:spcBef>
              <a:spcAft>
                <a:spcPts val="0"/>
              </a:spcAft>
              <a:buClr>
                <a:schemeClr val="lt1"/>
              </a:buClr>
              <a:buSzPts val="4800"/>
              <a:buNone/>
              <a:defRPr sz="4800">
                <a:solidFill>
                  <a:schemeClr val="lt1"/>
                </a:solidFill>
              </a:defRPr>
            </a:lvl7pPr>
            <a:lvl8pPr lvl="7" algn="r">
              <a:spcBef>
                <a:spcPts val="0"/>
              </a:spcBef>
              <a:spcAft>
                <a:spcPts val="0"/>
              </a:spcAft>
              <a:buClr>
                <a:schemeClr val="lt1"/>
              </a:buClr>
              <a:buSzPts val="4800"/>
              <a:buNone/>
              <a:defRPr sz="4800">
                <a:solidFill>
                  <a:schemeClr val="lt1"/>
                </a:solidFill>
              </a:defRPr>
            </a:lvl8pPr>
            <a:lvl9pPr lvl="8" algn="r">
              <a:spcBef>
                <a:spcPts val="0"/>
              </a:spcBef>
              <a:spcAft>
                <a:spcPts val="0"/>
              </a:spcAft>
              <a:buClr>
                <a:schemeClr val="lt1"/>
              </a:buClr>
              <a:buSzPts val="4800"/>
              <a:buNone/>
              <a:defRPr sz="4800">
                <a:solidFill>
                  <a:schemeClr val="lt1"/>
                </a:solidFill>
              </a:defRPr>
            </a:lvl9pPr>
          </a:lstStyle>
          <a:p/>
        </p:txBody>
      </p:sp>
      <p:sp>
        <p:nvSpPr>
          <p:cNvPr id="10535" name="Google Shape;10535;p1356"/>
          <p:cNvSpPr txBox="1"/>
          <p:nvPr>
            <p:ph idx="1" type="subTitle"/>
          </p:nvPr>
        </p:nvSpPr>
        <p:spPr>
          <a:xfrm>
            <a:off x="3607800" y="2278000"/>
            <a:ext cx="4519200" cy="744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r">
              <a:lnSpc>
                <a:spcPct val="100000"/>
              </a:lnSpc>
              <a:spcBef>
                <a:spcPts val="0"/>
              </a:spcBef>
              <a:spcAft>
                <a:spcPts val="0"/>
              </a:spcAft>
              <a:buClr>
                <a:schemeClr val="lt1"/>
              </a:buClr>
              <a:buSzPts val="2800"/>
              <a:buNone/>
              <a:defRPr sz="2800">
                <a:solidFill>
                  <a:schemeClr val="lt1"/>
                </a:solidFill>
              </a:defRPr>
            </a:lvl2pPr>
            <a:lvl3pPr lvl="2" algn="r">
              <a:lnSpc>
                <a:spcPct val="100000"/>
              </a:lnSpc>
              <a:spcBef>
                <a:spcPts val="0"/>
              </a:spcBef>
              <a:spcAft>
                <a:spcPts val="0"/>
              </a:spcAft>
              <a:buClr>
                <a:schemeClr val="lt1"/>
              </a:buClr>
              <a:buSzPts val="2800"/>
              <a:buNone/>
              <a:defRPr sz="2800">
                <a:solidFill>
                  <a:schemeClr val="lt1"/>
                </a:solidFill>
              </a:defRPr>
            </a:lvl3pPr>
            <a:lvl4pPr lvl="3" algn="r">
              <a:lnSpc>
                <a:spcPct val="100000"/>
              </a:lnSpc>
              <a:spcBef>
                <a:spcPts val="0"/>
              </a:spcBef>
              <a:spcAft>
                <a:spcPts val="0"/>
              </a:spcAft>
              <a:buClr>
                <a:schemeClr val="lt1"/>
              </a:buClr>
              <a:buSzPts val="2800"/>
              <a:buNone/>
              <a:defRPr sz="2800">
                <a:solidFill>
                  <a:schemeClr val="lt1"/>
                </a:solidFill>
              </a:defRPr>
            </a:lvl4pPr>
            <a:lvl5pPr lvl="4" algn="r">
              <a:lnSpc>
                <a:spcPct val="100000"/>
              </a:lnSpc>
              <a:spcBef>
                <a:spcPts val="0"/>
              </a:spcBef>
              <a:spcAft>
                <a:spcPts val="0"/>
              </a:spcAft>
              <a:buClr>
                <a:schemeClr val="lt1"/>
              </a:buClr>
              <a:buSzPts val="2800"/>
              <a:buNone/>
              <a:defRPr sz="2800">
                <a:solidFill>
                  <a:schemeClr val="lt1"/>
                </a:solidFill>
              </a:defRPr>
            </a:lvl5pPr>
            <a:lvl6pPr lvl="5" algn="r">
              <a:lnSpc>
                <a:spcPct val="100000"/>
              </a:lnSpc>
              <a:spcBef>
                <a:spcPts val="0"/>
              </a:spcBef>
              <a:spcAft>
                <a:spcPts val="0"/>
              </a:spcAft>
              <a:buClr>
                <a:schemeClr val="lt1"/>
              </a:buClr>
              <a:buSzPts val="2800"/>
              <a:buNone/>
              <a:defRPr sz="2800">
                <a:solidFill>
                  <a:schemeClr val="lt1"/>
                </a:solidFill>
              </a:defRPr>
            </a:lvl6pPr>
            <a:lvl7pPr lvl="6" algn="r">
              <a:lnSpc>
                <a:spcPct val="100000"/>
              </a:lnSpc>
              <a:spcBef>
                <a:spcPts val="0"/>
              </a:spcBef>
              <a:spcAft>
                <a:spcPts val="0"/>
              </a:spcAft>
              <a:buClr>
                <a:schemeClr val="lt1"/>
              </a:buClr>
              <a:buSzPts val="2800"/>
              <a:buNone/>
              <a:defRPr sz="2800">
                <a:solidFill>
                  <a:schemeClr val="lt1"/>
                </a:solidFill>
              </a:defRPr>
            </a:lvl7pPr>
            <a:lvl8pPr lvl="7"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sp>
        <p:nvSpPr>
          <p:cNvPr id="10536" name="Google Shape;10536;p1356"/>
          <p:cNvSpPr txBox="1"/>
          <p:nvPr>
            <p:ph idx="2" type="subTitle"/>
          </p:nvPr>
        </p:nvSpPr>
        <p:spPr>
          <a:xfrm>
            <a:off x="3607800" y="1769750"/>
            <a:ext cx="4519200" cy="510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0537" name="Google Shape;10537;p1356"/>
          <p:cNvSpPr txBox="1"/>
          <p:nvPr/>
        </p:nvSpPr>
        <p:spPr>
          <a:xfrm>
            <a:off x="3508050" y="3477600"/>
            <a:ext cx="4718700" cy="554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Roboto"/>
                <a:ea typeface="Roboto"/>
                <a:cs typeface="Roboto"/>
                <a:sym typeface="Roboto"/>
              </a:rPr>
              <a:t>CREDITS:</a:t>
            </a:r>
            <a:r>
              <a:rPr lang="en" sz="1200">
                <a:solidFill>
                  <a:schemeClr val="lt1"/>
                </a:solidFill>
                <a:latin typeface="Roboto"/>
                <a:ea typeface="Roboto"/>
                <a:cs typeface="Roboto"/>
                <a:sym typeface="Roboto"/>
              </a:rPr>
              <a:t> This presentation template was created by </a:t>
            </a:r>
            <a:r>
              <a:rPr b="1" lang="en" sz="1200">
                <a:solidFill>
                  <a:schemeClr val="accent1"/>
                </a:solidFill>
                <a:uFill>
                  <a:noFill/>
                </a:uFill>
                <a:latin typeface="Roboto"/>
                <a:ea typeface="Roboto"/>
                <a:cs typeface="Roboto"/>
                <a:sym typeface="Roboto"/>
                <a:hlinkClick r:id="rId2">
                  <a:extLst>
                    <a:ext uri="{A12FA001-AC4F-418D-AE19-62706E023703}">
                      <ahyp:hlinkClr val="tx"/>
                    </a:ext>
                  </a:extLst>
                </a:hlinkClick>
              </a:rPr>
              <a:t>Slidesgo</a:t>
            </a:r>
            <a:r>
              <a:rPr b="1" lang="en" sz="1200">
                <a:solidFill>
                  <a:schemeClr val="accent6"/>
                </a:solidFill>
                <a:latin typeface="Roboto"/>
                <a:ea typeface="Roboto"/>
                <a:cs typeface="Roboto"/>
                <a:sym typeface="Roboto"/>
              </a:rPr>
              <a:t>,</a:t>
            </a:r>
            <a:r>
              <a:rPr lang="en" sz="1200">
                <a:solidFill>
                  <a:schemeClr val="lt1"/>
                </a:solidFill>
                <a:latin typeface="Roboto"/>
                <a:ea typeface="Roboto"/>
                <a:cs typeface="Roboto"/>
                <a:sym typeface="Roboto"/>
              </a:rPr>
              <a:t> including icons by </a:t>
            </a:r>
            <a:r>
              <a:rPr b="1" lang="en" sz="1200">
                <a:solidFill>
                  <a:schemeClr val="accent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1"/>
                </a:solidFill>
                <a:latin typeface="Roboto"/>
                <a:ea typeface="Roboto"/>
                <a:cs typeface="Roboto"/>
                <a:sym typeface="Roboto"/>
              </a:rPr>
              <a:t>, and infographics &amp; images by </a:t>
            </a:r>
            <a:r>
              <a:rPr b="1" lang="en" sz="1200">
                <a:solidFill>
                  <a:schemeClr val="accent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accent1"/>
              </a:solidFill>
              <a:latin typeface="Roboto"/>
              <a:ea typeface="Roboto"/>
              <a:cs typeface="Roboto"/>
              <a:sym typeface="Roboto"/>
            </a:endParaRPr>
          </a:p>
        </p:txBody>
      </p:sp>
    </p:spTree>
  </p:cSld>
  <p:clrMapOvr>
    <a:masterClrMapping/>
  </p:clrMapOvr>
</p:sldLayout>
</file>

<file path=ppt/slideLayouts/slideLayout13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_1_1_1_1_1">
    <p:bg>
      <p:bgPr>
        <a:solidFill>
          <a:schemeClr val="dk1"/>
        </a:solidFill>
      </p:bgPr>
    </p:bg>
    <p:spTree>
      <p:nvGrpSpPr>
        <p:cNvPr id="10538" name="Shape 10538"/>
        <p:cNvGrpSpPr/>
        <p:nvPr/>
      </p:nvGrpSpPr>
      <p:grpSpPr>
        <a:xfrm>
          <a:off x="0" y="0"/>
          <a:ext cx="0" cy="0"/>
          <a:chOff x="0" y="0"/>
          <a:chExt cx="0" cy="0"/>
        </a:xfrm>
      </p:grpSpPr>
      <p:sp>
        <p:nvSpPr>
          <p:cNvPr id="10539" name="Google Shape;10539;p135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_1_1_1_1_1">
    <p:bg>
      <p:bgPr>
        <a:solidFill>
          <a:schemeClr val="dk1"/>
        </a:solidFill>
      </p:bgPr>
    </p:bg>
    <p:spTree>
      <p:nvGrpSpPr>
        <p:cNvPr id="10540" name="Shape 10540"/>
        <p:cNvGrpSpPr/>
        <p:nvPr/>
      </p:nvGrpSpPr>
      <p:grpSpPr>
        <a:xfrm>
          <a:off x="0" y="0"/>
          <a:ext cx="0" cy="0"/>
          <a:chOff x="0" y="0"/>
          <a:chExt cx="0" cy="0"/>
        </a:xfrm>
      </p:grpSpPr>
      <p:grpSp>
        <p:nvGrpSpPr>
          <p:cNvPr id="10541" name="Google Shape;10541;p1358"/>
          <p:cNvGrpSpPr/>
          <p:nvPr/>
        </p:nvGrpSpPr>
        <p:grpSpPr>
          <a:xfrm>
            <a:off x="713225" y="539500"/>
            <a:ext cx="7717500" cy="4064400"/>
            <a:chOff x="713225" y="539500"/>
            <a:chExt cx="7717500" cy="4064400"/>
          </a:xfrm>
        </p:grpSpPr>
        <p:sp>
          <p:nvSpPr>
            <p:cNvPr id="10542" name="Google Shape;10542;p135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43" name="Google Shape;10543;p135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Layouts/slideLayout13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10548" name="Shape 10548"/>
        <p:cNvGrpSpPr/>
        <p:nvPr/>
      </p:nvGrpSpPr>
      <p:grpSpPr>
        <a:xfrm>
          <a:off x="0" y="0"/>
          <a:ext cx="0" cy="0"/>
          <a:chOff x="0" y="0"/>
          <a:chExt cx="0" cy="0"/>
        </a:xfrm>
      </p:grpSpPr>
      <p:sp>
        <p:nvSpPr>
          <p:cNvPr id="10549" name="Google Shape;10549;p136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1360"/>
          <p:cNvSpPr txBox="1"/>
          <p:nvPr>
            <p:ph type="ctrTitle"/>
          </p:nvPr>
        </p:nvSpPr>
        <p:spPr>
          <a:xfrm>
            <a:off x="2048825" y="848600"/>
            <a:ext cx="5046300" cy="10305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10551" name="Google Shape;10551;p1360"/>
          <p:cNvSpPr txBox="1"/>
          <p:nvPr>
            <p:ph idx="1" type="subTitle"/>
          </p:nvPr>
        </p:nvSpPr>
        <p:spPr>
          <a:xfrm>
            <a:off x="2048825" y="3798375"/>
            <a:ext cx="50463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0552" name="Google Shape;10552;p1360"/>
          <p:cNvSpPr txBox="1"/>
          <p:nvPr>
            <p:ph idx="2" type="subTitle"/>
          </p:nvPr>
        </p:nvSpPr>
        <p:spPr>
          <a:xfrm>
            <a:off x="2902475" y="1879100"/>
            <a:ext cx="3339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3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10553" name="Shape 10553"/>
        <p:cNvGrpSpPr/>
        <p:nvPr/>
      </p:nvGrpSpPr>
      <p:grpSpPr>
        <a:xfrm>
          <a:off x="0" y="0"/>
          <a:ext cx="0" cy="0"/>
          <a:chOff x="0" y="0"/>
          <a:chExt cx="0" cy="0"/>
        </a:xfrm>
      </p:grpSpPr>
      <p:sp>
        <p:nvSpPr>
          <p:cNvPr id="10554" name="Google Shape;10554;p136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1361"/>
          <p:cNvSpPr/>
          <p:nvPr/>
        </p:nvSpPr>
        <p:spPr>
          <a:xfrm flipH="1" rot="-5400000">
            <a:off x="-1114550" y="743900"/>
            <a:ext cx="3655500" cy="3655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1361"/>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0557" name="Google Shape;10557;p1361"/>
          <p:cNvSpPr txBox="1"/>
          <p:nvPr>
            <p:ph hasCustomPrompt="1" idx="2" type="title"/>
          </p:nvPr>
        </p:nvSpPr>
        <p:spPr>
          <a:xfrm>
            <a:off x="821288" y="157487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10558" name="Google Shape;10558;p1361"/>
          <p:cNvSpPr txBox="1"/>
          <p:nvPr>
            <p:ph idx="1" type="subTitle"/>
          </p:nvPr>
        </p:nvSpPr>
        <p:spPr>
          <a:xfrm>
            <a:off x="2971613" y="32407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3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10559" name="Shape 10559"/>
        <p:cNvGrpSpPr/>
        <p:nvPr/>
      </p:nvGrpSpPr>
      <p:grpSpPr>
        <a:xfrm>
          <a:off x="0" y="0"/>
          <a:ext cx="0" cy="0"/>
          <a:chOff x="0" y="0"/>
          <a:chExt cx="0" cy="0"/>
        </a:xfrm>
      </p:grpSpPr>
      <p:grpSp>
        <p:nvGrpSpPr>
          <p:cNvPr id="10560" name="Google Shape;10560;p1362"/>
          <p:cNvGrpSpPr/>
          <p:nvPr/>
        </p:nvGrpSpPr>
        <p:grpSpPr>
          <a:xfrm>
            <a:off x="713225" y="539500"/>
            <a:ext cx="7717500" cy="4064400"/>
            <a:chOff x="713225" y="539500"/>
            <a:chExt cx="7717500" cy="4064400"/>
          </a:xfrm>
        </p:grpSpPr>
        <p:cxnSp>
          <p:nvCxnSpPr>
            <p:cNvPr id="10561" name="Google Shape;10561;p136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0562" name="Google Shape;10562;p136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3" name="Google Shape;10563;p136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564" name="Google Shape;10564;p1362"/>
          <p:cNvSpPr txBox="1"/>
          <p:nvPr>
            <p:ph idx="1" type="subTitle"/>
          </p:nvPr>
        </p:nvSpPr>
        <p:spPr>
          <a:xfrm>
            <a:off x="2817300" y="2114400"/>
            <a:ext cx="3509400" cy="1529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6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13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10565" name="Shape 10565"/>
        <p:cNvGrpSpPr/>
        <p:nvPr/>
      </p:nvGrpSpPr>
      <p:grpSpPr>
        <a:xfrm>
          <a:off x="0" y="0"/>
          <a:ext cx="0" cy="0"/>
          <a:chOff x="0" y="0"/>
          <a:chExt cx="0" cy="0"/>
        </a:xfrm>
      </p:grpSpPr>
      <p:grpSp>
        <p:nvGrpSpPr>
          <p:cNvPr id="10566" name="Google Shape;10566;p1363"/>
          <p:cNvGrpSpPr/>
          <p:nvPr/>
        </p:nvGrpSpPr>
        <p:grpSpPr>
          <a:xfrm>
            <a:off x="713225" y="539500"/>
            <a:ext cx="7717500" cy="4064400"/>
            <a:chOff x="713225" y="539500"/>
            <a:chExt cx="7717500" cy="4064400"/>
          </a:xfrm>
        </p:grpSpPr>
        <p:sp>
          <p:nvSpPr>
            <p:cNvPr id="10567" name="Google Shape;10567;p136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68" name="Google Shape;10568;p136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569" name="Google Shape;10569;p136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570" name="Google Shape;10570;p1363"/>
          <p:cNvSpPr txBox="1"/>
          <p:nvPr>
            <p:ph idx="1" type="subTitle"/>
          </p:nvPr>
        </p:nvSpPr>
        <p:spPr>
          <a:xfrm>
            <a:off x="1425525" y="32987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571" name="Google Shape;10571;p1363"/>
          <p:cNvSpPr txBox="1"/>
          <p:nvPr>
            <p:ph idx="2" type="subTitle"/>
          </p:nvPr>
        </p:nvSpPr>
        <p:spPr>
          <a:xfrm>
            <a:off x="1425525" y="2867137"/>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572" name="Google Shape;10572;p1363"/>
          <p:cNvSpPr txBox="1"/>
          <p:nvPr>
            <p:ph idx="3" type="subTitle"/>
          </p:nvPr>
        </p:nvSpPr>
        <p:spPr>
          <a:xfrm>
            <a:off x="5333725" y="3288525"/>
            <a:ext cx="2384700" cy="1014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573" name="Google Shape;10573;p1363"/>
          <p:cNvSpPr txBox="1"/>
          <p:nvPr>
            <p:ph idx="4" type="subTitle"/>
          </p:nvPr>
        </p:nvSpPr>
        <p:spPr>
          <a:xfrm>
            <a:off x="5333725" y="28586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10574" name="Shape 10574"/>
        <p:cNvGrpSpPr/>
        <p:nvPr/>
      </p:nvGrpSpPr>
      <p:grpSpPr>
        <a:xfrm>
          <a:off x="0" y="0"/>
          <a:ext cx="0" cy="0"/>
          <a:chOff x="0" y="0"/>
          <a:chExt cx="0" cy="0"/>
        </a:xfrm>
      </p:grpSpPr>
      <p:grpSp>
        <p:nvGrpSpPr>
          <p:cNvPr id="10575" name="Google Shape;10575;p1364"/>
          <p:cNvGrpSpPr/>
          <p:nvPr/>
        </p:nvGrpSpPr>
        <p:grpSpPr>
          <a:xfrm>
            <a:off x="713225" y="539500"/>
            <a:ext cx="7717500" cy="4064400"/>
            <a:chOff x="713225" y="539500"/>
            <a:chExt cx="7717500" cy="4064400"/>
          </a:xfrm>
        </p:grpSpPr>
        <p:sp>
          <p:nvSpPr>
            <p:cNvPr id="10576" name="Google Shape;10576;p136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77" name="Google Shape;10577;p136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578" name="Google Shape;10578;p136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3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10579" name="Shape 10579"/>
        <p:cNvGrpSpPr/>
        <p:nvPr/>
      </p:nvGrpSpPr>
      <p:grpSpPr>
        <a:xfrm>
          <a:off x="0" y="0"/>
          <a:ext cx="0" cy="0"/>
          <a:chOff x="0" y="0"/>
          <a:chExt cx="0" cy="0"/>
        </a:xfrm>
      </p:grpSpPr>
      <p:grpSp>
        <p:nvGrpSpPr>
          <p:cNvPr id="10580" name="Google Shape;10580;p1365"/>
          <p:cNvGrpSpPr/>
          <p:nvPr/>
        </p:nvGrpSpPr>
        <p:grpSpPr>
          <a:xfrm>
            <a:off x="713225" y="539500"/>
            <a:ext cx="7717500" cy="4064400"/>
            <a:chOff x="713225" y="539500"/>
            <a:chExt cx="7717500" cy="4064400"/>
          </a:xfrm>
        </p:grpSpPr>
        <p:cxnSp>
          <p:nvCxnSpPr>
            <p:cNvPr id="10581" name="Google Shape;10581;p136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0582" name="Google Shape;10582;p136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3" name="Google Shape;10583;p136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584" name="Google Shape;10584;p1365"/>
          <p:cNvSpPr txBox="1"/>
          <p:nvPr>
            <p:ph idx="1" type="subTitle"/>
          </p:nvPr>
        </p:nvSpPr>
        <p:spPr>
          <a:xfrm>
            <a:off x="2105700" y="1543900"/>
            <a:ext cx="4932600" cy="2550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800"/>
              <a:buChar char="●"/>
              <a:defRPr sz="1600">
                <a:solidFill>
                  <a:schemeClr val="lt1"/>
                </a:solidFill>
              </a:defRPr>
            </a:lvl1pPr>
            <a:lvl2pPr lvl="1">
              <a:lnSpc>
                <a:spcPct val="100000"/>
              </a:lnSpc>
              <a:spcBef>
                <a:spcPts val="0"/>
              </a:spcBef>
              <a:spcAft>
                <a:spcPts val="0"/>
              </a:spcAft>
              <a:buClr>
                <a:schemeClr val="lt1"/>
              </a:buClr>
              <a:buSzPts val="2800"/>
              <a:buChar char="○"/>
              <a:defRPr sz="2800">
                <a:solidFill>
                  <a:schemeClr val="lt1"/>
                </a:solidFill>
              </a:defRPr>
            </a:lvl2pPr>
            <a:lvl3pPr lvl="2">
              <a:lnSpc>
                <a:spcPct val="100000"/>
              </a:lnSpc>
              <a:spcBef>
                <a:spcPts val="0"/>
              </a:spcBef>
              <a:spcAft>
                <a:spcPts val="0"/>
              </a:spcAft>
              <a:buClr>
                <a:schemeClr val="lt1"/>
              </a:buClr>
              <a:buSzPts val="2800"/>
              <a:buChar char="■"/>
              <a:defRPr sz="2800">
                <a:solidFill>
                  <a:schemeClr val="lt1"/>
                </a:solidFill>
              </a:defRPr>
            </a:lvl3pPr>
            <a:lvl4pPr lvl="3">
              <a:lnSpc>
                <a:spcPct val="100000"/>
              </a:lnSpc>
              <a:spcBef>
                <a:spcPts val="0"/>
              </a:spcBef>
              <a:spcAft>
                <a:spcPts val="0"/>
              </a:spcAft>
              <a:buClr>
                <a:schemeClr val="lt1"/>
              </a:buClr>
              <a:buSzPts val="2800"/>
              <a:buChar char="●"/>
              <a:defRPr sz="2800">
                <a:solidFill>
                  <a:schemeClr val="lt1"/>
                </a:solidFill>
              </a:defRPr>
            </a:lvl4pPr>
            <a:lvl5pPr lvl="4">
              <a:lnSpc>
                <a:spcPct val="100000"/>
              </a:lnSpc>
              <a:spcBef>
                <a:spcPts val="0"/>
              </a:spcBef>
              <a:spcAft>
                <a:spcPts val="0"/>
              </a:spcAft>
              <a:buClr>
                <a:schemeClr val="lt1"/>
              </a:buClr>
              <a:buSzPts val="2800"/>
              <a:buChar char="○"/>
              <a:defRPr sz="2800">
                <a:solidFill>
                  <a:schemeClr val="lt1"/>
                </a:solidFill>
              </a:defRPr>
            </a:lvl5pPr>
            <a:lvl6pPr lvl="5">
              <a:lnSpc>
                <a:spcPct val="100000"/>
              </a:lnSpc>
              <a:spcBef>
                <a:spcPts val="0"/>
              </a:spcBef>
              <a:spcAft>
                <a:spcPts val="0"/>
              </a:spcAft>
              <a:buClr>
                <a:schemeClr val="lt1"/>
              </a:buClr>
              <a:buSzPts val="2800"/>
              <a:buChar char="■"/>
              <a:defRPr sz="2800">
                <a:solidFill>
                  <a:schemeClr val="lt1"/>
                </a:solidFill>
              </a:defRPr>
            </a:lvl6pPr>
            <a:lvl7pPr lvl="6">
              <a:lnSpc>
                <a:spcPct val="100000"/>
              </a:lnSpc>
              <a:spcBef>
                <a:spcPts val="0"/>
              </a:spcBef>
              <a:spcAft>
                <a:spcPts val="0"/>
              </a:spcAft>
              <a:buClr>
                <a:schemeClr val="lt1"/>
              </a:buClr>
              <a:buSzPts val="2800"/>
              <a:buChar char="●"/>
              <a:defRPr sz="2800">
                <a:solidFill>
                  <a:schemeClr val="lt1"/>
                </a:solidFill>
              </a:defRPr>
            </a:lvl7pPr>
            <a:lvl8pPr lvl="7">
              <a:lnSpc>
                <a:spcPct val="100000"/>
              </a:lnSpc>
              <a:spcBef>
                <a:spcPts val="0"/>
              </a:spcBef>
              <a:spcAft>
                <a:spcPts val="0"/>
              </a:spcAft>
              <a:buClr>
                <a:schemeClr val="lt1"/>
              </a:buClr>
              <a:buSzPts val="2800"/>
              <a:buChar char="○"/>
              <a:defRPr sz="2800">
                <a:solidFill>
                  <a:schemeClr val="lt1"/>
                </a:solidFill>
              </a:defRPr>
            </a:lvl8pPr>
            <a:lvl9pPr lvl="8">
              <a:lnSpc>
                <a:spcPct val="100000"/>
              </a:lnSpc>
              <a:spcBef>
                <a:spcPts val="0"/>
              </a:spcBef>
              <a:spcAft>
                <a:spcPts val="0"/>
              </a:spcAft>
              <a:buClr>
                <a:schemeClr val="lt1"/>
              </a:buClr>
              <a:buSzPts val="2800"/>
              <a:buChar char="■"/>
              <a:defRPr sz="2800">
                <a:solidFill>
                  <a:schemeClr val="lt1"/>
                </a:solidFill>
              </a:defRPr>
            </a:lvl9pPr>
          </a:lstStyle>
          <a:p/>
        </p:txBody>
      </p:sp>
    </p:spTree>
  </p:cSld>
  <p:clrMapOvr>
    <a:masterClrMapping/>
  </p:clrMapOvr>
</p:sldLayout>
</file>

<file path=ppt/slideLayouts/slideLayout13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10585" name="Shape 10585"/>
        <p:cNvGrpSpPr/>
        <p:nvPr/>
      </p:nvGrpSpPr>
      <p:grpSpPr>
        <a:xfrm>
          <a:off x="0" y="0"/>
          <a:ext cx="0" cy="0"/>
          <a:chOff x="0" y="0"/>
          <a:chExt cx="0" cy="0"/>
        </a:xfrm>
      </p:grpSpPr>
      <p:sp>
        <p:nvSpPr>
          <p:cNvPr id="10586" name="Google Shape;10586;p136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1366"/>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13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10588" name="Shape 10588"/>
        <p:cNvGrpSpPr/>
        <p:nvPr/>
      </p:nvGrpSpPr>
      <p:grpSpPr>
        <a:xfrm>
          <a:off x="0" y="0"/>
          <a:ext cx="0" cy="0"/>
          <a:chOff x="0" y="0"/>
          <a:chExt cx="0" cy="0"/>
        </a:xfrm>
      </p:grpSpPr>
      <p:grpSp>
        <p:nvGrpSpPr>
          <p:cNvPr id="10589" name="Google Shape;10589;p1367"/>
          <p:cNvGrpSpPr/>
          <p:nvPr/>
        </p:nvGrpSpPr>
        <p:grpSpPr>
          <a:xfrm>
            <a:off x="713225" y="539500"/>
            <a:ext cx="7717500" cy="4064400"/>
            <a:chOff x="713225" y="539500"/>
            <a:chExt cx="7717500" cy="4064400"/>
          </a:xfrm>
        </p:grpSpPr>
        <p:cxnSp>
          <p:nvCxnSpPr>
            <p:cNvPr id="10590" name="Google Shape;10590;p136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0591" name="Google Shape;10591;p136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92" name="Google Shape;10592;p1367"/>
            <p:cNvCxnSpPr/>
            <p:nvPr/>
          </p:nvCxnSpPr>
          <p:spPr>
            <a:xfrm rot="10800000">
              <a:off x="4876775" y="1096300"/>
              <a:ext cx="0" cy="3507600"/>
            </a:xfrm>
            <a:prstGeom prst="straightConnector1">
              <a:avLst/>
            </a:prstGeom>
            <a:noFill/>
            <a:ln cap="flat" cmpd="sng" w="38100">
              <a:solidFill>
                <a:schemeClr val="accent1"/>
              </a:solidFill>
              <a:prstDash val="solid"/>
              <a:round/>
              <a:headEnd len="med" w="med" type="none"/>
              <a:tailEnd len="med" w="med" type="none"/>
            </a:ln>
          </p:spPr>
        </p:cxnSp>
      </p:grpSp>
      <p:sp>
        <p:nvSpPr>
          <p:cNvPr id="10593" name="Google Shape;10593;p136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594" name="Google Shape;10594;p1367"/>
          <p:cNvSpPr txBox="1"/>
          <p:nvPr>
            <p:ph idx="1" type="subTitle"/>
          </p:nvPr>
        </p:nvSpPr>
        <p:spPr>
          <a:xfrm>
            <a:off x="1312950" y="2327975"/>
            <a:ext cx="2973000" cy="13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0595" name="Google Shape;10595;p1367"/>
          <p:cNvSpPr txBox="1"/>
          <p:nvPr>
            <p:ph idx="2" type="subTitle"/>
          </p:nvPr>
        </p:nvSpPr>
        <p:spPr>
          <a:xfrm>
            <a:off x="1312950" y="1809275"/>
            <a:ext cx="29730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3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10596" name="Shape 10596"/>
        <p:cNvGrpSpPr/>
        <p:nvPr/>
      </p:nvGrpSpPr>
      <p:grpSpPr>
        <a:xfrm>
          <a:off x="0" y="0"/>
          <a:ext cx="0" cy="0"/>
          <a:chOff x="0" y="0"/>
          <a:chExt cx="0" cy="0"/>
        </a:xfrm>
      </p:grpSpPr>
      <p:sp>
        <p:nvSpPr>
          <p:cNvPr id="10597" name="Google Shape;10597;p1368"/>
          <p:cNvSpPr txBox="1"/>
          <p:nvPr>
            <p:ph type="title"/>
          </p:nvPr>
        </p:nvSpPr>
        <p:spPr>
          <a:xfrm>
            <a:off x="865625" y="3328700"/>
            <a:ext cx="6367800" cy="1427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3600"/>
              <a:buNone/>
              <a:defRPr sz="3600">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13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10598" name="Shape 10598"/>
        <p:cNvGrpSpPr/>
        <p:nvPr/>
      </p:nvGrpSpPr>
      <p:grpSpPr>
        <a:xfrm>
          <a:off x="0" y="0"/>
          <a:ext cx="0" cy="0"/>
          <a:chOff x="0" y="0"/>
          <a:chExt cx="0" cy="0"/>
        </a:xfrm>
      </p:grpSpPr>
      <p:sp>
        <p:nvSpPr>
          <p:cNvPr id="10599" name="Google Shape;10599;p136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1369"/>
          <p:cNvSpPr txBox="1"/>
          <p:nvPr>
            <p:ph hasCustomPrompt="1" type="title"/>
          </p:nvPr>
        </p:nvSpPr>
        <p:spPr>
          <a:xfrm>
            <a:off x="994200" y="1505850"/>
            <a:ext cx="7155600" cy="13323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601" name="Google Shape;10601;p1369"/>
          <p:cNvSpPr txBox="1"/>
          <p:nvPr>
            <p:ph idx="1" type="subTitle"/>
          </p:nvPr>
        </p:nvSpPr>
        <p:spPr>
          <a:xfrm>
            <a:off x="994200" y="2838150"/>
            <a:ext cx="4774200" cy="79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0602" name="Shape 10602"/>
        <p:cNvGrpSpPr/>
        <p:nvPr/>
      </p:nvGrpSpPr>
      <p:grpSpPr>
        <a:xfrm>
          <a:off x="0" y="0"/>
          <a:ext cx="0" cy="0"/>
          <a:chOff x="0" y="0"/>
          <a:chExt cx="0" cy="0"/>
        </a:xfrm>
      </p:grpSpPr>
    </p:spTree>
  </p:cSld>
  <p:clrMapOvr>
    <a:masterClrMapping/>
  </p:clrMapOvr>
</p:sldLayout>
</file>

<file path=ppt/slideLayouts/slideLayout13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otnote 1">
  <p:cSld name="CUSTOM_25">
    <p:bg>
      <p:bgPr>
        <a:solidFill>
          <a:schemeClr val="dk1"/>
        </a:solidFill>
      </p:bgPr>
    </p:bg>
    <p:spTree>
      <p:nvGrpSpPr>
        <p:cNvPr id="10603" name="Shape 10603"/>
        <p:cNvGrpSpPr/>
        <p:nvPr/>
      </p:nvGrpSpPr>
      <p:grpSpPr>
        <a:xfrm>
          <a:off x="0" y="0"/>
          <a:ext cx="0" cy="0"/>
          <a:chOff x="0" y="0"/>
          <a:chExt cx="0" cy="0"/>
        </a:xfrm>
      </p:grpSpPr>
      <p:sp>
        <p:nvSpPr>
          <p:cNvPr id="10604" name="Google Shape;10604;p1371"/>
          <p:cNvSpPr txBox="1"/>
          <p:nvPr>
            <p:ph type="title"/>
          </p:nvPr>
        </p:nvSpPr>
        <p:spPr>
          <a:xfrm>
            <a:off x="713225" y="685625"/>
            <a:ext cx="3048300" cy="20715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13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1"/>
        </a:solidFill>
      </p:bgPr>
    </p:bg>
    <p:spTree>
      <p:nvGrpSpPr>
        <p:cNvPr id="10605" name="Shape 10605"/>
        <p:cNvGrpSpPr/>
        <p:nvPr/>
      </p:nvGrpSpPr>
      <p:grpSpPr>
        <a:xfrm>
          <a:off x="0" y="0"/>
          <a:ext cx="0" cy="0"/>
          <a:chOff x="0" y="0"/>
          <a:chExt cx="0" cy="0"/>
        </a:xfrm>
      </p:grpSpPr>
      <p:grpSp>
        <p:nvGrpSpPr>
          <p:cNvPr id="10606" name="Google Shape;10606;p1372"/>
          <p:cNvGrpSpPr/>
          <p:nvPr/>
        </p:nvGrpSpPr>
        <p:grpSpPr>
          <a:xfrm>
            <a:off x="713200" y="539513"/>
            <a:ext cx="7717600" cy="4064400"/>
            <a:chOff x="713125" y="539500"/>
            <a:chExt cx="7717600" cy="4064400"/>
          </a:xfrm>
        </p:grpSpPr>
        <p:cxnSp>
          <p:nvCxnSpPr>
            <p:cNvPr id="10607" name="Google Shape;10607;p1372"/>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0608" name="Google Shape;10608;p137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09" name="Google Shape;10609;p1372"/>
            <p:cNvCxnSpPr>
              <a:stCxn id="10608" idx="2"/>
            </p:cNvCxnSpPr>
            <p:nvPr/>
          </p:nvCxnSpPr>
          <p:spPr>
            <a:xfrm rot="10800000">
              <a:off x="45719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10610" name="Google Shape;10610;p1372"/>
            <p:cNvCxnSpPr/>
            <p:nvPr/>
          </p:nvCxnSpPr>
          <p:spPr>
            <a:xfrm rot="10800000">
              <a:off x="713125" y="2912025"/>
              <a:ext cx="7709100" cy="0"/>
            </a:xfrm>
            <a:prstGeom prst="straightConnector1">
              <a:avLst/>
            </a:prstGeom>
            <a:noFill/>
            <a:ln cap="flat" cmpd="sng" w="38100">
              <a:solidFill>
                <a:schemeClr val="accent1"/>
              </a:solidFill>
              <a:prstDash val="solid"/>
              <a:round/>
              <a:headEnd len="med" w="med" type="none"/>
              <a:tailEnd len="med" w="med" type="none"/>
            </a:ln>
          </p:spPr>
        </p:cxnSp>
        <p:cxnSp>
          <p:nvCxnSpPr>
            <p:cNvPr id="10611" name="Google Shape;10611;p1372"/>
            <p:cNvCxnSpPr/>
            <p:nvPr/>
          </p:nvCxnSpPr>
          <p:spPr>
            <a:xfrm rot="10800000">
              <a:off x="1760275" y="1254400"/>
              <a:ext cx="0" cy="3349500"/>
            </a:xfrm>
            <a:prstGeom prst="straightConnector1">
              <a:avLst/>
            </a:prstGeom>
            <a:noFill/>
            <a:ln cap="flat" cmpd="sng" w="38100">
              <a:solidFill>
                <a:schemeClr val="accent1"/>
              </a:solidFill>
              <a:prstDash val="solid"/>
              <a:round/>
              <a:headEnd len="med" w="med" type="none"/>
              <a:tailEnd len="med" w="med" type="none"/>
            </a:ln>
          </p:spPr>
        </p:cxnSp>
        <p:cxnSp>
          <p:nvCxnSpPr>
            <p:cNvPr id="10612" name="Google Shape;10612;p1372"/>
            <p:cNvCxnSpPr/>
            <p:nvPr/>
          </p:nvCxnSpPr>
          <p:spPr>
            <a:xfrm rot="10800000">
              <a:off x="7378100" y="1254400"/>
              <a:ext cx="0" cy="3349500"/>
            </a:xfrm>
            <a:prstGeom prst="straightConnector1">
              <a:avLst/>
            </a:prstGeom>
            <a:noFill/>
            <a:ln cap="flat" cmpd="sng" w="38100">
              <a:solidFill>
                <a:schemeClr val="accent1"/>
              </a:solidFill>
              <a:prstDash val="solid"/>
              <a:round/>
              <a:headEnd len="med" w="med" type="none"/>
              <a:tailEnd len="med" w="med" type="none"/>
            </a:ln>
          </p:spPr>
        </p:cxnSp>
      </p:grpSp>
      <p:sp>
        <p:nvSpPr>
          <p:cNvPr id="10613" name="Google Shape;10613;p1372"/>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614" name="Google Shape;10614;p1372"/>
          <p:cNvSpPr txBox="1"/>
          <p:nvPr>
            <p:ph idx="1" type="subTitle"/>
          </p:nvPr>
        </p:nvSpPr>
        <p:spPr>
          <a:xfrm>
            <a:off x="1924988" y="2036825"/>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615" name="Google Shape;10615;p1372"/>
          <p:cNvSpPr txBox="1"/>
          <p:nvPr>
            <p:ph idx="2" type="subTitle"/>
          </p:nvPr>
        </p:nvSpPr>
        <p:spPr>
          <a:xfrm>
            <a:off x="1924988" y="1518125"/>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616" name="Google Shape;10616;p1372"/>
          <p:cNvSpPr txBox="1"/>
          <p:nvPr>
            <p:ph hasCustomPrompt="1" idx="3" type="title"/>
          </p:nvPr>
        </p:nvSpPr>
        <p:spPr>
          <a:xfrm>
            <a:off x="8197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10617" name="Google Shape;10617;p1372"/>
          <p:cNvSpPr txBox="1"/>
          <p:nvPr>
            <p:ph idx="4" type="subTitle"/>
          </p:nvPr>
        </p:nvSpPr>
        <p:spPr>
          <a:xfrm>
            <a:off x="4760188" y="2036825"/>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10618" name="Google Shape;10618;p1372"/>
          <p:cNvSpPr txBox="1"/>
          <p:nvPr>
            <p:ph idx="5" type="subTitle"/>
          </p:nvPr>
        </p:nvSpPr>
        <p:spPr>
          <a:xfrm>
            <a:off x="4760188" y="1518125"/>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0619" name="Google Shape;10619;p1372"/>
          <p:cNvSpPr txBox="1"/>
          <p:nvPr>
            <p:ph hasCustomPrompt="1" idx="6" type="title"/>
          </p:nvPr>
        </p:nvSpPr>
        <p:spPr>
          <a:xfrm>
            <a:off x="7484299" y="181825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10620" name="Google Shape;10620;p1372"/>
          <p:cNvSpPr txBox="1"/>
          <p:nvPr>
            <p:ph idx="7" type="subTitle"/>
          </p:nvPr>
        </p:nvSpPr>
        <p:spPr>
          <a:xfrm>
            <a:off x="1924988" y="3691200"/>
            <a:ext cx="24474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621" name="Google Shape;10621;p1372"/>
          <p:cNvSpPr txBox="1"/>
          <p:nvPr>
            <p:ph idx="8" type="subTitle"/>
          </p:nvPr>
        </p:nvSpPr>
        <p:spPr>
          <a:xfrm>
            <a:off x="1924988" y="3172500"/>
            <a:ext cx="24474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622" name="Google Shape;10622;p1372"/>
          <p:cNvSpPr txBox="1"/>
          <p:nvPr>
            <p:ph hasCustomPrompt="1" idx="9" type="title"/>
          </p:nvPr>
        </p:nvSpPr>
        <p:spPr>
          <a:xfrm>
            <a:off x="819800" y="346450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10623" name="Google Shape;10623;p1372"/>
          <p:cNvSpPr txBox="1"/>
          <p:nvPr>
            <p:ph idx="13" type="subTitle"/>
          </p:nvPr>
        </p:nvSpPr>
        <p:spPr>
          <a:xfrm>
            <a:off x="4760200" y="3673200"/>
            <a:ext cx="24474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10624" name="Google Shape;10624;p1372"/>
          <p:cNvSpPr txBox="1"/>
          <p:nvPr>
            <p:ph idx="14" type="subTitle"/>
          </p:nvPr>
        </p:nvSpPr>
        <p:spPr>
          <a:xfrm>
            <a:off x="4760200" y="3154500"/>
            <a:ext cx="24474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0625" name="Google Shape;10625;p1372"/>
          <p:cNvSpPr txBox="1"/>
          <p:nvPr>
            <p:ph hasCustomPrompt="1" idx="15" type="title"/>
          </p:nvPr>
        </p:nvSpPr>
        <p:spPr>
          <a:xfrm>
            <a:off x="7488624" y="3475788"/>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13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
    <p:bg>
      <p:bgPr>
        <a:solidFill>
          <a:schemeClr val="dk1"/>
        </a:solidFill>
      </p:bgPr>
    </p:bg>
    <p:spTree>
      <p:nvGrpSpPr>
        <p:cNvPr id="10626" name="Shape 10626"/>
        <p:cNvGrpSpPr/>
        <p:nvPr/>
      </p:nvGrpSpPr>
      <p:grpSpPr>
        <a:xfrm>
          <a:off x="0" y="0"/>
          <a:ext cx="0" cy="0"/>
          <a:chOff x="0" y="0"/>
          <a:chExt cx="0" cy="0"/>
        </a:xfrm>
      </p:grpSpPr>
      <p:grpSp>
        <p:nvGrpSpPr>
          <p:cNvPr id="10627" name="Google Shape;10627;p1373"/>
          <p:cNvGrpSpPr/>
          <p:nvPr/>
        </p:nvGrpSpPr>
        <p:grpSpPr>
          <a:xfrm>
            <a:off x="713300" y="539513"/>
            <a:ext cx="7717500" cy="4064400"/>
            <a:chOff x="713225" y="539500"/>
            <a:chExt cx="7717500" cy="4064400"/>
          </a:xfrm>
        </p:grpSpPr>
        <p:cxnSp>
          <p:nvCxnSpPr>
            <p:cNvPr id="10628" name="Google Shape;10628;p1373"/>
            <p:cNvCxnSpPr/>
            <p:nvPr/>
          </p:nvCxnSpPr>
          <p:spPr>
            <a:xfrm>
              <a:off x="734825" y="125447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0629" name="Google Shape;10629;p137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0" name="Google Shape;10630;p1373"/>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631" name="Google Shape;10631;p1373"/>
          <p:cNvSpPr txBox="1"/>
          <p:nvPr>
            <p:ph idx="1" type="subTitle"/>
          </p:nvPr>
        </p:nvSpPr>
        <p:spPr>
          <a:xfrm>
            <a:off x="897170"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632" name="Google Shape;10632;p1373"/>
          <p:cNvSpPr txBox="1"/>
          <p:nvPr>
            <p:ph idx="2" type="subTitle"/>
          </p:nvPr>
        </p:nvSpPr>
        <p:spPr>
          <a:xfrm>
            <a:off x="897170"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633" name="Google Shape;10633;p1373"/>
          <p:cNvSpPr txBox="1"/>
          <p:nvPr>
            <p:ph hasCustomPrompt="1" idx="3" type="title"/>
          </p:nvPr>
        </p:nvSpPr>
        <p:spPr>
          <a:xfrm>
            <a:off x="1261666"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10634" name="Google Shape;10634;p1373"/>
          <p:cNvSpPr txBox="1"/>
          <p:nvPr>
            <p:ph idx="4" type="subTitle"/>
          </p:nvPr>
        </p:nvSpPr>
        <p:spPr>
          <a:xfrm>
            <a:off x="47527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10635" name="Google Shape;10635;p1373"/>
          <p:cNvSpPr txBox="1"/>
          <p:nvPr>
            <p:ph idx="5" type="subTitle"/>
          </p:nvPr>
        </p:nvSpPr>
        <p:spPr>
          <a:xfrm>
            <a:off x="47527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0636" name="Google Shape;10636;p1373"/>
          <p:cNvSpPr txBox="1"/>
          <p:nvPr>
            <p:ph hasCustomPrompt="1" idx="6" type="title"/>
          </p:nvPr>
        </p:nvSpPr>
        <p:spPr>
          <a:xfrm>
            <a:off x="5117252"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
        <p:nvSpPr>
          <p:cNvPr id="10637" name="Google Shape;10637;p1373"/>
          <p:cNvSpPr txBox="1"/>
          <p:nvPr>
            <p:ph idx="7" type="subTitle"/>
          </p:nvPr>
        </p:nvSpPr>
        <p:spPr>
          <a:xfrm>
            <a:off x="2824958"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638" name="Google Shape;10638;p1373"/>
          <p:cNvSpPr txBox="1"/>
          <p:nvPr>
            <p:ph idx="8" type="subTitle"/>
          </p:nvPr>
        </p:nvSpPr>
        <p:spPr>
          <a:xfrm>
            <a:off x="2824958"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639" name="Google Shape;10639;p1373"/>
          <p:cNvSpPr txBox="1"/>
          <p:nvPr>
            <p:ph hasCustomPrompt="1" idx="9" type="title"/>
          </p:nvPr>
        </p:nvSpPr>
        <p:spPr>
          <a:xfrm>
            <a:off x="3189459" y="1975660"/>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a:r>
              <a:t>xx%</a:t>
            </a:r>
          </a:p>
        </p:txBody>
      </p:sp>
      <p:sp>
        <p:nvSpPr>
          <p:cNvPr id="10640" name="Google Shape;10640;p1373"/>
          <p:cNvSpPr txBox="1"/>
          <p:nvPr>
            <p:ph idx="13" type="subTitle"/>
          </p:nvPr>
        </p:nvSpPr>
        <p:spPr>
          <a:xfrm>
            <a:off x="6680545" y="3153085"/>
            <a:ext cx="1562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r">
              <a:lnSpc>
                <a:spcPct val="100000"/>
              </a:lnSpc>
              <a:spcBef>
                <a:spcPts val="0"/>
              </a:spcBef>
              <a:spcAft>
                <a:spcPts val="0"/>
              </a:spcAft>
              <a:buClr>
                <a:schemeClr val="lt1"/>
              </a:buClr>
              <a:buSzPts val="1400"/>
              <a:buNone/>
              <a:defRPr>
                <a:solidFill>
                  <a:schemeClr val="lt1"/>
                </a:solidFill>
              </a:defRPr>
            </a:lvl2pPr>
            <a:lvl3pPr lvl="2" algn="r">
              <a:lnSpc>
                <a:spcPct val="100000"/>
              </a:lnSpc>
              <a:spcBef>
                <a:spcPts val="0"/>
              </a:spcBef>
              <a:spcAft>
                <a:spcPts val="0"/>
              </a:spcAft>
              <a:buClr>
                <a:schemeClr val="lt1"/>
              </a:buClr>
              <a:buSzPts val="1400"/>
              <a:buNone/>
              <a:defRPr>
                <a:solidFill>
                  <a:schemeClr val="lt1"/>
                </a:solidFill>
              </a:defRPr>
            </a:lvl3pPr>
            <a:lvl4pPr lvl="3" algn="r">
              <a:lnSpc>
                <a:spcPct val="100000"/>
              </a:lnSpc>
              <a:spcBef>
                <a:spcPts val="0"/>
              </a:spcBef>
              <a:spcAft>
                <a:spcPts val="0"/>
              </a:spcAft>
              <a:buClr>
                <a:schemeClr val="lt1"/>
              </a:buClr>
              <a:buSzPts val="1400"/>
              <a:buNone/>
              <a:defRPr>
                <a:solidFill>
                  <a:schemeClr val="lt1"/>
                </a:solidFill>
              </a:defRPr>
            </a:lvl4pPr>
            <a:lvl5pPr lvl="4" algn="r">
              <a:lnSpc>
                <a:spcPct val="100000"/>
              </a:lnSpc>
              <a:spcBef>
                <a:spcPts val="0"/>
              </a:spcBef>
              <a:spcAft>
                <a:spcPts val="0"/>
              </a:spcAft>
              <a:buClr>
                <a:schemeClr val="lt1"/>
              </a:buClr>
              <a:buSzPts val="1400"/>
              <a:buNone/>
              <a:defRPr>
                <a:solidFill>
                  <a:schemeClr val="lt1"/>
                </a:solidFill>
              </a:defRPr>
            </a:lvl5pPr>
            <a:lvl6pPr lvl="5" algn="r">
              <a:lnSpc>
                <a:spcPct val="100000"/>
              </a:lnSpc>
              <a:spcBef>
                <a:spcPts val="0"/>
              </a:spcBef>
              <a:spcAft>
                <a:spcPts val="0"/>
              </a:spcAft>
              <a:buClr>
                <a:schemeClr val="lt1"/>
              </a:buClr>
              <a:buSzPts val="1400"/>
              <a:buNone/>
              <a:defRPr>
                <a:solidFill>
                  <a:schemeClr val="lt1"/>
                </a:solidFill>
              </a:defRPr>
            </a:lvl6pPr>
            <a:lvl7pPr lvl="6" algn="r">
              <a:lnSpc>
                <a:spcPct val="100000"/>
              </a:lnSpc>
              <a:spcBef>
                <a:spcPts val="0"/>
              </a:spcBef>
              <a:spcAft>
                <a:spcPts val="0"/>
              </a:spcAft>
              <a:buClr>
                <a:schemeClr val="lt1"/>
              </a:buClr>
              <a:buSzPts val="1400"/>
              <a:buNone/>
              <a:defRPr>
                <a:solidFill>
                  <a:schemeClr val="lt1"/>
                </a:solidFill>
              </a:defRPr>
            </a:lvl7pPr>
            <a:lvl8pPr lvl="7" algn="r">
              <a:lnSpc>
                <a:spcPct val="100000"/>
              </a:lnSpc>
              <a:spcBef>
                <a:spcPts val="0"/>
              </a:spcBef>
              <a:spcAft>
                <a:spcPts val="0"/>
              </a:spcAft>
              <a:buClr>
                <a:schemeClr val="lt1"/>
              </a:buClr>
              <a:buSzPts val="1400"/>
              <a:buNone/>
              <a:defRPr>
                <a:solidFill>
                  <a:schemeClr val="lt1"/>
                </a:solidFill>
              </a:defRPr>
            </a:lvl8pPr>
            <a:lvl9pPr lvl="8" algn="r">
              <a:lnSpc>
                <a:spcPct val="100000"/>
              </a:lnSpc>
              <a:spcBef>
                <a:spcPts val="0"/>
              </a:spcBef>
              <a:spcAft>
                <a:spcPts val="0"/>
              </a:spcAft>
              <a:buClr>
                <a:schemeClr val="lt1"/>
              </a:buClr>
              <a:buSzPts val="1400"/>
              <a:buNone/>
              <a:defRPr>
                <a:solidFill>
                  <a:schemeClr val="lt1"/>
                </a:solidFill>
              </a:defRPr>
            </a:lvl9pPr>
          </a:lstStyle>
          <a:p/>
        </p:txBody>
      </p:sp>
      <p:sp>
        <p:nvSpPr>
          <p:cNvPr id="10641" name="Google Shape;10641;p1373"/>
          <p:cNvSpPr txBox="1"/>
          <p:nvPr>
            <p:ph idx="14" type="subTitle"/>
          </p:nvPr>
        </p:nvSpPr>
        <p:spPr>
          <a:xfrm>
            <a:off x="6680545" y="2634385"/>
            <a:ext cx="1562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0642" name="Google Shape;10642;p1373"/>
          <p:cNvSpPr txBox="1"/>
          <p:nvPr>
            <p:ph hasCustomPrompt="1" idx="15" type="title"/>
          </p:nvPr>
        </p:nvSpPr>
        <p:spPr>
          <a:xfrm>
            <a:off x="7045045" y="1975647"/>
            <a:ext cx="833400" cy="51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sz="30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a:r>
              <a:t>xx%</a:t>
            </a:r>
          </a:p>
        </p:txBody>
      </p:sp>
    </p:spTree>
  </p:cSld>
  <p:clrMapOvr>
    <a:masterClrMapping/>
  </p:clrMapOvr>
</p:sldLayout>
</file>

<file path=ppt/slideLayouts/slideLayout13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bg>
      <p:bgPr>
        <a:solidFill>
          <a:schemeClr val="dk1"/>
        </a:solidFill>
      </p:bgPr>
    </p:bg>
    <p:spTree>
      <p:nvGrpSpPr>
        <p:cNvPr id="10643" name="Shape 10643"/>
        <p:cNvGrpSpPr/>
        <p:nvPr/>
      </p:nvGrpSpPr>
      <p:grpSpPr>
        <a:xfrm>
          <a:off x="0" y="0"/>
          <a:ext cx="0" cy="0"/>
          <a:chOff x="0" y="0"/>
          <a:chExt cx="0" cy="0"/>
        </a:xfrm>
      </p:grpSpPr>
      <p:sp>
        <p:nvSpPr>
          <p:cNvPr id="10644" name="Google Shape;10644;p137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1374"/>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0646" name="Google Shape;10646;p1374"/>
          <p:cNvSpPr txBox="1"/>
          <p:nvPr>
            <p:ph hasCustomPrompt="1" idx="2" type="title"/>
          </p:nvPr>
        </p:nvSpPr>
        <p:spPr>
          <a:xfrm>
            <a:off x="1131163" y="968025"/>
            <a:ext cx="2150400" cy="1665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10647" name="Google Shape;10647;p1374"/>
          <p:cNvSpPr txBox="1"/>
          <p:nvPr>
            <p:ph idx="1" type="subTitle"/>
          </p:nvPr>
        </p:nvSpPr>
        <p:spPr>
          <a:xfrm>
            <a:off x="1131163" y="3728475"/>
            <a:ext cx="5351100" cy="447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3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
    <p:bg>
      <p:bgPr>
        <a:solidFill>
          <a:schemeClr val="dk1"/>
        </a:solidFill>
      </p:bgPr>
    </p:bg>
    <p:spTree>
      <p:nvGrpSpPr>
        <p:cNvPr id="10648" name="Shape 10648"/>
        <p:cNvGrpSpPr/>
        <p:nvPr/>
      </p:nvGrpSpPr>
      <p:grpSpPr>
        <a:xfrm>
          <a:off x="0" y="0"/>
          <a:ext cx="0" cy="0"/>
          <a:chOff x="0" y="0"/>
          <a:chExt cx="0" cy="0"/>
        </a:xfrm>
      </p:grpSpPr>
      <p:sp>
        <p:nvSpPr>
          <p:cNvPr id="10649" name="Google Shape;10649;p137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1375"/>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0651" name="Google Shape;10651;p1375"/>
          <p:cNvSpPr txBox="1"/>
          <p:nvPr>
            <p:ph hasCustomPrompt="1" idx="2" type="title"/>
          </p:nvPr>
        </p:nvSpPr>
        <p:spPr>
          <a:xfrm>
            <a:off x="3496800" y="894025"/>
            <a:ext cx="2150400" cy="1665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72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a:r>
              <a:t>xx%</a:t>
            </a:r>
          </a:p>
        </p:txBody>
      </p:sp>
      <p:sp>
        <p:nvSpPr>
          <p:cNvPr id="10652" name="Google Shape;10652;p1375"/>
          <p:cNvSpPr txBox="1"/>
          <p:nvPr>
            <p:ph idx="1" type="subTitle"/>
          </p:nvPr>
        </p:nvSpPr>
        <p:spPr>
          <a:xfrm>
            <a:off x="1896450" y="3802475"/>
            <a:ext cx="5351100" cy="447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3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10653" name="Shape 10653"/>
        <p:cNvGrpSpPr/>
        <p:nvPr/>
      </p:nvGrpSpPr>
      <p:grpSpPr>
        <a:xfrm>
          <a:off x="0" y="0"/>
          <a:ext cx="0" cy="0"/>
          <a:chOff x="0" y="0"/>
          <a:chExt cx="0" cy="0"/>
        </a:xfrm>
      </p:grpSpPr>
      <p:sp>
        <p:nvSpPr>
          <p:cNvPr id="10654" name="Google Shape;10654;p137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376"/>
          <p:cNvSpPr txBox="1"/>
          <p:nvPr>
            <p:ph type="title"/>
          </p:nvPr>
        </p:nvSpPr>
        <p:spPr>
          <a:xfrm>
            <a:off x="1952375" y="3189813"/>
            <a:ext cx="4629600" cy="491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656" name="Google Shape;10656;p1376"/>
          <p:cNvSpPr txBox="1"/>
          <p:nvPr>
            <p:ph idx="1" type="subTitle"/>
          </p:nvPr>
        </p:nvSpPr>
        <p:spPr>
          <a:xfrm>
            <a:off x="1952375" y="1995238"/>
            <a:ext cx="4629600" cy="111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13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
    <p:bg>
      <p:bgPr>
        <a:solidFill>
          <a:schemeClr val="dk1"/>
        </a:solidFill>
      </p:bgPr>
    </p:bg>
    <p:spTree>
      <p:nvGrpSpPr>
        <p:cNvPr id="10657" name="Shape 10657"/>
        <p:cNvGrpSpPr/>
        <p:nvPr/>
      </p:nvGrpSpPr>
      <p:grpSpPr>
        <a:xfrm>
          <a:off x="0" y="0"/>
          <a:ext cx="0" cy="0"/>
          <a:chOff x="0" y="0"/>
          <a:chExt cx="0" cy="0"/>
        </a:xfrm>
      </p:grpSpPr>
      <p:sp>
        <p:nvSpPr>
          <p:cNvPr id="10658" name="Google Shape;10658;p1377"/>
          <p:cNvSpPr txBox="1"/>
          <p:nvPr>
            <p:ph type="title"/>
          </p:nvPr>
        </p:nvSpPr>
        <p:spPr>
          <a:xfrm>
            <a:off x="713250" y="5395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atin typeface="Roboto"/>
                <a:ea typeface="Roboto"/>
                <a:cs typeface="Roboto"/>
                <a:sym typeface="Roboto"/>
              </a:defRPr>
            </a:lvl1pPr>
            <a:lvl2pPr lvl="1">
              <a:spcBef>
                <a:spcPts val="0"/>
              </a:spcBef>
              <a:spcAft>
                <a:spcPts val="0"/>
              </a:spcAft>
              <a:buSzPts val="2800"/>
              <a:buNone/>
              <a:defRPr>
                <a:latin typeface="Roboto"/>
                <a:ea typeface="Roboto"/>
                <a:cs typeface="Roboto"/>
                <a:sym typeface="Roboto"/>
              </a:defRPr>
            </a:lvl2pPr>
            <a:lvl3pPr lvl="2">
              <a:spcBef>
                <a:spcPts val="0"/>
              </a:spcBef>
              <a:spcAft>
                <a:spcPts val="0"/>
              </a:spcAft>
              <a:buSzPts val="2800"/>
              <a:buNone/>
              <a:defRPr>
                <a:latin typeface="Roboto"/>
                <a:ea typeface="Roboto"/>
                <a:cs typeface="Roboto"/>
                <a:sym typeface="Roboto"/>
              </a:defRPr>
            </a:lvl3pPr>
            <a:lvl4pPr lvl="3">
              <a:spcBef>
                <a:spcPts val="0"/>
              </a:spcBef>
              <a:spcAft>
                <a:spcPts val="0"/>
              </a:spcAft>
              <a:buSzPts val="2800"/>
              <a:buNone/>
              <a:defRPr>
                <a:latin typeface="Roboto"/>
                <a:ea typeface="Roboto"/>
                <a:cs typeface="Roboto"/>
                <a:sym typeface="Roboto"/>
              </a:defRPr>
            </a:lvl4pPr>
            <a:lvl5pPr lvl="4">
              <a:spcBef>
                <a:spcPts val="0"/>
              </a:spcBef>
              <a:spcAft>
                <a:spcPts val="0"/>
              </a:spcAft>
              <a:buSzPts val="2800"/>
              <a:buNone/>
              <a:defRPr>
                <a:latin typeface="Roboto"/>
                <a:ea typeface="Roboto"/>
                <a:cs typeface="Roboto"/>
                <a:sym typeface="Roboto"/>
              </a:defRPr>
            </a:lvl5pPr>
            <a:lvl6pPr lvl="5">
              <a:spcBef>
                <a:spcPts val="0"/>
              </a:spcBef>
              <a:spcAft>
                <a:spcPts val="0"/>
              </a:spcAft>
              <a:buSzPts val="2800"/>
              <a:buNone/>
              <a:defRPr>
                <a:latin typeface="Roboto"/>
                <a:ea typeface="Roboto"/>
                <a:cs typeface="Roboto"/>
                <a:sym typeface="Roboto"/>
              </a:defRPr>
            </a:lvl6pPr>
            <a:lvl7pPr lvl="6">
              <a:spcBef>
                <a:spcPts val="0"/>
              </a:spcBef>
              <a:spcAft>
                <a:spcPts val="0"/>
              </a:spcAft>
              <a:buSzPts val="2800"/>
              <a:buNone/>
              <a:defRPr>
                <a:latin typeface="Roboto"/>
                <a:ea typeface="Roboto"/>
                <a:cs typeface="Roboto"/>
                <a:sym typeface="Roboto"/>
              </a:defRPr>
            </a:lvl7pPr>
            <a:lvl8pPr lvl="7">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10659" name="Google Shape;10659;p137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1377"/>
          <p:cNvSpPr txBox="1"/>
          <p:nvPr>
            <p:ph idx="2" type="title"/>
          </p:nvPr>
        </p:nvSpPr>
        <p:spPr>
          <a:xfrm>
            <a:off x="3364525" y="3430088"/>
            <a:ext cx="4629600" cy="491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661" name="Google Shape;10661;p1377"/>
          <p:cNvSpPr txBox="1"/>
          <p:nvPr>
            <p:ph idx="1" type="subTitle"/>
          </p:nvPr>
        </p:nvSpPr>
        <p:spPr>
          <a:xfrm>
            <a:off x="3364525" y="2235513"/>
            <a:ext cx="4629600" cy="111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13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0">
    <p:bg>
      <p:bgPr>
        <a:solidFill>
          <a:schemeClr val="dk1"/>
        </a:solidFill>
      </p:bgPr>
    </p:bg>
    <p:spTree>
      <p:nvGrpSpPr>
        <p:cNvPr id="10662" name="Shape 10662"/>
        <p:cNvGrpSpPr/>
        <p:nvPr/>
      </p:nvGrpSpPr>
      <p:grpSpPr>
        <a:xfrm>
          <a:off x="0" y="0"/>
          <a:ext cx="0" cy="0"/>
          <a:chOff x="0" y="0"/>
          <a:chExt cx="0" cy="0"/>
        </a:xfrm>
      </p:grpSpPr>
      <p:sp>
        <p:nvSpPr>
          <p:cNvPr id="10663" name="Google Shape;10663;p137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1378"/>
          <p:cNvSpPr txBox="1"/>
          <p:nvPr>
            <p:ph hasCustomPrompt="1" type="title"/>
          </p:nvPr>
        </p:nvSpPr>
        <p:spPr>
          <a:xfrm>
            <a:off x="2070613" y="1505850"/>
            <a:ext cx="4774200" cy="1332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665" name="Google Shape;10665;p1378"/>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22">
    <p:bg>
      <p:bgPr>
        <a:solidFill>
          <a:schemeClr val="dk1"/>
        </a:solidFill>
      </p:bgPr>
    </p:bg>
    <p:spTree>
      <p:nvGrpSpPr>
        <p:cNvPr id="10666" name="Shape 10666"/>
        <p:cNvGrpSpPr/>
        <p:nvPr/>
      </p:nvGrpSpPr>
      <p:grpSpPr>
        <a:xfrm>
          <a:off x="0" y="0"/>
          <a:ext cx="0" cy="0"/>
          <a:chOff x="0" y="0"/>
          <a:chExt cx="0" cy="0"/>
        </a:xfrm>
      </p:grpSpPr>
      <p:sp>
        <p:nvSpPr>
          <p:cNvPr id="10667" name="Google Shape;10667;p1379"/>
          <p:cNvSpPr txBox="1"/>
          <p:nvPr>
            <p:ph hasCustomPrompt="1" type="title"/>
          </p:nvPr>
        </p:nvSpPr>
        <p:spPr>
          <a:xfrm>
            <a:off x="2337663" y="1768700"/>
            <a:ext cx="2299800" cy="1209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668" name="Google Shape;10668;p1379"/>
          <p:cNvSpPr txBox="1"/>
          <p:nvPr>
            <p:ph idx="1" type="subTitle"/>
          </p:nvPr>
        </p:nvSpPr>
        <p:spPr>
          <a:xfrm>
            <a:off x="4989538" y="1768700"/>
            <a:ext cx="3188400" cy="1209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669" name="Google Shape;10669;p1379"/>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70" name="Google Shape;10670;p1379"/>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0671" name="Google Shape;10671;p1379"/>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3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bg>
      <p:bgPr>
        <a:solidFill>
          <a:schemeClr val="dk1"/>
        </a:solidFill>
      </p:bgPr>
    </p:bg>
    <p:spTree>
      <p:nvGrpSpPr>
        <p:cNvPr id="10672" name="Shape 10672"/>
        <p:cNvGrpSpPr/>
        <p:nvPr/>
      </p:nvGrpSpPr>
      <p:grpSpPr>
        <a:xfrm>
          <a:off x="0" y="0"/>
          <a:ext cx="0" cy="0"/>
          <a:chOff x="0" y="0"/>
          <a:chExt cx="0" cy="0"/>
        </a:xfrm>
      </p:grpSpPr>
      <p:sp>
        <p:nvSpPr>
          <p:cNvPr id="10673" name="Google Shape;10673;p1380"/>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74" name="Google Shape;10674;p1380"/>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0675" name="Google Shape;10675;p138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676" name="Google Shape;10676;p1380"/>
          <p:cNvSpPr txBox="1"/>
          <p:nvPr>
            <p:ph hasCustomPrompt="1" idx="2" type="title"/>
          </p:nvPr>
        </p:nvSpPr>
        <p:spPr>
          <a:xfrm>
            <a:off x="1153250" y="1714350"/>
            <a:ext cx="2299800" cy="103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0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677" name="Google Shape;10677;p1380"/>
          <p:cNvSpPr txBox="1"/>
          <p:nvPr>
            <p:ph idx="1" type="subTitle"/>
          </p:nvPr>
        </p:nvSpPr>
        <p:spPr>
          <a:xfrm>
            <a:off x="1153250" y="2750550"/>
            <a:ext cx="2299800" cy="1058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678" name="Google Shape;10678;p1380"/>
          <p:cNvSpPr txBox="1"/>
          <p:nvPr>
            <p:ph hasCustomPrompt="1" idx="3" type="title"/>
          </p:nvPr>
        </p:nvSpPr>
        <p:spPr>
          <a:xfrm>
            <a:off x="5006988" y="1378188"/>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679" name="Google Shape;10679;p1380"/>
          <p:cNvSpPr txBox="1"/>
          <p:nvPr>
            <p:ph idx="4" type="subTitle"/>
          </p:nvPr>
        </p:nvSpPr>
        <p:spPr>
          <a:xfrm>
            <a:off x="5006988" y="202385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680" name="Google Shape;10680;p1380"/>
          <p:cNvSpPr txBox="1"/>
          <p:nvPr>
            <p:ph hasCustomPrompt="1" idx="5" type="title"/>
          </p:nvPr>
        </p:nvSpPr>
        <p:spPr>
          <a:xfrm>
            <a:off x="5006988" y="3133450"/>
            <a:ext cx="29712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681" name="Google Shape;10681;p1380"/>
          <p:cNvSpPr txBox="1"/>
          <p:nvPr>
            <p:ph idx="6" type="subTitle"/>
          </p:nvPr>
        </p:nvSpPr>
        <p:spPr>
          <a:xfrm>
            <a:off x="5006988" y="3779000"/>
            <a:ext cx="2971200" cy="46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6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3">
    <p:bg>
      <p:bgPr>
        <a:solidFill>
          <a:schemeClr val="dk1"/>
        </a:solidFill>
      </p:bgPr>
    </p:bg>
    <p:spTree>
      <p:nvGrpSpPr>
        <p:cNvPr id="10682" name="Shape 10682"/>
        <p:cNvGrpSpPr/>
        <p:nvPr/>
      </p:nvGrpSpPr>
      <p:grpSpPr>
        <a:xfrm>
          <a:off x="0" y="0"/>
          <a:ext cx="0" cy="0"/>
          <a:chOff x="0" y="0"/>
          <a:chExt cx="0" cy="0"/>
        </a:xfrm>
      </p:grpSpPr>
      <p:sp>
        <p:nvSpPr>
          <p:cNvPr id="10683" name="Google Shape;10683;p1381"/>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84" name="Google Shape;10684;p1381"/>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0685" name="Google Shape;10685;p138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686" name="Google Shape;10686;p1381"/>
          <p:cNvSpPr txBox="1"/>
          <p:nvPr>
            <p:ph hasCustomPrompt="1" idx="2" type="title"/>
          </p:nvPr>
        </p:nvSpPr>
        <p:spPr>
          <a:xfrm>
            <a:off x="1153250"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687" name="Google Shape;10687;p1381"/>
          <p:cNvSpPr txBox="1"/>
          <p:nvPr>
            <p:ph idx="1" type="subTitle"/>
          </p:nvPr>
        </p:nvSpPr>
        <p:spPr>
          <a:xfrm>
            <a:off x="1153250" y="3575299"/>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688" name="Google Shape;10688;p1381"/>
          <p:cNvSpPr txBox="1"/>
          <p:nvPr>
            <p:ph hasCustomPrompt="1" idx="3" type="title"/>
          </p:nvPr>
        </p:nvSpPr>
        <p:spPr>
          <a:xfrm>
            <a:off x="3476088" y="2777249"/>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689" name="Google Shape;10689;p1381"/>
          <p:cNvSpPr txBox="1"/>
          <p:nvPr>
            <p:ph idx="4" type="subTitle"/>
          </p:nvPr>
        </p:nvSpPr>
        <p:spPr>
          <a:xfrm>
            <a:off x="3476100" y="3575295"/>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690" name="Google Shape;10690;p1381"/>
          <p:cNvSpPr txBox="1"/>
          <p:nvPr>
            <p:ph hasCustomPrompt="1" idx="5" type="title"/>
          </p:nvPr>
        </p:nvSpPr>
        <p:spPr>
          <a:xfrm>
            <a:off x="5798944" y="2777254"/>
            <a:ext cx="2191800" cy="64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3600">
                <a:solidFill>
                  <a:schemeClr val="lt1"/>
                </a:solidFill>
              </a:defRPr>
            </a:lvl1pPr>
            <a:lvl2pPr lvl="1" algn="ctr">
              <a:spcBef>
                <a:spcPts val="0"/>
              </a:spcBef>
              <a:spcAft>
                <a:spcPts val="0"/>
              </a:spcAft>
              <a:buClr>
                <a:schemeClr val="lt1"/>
              </a:buClr>
              <a:buSzPts val="7200"/>
              <a:buNone/>
              <a:defRPr sz="7200">
                <a:solidFill>
                  <a:schemeClr val="lt1"/>
                </a:solidFill>
              </a:defRPr>
            </a:lvl2pPr>
            <a:lvl3pPr lvl="2" algn="ctr">
              <a:spcBef>
                <a:spcPts val="0"/>
              </a:spcBef>
              <a:spcAft>
                <a:spcPts val="0"/>
              </a:spcAft>
              <a:buClr>
                <a:schemeClr val="lt1"/>
              </a:buClr>
              <a:buSzPts val="7200"/>
              <a:buNone/>
              <a:defRPr sz="7200">
                <a:solidFill>
                  <a:schemeClr val="lt1"/>
                </a:solidFill>
              </a:defRPr>
            </a:lvl3pPr>
            <a:lvl4pPr lvl="3" algn="ctr">
              <a:spcBef>
                <a:spcPts val="0"/>
              </a:spcBef>
              <a:spcAft>
                <a:spcPts val="0"/>
              </a:spcAft>
              <a:buClr>
                <a:schemeClr val="lt1"/>
              </a:buClr>
              <a:buSzPts val="7200"/>
              <a:buNone/>
              <a:defRPr sz="7200">
                <a:solidFill>
                  <a:schemeClr val="lt1"/>
                </a:solidFill>
              </a:defRPr>
            </a:lvl4pPr>
            <a:lvl5pPr lvl="4" algn="ctr">
              <a:spcBef>
                <a:spcPts val="0"/>
              </a:spcBef>
              <a:spcAft>
                <a:spcPts val="0"/>
              </a:spcAft>
              <a:buClr>
                <a:schemeClr val="lt1"/>
              </a:buClr>
              <a:buSzPts val="7200"/>
              <a:buNone/>
              <a:defRPr sz="7200">
                <a:solidFill>
                  <a:schemeClr val="lt1"/>
                </a:solidFill>
              </a:defRPr>
            </a:lvl5pPr>
            <a:lvl6pPr lvl="5" algn="ctr">
              <a:spcBef>
                <a:spcPts val="0"/>
              </a:spcBef>
              <a:spcAft>
                <a:spcPts val="0"/>
              </a:spcAft>
              <a:buClr>
                <a:schemeClr val="lt1"/>
              </a:buClr>
              <a:buSzPts val="7200"/>
              <a:buNone/>
              <a:defRPr sz="7200">
                <a:solidFill>
                  <a:schemeClr val="lt1"/>
                </a:solidFill>
              </a:defRPr>
            </a:lvl6pPr>
            <a:lvl7pPr lvl="6" algn="ctr">
              <a:spcBef>
                <a:spcPts val="0"/>
              </a:spcBef>
              <a:spcAft>
                <a:spcPts val="0"/>
              </a:spcAft>
              <a:buClr>
                <a:schemeClr val="lt1"/>
              </a:buClr>
              <a:buSzPts val="7200"/>
              <a:buNone/>
              <a:defRPr sz="7200">
                <a:solidFill>
                  <a:schemeClr val="lt1"/>
                </a:solidFill>
              </a:defRPr>
            </a:lvl7pPr>
            <a:lvl8pPr lvl="7" algn="ctr">
              <a:spcBef>
                <a:spcPts val="0"/>
              </a:spcBef>
              <a:spcAft>
                <a:spcPts val="0"/>
              </a:spcAft>
              <a:buClr>
                <a:schemeClr val="lt1"/>
              </a:buClr>
              <a:buSzPts val="7200"/>
              <a:buNone/>
              <a:defRPr sz="7200">
                <a:solidFill>
                  <a:schemeClr val="lt1"/>
                </a:solidFill>
              </a:defRPr>
            </a:lvl8pPr>
            <a:lvl9pPr lvl="8" algn="ctr">
              <a:spcBef>
                <a:spcPts val="0"/>
              </a:spcBef>
              <a:spcAft>
                <a:spcPts val="0"/>
              </a:spcAft>
              <a:buClr>
                <a:schemeClr val="lt1"/>
              </a:buClr>
              <a:buSzPts val="7200"/>
              <a:buNone/>
              <a:defRPr sz="7200">
                <a:solidFill>
                  <a:schemeClr val="lt1"/>
                </a:solidFill>
              </a:defRPr>
            </a:lvl9pPr>
          </a:lstStyle>
          <a:p>
            <a:r>
              <a:t>xx%</a:t>
            </a:r>
          </a:p>
        </p:txBody>
      </p:sp>
      <p:sp>
        <p:nvSpPr>
          <p:cNvPr id="10691" name="Google Shape;10691;p1381"/>
          <p:cNvSpPr txBox="1"/>
          <p:nvPr>
            <p:ph idx="6" type="subTitle"/>
          </p:nvPr>
        </p:nvSpPr>
        <p:spPr>
          <a:xfrm>
            <a:off x="5798944" y="3575198"/>
            <a:ext cx="2191800" cy="645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_1_1">
    <p:bg>
      <p:bgPr>
        <a:solidFill>
          <a:schemeClr val="dk1"/>
        </a:solidFill>
      </p:bgPr>
    </p:bg>
    <p:spTree>
      <p:nvGrpSpPr>
        <p:cNvPr id="10692" name="Shape 10692"/>
        <p:cNvGrpSpPr/>
        <p:nvPr/>
      </p:nvGrpSpPr>
      <p:grpSpPr>
        <a:xfrm>
          <a:off x="0" y="0"/>
          <a:ext cx="0" cy="0"/>
          <a:chOff x="0" y="0"/>
          <a:chExt cx="0" cy="0"/>
        </a:xfrm>
      </p:grpSpPr>
      <p:grpSp>
        <p:nvGrpSpPr>
          <p:cNvPr id="10693" name="Google Shape;10693;p1382"/>
          <p:cNvGrpSpPr/>
          <p:nvPr/>
        </p:nvGrpSpPr>
        <p:grpSpPr>
          <a:xfrm>
            <a:off x="713225" y="539500"/>
            <a:ext cx="7717500" cy="4064400"/>
            <a:chOff x="713225" y="539500"/>
            <a:chExt cx="7717500" cy="4064400"/>
          </a:xfrm>
        </p:grpSpPr>
        <p:sp>
          <p:nvSpPr>
            <p:cNvPr id="10694" name="Google Shape;10694;p138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95" name="Google Shape;10695;p138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696" name="Google Shape;10696;p138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3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_1">
    <p:bg>
      <p:bgPr>
        <a:solidFill>
          <a:schemeClr val="dk1"/>
        </a:solidFill>
      </p:bgPr>
    </p:bg>
    <p:spTree>
      <p:nvGrpSpPr>
        <p:cNvPr id="10697" name="Shape 10697"/>
        <p:cNvGrpSpPr/>
        <p:nvPr/>
      </p:nvGrpSpPr>
      <p:grpSpPr>
        <a:xfrm>
          <a:off x="0" y="0"/>
          <a:ext cx="0" cy="0"/>
          <a:chOff x="0" y="0"/>
          <a:chExt cx="0" cy="0"/>
        </a:xfrm>
      </p:grpSpPr>
      <p:grpSp>
        <p:nvGrpSpPr>
          <p:cNvPr id="10698" name="Google Shape;10698;p1383"/>
          <p:cNvGrpSpPr/>
          <p:nvPr/>
        </p:nvGrpSpPr>
        <p:grpSpPr>
          <a:xfrm>
            <a:off x="713225" y="539500"/>
            <a:ext cx="7717500" cy="4064400"/>
            <a:chOff x="713225" y="539500"/>
            <a:chExt cx="7717500" cy="4064400"/>
          </a:xfrm>
        </p:grpSpPr>
        <p:sp>
          <p:nvSpPr>
            <p:cNvPr id="10699" name="Google Shape;10699;p138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00" name="Google Shape;10700;p138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701" name="Google Shape;10701;p1383"/>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3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1_1_1">
    <p:bg>
      <p:bgPr>
        <a:solidFill>
          <a:schemeClr val="dk1"/>
        </a:solidFill>
      </p:bgPr>
    </p:bg>
    <p:spTree>
      <p:nvGrpSpPr>
        <p:cNvPr id="10702" name="Shape 10702"/>
        <p:cNvGrpSpPr/>
        <p:nvPr/>
      </p:nvGrpSpPr>
      <p:grpSpPr>
        <a:xfrm>
          <a:off x="0" y="0"/>
          <a:ext cx="0" cy="0"/>
          <a:chOff x="0" y="0"/>
          <a:chExt cx="0" cy="0"/>
        </a:xfrm>
      </p:grpSpPr>
      <p:grpSp>
        <p:nvGrpSpPr>
          <p:cNvPr id="10703" name="Google Shape;10703;p1384"/>
          <p:cNvGrpSpPr/>
          <p:nvPr/>
        </p:nvGrpSpPr>
        <p:grpSpPr>
          <a:xfrm>
            <a:off x="713225" y="539500"/>
            <a:ext cx="7717500" cy="4064400"/>
            <a:chOff x="713225" y="539500"/>
            <a:chExt cx="7717500" cy="4064400"/>
          </a:xfrm>
        </p:grpSpPr>
        <p:sp>
          <p:nvSpPr>
            <p:cNvPr id="10704" name="Google Shape;10704;p138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05" name="Google Shape;10705;p138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706" name="Google Shape;10706;p1384"/>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3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BLANK_1_1_1_1_1_1_3">
    <p:bg>
      <p:bgPr>
        <a:solidFill>
          <a:schemeClr val="dk1"/>
        </a:solidFill>
      </p:bgPr>
    </p:bg>
    <p:spTree>
      <p:nvGrpSpPr>
        <p:cNvPr id="10707" name="Shape 10707"/>
        <p:cNvGrpSpPr/>
        <p:nvPr/>
      </p:nvGrpSpPr>
      <p:grpSpPr>
        <a:xfrm>
          <a:off x="0" y="0"/>
          <a:ext cx="0" cy="0"/>
          <a:chOff x="0" y="0"/>
          <a:chExt cx="0" cy="0"/>
        </a:xfrm>
      </p:grpSpPr>
      <p:grpSp>
        <p:nvGrpSpPr>
          <p:cNvPr id="10708" name="Google Shape;10708;p1385"/>
          <p:cNvGrpSpPr/>
          <p:nvPr/>
        </p:nvGrpSpPr>
        <p:grpSpPr>
          <a:xfrm>
            <a:off x="713225" y="539500"/>
            <a:ext cx="7717500" cy="4064400"/>
            <a:chOff x="713225" y="539500"/>
            <a:chExt cx="7717500" cy="4064400"/>
          </a:xfrm>
        </p:grpSpPr>
        <p:sp>
          <p:nvSpPr>
            <p:cNvPr id="10709" name="Google Shape;10709;p138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10" name="Google Shape;10710;p138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711" name="Google Shape;10711;p1385"/>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3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_1_3_1">
    <p:bg>
      <p:bgPr>
        <a:solidFill>
          <a:schemeClr val="dk1"/>
        </a:solidFill>
      </p:bgPr>
    </p:bg>
    <p:spTree>
      <p:nvGrpSpPr>
        <p:cNvPr id="10712" name="Shape 10712"/>
        <p:cNvGrpSpPr/>
        <p:nvPr/>
      </p:nvGrpSpPr>
      <p:grpSpPr>
        <a:xfrm>
          <a:off x="0" y="0"/>
          <a:ext cx="0" cy="0"/>
          <a:chOff x="0" y="0"/>
          <a:chExt cx="0" cy="0"/>
        </a:xfrm>
      </p:grpSpPr>
      <p:grpSp>
        <p:nvGrpSpPr>
          <p:cNvPr id="10713" name="Google Shape;10713;p1386"/>
          <p:cNvGrpSpPr/>
          <p:nvPr/>
        </p:nvGrpSpPr>
        <p:grpSpPr>
          <a:xfrm>
            <a:off x="713225" y="539500"/>
            <a:ext cx="7717500" cy="4064400"/>
            <a:chOff x="713225" y="539500"/>
            <a:chExt cx="7717500" cy="4064400"/>
          </a:xfrm>
        </p:grpSpPr>
        <p:sp>
          <p:nvSpPr>
            <p:cNvPr id="10714" name="Google Shape;10714;p138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15" name="Google Shape;10715;p138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716" name="Google Shape;10716;p1386"/>
          <p:cNvSpPr txBox="1"/>
          <p:nvPr>
            <p:ph type="title"/>
          </p:nvPr>
        </p:nvSpPr>
        <p:spPr>
          <a:xfrm>
            <a:off x="859050" y="539500"/>
            <a:ext cx="742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lgn="r">
              <a:spcBef>
                <a:spcPts val="0"/>
              </a:spcBef>
              <a:spcAft>
                <a:spcPts val="0"/>
              </a:spcAft>
              <a:buClr>
                <a:schemeClr val="lt1"/>
              </a:buClr>
              <a:buSzPts val="2800"/>
              <a:buNone/>
              <a:defRPr>
                <a:solidFill>
                  <a:schemeClr val="lt1"/>
                </a:solidFill>
              </a:defRPr>
            </a:lvl2pPr>
            <a:lvl3pPr lvl="2" algn="r">
              <a:spcBef>
                <a:spcPts val="0"/>
              </a:spcBef>
              <a:spcAft>
                <a:spcPts val="0"/>
              </a:spcAft>
              <a:buClr>
                <a:schemeClr val="lt1"/>
              </a:buClr>
              <a:buSzPts val="2800"/>
              <a:buNone/>
              <a:defRPr>
                <a:solidFill>
                  <a:schemeClr val="lt1"/>
                </a:solidFill>
              </a:defRPr>
            </a:lvl3pPr>
            <a:lvl4pPr lvl="3" algn="r">
              <a:spcBef>
                <a:spcPts val="0"/>
              </a:spcBef>
              <a:spcAft>
                <a:spcPts val="0"/>
              </a:spcAft>
              <a:buClr>
                <a:schemeClr val="lt1"/>
              </a:buClr>
              <a:buSzPts val="2800"/>
              <a:buNone/>
              <a:defRPr>
                <a:solidFill>
                  <a:schemeClr val="lt1"/>
                </a:solidFill>
              </a:defRPr>
            </a:lvl4pPr>
            <a:lvl5pPr lvl="4" algn="r">
              <a:spcBef>
                <a:spcPts val="0"/>
              </a:spcBef>
              <a:spcAft>
                <a:spcPts val="0"/>
              </a:spcAft>
              <a:buClr>
                <a:schemeClr val="lt1"/>
              </a:buClr>
              <a:buSzPts val="2800"/>
              <a:buNone/>
              <a:defRPr>
                <a:solidFill>
                  <a:schemeClr val="lt1"/>
                </a:solidFill>
              </a:defRPr>
            </a:lvl5pPr>
            <a:lvl6pPr lvl="5" algn="r">
              <a:spcBef>
                <a:spcPts val="0"/>
              </a:spcBef>
              <a:spcAft>
                <a:spcPts val="0"/>
              </a:spcAft>
              <a:buClr>
                <a:schemeClr val="lt1"/>
              </a:buClr>
              <a:buSzPts val="2800"/>
              <a:buNone/>
              <a:defRPr>
                <a:solidFill>
                  <a:schemeClr val="lt1"/>
                </a:solidFill>
              </a:defRPr>
            </a:lvl6pPr>
            <a:lvl7pPr lvl="6" algn="r">
              <a:spcBef>
                <a:spcPts val="0"/>
              </a:spcBef>
              <a:spcAft>
                <a:spcPts val="0"/>
              </a:spcAft>
              <a:buClr>
                <a:schemeClr val="lt1"/>
              </a:buClr>
              <a:buSzPts val="2800"/>
              <a:buNone/>
              <a:defRPr>
                <a:solidFill>
                  <a:schemeClr val="lt1"/>
                </a:solidFill>
              </a:defRPr>
            </a:lvl7pPr>
            <a:lvl8pPr lvl="7" algn="r">
              <a:spcBef>
                <a:spcPts val="0"/>
              </a:spcBef>
              <a:spcAft>
                <a:spcPts val="0"/>
              </a:spcAft>
              <a:buClr>
                <a:schemeClr val="lt1"/>
              </a:buClr>
              <a:buSzPts val="2800"/>
              <a:buNone/>
              <a:defRPr>
                <a:solidFill>
                  <a:schemeClr val="lt1"/>
                </a:solidFill>
              </a:defRPr>
            </a:lvl8pPr>
            <a:lvl9pPr lvl="8" algn="r">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3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0">
    <p:bg>
      <p:bgPr>
        <a:solidFill>
          <a:schemeClr val="dk1"/>
        </a:solidFill>
      </p:bgPr>
    </p:bg>
    <p:spTree>
      <p:nvGrpSpPr>
        <p:cNvPr id="10717" name="Shape 10717"/>
        <p:cNvGrpSpPr/>
        <p:nvPr/>
      </p:nvGrpSpPr>
      <p:grpSpPr>
        <a:xfrm>
          <a:off x="0" y="0"/>
          <a:ext cx="0" cy="0"/>
          <a:chOff x="0" y="0"/>
          <a:chExt cx="0" cy="0"/>
        </a:xfrm>
      </p:grpSpPr>
      <p:sp>
        <p:nvSpPr>
          <p:cNvPr id="10718" name="Google Shape;10718;p138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1387"/>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4800"/>
              <a:buNone/>
              <a:defRPr sz="4800">
                <a:solidFill>
                  <a:schemeClr val="lt1"/>
                </a:solidFill>
              </a:defRPr>
            </a:lvl2pPr>
            <a:lvl3pPr lvl="2" algn="ctr">
              <a:spcBef>
                <a:spcPts val="0"/>
              </a:spcBef>
              <a:spcAft>
                <a:spcPts val="0"/>
              </a:spcAft>
              <a:buClr>
                <a:schemeClr val="lt1"/>
              </a:buClr>
              <a:buSzPts val="4800"/>
              <a:buNone/>
              <a:defRPr sz="4800">
                <a:solidFill>
                  <a:schemeClr val="lt1"/>
                </a:solidFill>
              </a:defRPr>
            </a:lvl3pPr>
            <a:lvl4pPr lvl="3" algn="ctr">
              <a:spcBef>
                <a:spcPts val="0"/>
              </a:spcBef>
              <a:spcAft>
                <a:spcPts val="0"/>
              </a:spcAft>
              <a:buClr>
                <a:schemeClr val="lt1"/>
              </a:buClr>
              <a:buSzPts val="4800"/>
              <a:buNone/>
              <a:defRPr sz="4800">
                <a:solidFill>
                  <a:schemeClr val="lt1"/>
                </a:solidFill>
              </a:defRPr>
            </a:lvl4pPr>
            <a:lvl5pPr lvl="4" algn="ctr">
              <a:spcBef>
                <a:spcPts val="0"/>
              </a:spcBef>
              <a:spcAft>
                <a:spcPts val="0"/>
              </a:spcAft>
              <a:buClr>
                <a:schemeClr val="lt1"/>
              </a:buClr>
              <a:buSzPts val="4800"/>
              <a:buNone/>
              <a:defRPr sz="4800">
                <a:solidFill>
                  <a:schemeClr val="lt1"/>
                </a:solidFill>
              </a:defRPr>
            </a:lvl5pPr>
            <a:lvl6pPr lvl="5" algn="ctr">
              <a:spcBef>
                <a:spcPts val="0"/>
              </a:spcBef>
              <a:spcAft>
                <a:spcPts val="0"/>
              </a:spcAft>
              <a:buClr>
                <a:schemeClr val="lt1"/>
              </a:buClr>
              <a:buSzPts val="4800"/>
              <a:buNone/>
              <a:defRPr sz="4800">
                <a:solidFill>
                  <a:schemeClr val="lt1"/>
                </a:solidFill>
              </a:defRPr>
            </a:lvl6pPr>
            <a:lvl7pPr lvl="6" algn="ctr">
              <a:spcBef>
                <a:spcPts val="0"/>
              </a:spcBef>
              <a:spcAft>
                <a:spcPts val="0"/>
              </a:spcAft>
              <a:buClr>
                <a:schemeClr val="lt1"/>
              </a:buClr>
              <a:buSzPts val="4800"/>
              <a:buNone/>
              <a:defRPr sz="4800">
                <a:solidFill>
                  <a:schemeClr val="lt1"/>
                </a:solidFill>
              </a:defRPr>
            </a:lvl7pPr>
            <a:lvl8pPr lvl="7" algn="ctr">
              <a:spcBef>
                <a:spcPts val="0"/>
              </a:spcBef>
              <a:spcAft>
                <a:spcPts val="0"/>
              </a:spcAft>
              <a:buClr>
                <a:schemeClr val="lt1"/>
              </a:buClr>
              <a:buSzPts val="4800"/>
              <a:buNone/>
              <a:defRPr sz="4800">
                <a:solidFill>
                  <a:schemeClr val="lt1"/>
                </a:solidFill>
              </a:defRPr>
            </a:lvl8pPr>
            <a:lvl9pPr lvl="8" algn="ctr">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13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_1_1_1_2">
    <p:bg>
      <p:bgPr>
        <a:solidFill>
          <a:schemeClr val="dk1"/>
        </a:solidFill>
      </p:bgPr>
    </p:bg>
    <p:spTree>
      <p:nvGrpSpPr>
        <p:cNvPr id="10720" name="Shape 10720"/>
        <p:cNvGrpSpPr/>
        <p:nvPr/>
      </p:nvGrpSpPr>
      <p:grpSpPr>
        <a:xfrm>
          <a:off x="0" y="0"/>
          <a:ext cx="0" cy="0"/>
          <a:chOff x="0" y="0"/>
          <a:chExt cx="0" cy="0"/>
        </a:xfrm>
      </p:grpSpPr>
      <p:sp>
        <p:nvSpPr>
          <p:cNvPr id="10721" name="Google Shape;10721;p1388"/>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1388"/>
          <p:cNvSpPr txBox="1"/>
          <p:nvPr>
            <p:ph type="title"/>
          </p:nvPr>
        </p:nvSpPr>
        <p:spPr>
          <a:xfrm>
            <a:off x="1263200" y="1298488"/>
            <a:ext cx="2732700" cy="1096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10723" name="Google Shape;10723;p1388"/>
          <p:cNvSpPr txBox="1"/>
          <p:nvPr>
            <p:ph idx="1" type="subTitle"/>
          </p:nvPr>
        </p:nvSpPr>
        <p:spPr>
          <a:xfrm>
            <a:off x="1263200" y="2394813"/>
            <a:ext cx="2732700" cy="1541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3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_2_1">
    <p:bg>
      <p:bgPr>
        <a:solidFill>
          <a:schemeClr val="dk1"/>
        </a:solidFill>
      </p:bgPr>
    </p:bg>
    <p:spTree>
      <p:nvGrpSpPr>
        <p:cNvPr id="10724" name="Shape 10724"/>
        <p:cNvGrpSpPr/>
        <p:nvPr/>
      </p:nvGrpSpPr>
      <p:grpSpPr>
        <a:xfrm>
          <a:off x="0" y="0"/>
          <a:ext cx="0" cy="0"/>
          <a:chOff x="0" y="0"/>
          <a:chExt cx="0" cy="0"/>
        </a:xfrm>
      </p:grpSpPr>
      <p:sp>
        <p:nvSpPr>
          <p:cNvPr id="10725" name="Google Shape;10725;p1389"/>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1389"/>
          <p:cNvSpPr txBox="1"/>
          <p:nvPr>
            <p:ph type="title"/>
          </p:nvPr>
        </p:nvSpPr>
        <p:spPr>
          <a:xfrm>
            <a:off x="948875" y="1767400"/>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10727" name="Google Shape;10727;p1389"/>
          <p:cNvSpPr txBox="1"/>
          <p:nvPr>
            <p:ph idx="1" type="subTitle"/>
          </p:nvPr>
        </p:nvSpPr>
        <p:spPr>
          <a:xfrm>
            <a:off x="948875" y="2274200"/>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3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1_1_1_2_1_1_1">
    <p:bg>
      <p:bgPr>
        <a:solidFill>
          <a:schemeClr val="dk1"/>
        </a:solidFill>
      </p:bgPr>
    </p:bg>
    <p:spTree>
      <p:nvGrpSpPr>
        <p:cNvPr id="10728" name="Shape 10728"/>
        <p:cNvGrpSpPr/>
        <p:nvPr/>
      </p:nvGrpSpPr>
      <p:grpSpPr>
        <a:xfrm>
          <a:off x="0" y="0"/>
          <a:ext cx="0" cy="0"/>
          <a:chOff x="0" y="0"/>
          <a:chExt cx="0" cy="0"/>
        </a:xfrm>
      </p:grpSpPr>
      <p:grpSp>
        <p:nvGrpSpPr>
          <p:cNvPr id="10729" name="Google Shape;10729;p1390"/>
          <p:cNvGrpSpPr/>
          <p:nvPr/>
        </p:nvGrpSpPr>
        <p:grpSpPr>
          <a:xfrm>
            <a:off x="713225" y="539500"/>
            <a:ext cx="7717500" cy="4064400"/>
            <a:chOff x="713225" y="539500"/>
            <a:chExt cx="7717500" cy="4064400"/>
          </a:xfrm>
        </p:grpSpPr>
        <p:sp>
          <p:nvSpPr>
            <p:cNvPr id="10730" name="Google Shape;10730;p139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31" name="Google Shape;10731;p139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732" name="Google Shape;10732;p139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733" name="Google Shape;10733;p1390"/>
          <p:cNvSpPr txBox="1"/>
          <p:nvPr>
            <p:ph idx="1" type="subTitle"/>
          </p:nvPr>
        </p:nvSpPr>
        <p:spPr>
          <a:xfrm>
            <a:off x="862402" y="2181950"/>
            <a:ext cx="74778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0734" name="Google Shape;10734;p1390"/>
          <p:cNvSpPr txBox="1"/>
          <p:nvPr>
            <p:ph idx="2" type="subTitle"/>
          </p:nvPr>
        </p:nvSpPr>
        <p:spPr>
          <a:xfrm>
            <a:off x="853775" y="2571350"/>
            <a:ext cx="7477800" cy="1937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10735" name="Google Shape;10735;p1390"/>
          <p:cNvSpPr txBox="1"/>
          <p:nvPr>
            <p:ph idx="3" type="subTitle"/>
          </p:nvPr>
        </p:nvSpPr>
        <p:spPr>
          <a:xfrm>
            <a:off x="821225" y="1404325"/>
            <a:ext cx="76095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Tree>
  </p:cSld>
  <p:clrMapOvr>
    <a:masterClrMapping/>
  </p:clrMapOvr>
</p:sldLayout>
</file>

<file path=ppt/slideLayouts/slideLayout13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bg>
      <p:bgPr>
        <a:solidFill>
          <a:schemeClr val="dk1"/>
        </a:solidFill>
      </p:bgPr>
    </p:bg>
    <p:spTree>
      <p:nvGrpSpPr>
        <p:cNvPr id="10736" name="Shape 10736"/>
        <p:cNvGrpSpPr/>
        <p:nvPr/>
      </p:nvGrpSpPr>
      <p:grpSpPr>
        <a:xfrm>
          <a:off x="0" y="0"/>
          <a:ext cx="0" cy="0"/>
          <a:chOff x="0" y="0"/>
          <a:chExt cx="0" cy="0"/>
        </a:xfrm>
      </p:grpSpPr>
      <p:sp>
        <p:nvSpPr>
          <p:cNvPr id="10737" name="Google Shape;10737;p1391"/>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1391"/>
          <p:cNvSpPr txBox="1"/>
          <p:nvPr>
            <p:ph type="title"/>
          </p:nvPr>
        </p:nvSpPr>
        <p:spPr>
          <a:xfrm>
            <a:off x="4762538" y="1024043"/>
            <a:ext cx="3159900" cy="2028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10739" name="Google Shape;10739;p1391"/>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3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bg>
      <p:bgPr>
        <a:solidFill>
          <a:schemeClr val="dk1"/>
        </a:solidFill>
      </p:bgPr>
    </p:bg>
    <p:spTree>
      <p:nvGrpSpPr>
        <p:cNvPr id="10740" name="Shape 10740"/>
        <p:cNvGrpSpPr/>
        <p:nvPr/>
      </p:nvGrpSpPr>
      <p:grpSpPr>
        <a:xfrm>
          <a:off x="0" y="0"/>
          <a:ext cx="0" cy="0"/>
          <a:chOff x="0" y="0"/>
          <a:chExt cx="0" cy="0"/>
        </a:xfrm>
      </p:grpSpPr>
      <p:sp>
        <p:nvSpPr>
          <p:cNvPr id="10741" name="Google Shape;10741;p1392"/>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1392"/>
          <p:cNvSpPr txBox="1"/>
          <p:nvPr>
            <p:ph type="title"/>
          </p:nvPr>
        </p:nvSpPr>
        <p:spPr>
          <a:xfrm>
            <a:off x="954338" y="1773175"/>
            <a:ext cx="2518200" cy="5070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1800"/>
              <a:buNone/>
              <a:defRPr sz="1800">
                <a:solidFill>
                  <a:schemeClr val="lt1"/>
                </a:solidFill>
              </a:defRPr>
            </a:lvl1pPr>
            <a:lvl2pPr lvl="1">
              <a:spcBef>
                <a:spcPts val="0"/>
              </a:spcBef>
              <a:spcAft>
                <a:spcPts val="0"/>
              </a:spcAft>
              <a:buClr>
                <a:schemeClr val="lt1"/>
              </a:buClr>
              <a:buSzPts val="1800"/>
              <a:buNone/>
              <a:defRPr sz="1800">
                <a:solidFill>
                  <a:schemeClr val="lt1"/>
                </a:solidFill>
              </a:defRPr>
            </a:lvl2pPr>
            <a:lvl3pPr lvl="2">
              <a:spcBef>
                <a:spcPts val="0"/>
              </a:spcBef>
              <a:spcAft>
                <a:spcPts val="0"/>
              </a:spcAft>
              <a:buClr>
                <a:schemeClr val="lt1"/>
              </a:buClr>
              <a:buSzPts val="1800"/>
              <a:buNone/>
              <a:defRPr sz="1800">
                <a:solidFill>
                  <a:schemeClr val="lt1"/>
                </a:solidFill>
              </a:defRPr>
            </a:lvl3pPr>
            <a:lvl4pPr lvl="3">
              <a:spcBef>
                <a:spcPts val="0"/>
              </a:spcBef>
              <a:spcAft>
                <a:spcPts val="0"/>
              </a:spcAft>
              <a:buClr>
                <a:schemeClr val="lt1"/>
              </a:buClr>
              <a:buSzPts val="1800"/>
              <a:buNone/>
              <a:defRPr sz="1800">
                <a:solidFill>
                  <a:schemeClr val="lt1"/>
                </a:solidFill>
              </a:defRPr>
            </a:lvl4pPr>
            <a:lvl5pPr lvl="4">
              <a:spcBef>
                <a:spcPts val="0"/>
              </a:spcBef>
              <a:spcAft>
                <a:spcPts val="0"/>
              </a:spcAft>
              <a:buClr>
                <a:schemeClr val="lt1"/>
              </a:buClr>
              <a:buSzPts val="1800"/>
              <a:buNone/>
              <a:defRPr sz="1800">
                <a:solidFill>
                  <a:schemeClr val="lt1"/>
                </a:solidFill>
              </a:defRPr>
            </a:lvl5pPr>
            <a:lvl6pPr lvl="5">
              <a:spcBef>
                <a:spcPts val="0"/>
              </a:spcBef>
              <a:spcAft>
                <a:spcPts val="0"/>
              </a:spcAft>
              <a:buClr>
                <a:schemeClr val="lt1"/>
              </a:buClr>
              <a:buSzPts val="1800"/>
              <a:buNone/>
              <a:defRPr sz="1800">
                <a:solidFill>
                  <a:schemeClr val="lt1"/>
                </a:solidFill>
              </a:defRPr>
            </a:lvl6pPr>
            <a:lvl7pPr lvl="6">
              <a:spcBef>
                <a:spcPts val="0"/>
              </a:spcBef>
              <a:spcAft>
                <a:spcPts val="0"/>
              </a:spcAft>
              <a:buClr>
                <a:schemeClr val="lt1"/>
              </a:buClr>
              <a:buSzPts val="1800"/>
              <a:buNone/>
              <a:defRPr sz="1800">
                <a:solidFill>
                  <a:schemeClr val="lt1"/>
                </a:solidFill>
              </a:defRPr>
            </a:lvl7pPr>
            <a:lvl8pPr lvl="7">
              <a:spcBef>
                <a:spcPts val="0"/>
              </a:spcBef>
              <a:spcAft>
                <a:spcPts val="0"/>
              </a:spcAft>
              <a:buClr>
                <a:schemeClr val="lt1"/>
              </a:buClr>
              <a:buSzPts val="1800"/>
              <a:buNone/>
              <a:defRPr sz="1800">
                <a:solidFill>
                  <a:schemeClr val="lt1"/>
                </a:solidFill>
              </a:defRPr>
            </a:lvl8pPr>
            <a:lvl9pPr lvl="8">
              <a:spcBef>
                <a:spcPts val="0"/>
              </a:spcBef>
              <a:spcAft>
                <a:spcPts val="0"/>
              </a:spcAft>
              <a:buClr>
                <a:schemeClr val="lt1"/>
              </a:buClr>
              <a:buSzPts val="1800"/>
              <a:buNone/>
              <a:defRPr sz="1800">
                <a:solidFill>
                  <a:schemeClr val="lt1"/>
                </a:solidFill>
              </a:defRPr>
            </a:lvl9pPr>
          </a:lstStyle>
          <a:p/>
        </p:txBody>
      </p:sp>
      <p:sp>
        <p:nvSpPr>
          <p:cNvPr id="10743" name="Google Shape;10743;p1392"/>
          <p:cNvSpPr txBox="1"/>
          <p:nvPr>
            <p:ph idx="1" type="subTitle"/>
          </p:nvPr>
        </p:nvSpPr>
        <p:spPr>
          <a:xfrm>
            <a:off x="954338" y="2279975"/>
            <a:ext cx="2518200" cy="1233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600"/>
              <a:buNone/>
              <a:defRPr sz="1400">
                <a:solidFill>
                  <a:schemeClr val="lt1"/>
                </a:solidFill>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3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
    <p:bg>
      <p:bgPr>
        <a:solidFill>
          <a:schemeClr val="dk1"/>
        </a:solidFill>
      </p:bgPr>
    </p:bg>
    <p:spTree>
      <p:nvGrpSpPr>
        <p:cNvPr id="10744" name="Shape 10744"/>
        <p:cNvGrpSpPr/>
        <p:nvPr/>
      </p:nvGrpSpPr>
      <p:grpSpPr>
        <a:xfrm>
          <a:off x="0" y="0"/>
          <a:ext cx="0" cy="0"/>
          <a:chOff x="0" y="0"/>
          <a:chExt cx="0" cy="0"/>
        </a:xfrm>
      </p:grpSpPr>
      <p:grpSp>
        <p:nvGrpSpPr>
          <p:cNvPr id="10745" name="Google Shape;10745;p1393"/>
          <p:cNvGrpSpPr/>
          <p:nvPr/>
        </p:nvGrpSpPr>
        <p:grpSpPr>
          <a:xfrm>
            <a:off x="713225" y="539500"/>
            <a:ext cx="7717500" cy="4064400"/>
            <a:chOff x="713225" y="539500"/>
            <a:chExt cx="7717500" cy="4064400"/>
          </a:xfrm>
        </p:grpSpPr>
        <p:sp>
          <p:nvSpPr>
            <p:cNvPr id="10746" name="Google Shape;10746;p139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47" name="Google Shape;10747;p139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748" name="Google Shape;10748;p139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749" name="Google Shape;10749;p1393"/>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0750" name="Google Shape;10750;p1393"/>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0751" name="Google Shape;10751;p1393"/>
          <p:cNvSpPr txBox="1"/>
          <p:nvPr>
            <p:ph idx="3" type="subTitle"/>
          </p:nvPr>
        </p:nvSpPr>
        <p:spPr>
          <a:xfrm>
            <a:off x="853775" y="2571192"/>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10752" name="Google Shape;10752;p1393"/>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0753" name="Google Shape;10753;p1393"/>
          <p:cNvSpPr txBox="1"/>
          <p:nvPr>
            <p:ph idx="5" type="subTitle"/>
          </p:nvPr>
        </p:nvSpPr>
        <p:spPr>
          <a:xfrm>
            <a:off x="4615325" y="2570500"/>
            <a:ext cx="3599100" cy="1542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3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1_1_1_1">
    <p:bg>
      <p:bgPr>
        <a:solidFill>
          <a:schemeClr val="dk1"/>
        </a:solidFill>
      </p:bgPr>
    </p:bg>
    <p:spTree>
      <p:nvGrpSpPr>
        <p:cNvPr id="10754" name="Shape 10754"/>
        <p:cNvGrpSpPr/>
        <p:nvPr/>
      </p:nvGrpSpPr>
      <p:grpSpPr>
        <a:xfrm>
          <a:off x="0" y="0"/>
          <a:ext cx="0" cy="0"/>
          <a:chOff x="0" y="0"/>
          <a:chExt cx="0" cy="0"/>
        </a:xfrm>
      </p:grpSpPr>
      <p:grpSp>
        <p:nvGrpSpPr>
          <p:cNvPr id="10755" name="Google Shape;10755;p1394"/>
          <p:cNvGrpSpPr/>
          <p:nvPr/>
        </p:nvGrpSpPr>
        <p:grpSpPr>
          <a:xfrm>
            <a:off x="713225" y="539500"/>
            <a:ext cx="7717500" cy="4064400"/>
            <a:chOff x="713225" y="539500"/>
            <a:chExt cx="7717500" cy="4064400"/>
          </a:xfrm>
        </p:grpSpPr>
        <p:sp>
          <p:nvSpPr>
            <p:cNvPr id="10756" name="Google Shape;10756;p139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57" name="Google Shape;10757;p139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758" name="Google Shape;10758;p139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759" name="Google Shape;10759;p1394"/>
          <p:cNvSpPr txBox="1"/>
          <p:nvPr>
            <p:ph idx="1" type="subTitle"/>
          </p:nvPr>
        </p:nvSpPr>
        <p:spPr>
          <a:xfrm>
            <a:off x="1422663" y="3527586"/>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760" name="Google Shape;10760;p1394"/>
          <p:cNvSpPr txBox="1"/>
          <p:nvPr>
            <p:ph idx="2" type="subTitle"/>
          </p:nvPr>
        </p:nvSpPr>
        <p:spPr>
          <a:xfrm>
            <a:off x="1422663" y="3098062"/>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761" name="Google Shape;10761;p1394"/>
          <p:cNvSpPr txBox="1"/>
          <p:nvPr>
            <p:ph idx="3" type="subTitle"/>
          </p:nvPr>
        </p:nvSpPr>
        <p:spPr>
          <a:xfrm>
            <a:off x="5336638" y="3527925"/>
            <a:ext cx="23847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762" name="Google Shape;10762;p1394"/>
          <p:cNvSpPr txBox="1"/>
          <p:nvPr>
            <p:ph idx="4" type="subTitle"/>
          </p:nvPr>
        </p:nvSpPr>
        <p:spPr>
          <a:xfrm>
            <a:off x="5336638" y="3098050"/>
            <a:ext cx="23847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8">
    <p:bg>
      <p:bgPr>
        <a:solidFill>
          <a:schemeClr val="dk1"/>
        </a:solidFill>
      </p:bgPr>
    </p:bg>
    <p:spTree>
      <p:nvGrpSpPr>
        <p:cNvPr id="10763" name="Shape 10763"/>
        <p:cNvGrpSpPr/>
        <p:nvPr/>
      </p:nvGrpSpPr>
      <p:grpSpPr>
        <a:xfrm>
          <a:off x="0" y="0"/>
          <a:ext cx="0" cy="0"/>
          <a:chOff x="0" y="0"/>
          <a:chExt cx="0" cy="0"/>
        </a:xfrm>
      </p:grpSpPr>
      <p:grpSp>
        <p:nvGrpSpPr>
          <p:cNvPr id="10764" name="Google Shape;10764;p1395"/>
          <p:cNvGrpSpPr/>
          <p:nvPr/>
        </p:nvGrpSpPr>
        <p:grpSpPr>
          <a:xfrm>
            <a:off x="713225" y="539500"/>
            <a:ext cx="7717500" cy="4064400"/>
            <a:chOff x="713225" y="539500"/>
            <a:chExt cx="7717500" cy="4064400"/>
          </a:xfrm>
        </p:grpSpPr>
        <p:sp>
          <p:nvSpPr>
            <p:cNvPr id="10765" name="Google Shape;10765;p139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66" name="Google Shape;10766;p139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767" name="Google Shape;10767;p139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768" name="Google Shape;10768;p1395"/>
          <p:cNvSpPr txBox="1"/>
          <p:nvPr>
            <p:ph idx="1" type="subTitle"/>
          </p:nvPr>
        </p:nvSpPr>
        <p:spPr>
          <a:xfrm>
            <a:off x="2965993" y="1780597"/>
            <a:ext cx="3506400" cy="80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769" name="Google Shape;10769;p1395"/>
          <p:cNvSpPr txBox="1"/>
          <p:nvPr>
            <p:ph idx="2" type="subTitle"/>
          </p:nvPr>
        </p:nvSpPr>
        <p:spPr>
          <a:xfrm>
            <a:off x="2965993" y="1351073"/>
            <a:ext cx="3506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770" name="Google Shape;10770;p1395"/>
          <p:cNvSpPr txBox="1"/>
          <p:nvPr>
            <p:ph idx="3" type="subTitle"/>
          </p:nvPr>
        </p:nvSpPr>
        <p:spPr>
          <a:xfrm>
            <a:off x="2280193" y="3541819"/>
            <a:ext cx="3506400" cy="809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771" name="Google Shape;10771;p1395"/>
          <p:cNvSpPr txBox="1"/>
          <p:nvPr>
            <p:ph idx="4" type="subTitle"/>
          </p:nvPr>
        </p:nvSpPr>
        <p:spPr>
          <a:xfrm>
            <a:off x="2280193" y="3111944"/>
            <a:ext cx="3506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bg>
      <p:bgPr>
        <a:solidFill>
          <a:schemeClr val="dk1"/>
        </a:solidFill>
      </p:bgPr>
    </p:bg>
    <p:spTree>
      <p:nvGrpSpPr>
        <p:cNvPr id="10772" name="Shape 10772"/>
        <p:cNvGrpSpPr/>
        <p:nvPr/>
      </p:nvGrpSpPr>
      <p:grpSpPr>
        <a:xfrm>
          <a:off x="0" y="0"/>
          <a:ext cx="0" cy="0"/>
          <a:chOff x="0" y="0"/>
          <a:chExt cx="0" cy="0"/>
        </a:xfrm>
      </p:grpSpPr>
      <p:grpSp>
        <p:nvGrpSpPr>
          <p:cNvPr id="10773" name="Google Shape;10773;p1396"/>
          <p:cNvGrpSpPr/>
          <p:nvPr/>
        </p:nvGrpSpPr>
        <p:grpSpPr>
          <a:xfrm>
            <a:off x="713225" y="539500"/>
            <a:ext cx="7717500" cy="4064400"/>
            <a:chOff x="713225" y="539500"/>
            <a:chExt cx="7717500" cy="4064400"/>
          </a:xfrm>
        </p:grpSpPr>
        <p:sp>
          <p:nvSpPr>
            <p:cNvPr id="10774" name="Google Shape;10774;p1396"/>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75" name="Google Shape;10775;p1396"/>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776" name="Google Shape;10776;p139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777" name="Google Shape;10777;p1396"/>
          <p:cNvSpPr txBox="1"/>
          <p:nvPr>
            <p:ph idx="1" type="subTitle"/>
          </p:nvPr>
        </p:nvSpPr>
        <p:spPr>
          <a:xfrm>
            <a:off x="1041662" y="2850162"/>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778" name="Google Shape;10778;p1396"/>
          <p:cNvSpPr txBox="1"/>
          <p:nvPr>
            <p:ph idx="2" type="subTitle"/>
          </p:nvPr>
        </p:nvSpPr>
        <p:spPr>
          <a:xfrm>
            <a:off x="1041662"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779" name="Google Shape;10779;p1396"/>
          <p:cNvSpPr txBox="1"/>
          <p:nvPr>
            <p:ph idx="3" type="subTitle"/>
          </p:nvPr>
        </p:nvSpPr>
        <p:spPr>
          <a:xfrm>
            <a:off x="6437934" y="2850513"/>
            <a:ext cx="1664400" cy="809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780" name="Google Shape;10780;p1396"/>
          <p:cNvSpPr txBox="1"/>
          <p:nvPr>
            <p:ph idx="4" type="subTitle"/>
          </p:nvPr>
        </p:nvSpPr>
        <p:spPr>
          <a:xfrm>
            <a:off x="6437934" y="2192038"/>
            <a:ext cx="16644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6">
    <p:bg>
      <p:bgPr>
        <a:solidFill>
          <a:schemeClr val="dk1"/>
        </a:solidFill>
      </p:bgPr>
    </p:bg>
    <p:spTree>
      <p:nvGrpSpPr>
        <p:cNvPr id="10781" name="Shape 10781"/>
        <p:cNvGrpSpPr/>
        <p:nvPr/>
      </p:nvGrpSpPr>
      <p:grpSpPr>
        <a:xfrm>
          <a:off x="0" y="0"/>
          <a:ext cx="0" cy="0"/>
          <a:chOff x="0" y="0"/>
          <a:chExt cx="0" cy="0"/>
        </a:xfrm>
      </p:grpSpPr>
      <p:grpSp>
        <p:nvGrpSpPr>
          <p:cNvPr id="10782" name="Google Shape;10782;p1397"/>
          <p:cNvGrpSpPr/>
          <p:nvPr/>
        </p:nvGrpSpPr>
        <p:grpSpPr>
          <a:xfrm>
            <a:off x="713225" y="539500"/>
            <a:ext cx="7717500" cy="4064400"/>
            <a:chOff x="713225" y="539500"/>
            <a:chExt cx="7717500" cy="4064400"/>
          </a:xfrm>
        </p:grpSpPr>
        <p:sp>
          <p:nvSpPr>
            <p:cNvPr id="10783" name="Google Shape;10783;p139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84" name="Google Shape;10784;p139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785" name="Google Shape;10785;p139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786" name="Google Shape;10786;p1397"/>
          <p:cNvSpPr txBox="1"/>
          <p:nvPr>
            <p:ph idx="1" type="subTitle"/>
          </p:nvPr>
        </p:nvSpPr>
        <p:spPr>
          <a:xfrm>
            <a:off x="1425525" y="1808851"/>
            <a:ext cx="2384700" cy="2377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
        <p:nvSpPr>
          <p:cNvPr id="10787" name="Google Shape;10787;p1397"/>
          <p:cNvSpPr txBox="1"/>
          <p:nvPr>
            <p:ph idx="2" type="subTitle"/>
          </p:nvPr>
        </p:nvSpPr>
        <p:spPr>
          <a:xfrm>
            <a:off x="5333725" y="1808850"/>
            <a:ext cx="2384700" cy="2356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1400"/>
              <a:buChar char="●"/>
              <a:defRPr sz="1400">
                <a:solidFill>
                  <a:schemeClr val="lt1"/>
                </a:solidFill>
              </a:defRPr>
            </a:lvl1pPr>
            <a:lvl2pPr lvl="1" algn="ctr">
              <a:lnSpc>
                <a:spcPct val="100000"/>
              </a:lnSpc>
              <a:spcBef>
                <a:spcPts val="0"/>
              </a:spcBef>
              <a:spcAft>
                <a:spcPts val="0"/>
              </a:spcAft>
              <a:buClr>
                <a:schemeClr val="lt1"/>
              </a:buClr>
              <a:buSzPts val="1400"/>
              <a:buChar char="○"/>
              <a:defRPr>
                <a:solidFill>
                  <a:schemeClr val="lt1"/>
                </a:solidFill>
              </a:defRPr>
            </a:lvl2pPr>
            <a:lvl3pPr lvl="2" algn="ctr">
              <a:lnSpc>
                <a:spcPct val="100000"/>
              </a:lnSpc>
              <a:spcBef>
                <a:spcPts val="0"/>
              </a:spcBef>
              <a:spcAft>
                <a:spcPts val="0"/>
              </a:spcAft>
              <a:buClr>
                <a:schemeClr val="lt1"/>
              </a:buClr>
              <a:buSzPts val="1400"/>
              <a:buChar char="■"/>
              <a:defRPr>
                <a:solidFill>
                  <a:schemeClr val="lt1"/>
                </a:solidFill>
              </a:defRPr>
            </a:lvl3pPr>
            <a:lvl4pPr lvl="3" algn="ctr">
              <a:lnSpc>
                <a:spcPct val="100000"/>
              </a:lnSpc>
              <a:spcBef>
                <a:spcPts val="0"/>
              </a:spcBef>
              <a:spcAft>
                <a:spcPts val="0"/>
              </a:spcAft>
              <a:buClr>
                <a:schemeClr val="lt1"/>
              </a:buClr>
              <a:buSzPts val="1400"/>
              <a:buChar char="●"/>
              <a:defRPr>
                <a:solidFill>
                  <a:schemeClr val="lt1"/>
                </a:solidFill>
              </a:defRPr>
            </a:lvl4pPr>
            <a:lvl5pPr lvl="4" algn="ctr">
              <a:lnSpc>
                <a:spcPct val="100000"/>
              </a:lnSpc>
              <a:spcBef>
                <a:spcPts val="0"/>
              </a:spcBef>
              <a:spcAft>
                <a:spcPts val="0"/>
              </a:spcAft>
              <a:buClr>
                <a:schemeClr val="lt1"/>
              </a:buClr>
              <a:buSzPts val="1400"/>
              <a:buChar char="○"/>
              <a:defRPr>
                <a:solidFill>
                  <a:schemeClr val="lt1"/>
                </a:solidFill>
              </a:defRPr>
            </a:lvl5pPr>
            <a:lvl6pPr lvl="5" algn="ctr">
              <a:lnSpc>
                <a:spcPct val="100000"/>
              </a:lnSpc>
              <a:spcBef>
                <a:spcPts val="0"/>
              </a:spcBef>
              <a:spcAft>
                <a:spcPts val="0"/>
              </a:spcAft>
              <a:buClr>
                <a:schemeClr val="lt1"/>
              </a:buClr>
              <a:buSzPts val="1400"/>
              <a:buChar char="■"/>
              <a:defRPr>
                <a:solidFill>
                  <a:schemeClr val="lt1"/>
                </a:solidFill>
              </a:defRPr>
            </a:lvl6pPr>
            <a:lvl7pPr lvl="6" algn="ctr">
              <a:lnSpc>
                <a:spcPct val="100000"/>
              </a:lnSpc>
              <a:spcBef>
                <a:spcPts val="0"/>
              </a:spcBef>
              <a:spcAft>
                <a:spcPts val="0"/>
              </a:spcAft>
              <a:buClr>
                <a:schemeClr val="lt1"/>
              </a:buClr>
              <a:buSzPts val="1400"/>
              <a:buChar char="●"/>
              <a:defRPr>
                <a:solidFill>
                  <a:schemeClr val="lt1"/>
                </a:solidFill>
              </a:defRPr>
            </a:lvl7pPr>
            <a:lvl8pPr lvl="7" algn="ctr">
              <a:lnSpc>
                <a:spcPct val="100000"/>
              </a:lnSpc>
              <a:spcBef>
                <a:spcPts val="0"/>
              </a:spcBef>
              <a:spcAft>
                <a:spcPts val="0"/>
              </a:spcAft>
              <a:buClr>
                <a:schemeClr val="lt1"/>
              </a:buClr>
              <a:buSzPts val="1400"/>
              <a:buChar char="○"/>
              <a:defRPr>
                <a:solidFill>
                  <a:schemeClr val="lt1"/>
                </a:solidFill>
              </a:defRPr>
            </a:lvl8pPr>
            <a:lvl9pPr lvl="8" algn="ctr">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3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_1_1_1">
    <p:bg>
      <p:bgPr>
        <a:solidFill>
          <a:schemeClr val="dk1"/>
        </a:solidFill>
      </p:bgPr>
    </p:bg>
    <p:spTree>
      <p:nvGrpSpPr>
        <p:cNvPr id="10788" name="Shape 10788"/>
        <p:cNvGrpSpPr/>
        <p:nvPr/>
      </p:nvGrpSpPr>
      <p:grpSpPr>
        <a:xfrm>
          <a:off x="0" y="0"/>
          <a:ext cx="0" cy="0"/>
          <a:chOff x="0" y="0"/>
          <a:chExt cx="0" cy="0"/>
        </a:xfrm>
      </p:grpSpPr>
      <p:grpSp>
        <p:nvGrpSpPr>
          <p:cNvPr id="10789" name="Google Shape;10789;p1398"/>
          <p:cNvGrpSpPr/>
          <p:nvPr/>
        </p:nvGrpSpPr>
        <p:grpSpPr>
          <a:xfrm>
            <a:off x="713225" y="539500"/>
            <a:ext cx="7717500" cy="4064400"/>
            <a:chOff x="713225" y="539500"/>
            <a:chExt cx="7717500" cy="4064400"/>
          </a:xfrm>
        </p:grpSpPr>
        <p:sp>
          <p:nvSpPr>
            <p:cNvPr id="10790" name="Google Shape;10790;p139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91" name="Google Shape;10791;p139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792" name="Google Shape;10792;p139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793" name="Google Shape;10793;p1398"/>
          <p:cNvSpPr txBox="1"/>
          <p:nvPr>
            <p:ph idx="1" type="subTitle"/>
          </p:nvPr>
        </p:nvSpPr>
        <p:spPr>
          <a:xfrm>
            <a:off x="852300" y="16473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0794" name="Google Shape;10794;p1398"/>
          <p:cNvSpPr txBox="1"/>
          <p:nvPr>
            <p:ph idx="2" type="subTitle"/>
          </p:nvPr>
        </p:nvSpPr>
        <p:spPr>
          <a:xfrm>
            <a:off x="852300" y="12178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0795" name="Google Shape;10795;p1398"/>
          <p:cNvSpPr txBox="1"/>
          <p:nvPr>
            <p:ph idx="3" type="subTitle"/>
          </p:nvPr>
        </p:nvSpPr>
        <p:spPr>
          <a:xfrm>
            <a:off x="852300" y="2781937"/>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0796" name="Google Shape;10796;p1398"/>
          <p:cNvSpPr txBox="1"/>
          <p:nvPr>
            <p:ph idx="4" type="subTitle"/>
          </p:nvPr>
        </p:nvSpPr>
        <p:spPr>
          <a:xfrm>
            <a:off x="852300" y="23524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0797" name="Google Shape;10797;p1398"/>
          <p:cNvSpPr txBox="1"/>
          <p:nvPr>
            <p:ph idx="5" type="subTitle"/>
          </p:nvPr>
        </p:nvSpPr>
        <p:spPr>
          <a:xfrm>
            <a:off x="852300" y="3916538"/>
            <a:ext cx="33486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0798" name="Google Shape;10798;p1398"/>
          <p:cNvSpPr txBox="1"/>
          <p:nvPr>
            <p:ph idx="6" type="subTitle"/>
          </p:nvPr>
        </p:nvSpPr>
        <p:spPr>
          <a:xfrm>
            <a:off x="852300" y="3487013"/>
            <a:ext cx="33486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3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bg>
      <p:bgPr>
        <a:solidFill>
          <a:schemeClr val="dk1"/>
        </a:solidFill>
      </p:bgPr>
    </p:bg>
    <p:spTree>
      <p:nvGrpSpPr>
        <p:cNvPr id="10799" name="Shape 10799"/>
        <p:cNvGrpSpPr/>
        <p:nvPr/>
      </p:nvGrpSpPr>
      <p:grpSpPr>
        <a:xfrm>
          <a:off x="0" y="0"/>
          <a:ext cx="0" cy="0"/>
          <a:chOff x="0" y="0"/>
          <a:chExt cx="0" cy="0"/>
        </a:xfrm>
      </p:grpSpPr>
      <p:grpSp>
        <p:nvGrpSpPr>
          <p:cNvPr id="10800" name="Google Shape;10800;p1399"/>
          <p:cNvGrpSpPr/>
          <p:nvPr/>
        </p:nvGrpSpPr>
        <p:grpSpPr>
          <a:xfrm>
            <a:off x="713225" y="539500"/>
            <a:ext cx="7717500" cy="4064400"/>
            <a:chOff x="713225" y="539500"/>
            <a:chExt cx="7717500" cy="4064400"/>
          </a:xfrm>
        </p:grpSpPr>
        <p:sp>
          <p:nvSpPr>
            <p:cNvPr id="10801" name="Google Shape;10801;p139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02" name="Google Shape;10802;p139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803" name="Google Shape;10803;p139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804" name="Google Shape;10804;p1399"/>
          <p:cNvSpPr txBox="1"/>
          <p:nvPr>
            <p:ph idx="1" type="subTitle"/>
          </p:nvPr>
        </p:nvSpPr>
        <p:spPr>
          <a:xfrm>
            <a:off x="919850"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805" name="Google Shape;10805;p1399"/>
          <p:cNvSpPr txBox="1"/>
          <p:nvPr>
            <p:ph idx="2" type="subTitle"/>
          </p:nvPr>
        </p:nvSpPr>
        <p:spPr>
          <a:xfrm>
            <a:off x="919850"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806" name="Google Shape;10806;p1399"/>
          <p:cNvSpPr txBox="1"/>
          <p:nvPr>
            <p:ph idx="3" type="subTitle"/>
          </p:nvPr>
        </p:nvSpPr>
        <p:spPr>
          <a:xfrm>
            <a:off x="3500699"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807" name="Google Shape;10807;p1399"/>
          <p:cNvSpPr txBox="1"/>
          <p:nvPr>
            <p:ph idx="4" type="subTitle"/>
          </p:nvPr>
        </p:nvSpPr>
        <p:spPr>
          <a:xfrm>
            <a:off x="3500697"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808" name="Google Shape;10808;p1399"/>
          <p:cNvSpPr txBox="1"/>
          <p:nvPr>
            <p:ph idx="5" type="subTitle"/>
          </p:nvPr>
        </p:nvSpPr>
        <p:spPr>
          <a:xfrm>
            <a:off x="6069048" y="3316050"/>
            <a:ext cx="2142600" cy="1088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809" name="Google Shape;10809;p1399"/>
          <p:cNvSpPr txBox="1"/>
          <p:nvPr>
            <p:ph idx="6" type="subTitle"/>
          </p:nvPr>
        </p:nvSpPr>
        <p:spPr>
          <a:xfrm>
            <a:off x="6069043" y="2818775"/>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1_1_1_1_1_1">
    <p:bg>
      <p:bgPr>
        <a:solidFill>
          <a:schemeClr val="dk1"/>
        </a:solidFill>
      </p:bgPr>
    </p:bg>
    <p:spTree>
      <p:nvGrpSpPr>
        <p:cNvPr id="10810" name="Shape 10810"/>
        <p:cNvGrpSpPr/>
        <p:nvPr/>
      </p:nvGrpSpPr>
      <p:grpSpPr>
        <a:xfrm>
          <a:off x="0" y="0"/>
          <a:ext cx="0" cy="0"/>
          <a:chOff x="0" y="0"/>
          <a:chExt cx="0" cy="0"/>
        </a:xfrm>
      </p:grpSpPr>
      <p:grpSp>
        <p:nvGrpSpPr>
          <p:cNvPr id="10811" name="Google Shape;10811;p1400"/>
          <p:cNvGrpSpPr/>
          <p:nvPr/>
        </p:nvGrpSpPr>
        <p:grpSpPr>
          <a:xfrm>
            <a:off x="713225" y="539500"/>
            <a:ext cx="7717500" cy="4064400"/>
            <a:chOff x="713225" y="539500"/>
            <a:chExt cx="7717500" cy="4064400"/>
          </a:xfrm>
        </p:grpSpPr>
        <p:sp>
          <p:nvSpPr>
            <p:cNvPr id="10812" name="Google Shape;10812;p140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13" name="Google Shape;10813;p140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814" name="Google Shape;10814;p140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815" name="Google Shape;10815;p1400"/>
          <p:cNvSpPr txBox="1"/>
          <p:nvPr>
            <p:ph idx="1" type="subTitle"/>
          </p:nvPr>
        </p:nvSpPr>
        <p:spPr>
          <a:xfrm>
            <a:off x="919850" y="28955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816" name="Google Shape;10816;p1400"/>
          <p:cNvSpPr txBox="1"/>
          <p:nvPr>
            <p:ph idx="2" type="subTitle"/>
          </p:nvPr>
        </p:nvSpPr>
        <p:spPr>
          <a:xfrm>
            <a:off x="919850" y="23982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817" name="Google Shape;10817;p1400"/>
          <p:cNvSpPr txBox="1"/>
          <p:nvPr>
            <p:ph idx="3" type="subTitle"/>
          </p:nvPr>
        </p:nvSpPr>
        <p:spPr>
          <a:xfrm>
            <a:off x="3500700" y="32003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818" name="Google Shape;10818;p1400"/>
          <p:cNvSpPr txBox="1"/>
          <p:nvPr>
            <p:ph idx="4" type="subTitle"/>
          </p:nvPr>
        </p:nvSpPr>
        <p:spPr>
          <a:xfrm>
            <a:off x="3500697" y="27030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819" name="Google Shape;10819;p1400"/>
          <p:cNvSpPr txBox="1"/>
          <p:nvPr>
            <p:ph idx="5" type="subTitle"/>
          </p:nvPr>
        </p:nvSpPr>
        <p:spPr>
          <a:xfrm>
            <a:off x="6069049" y="3505167"/>
            <a:ext cx="2142600" cy="850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820" name="Google Shape;10820;p1400"/>
          <p:cNvSpPr txBox="1"/>
          <p:nvPr>
            <p:ph idx="6" type="subTitle"/>
          </p:nvPr>
        </p:nvSpPr>
        <p:spPr>
          <a:xfrm>
            <a:off x="6069043" y="3007892"/>
            <a:ext cx="21426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BLANK_1_1_1_1_1_1_1_1_1_1">
    <p:bg>
      <p:bgPr>
        <a:solidFill>
          <a:schemeClr val="dk1"/>
        </a:solidFill>
      </p:bgPr>
    </p:bg>
    <p:spTree>
      <p:nvGrpSpPr>
        <p:cNvPr id="10821" name="Shape 10821"/>
        <p:cNvGrpSpPr/>
        <p:nvPr/>
      </p:nvGrpSpPr>
      <p:grpSpPr>
        <a:xfrm>
          <a:off x="0" y="0"/>
          <a:ext cx="0" cy="0"/>
          <a:chOff x="0" y="0"/>
          <a:chExt cx="0" cy="0"/>
        </a:xfrm>
      </p:grpSpPr>
      <p:grpSp>
        <p:nvGrpSpPr>
          <p:cNvPr id="10822" name="Google Shape;10822;p1401"/>
          <p:cNvGrpSpPr/>
          <p:nvPr/>
        </p:nvGrpSpPr>
        <p:grpSpPr>
          <a:xfrm>
            <a:off x="713225" y="539500"/>
            <a:ext cx="7717500" cy="4064400"/>
            <a:chOff x="713225" y="539500"/>
            <a:chExt cx="7717500" cy="4064400"/>
          </a:xfrm>
        </p:grpSpPr>
        <p:sp>
          <p:nvSpPr>
            <p:cNvPr id="10823" name="Google Shape;10823;p140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24" name="Google Shape;10824;p140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825" name="Google Shape;10825;p140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826" name="Google Shape;10826;p1401"/>
          <p:cNvSpPr txBox="1"/>
          <p:nvPr>
            <p:ph idx="1" type="subTitle"/>
          </p:nvPr>
        </p:nvSpPr>
        <p:spPr>
          <a:xfrm>
            <a:off x="111297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827" name="Google Shape;10827;p1401"/>
          <p:cNvSpPr txBox="1"/>
          <p:nvPr>
            <p:ph idx="2" type="subTitle"/>
          </p:nvPr>
        </p:nvSpPr>
        <p:spPr>
          <a:xfrm>
            <a:off x="111297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828" name="Google Shape;10828;p1401"/>
          <p:cNvSpPr txBox="1"/>
          <p:nvPr>
            <p:ph idx="3" type="subTitle"/>
          </p:nvPr>
        </p:nvSpPr>
        <p:spPr>
          <a:xfrm>
            <a:off x="3497250" y="18612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829" name="Google Shape;10829;p1401"/>
          <p:cNvSpPr txBox="1"/>
          <p:nvPr>
            <p:ph idx="4" type="subTitle"/>
          </p:nvPr>
        </p:nvSpPr>
        <p:spPr>
          <a:xfrm>
            <a:off x="3497250" y="13639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830" name="Google Shape;10830;p1401"/>
          <p:cNvSpPr txBox="1"/>
          <p:nvPr>
            <p:ph idx="5" type="subTitle"/>
          </p:nvPr>
        </p:nvSpPr>
        <p:spPr>
          <a:xfrm>
            <a:off x="5881525" y="3232800"/>
            <a:ext cx="2149500" cy="1008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831" name="Google Shape;10831;p1401"/>
          <p:cNvSpPr txBox="1"/>
          <p:nvPr>
            <p:ph idx="6" type="subTitle"/>
          </p:nvPr>
        </p:nvSpPr>
        <p:spPr>
          <a:xfrm>
            <a:off x="5881525" y="2735525"/>
            <a:ext cx="2149500" cy="49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2">
    <p:bg>
      <p:bgPr>
        <a:solidFill>
          <a:schemeClr val="dk1"/>
        </a:solidFill>
      </p:bgPr>
    </p:bg>
    <p:spTree>
      <p:nvGrpSpPr>
        <p:cNvPr id="10832" name="Shape 10832"/>
        <p:cNvGrpSpPr/>
        <p:nvPr/>
      </p:nvGrpSpPr>
      <p:grpSpPr>
        <a:xfrm>
          <a:off x="0" y="0"/>
          <a:ext cx="0" cy="0"/>
          <a:chOff x="0" y="0"/>
          <a:chExt cx="0" cy="0"/>
        </a:xfrm>
      </p:grpSpPr>
      <p:grpSp>
        <p:nvGrpSpPr>
          <p:cNvPr id="10833" name="Google Shape;10833;p1402"/>
          <p:cNvGrpSpPr/>
          <p:nvPr/>
        </p:nvGrpSpPr>
        <p:grpSpPr>
          <a:xfrm>
            <a:off x="713225" y="539500"/>
            <a:ext cx="7717500" cy="4064400"/>
            <a:chOff x="713225" y="539500"/>
            <a:chExt cx="7717500" cy="4064400"/>
          </a:xfrm>
        </p:grpSpPr>
        <p:sp>
          <p:nvSpPr>
            <p:cNvPr id="10834" name="Google Shape;10834;p140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35" name="Google Shape;10835;p1402"/>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836" name="Google Shape;10836;p140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837" name="Google Shape;10837;p1402"/>
          <p:cNvSpPr txBox="1"/>
          <p:nvPr>
            <p:ph idx="1" type="subTitle"/>
          </p:nvPr>
        </p:nvSpPr>
        <p:spPr>
          <a:xfrm>
            <a:off x="945800" y="1875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0838" name="Google Shape;10838;p1402"/>
          <p:cNvSpPr txBox="1"/>
          <p:nvPr>
            <p:ph idx="2" type="subTitle"/>
          </p:nvPr>
        </p:nvSpPr>
        <p:spPr>
          <a:xfrm>
            <a:off x="945800" y="1446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0839" name="Google Shape;10839;p1402"/>
          <p:cNvSpPr txBox="1"/>
          <p:nvPr>
            <p:ph idx="3" type="subTitle"/>
          </p:nvPr>
        </p:nvSpPr>
        <p:spPr>
          <a:xfrm>
            <a:off x="5153800" y="2781950"/>
            <a:ext cx="30444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0840" name="Google Shape;10840;p1402"/>
          <p:cNvSpPr txBox="1"/>
          <p:nvPr>
            <p:ph idx="4" type="subTitle"/>
          </p:nvPr>
        </p:nvSpPr>
        <p:spPr>
          <a:xfrm>
            <a:off x="5153800" y="2352425"/>
            <a:ext cx="30444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0841" name="Google Shape;10841;p1402"/>
          <p:cNvSpPr txBox="1"/>
          <p:nvPr>
            <p:ph idx="5" type="subTitle"/>
          </p:nvPr>
        </p:nvSpPr>
        <p:spPr>
          <a:xfrm>
            <a:off x="945800" y="3687950"/>
            <a:ext cx="30444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0842" name="Google Shape;10842;p1402"/>
          <p:cNvSpPr txBox="1"/>
          <p:nvPr>
            <p:ph idx="6" type="subTitle"/>
          </p:nvPr>
        </p:nvSpPr>
        <p:spPr>
          <a:xfrm>
            <a:off x="945800" y="3258425"/>
            <a:ext cx="30444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3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5">
    <p:bg>
      <p:bgPr>
        <a:solidFill>
          <a:schemeClr val="dk1"/>
        </a:solidFill>
      </p:bgPr>
    </p:bg>
    <p:spTree>
      <p:nvGrpSpPr>
        <p:cNvPr id="10843" name="Shape 10843"/>
        <p:cNvGrpSpPr/>
        <p:nvPr/>
      </p:nvGrpSpPr>
      <p:grpSpPr>
        <a:xfrm>
          <a:off x="0" y="0"/>
          <a:ext cx="0" cy="0"/>
          <a:chOff x="0" y="0"/>
          <a:chExt cx="0" cy="0"/>
        </a:xfrm>
      </p:grpSpPr>
      <p:grpSp>
        <p:nvGrpSpPr>
          <p:cNvPr id="10844" name="Google Shape;10844;p1403"/>
          <p:cNvGrpSpPr/>
          <p:nvPr/>
        </p:nvGrpSpPr>
        <p:grpSpPr>
          <a:xfrm>
            <a:off x="713225" y="539500"/>
            <a:ext cx="7717500" cy="4064400"/>
            <a:chOff x="713225" y="539500"/>
            <a:chExt cx="7717500" cy="4064400"/>
          </a:xfrm>
        </p:grpSpPr>
        <p:sp>
          <p:nvSpPr>
            <p:cNvPr id="10845" name="Google Shape;10845;p140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46" name="Google Shape;10846;p1403"/>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847" name="Google Shape;10847;p140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848" name="Google Shape;10848;p1403"/>
          <p:cNvSpPr txBox="1"/>
          <p:nvPr>
            <p:ph idx="1" type="subTitle"/>
          </p:nvPr>
        </p:nvSpPr>
        <p:spPr>
          <a:xfrm>
            <a:off x="1658100" y="1978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0849" name="Google Shape;10849;p1403"/>
          <p:cNvSpPr txBox="1"/>
          <p:nvPr>
            <p:ph idx="2" type="subTitle"/>
          </p:nvPr>
        </p:nvSpPr>
        <p:spPr>
          <a:xfrm>
            <a:off x="1658100" y="1549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0850" name="Google Shape;10850;p1403"/>
          <p:cNvSpPr txBox="1"/>
          <p:nvPr>
            <p:ph idx="3" type="subTitle"/>
          </p:nvPr>
        </p:nvSpPr>
        <p:spPr>
          <a:xfrm>
            <a:off x="1658100" y="2884846"/>
            <a:ext cx="62850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0851" name="Google Shape;10851;p1403"/>
          <p:cNvSpPr txBox="1"/>
          <p:nvPr>
            <p:ph idx="4" type="subTitle"/>
          </p:nvPr>
        </p:nvSpPr>
        <p:spPr>
          <a:xfrm>
            <a:off x="1658100" y="2455321"/>
            <a:ext cx="6285000" cy="4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0852" name="Google Shape;10852;p1403"/>
          <p:cNvSpPr txBox="1"/>
          <p:nvPr>
            <p:ph idx="5" type="subTitle"/>
          </p:nvPr>
        </p:nvSpPr>
        <p:spPr>
          <a:xfrm>
            <a:off x="1658100" y="3790846"/>
            <a:ext cx="6285000" cy="572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400"/>
              <a:buNone/>
              <a:defRPr sz="1400">
                <a:solidFill>
                  <a:schemeClr val="lt1"/>
                </a:solidFill>
              </a:defRPr>
            </a:lvl1pPr>
            <a:lvl2pPr lvl="1">
              <a:lnSpc>
                <a:spcPct val="100000"/>
              </a:lnSpc>
              <a:spcBef>
                <a:spcPts val="0"/>
              </a:spcBef>
              <a:spcAft>
                <a:spcPts val="0"/>
              </a:spcAft>
              <a:buClr>
                <a:schemeClr val="lt1"/>
              </a:buClr>
              <a:buSzPts val="1400"/>
              <a:buNone/>
              <a:defRPr>
                <a:solidFill>
                  <a:schemeClr val="lt1"/>
                </a:solidFill>
              </a:defRPr>
            </a:lvl2pPr>
            <a:lvl3pPr lvl="2">
              <a:lnSpc>
                <a:spcPct val="100000"/>
              </a:lnSpc>
              <a:spcBef>
                <a:spcPts val="0"/>
              </a:spcBef>
              <a:spcAft>
                <a:spcPts val="0"/>
              </a:spcAft>
              <a:buClr>
                <a:schemeClr val="lt1"/>
              </a:buClr>
              <a:buSzPts val="1400"/>
              <a:buNone/>
              <a:defRPr>
                <a:solidFill>
                  <a:schemeClr val="lt1"/>
                </a:solidFill>
              </a:defRPr>
            </a:lvl3pPr>
            <a:lvl4pPr lvl="3">
              <a:lnSpc>
                <a:spcPct val="100000"/>
              </a:lnSpc>
              <a:spcBef>
                <a:spcPts val="0"/>
              </a:spcBef>
              <a:spcAft>
                <a:spcPts val="0"/>
              </a:spcAft>
              <a:buClr>
                <a:schemeClr val="lt1"/>
              </a:buClr>
              <a:buSzPts val="1400"/>
              <a:buNone/>
              <a:defRPr>
                <a:solidFill>
                  <a:schemeClr val="lt1"/>
                </a:solidFill>
              </a:defRPr>
            </a:lvl4pPr>
            <a:lvl5pPr lvl="4">
              <a:lnSpc>
                <a:spcPct val="100000"/>
              </a:lnSpc>
              <a:spcBef>
                <a:spcPts val="0"/>
              </a:spcBef>
              <a:spcAft>
                <a:spcPts val="0"/>
              </a:spcAft>
              <a:buClr>
                <a:schemeClr val="lt1"/>
              </a:buClr>
              <a:buSzPts val="1400"/>
              <a:buNone/>
              <a:defRPr>
                <a:solidFill>
                  <a:schemeClr val="lt1"/>
                </a:solidFill>
              </a:defRPr>
            </a:lvl5pPr>
            <a:lvl6pPr lvl="5">
              <a:lnSpc>
                <a:spcPct val="100000"/>
              </a:lnSpc>
              <a:spcBef>
                <a:spcPts val="0"/>
              </a:spcBef>
              <a:spcAft>
                <a:spcPts val="0"/>
              </a:spcAft>
              <a:buClr>
                <a:schemeClr val="lt1"/>
              </a:buClr>
              <a:buSzPts val="1400"/>
              <a:buNone/>
              <a:defRPr>
                <a:solidFill>
                  <a:schemeClr val="lt1"/>
                </a:solidFill>
              </a:defRPr>
            </a:lvl6pPr>
            <a:lvl7pPr lvl="6">
              <a:lnSpc>
                <a:spcPct val="100000"/>
              </a:lnSpc>
              <a:spcBef>
                <a:spcPts val="0"/>
              </a:spcBef>
              <a:spcAft>
                <a:spcPts val="0"/>
              </a:spcAft>
              <a:buClr>
                <a:schemeClr val="lt1"/>
              </a:buClr>
              <a:buSzPts val="1400"/>
              <a:buNone/>
              <a:defRPr>
                <a:solidFill>
                  <a:schemeClr val="lt1"/>
                </a:solidFill>
              </a:defRPr>
            </a:lvl7pPr>
            <a:lvl8pPr lvl="7">
              <a:lnSpc>
                <a:spcPct val="100000"/>
              </a:lnSpc>
              <a:spcBef>
                <a:spcPts val="0"/>
              </a:spcBef>
              <a:spcAft>
                <a:spcPts val="0"/>
              </a:spcAft>
              <a:buClr>
                <a:schemeClr val="lt1"/>
              </a:buClr>
              <a:buSzPts val="1400"/>
              <a:buNone/>
              <a:defRPr>
                <a:solidFill>
                  <a:schemeClr val="lt1"/>
                </a:solidFill>
              </a:defRPr>
            </a:lvl8pPr>
            <a:lvl9pPr lvl="8">
              <a:lnSpc>
                <a:spcPct val="100000"/>
              </a:lnSpc>
              <a:spcBef>
                <a:spcPts val="0"/>
              </a:spcBef>
              <a:spcAft>
                <a:spcPts val="0"/>
              </a:spcAft>
              <a:buClr>
                <a:schemeClr val="lt1"/>
              </a:buClr>
              <a:buSzPts val="1400"/>
              <a:buNone/>
              <a:defRPr>
                <a:solidFill>
                  <a:schemeClr val="lt1"/>
                </a:solidFill>
              </a:defRPr>
            </a:lvl9pPr>
          </a:lstStyle>
          <a:p/>
        </p:txBody>
      </p:sp>
      <p:sp>
        <p:nvSpPr>
          <p:cNvPr id="10853" name="Google Shape;10853;p1403"/>
          <p:cNvSpPr txBox="1"/>
          <p:nvPr>
            <p:ph idx="6" type="subTitle"/>
          </p:nvPr>
        </p:nvSpPr>
        <p:spPr>
          <a:xfrm>
            <a:off x="1658100" y="3361321"/>
            <a:ext cx="6285000" cy="431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13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24">
    <p:bg>
      <p:bgPr>
        <a:solidFill>
          <a:schemeClr val="dk1"/>
        </a:solidFill>
      </p:bgPr>
    </p:bg>
    <p:spTree>
      <p:nvGrpSpPr>
        <p:cNvPr id="10854" name="Shape 10854"/>
        <p:cNvGrpSpPr/>
        <p:nvPr/>
      </p:nvGrpSpPr>
      <p:grpSpPr>
        <a:xfrm>
          <a:off x="0" y="0"/>
          <a:ext cx="0" cy="0"/>
          <a:chOff x="0" y="0"/>
          <a:chExt cx="0" cy="0"/>
        </a:xfrm>
      </p:grpSpPr>
      <p:grpSp>
        <p:nvGrpSpPr>
          <p:cNvPr id="10855" name="Google Shape;10855;p1404"/>
          <p:cNvGrpSpPr/>
          <p:nvPr/>
        </p:nvGrpSpPr>
        <p:grpSpPr>
          <a:xfrm>
            <a:off x="713225" y="539500"/>
            <a:ext cx="7717500" cy="4064400"/>
            <a:chOff x="713225" y="539500"/>
            <a:chExt cx="7717500" cy="4064400"/>
          </a:xfrm>
        </p:grpSpPr>
        <p:sp>
          <p:nvSpPr>
            <p:cNvPr id="10856" name="Google Shape;10856;p140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57" name="Google Shape;10857;p140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858" name="Google Shape;10858;p140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859" name="Google Shape;10859;p1404"/>
          <p:cNvSpPr txBox="1"/>
          <p:nvPr>
            <p:ph idx="1" type="subTitle"/>
          </p:nvPr>
        </p:nvSpPr>
        <p:spPr>
          <a:xfrm>
            <a:off x="461532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0860" name="Google Shape;10860;p1404"/>
          <p:cNvSpPr txBox="1"/>
          <p:nvPr>
            <p:ph idx="2" type="subTitle"/>
          </p:nvPr>
        </p:nvSpPr>
        <p:spPr>
          <a:xfrm>
            <a:off x="853775" y="218195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0861" name="Google Shape;10861;p1404"/>
          <p:cNvSpPr txBox="1"/>
          <p:nvPr>
            <p:ph idx="3" type="subTitle"/>
          </p:nvPr>
        </p:nvSpPr>
        <p:spPr>
          <a:xfrm>
            <a:off x="853775" y="257119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10862" name="Google Shape;10862;p1404"/>
          <p:cNvSpPr txBox="1"/>
          <p:nvPr>
            <p:ph idx="4" type="subTitle"/>
          </p:nvPr>
        </p:nvSpPr>
        <p:spPr>
          <a:xfrm>
            <a:off x="799625" y="1404325"/>
            <a:ext cx="7523100" cy="572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0863" name="Google Shape;10863;p1404"/>
          <p:cNvSpPr txBox="1"/>
          <p:nvPr>
            <p:ph idx="5" type="subTitle"/>
          </p:nvPr>
        </p:nvSpPr>
        <p:spPr>
          <a:xfrm>
            <a:off x="4452875" y="2570500"/>
            <a:ext cx="3761700" cy="172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a:solidFill>
                  <a:schemeClr val="lt1"/>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
        <p:nvSpPr>
          <p:cNvPr id="10864" name="Google Shape;10864;p1404"/>
          <p:cNvSpPr txBox="1"/>
          <p:nvPr>
            <p:ph idx="6" type="subTitle"/>
          </p:nvPr>
        </p:nvSpPr>
        <p:spPr>
          <a:xfrm>
            <a:off x="853775" y="3237500"/>
            <a:ext cx="3599100" cy="389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2800"/>
              <a:buNone/>
              <a:defRPr b="1">
                <a:solidFill>
                  <a:schemeClr val="lt1"/>
                </a:solidFill>
              </a:defRPr>
            </a:lvl1pPr>
            <a:lvl2pPr lvl="1">
              <a:lnSpc>
                <a:spcPct val="100000"/>
              </a:lnSpc>
              <a:spcBef>
                <a:spcPts val="0"/>
              </a:spcBef>
              <a:spcAft>
                <a:spcPts val="0"/>
              </a:spcAft>
              <a:buClr>
                <a:schemeClr val="lt1"/>
              </a:buClr>
              <a:buSzPts val="2800"/>
              <a:buNone/>
              <a:defRPr b="1" sz="2800">
                <a:solidFill>
                  <a:schemeClr val="lt1"/>
                </a:solidFill>
              </a:defRPr>
            </a:lvl2pPr>
            <a:lvl3pPr lvl="2">
              <a:lnSpc>
                <a:spcPct val="100000"/>
              </a:lnSpc>
              <a:spcBef>
                <a:spcPts val="0"/>
              </a:spcBef>
              <a:spcAft>
                <a:spcPts val="0"/>
              </a:spcAft>
              <a:buClr>
                <a:schemeClr val="lt1"/>
              </a:buClr>
              <a:buSzPts val="2800"/>
              <a:buNone/>
              <a:defRPr b="1" sz="2800">
                <a:solidFill>
                  <a:schemeClr val="lt1"/>
                </a:solidFill>
              </a:defRPr>
            </a:lvl3pPr>
            <a:lvl4pPr lvl="3">
              <a:lnSpc>
                <a:spcPct val="100000"/>
              </a:lnSpc>
              <a:spcBef>
                <a:spcPts val="0"/>
              </a:spcBef>
              <a:spcAft>
                <a:spcPts val="0"/>
              </a:spcAft>
              <a:buClr>
                <a:schemeClr val="lt1"/>
              </a:buClr>
              <a:buSzPts val="2800"/>
              <a:buNone/>
              <a:defRPr b="1" sz="2800">
                <a:solidFill>
                  <a:schemeClr val="lt1"/>
                </a:solidFill>
              </a:defRPr>
            </a:lvl4pPr>
            <a:lvl5pPr lvl="4">
              <a:lnSpc>
                <a:spcPct val="100000"/>
              </a:lnSpc>
              <a:spcBef>
                <a:spcPts val="0"/>
              </a:spcBef>
              <a:spcAft>
                <a:spcPts val="0"/>
              </a:spcAft>
              <a:buClr>
                <a:schemeClr val="lt1"/>
              </a:buClr>
              <a:buSzPts val="2800"/>
              <a:buNone/>
              <a:defRPr b="1" sz="2800">
                <a:solidFill>
                  <a:schemeClr val="lt1"/>
                </a:solidFill>
              </a:defRPr>
            </a:lvl5pPr>
            <a:lvl6pPr lvl="5">
              <a:lnSpc>
                <a:spcPct val="100000"/>
              </a:lnSpc>
              <a:spcBef>
                <a:spcPts val="0"/>
              </a:spcBef>
              <a:spcAft>
                <a:spcPts val="0"/>
              </a:spcAft>
              <a:buClr>
                <a:schemeClr val="lt1"/>
              </a:buClr>
              <a:buSzPts val="2800"/>
              <a:buNone/>
              <a:defRPr b="1" sz="2800">
                <a:solidFill>
                  <a:schemeClr val="lt1"/>
                </a:solidFill>
              </a:defRPr>
            </a:lvl6pPr>
            <a:lvl7pPr lvl="6">
              <a:lnSpc>
                <a:spcPct val="100000"/>
              </a:lnSpc>
              <a:spcBef>
                <a:spcPts val="0"/>
              </a:spcBef>
              <a:spcAft>
                <a:spcPts val="0"/>
              </a:spcAft>
              <a:buClr>
                <a:schemeClr val="lt1"/>
              </a:buClr>
              <a:buSzPts val="2800"/>
              <a:buNone/>
              <a:defRPr b="1" sz="2800">
                <a:solidFill>
                  <a:schemeClr val="lt1"/>
                </a:solidFill>
              </a:defRPr>
            </a:lvl7pPr>
            <a:lvl8pPr lvl="7">
              <a:lnSpc>
                <a:spcPct val="100000"/>
              </a:lnSpc>
              <a:spcBef>
                <a:spcPts val="0"/>
              </a:spcBef>
              <a:spcAft>
                <a:spcPts val="0"/>
              </a:spcAft>
              <a:buClr>
                <a:schemeClr val="lt1"/>
              </a:buClr>
              <a:buSzPts val="2800"/>
              <a:buNone/>
              <a:defRPr b="1" sz="2800">
                <a:solidFill>
                  <a:schemeClr val="lt1"/>
                </a:solidFill>
              </a:defRPr>
            </a:lvl8pPr>
            <a:lvl9pPr lvl="8">
              <a:lnSpc>
                <a:spcPct val="100000"/>
              </a:lnSpc>
              <a:spcBef>
                <a:spcPts val="0"/>
              </a:spcBef>
              <a:spcAft>
                <a:spcPts val="0"/>
              </a:spcAft>
              <a:buClr>
                <a:schemeClr val="lt1"/>
              </a:buClr>
              <a:buSzPts val="2800"/>
              <a:buNone/>
              <a:defRPr b="1" sz="2800">
                <a:solidFill>
                  <a:schemeClr val="lt1"/>
                </a:solidFill>
              </a:defRPr>
            </a:lvl9pPr>
          </a:lstStyle>
          <a:p/>
        </p:txBody>
      </p:sp>
      <p:sp>
        <p:nvSpPr>
          <p:cNvPr id="10865" name="Google Shape;10865;p1404"/>
          <p:cNvSpPr txBox="1"/>
          <p:nvPr>
            <p:ph idx="7" type="subTitle"/>
          </p:nvPr>
        </p:nvSpPr>
        <p:spPr>
          <a:xfrm>
            <a:off x="853775" y="3626746"/>
            <a:ext cx="3599100" cy="666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400"/>
              <a:buChar char="●"/>
              <a:defRPr sz="1400" u="sng">
                <a:solidFill>
                  <a:schemeClr val="hlink"/>
                </a:solidFill>
              </a:defRPr>
            </a:lvl1pPr>
            <a:lvl2pPr lvl="1">
              <a:lnSpc>
                <a:spcPct val="100000"/>
              </a:lnSpc>
              <a:spcBef>
                <a:spcPts val="0"/>
              </a:spcBef>
              <a:spcAft>
                <a:spcPts val="0"/>
              </a:spcAft>
              <a:buClr>
                <a:schemeClr val="lt1"/>
              </a:buClr>
              <a:buSzPts val="1400"/>
              <a:buChar char="○"/>
              <a:defRPr>
                <a:solidFill>
                  <a:schemeClr val="lt1"/>
                </a:solidFill>
              </a:defRPr>
            </a:lvl2pPr>
            <a:lvl3pPr lvl="2">
              <a:lnSpc>
                <a:spcPct val="100000"/>
              </a:lnSpc>
              <a:spcBef>
                <a:spcPts val="0"/>
              </a:spcBef>
              <a:spcAft>
                <a:spcPts val="0"/>
              </a:spcAft>
              <a:buClr>
                <a:schemeClr val="lt1"/>
              </a:buClr>
              <a:buSzPts val="1400"/>
              <a:buChar char="■"/>
              <a:defRPr>
                <a:solidFill>
                  <a:schemeClr val="lt1"/>
                </a:solidFill>
              </a:defRPr>
            </a:lvl3pPr>
            <a:lvl4pPr lvl="3">
              <a:lnSpc>
                <a:spcPct val="100000"/>
              </a:lnSpc>
              <a:spcBef>
                <a:spcPts val="0"/>
              </a:spcBef>
              <a:spcAft>
                <a:spcPts val="0"/>
              </a:spcAft>
              <a:buClr>
                <a:schemeClr val="lt1"/>
              </a:buClr>
              <a:buSzPts val="1400"/>
              <a:buChar char="●"/>
              <a:defRPr>
                <a:solidFill>
                  <a:schemeClr val="lt1"/>
                </a:solidFill>
              </a:defRPr>
            </a:lvl4pPr>
            <a:lvl5pPr lvl="4">
              <a:lnSpc>
                <a:spcPct val="100000"/>
              </a:lnSpc>
              <a:spcBef>
                <a:spcPts val="0"/>
              </a:spcBef>
              <a:spcAft>
                <a:spcPts val="0"/>
              </a:spcAft>
              <a:buClr>
                <a:schemeClr val="lt1"/>
              </a:buClr>
              <a:buSzPts val="1400"/>
              <a:buChar char="○"/>
              <a:defRPr>
                <a:solidFill>
                  <a:schemeClr val="lt1"/>
                </a:solidFill>
              </a:defRPr>
            </a:lvl5pPr>
            <a:lvl6pPr lvl="5">
              <a:lnSpc>
                <a:spcPct val="100000"/>
              </a:lnSpc>
              <a:spcBef>
                <a:spcPts val="0"/>
              </a:spcBef>
              <a:spcAft>
                <a:spcPts val="0"/>
              </a:spcAft>
              <a:buClr>
                <a:schemeClr val="lt1"/>
              </a:buClr>
              <a:buSzPts val="1400"/>
              <a:buChar char="■"/>
              <a:defRPr>
                <a:solidFill>
                  <a:schemeClr val="lt1"/>
                </a:solidFill>
              </a:defRPr>
            </a:lvl6pPr>
            <a:lvl7pPr lvl="6">
              <a:lnSpc>
                <a:spcPct val="100000"/>
              </a:lnSpc>
              <a:spcBef>
                <a:spcPts val="0"/>
              </a:spcBef>
              <a:spcAft>
                <a:spcPts val="0"/>
              </a:spcAft>
              <a:buClr>
                <a:schemeClr val="lt1"/>
              </a:buClr>
              <a:buSzPts val="1400"/>
              <a:buChar char="●"/>
              <a:defRPr>
                <a:solidFill>
                  <a:schemeClr val="lt1"/>
                </a:solidFill>
              </a:defRPr>
            </a:lvl7pPr>
            <a:lvl8pPr lvl="7">
              <a:lnSpc>
                <a:spcPct val="100000"/>
              </a:lnSpc>
              <a:spcBef>
                <a:spcPts val="0"/>
              </a:spcBef>
              <a:spcAft>
                <a:spcPts val="0"/>
              </a:spcAft>
              <a:buClr>
                <a:schemeClr val="lt1"/>
              </a:buClr>
              <a:buSzPts val="1400"/>
              <a:buChar char="○"/>
              <a:defRPr>
                <a:solidFill>
                  <a:schemeClr val="lt1"/>
                </a:solidFill>
              </a:defRPr>
            </a:lvl8pPr>
            <a:lvl9pPr lvl="8">
              <a:lnSpc>
                <a:spcPct val="100000"/>
              </a:lnSpc>
              <a:spcBef>
                <a:spcPts val="0"/>
              </a:spcBef>
              <a:spcAft>
                <a:spcPts val="0"/>
              </a:spcAft>
              <a:buClr>
                <a:schemeClr val="lt1"/>
              </a:buClr>
              <a:buSzPts val="1400"/>
              <a:buChar char="■"/>
              <a:defRPr>
                <a:solidFill>
                  <a:schemeClr val="lt1"/>
                </a:solidFill>
              </a:defRPr>
            </a:lvl9pPr>
          </a:lstStyle>
          <a:p/>
        </p:txBody>
      </p:sp>
    </p:spTree>
  </p:cSld>
  <p:clrMapOvr>
    <a:masterClrMapping/>
  </p:clrMapOvr>
</p:sldLayout>
</file>

<file path=ppt/slideLayouts/slideLayout13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_1_1_1_1">
    <p:bg>
      <p:bgPr>
        <a:solidFill>
          <a:schemeClr val="dk1"/>
        </a:solidFill>
      </p:bgPr>
    </p:bg>
    <p:spTree>
      <p:nvGrpSpPr>
        <p:cNvPr id="10866" name="Shape 10866"/>
        <p:cNvGrpSpPr/>
        <p:nvPr/>
      </p:nvGrpSpPr>
      <p:grpSpPr>
        <a:xfrm>
          <a:off x="0" y="0"/>
          <a:ext cx="0" cy="0"/>
          <a:chOff x="0" y="0"/>
          <a:chExt cx="0" cy="0"/>
        </a:xfrm>
      </p:grpSpPr>
      <p:grpSp>
        <p:nvGrpSpPr>
          <p:cNvPr id="10867" name="Google Shape;10867;p1405"/>
          <p:cNvGrpSpPr/>
          <p:nvPr/>
        </p:nvGrpSpPr>
        <p:grpSpPr>
          <a:xfrm>
            <a:off x="713225" y="539500"/>
            <a:ext cx="7717500" cy="4064400"/>
            <a:chOff x="713225" y="539500"/>
            <a:chExt cx="7717500" cy="4064400"/>
          </a:xfrm>
        </p:grpSpPr>
        <p:sp>
          <p:nvSpPr>
            <p:cNvPr id="10868" name="Google Shape;10868;p1405"/>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69" name="Google Shape;10869;p1405"/>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870" name="Google Shape;10870;p140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871" name="Google Shape;10871;p1405"/>
          <p:cNvSpPr txBox="1"/>
          <p:nvPr>
            <p:ph idx="1" type="subTitle"/>
          </p:nvPr>
        </p:nvSpPr>
        <p:spPr>
          <a:xfrm>
            <a:off x="1112425"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0872" name="Google Shape;10872;p1405"/>
          <p:cNvSpPr txBox="1"/>
          <p:nvPr>
            <p:ph idx="2" type="subTitle"/>
          </p:nvPr>
        </p:nvSpPr>
        <p:spPr>
          <a:xfrm>
            <a:off x="1112425"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873" name="Google Shape;10873;p1405"/>
          <p:cNvSpPr txBox="1"/>
          <p:nvPr>
            <p:ph idx="3" type="subTitle"/>
          </p:nvPr>
        </p:nvSpPr>
        <p:spPr>
          <a:xfrm>
            <a:off x="5584150" y="1982250"/>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0874" name="Google Shape;10874;p1405"/>
          <p:cNvSpPr txBox="1"/>
          <p:nvPr>
            <p:ph idx="4" type="subTitle"/>
          </p:nvPr>
        </p:nvSpPr>
        <p:spPr>
          <a:xfrm>
            <a:off x="5584150" y="1463550"/>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875" name="Google Shape;10875;p1405"/>
          <p:cNvSpPr txBox="1"/>
          <p:nvPr>
            <p:ph idx="5" type="subTitle"/>
          </p:nvPr>
        </p:nvSpPr>
        <p:spPr>
          <a:xfrm>
            <a:off x="1112425"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0876" name="Google Shape;10876;p1405"/>
          <p:cNvSpPr txBox="1"/>
          <p:nvPr>
            <p:ph idx="6" type="subTitle"/>
          </p:nvPr>
        </p:nvSpPr>
        <p:spPr>
          <a:xfrm>
            <a:off x="1112425"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877" name="Google Shape;10877;p1405"/>
          <p:cNvSpPr txBox="1"/>
          <p:nvPr>
            <p:ph idx="7" type="subTitle"/>
          </p:nvPr>
        </p:nvSpPr>
        <p:spPr>
          <a:xfrm>
            <a:off x="5584150" y="3636625"/>
            <a:ext cx="2447400" cy="64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0878" name="Google Shape;10878;p1405"/>
          <p:cNvSpPr txBox="1"/>
          <p:nvPr>
            <p:ph idx="8" type="subTitle"/>
          </p:nvPr>
        </p:nvSpPr>
        <p:spPr>
          <a:xfrm>
            <a:off x="5584150" y="3117925"/>
            <a:ext cx="24474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1_1_1_1_1">
    <p:bg>
      <p:bgPr>
        <a:solidFill>
          <a:schemeClr val="dk1"/>
        </a:solidFill>
      </p:bgPr>
    </p:bg>
    <p:spTree>
      <p:nvGrpSpPr>
        <p:cNvPr id="10879" name="Shape 10879"/>
        <p:cNvGrpSpPr/>
        <p:nvPr/>
      </p:nvGrpSpPr>
      <p:grpSpPr>
        <a:xfrm>
          <a:off x="0" y="0"/>
          <a:ext cx="0" cy="0"/>
          <a:chOff x="0" y="0"/>
          <a:chExt cx="0" cy="0"/>
        </a:xfrm>
      </p:grpSpPr>
      <p:grpSp>
        <p:nvGrpSpPr>
          <p:cNvPr id="10880" name="Google Shape;10880;p1406"/>
          <p:cNvGrpSpPr/>
          <p:nvPr/>
        </p:nvGrpSpPr>
        <p:grpSpPr>
          <a:xfrm>
            <a:off x="713300" y="539550"/>
            <a:ext cx="7717500" cy="4064400"/>
            <a:chOff x="713300" y="539550"/>
            <a:chExt cx="7717500" cy="4064400"/>
          </a:xfrm>
        </p:grpSpPr>
        <p:cxnSp>
          <p:nvCxnSpPr>
            <p:cNvPr id="10881" name="Google Shape;10881;p1406"/>
            <p:cNvCxnSpPr/>
            <p:nvPr/>
          </p:nvCxnSpPr>
          <p:spPr>
            <a:xfrm>
              <a:off x="734900" y="1102125"/>
              <a:ext cx="7674300" cy="0"/>
            </a:xfrm>
            <a:prstGeom prst="straightConnector1">
              <a:avLst/>
            </a:prstGeom>
            <a:noFill/>
            <a:ln cap="flat" cmpd="sng" w="38100">
              <a:solidFill>
                <a:schemeClr val="accent1"/>
              </a:solidFill>
              <a:prstDash val="solid"/>
              <a:round/>
              <a:headEnd len="med" w="med" type="none"/>
              <a:tailEnd len="med" w="med" type="none"/>
            </a:ln>
          </p:spPr>
        </p:cxnSp>
        <p:sp>
          <p:nvSpPr>
            <p:cNvPr id="10882" name="Google Shape;10882;p1406"/>
            <p:cNvSpPr/>
            <p:nvPr/>
          </p:nvSpPr>
          <p:spPr>
            <a:xfrm>
              <a:off x="713300" y="53955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3" name="Google Shape;10883;p140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884" name="Google Shape;10884;p1406"/>
          <p:cNvSpPr txBox="1"/>
          <p:nvPr>
            <p:ph idx="1" type="subTitle"/>
          </p:nvPr>
        </p:nvSpPr>
        <p:spPr>
          <a:xfrm>
            <a:off x="10166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885" name="Google Shape;10885;p1406"/>
          <p:cNvSpPr txBox="1"/>
          <p:nvPr>
            <p:ph idx="2" type="subTitle"/>
          </p:nvPr>
        </p:nvSpPr>
        <p:spPr>
          <a:xfrm>
            <a:off x="10166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886" name="Google Shape;10886;p1406"/>
          <p:cNvSpPr txBox="1"/>
          <p:nvPr>
            <p:ph idx="3" type="subTitle"/>
          </p:nvPr>
        </p:nvSpPr>
        <p:spPr>
          <a:xfrm>
            <a:off x="10166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887" name="Google Shape;10887;p1406"/>
          <p:cNvSpPr txBox="1"/>
          <p:nvPr>
            <p:ph idx="4" type="subTitle"/>
          </p:nvPr>
        </p:nvSpPr>
        <p:spPr>
          <a:xfrm>
            <a:off x="10166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888" name="Google Shape;10888;p1406"/>
          <p:cNvSpPr txBox="1"/>
          <p:nvPr>
            <p:ph idx="5" type="subTitle"/>
          </p:nvPr>
        </p:nvSpPr>
        <p:spPr>
          <a:xfrm>
            <a:off x="4809400" y="1940562"/>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889" name="Google Shape;10889;p1406"/>
          <p:cNvSpPr txBox="1"/>
          <p:nvPr>
            <p:ph idx="6" type="subTitle"/>
          </p:nvPr>
        </p:nvSpPr>
        <p:spPr>
          <a:xfrm>
            <a:off x="4809400" y="1511038"/>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890" name="Google Shape;10890;p1406"/>
          <p:cNvSpPr txBox="1"/>
          <p:nvPr>
            <p:ph idx="7" type="subTitle"/>
          </p:nvPr>
        </p:nvSpPr>
        <p:spPr>
          <a:xfrm>
            <a:off x="4809425" y="3708400"/>
            <a:ext cx="33180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891" name="Google Shape;10891;p1406"/>
          <p:cNvSpPr txBox="1"/>
          <p:nvPr>
            <p:ph idx="8" type="subTitle"/>
          </p:nvPr>
        </p:nvSpPr>
        <p:spPr>
          <a:xfrm>
            <a:off x="4809425" y="3278875"/>
            <a:ext cx="3318000" cy="431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1_1_1_1_1_1_1_1_1">
    <p:bg>
      <p:bgPr>
        <a:solidFill>
          <a:schemeClr val="dk1"/>
        </a:solidFill>
      </p:bgPr>
    </p:bg>
    <p:spTree>
      <p:nvGrpSpPr>
        <p:cNvPr id="10892" name="Shape 10892"/>
        <p:cNvGrpSpPr/>
        <p:nvPr/>
      </p:nvGrpSpPr>
      <p:grpSpPr>
        <a:xfrm>
          <a:off x="0" y="0"/>
          <a:ext cx="0" cy="0"/>
          <a:chOff x="0" y="0"/>
          <a:chExt cx="0" cy="0"/>
        </a:xfrm>
      </p:grpSpPr>
      <p:grpSp>
        <p:nvGrpSpPr>
          <p:cNvPr id="10893" name="Google Shape;10893;p1407"/>
          <p:cNvGrpSpPr/>
          <p:nvPr/>
        </p:nvGrpSpPr>
        <p:grpSpPr>
          <a:xfrm>
            <a:off x="713225" y="539500"/>
            <a:ext cx="7717500" cy="4064400"/>
            <a:chOff x="713225" y="539500"/>
            <a:chExt cx="7717500" cy="4064400"/>
          </a:xfrm>
        </p:grpSpPr>
        <p:sp>
          <p:nvSpPr>
            <p:cNvPr id="10894" name="Google Shape;10894;p1407"/>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95" name="Google Shape;10895;p1407"/>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896" name="Google Shape;10896;p140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897" name="Google Shape;10897;p1407"/>
          <p:cNvSpPr txBox="1"/>
          <p:nvPr>
            <p:ph idx="1" type="subTitle"/>
          </p:nvPr>
        </p:nvSpPr>
        <p:spPr>
          <a:xfrm>
            <a:off x="8844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898" name="Google Shape;10898;p1407"/>
          <p:cNvSpPr txBox="1"/>
          <p:nvPr>
            <p:ph idx="2" type="subTitle"/>
          </p:nvPr>
        </p:nvSpPr>
        <p:spPr>
          <a:xfrm>
            <a:off x="884474"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899" name="Google Shape;10899;p1407"/>
          <p:cNvSpPr txBox="1"/>
          <p:nvPr>
            <p:ph idx="3" type="subTitle"/>
          </p:nvPr>
        </p:nvSpPr>
        <p:spPr>
          <a:xfrm>
            <a:off x="2767708"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900" name="Google Shape;10900;p1407"/>
          <p:cNvSpPr txBox="1"/>
          <p:nvPr>
            <p:ph idx="4" type="subTitle"/>
          </p:nvPr>
        </p:nvSpPr>
        <p:spPr>
          <a:xfrm>
            <a:off x="2767709"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901" name="Google Shape;10901;p1407"/>
          <p:cNvSpPr txBox="1"/>
          <p:nvPr>
            <p:ph idx="5" type="subTitle"/>
          </p:nvPr>
        </p:nvSpPr>
        <p:spPr>
          <a:xfrm>
            <a:off x="4650942"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902" name="Google Shape;10902;p1407"/>
          <p:cNvSpPr txBox="1"/>
          <p:nvPr>
            <p:ph idx="6" type="subTitle"/>
          </p:nvPr>
        </p:nvSpPr>
        <p:spPr>
          <a:xfrm>
            <a:off x="4650945"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903" name="Google Shape;10903;p1407"/>
          <p:cNvSpPr txBox="1"/>
          <p:nvPr>
            <p:ph idx="7" type="subTitle"/>
          </p:nvPr>
        </p:nvSpPr>
        <p:spPr>
          <a:xfrm>
            <a:off x="6534175" y="3415925"/>
            <a:ext cx="1725300" cy="87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904" name="Google Shape;10904;p1407"/>
          <p:cNvSpPr txBox="1"/>
          <p:nvPr>
            <p:ph idx="8" type="subTitle"/>
          </p:nvPr>
        </p:nvSpPr>
        <p:spPr>
          <a:xfrm>
            <a:off x="6534180" y="2674200"/>
            <a:ext cx="1725300" cy="743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sz="1700">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7">
    <p:bg>
      <p:bgPr>
        <a:solidFill>
          <a:schemeClr val="dk1"/>
        </a:solidFill>
      </p:bgPr>
    </p:bg>
    <p:spTree>
      <p:nvGrpSpPr>
        <p:cNvPr id="10905" name="Shape 10905"/>
        <p:cNvGrpSpPr/>
        <p:nvPr/>
      </p:nvGrpSpPr>
      <p:grpSpPr>
        <a:xfrm>
          <a:off x="0" y="0"/>
          <a:ext cx="0" cy="0"/>
          <a:chOff x="0" y="0"/>
          <a:chExt cx="0" cy="0"/>
        </a:xfrm>
      </p:grpSpPr>
      <p:grpSp>
        <p:nvGrpSpPr>
          <p:cNvPr id="10906" name="Google Shape;10906;p1408"/>
          <p:cNvGrpSpPr/>
          <p:nvPr/>
        </p:nvGrpSpPr>
        <p:grpSpPr>
          <a:xfrm>
            <a:off x="713225" y="539500"/>
            <a:ext cx="7717500" cy="4064400"/>
            <a:chOff x="713225" y="539500"/>
            <a:chExt cx="7717500" cy="4064400"/>
          </a:xfrm>
        </p:grpSpPr>
        <p:sp>
          <p:nvSpPr>
            <p:cNvPr id="10907" name="Google Shape;10907;p1408"/>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08" name="Google Shape;10908;p1408"/>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909" name="Google Shape;10909;p140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910" name="Google Shape;10910;p1408"/>
          <p:cNvSpPr txBox="1"/>
          <p:nvPr>
            <p:ph idx="1" type="subTitle"/>
          </p:nvPr>
        </p:nvSpPr>
        <p:spPr>
          <a:xfrm>
            <a:off x="1909431" y="1906051"/>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0911" name="Google Shape;10911;p1408"/>
          <p:cNvSpPr txBox="1"/>
          <p:nvPr>
            <p:ph idx="2" type="subTitle"/>
          </p:nvPr>
        </p:nvSpPr>
        <p:spPr>
          <a:xfrm>
            <a:off x="1909431" y="1387350"/>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912" name="Google Shape;10912;p1408"/>
          <p:cNvSpPr txBox="1"/>
          <p:nvPr>
            <p:ph idx="3" type="subTitle"/>
          </p:nvPr>
        </p:nvSpPr>
        <p:spPr>
          <a:xfrm>
            <a:off x="4971369" y="1906050"/>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0913" name="Google Shape;10913;p1408"/>
          <p:cNvSpPr txBox="1"/>
          <p:nvPr>
            <p:ph idx="4" type="subTitle"/>
          </p:nvPr>
        </p:nvSpPr>
        <p:spPr>
          <a:xfrm>
            <a:off x="4971369" y="1387350"/>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914" name="Google Shape;10914;p1408"/>
          <p:cNvSpPr txBox="1"/>
          <p:nvPr>
            <p:ph idx="5" type="subTitle"/>
          </p:nvPr>
        </p:nvSpPr>
        <p:spPr>
          <a:xfrm>
            <a:off x="1909431" y="3654425"/>
            <a:ext cx="2263200" cy="64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0915" name="Google Shape;10915;p1408"/>
          <p:cNvSpPr txBox="1"/>
          <p:nvPr>
            <p:ph idx="6" type="subTitle"/>
          </p:nvPr>
        </p:nvSpPr>
        <p:spPr>
          <a:xfrm>
            <a:off x="1909431" y="3135724"/>
            <a:ext cx="2263200" cy="518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916" name="Google Shape;10916;p1408"/>
          <p:cNvSpPr txBox="1"/>
          <p:nvPr>
            <p:ph idx="7" type="subTitle"/>
          </p:nvPr>
        </p:nvSpPr>
        <p:spPr>
          <a:xfrm>
            <a:off x="4971369" y="3654424"/>
            <a:ext cx="2263200" cy="642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None/>
              <a:defRPr sz="16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
        <p:nvSpPr>
          <p:cNvPr id="10917" name="Google Shape;10917;p1408"/>
          <p:cNvSpPr txBox="1"/>
          <p:nvPr>
            <p:ph idx="8" type="subTitle"/>
          </p:nvPr>
        </p:nvSpPr>
        <p:spPr>
          <a:xfrm>
            <a:off x="4971369" y="3135724"/>
            <a:ext cx="2263200" cy="5187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1_1_1_1_1_2">
    <p:bg>
      <p:bgPr>
        <a:solidFill>
          <a:schemeClr val="dk1"/>
        </a:solidFill>
      </p:bgPr>
    </p:bg>
    <p:spTree>
      <p:nvGrpSpPr>
        <p:cNvPr id="10918" name="Shape 10918"/>
        <p:cNvGrpSpPr/>
        <p:nvPr/>
      </p:nvGrpSpPr>
      <p:grpSpPr>
        <a:xfrm>
          <a:off x="0" y="0"/>
          <a:ext cx="0" cy="0"/>
          <a:chOff x="0" y="0"/>
          <a:chExt cx="0" cy="0"/>
        </a:xfrm>
      </p:grpSpPr>
      <p:grpSp>
        <p:nvGrpSpPr>
          <p:cNvPr id="10919" name="Google Shape;10919;p1409"/>
          <p:cNvGrpSpPr/>
          <p:nvPr/>
        </p:nvGrpSpPr>
        <p:grpSpPr>
          <a:xfrm>
            <a:off x="713225" y="539500"/>
            <a:ext cx="7717500" cy="4064400"/>
            <a:chOff x="713225" y="539500"/>
            <a:chExt cx="7717500" cy="4064400"/>
          </a:xfrm>
        </p:grpSpPr>
        <p:sp>
          <p:nvSpPr>
            <p:cNvPr id="10920" name="Google Shape;10920;p1409"/>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21" name="Google Shape;10921;p1409"/>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922" name="Google Shape;10922;p140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923" name="Google Shape;10923;p1409"/>
          <p:cNvSpPr txBox="1"/>
          <p:nvPr>
            <p:ph idx="1" type="subTitle"/>
          </p:nvPr>
        </p:nvSpPr>
        <p:spPr>
          <a:xfrm>
            <a:off x="95812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924" name="Google Shape;10924;p1409"/>
          <p:cNvSpPr txBox="1"/>
          <p:nvPr>
            <p:ph idx="2" type="subTitle"/>
          </p:nvPr>
        </p:nvSpPr>
        <p:spPr>
          <a:xfrm>
            <a:off x="95812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925" name="Google Shape;10925;p1409"/>
          <p:cNvSpPr txBox="1"/>
          <p:nvPr>
            <p:ph idx="3" type="subTitle"/>
          </p:nvPr>
        </p:nvSpPr>
        <p:spPr>
          <a:xfrm>
            <a:off x="3420000"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926" name="Google Shape;10926;p1409"/>
          <p:cNvSpPr txBox="1"/>
          <p:nvPr>
            <p:ph idx="4" type="subTitle"/>
          </p:nvPr>
        </p:nvSpPr>
        <p:spPr>
          <a:xfrm>
            <a:off x="3420000"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927" name="Google Shape;10927;p1409"/>
          <p:cNvSpPr txBox="1"/>
          <p:nvPr>
            <p:ph idx="5" type="subTitle"/>
          </p:nvPr>
        </p:nvSpPr>
        <p:spPr>
          <a:xfrm>
            <a:off x="5881875" y="1906025"/>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928" name="Google Shape;10928;p1409"/>
          <p:cNvSpPr txBox="1"/>
          <p:nvPr>
            <p:ph idx="6" type="subTitle"/>
          </p:nvPr>
        </p:nvSpPr>
        <p:spPr>
          <a:xfrm>
            <a:off x="5881875" y="1387325"/>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929" name="Google Shape;10929;p1409"/>
          <p:cNvSpPr txBox="1"/>
          <p:nvPr>
            <p:ph idx="7" type="subTitle"/>
          </p:nvPr>
        </p:nvSpPr>
        <p:spPr>
          <a:xfrm>
            <a:off x="2189050"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930" name="Google Shape;10930;p1409"/>
          <p:cNvSpPr txBox="1"/>
          <p:nvPr>
            <p:ph idx="8" type="subTitle"/>
          </p:nvPr>
        </p:nvSpPr>
        <p:spPr>
          <a:xfrm>
            <a:off x="2189050"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931" name="Google Shape;10931;p1409"/>
          <p:cNvSpPr txBox="1"/>
          <p:nvPr>
            <p:ph idx="9" type="subTitle"/>
          </p:nvPr>
        </p:nvSpPr>
        <p:spPr>
          <a:xfrm>
            <a:off x="4650925" y="3626000"/>
            <a:ext cx="2304000" cy="783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932" name="Google Shape;10932;p1409"/>
          <p:cNvSpPr txBox="1"/>
          <p:nvPr>
            <p:ph idx="13" type="subTitle"/>
          </p:nvPr>
        </p:nvSpPr>
        <p:spPr>
          <a:xfrm>
            <a:off x="4650925" y="3107300"/>
            <a:ext cx="2304000" cy="51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_1_1_1_1_1_1">
    <p:bg>
      <p:bgPr>
        <a:solidFill>
          <a:schemeClr val="dk1"/>
        </a:solidFill>
      </p:bgPr>
    </p:bg>
    <p:spTree>
      <p:nvGrpSpPr>
        <p:cNvPr id="10933" name="Shape 10933"/>
        <p:cNvGrpSpPr/>
        <p:nvPr/>
      </p:nvGrpSpPr>
      <p:grpSpPr>
        <a:xfrm>
          <a:off x="0" y="0"/>
          <a:ext cx="0" cy="0"/>
          <a:chOff x="0" y="0"/>
          <a:chExt cx="0" cy="0"/>
        </a:xfrm>
      </p:grpSpPr>
      <p:grpSp>
        <p:nvGrpSpPr>
          <p:cNvPr id="10934" name="Google Shape;10934;p1410"/>
          <p:cNvGrpSpPr/>
          <p:nvPr/>
        </p:nvGrpSpPr>
        <p:grpSpPr>
          <a:xfrm>
            <a:off x="713225" y="539500"/>
            <a:ext cx="7717500" cy="4064400"/>
            <a:chOff x="713225" y="539500"/>
            <a:chExt cx="7717500" cy="4064400"/>
          </a:xfrm>
        </p:grpSpPr>
        <p:sp>
          <p:nvSpPr>
            <p:cNvPr id="10935" name="Google Shape;10935;p1410"/>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36" name="Google Shape;10936;p1410"/>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937" name="Google Shape;10937;p141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938" name="Google Shape;10938;p1410"/>
          <p:cNvSpPr txBox="1"/>
          <p:nvPr>
            <p:ph idx="1" type="subTitle"/>
          </p:nvPr>
        </p:nvSpPr>
        <p:spPr>
          <a:xfrm>
            <a:off x="1134425"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939" name="Google Shape;10939;p1410"/>
          <p:cNvSpPr txBox="1"/>
          <p:nvPr>
            <p:ph idx="2" type="subTitle"/>
          </p:nvPr>
        </p:nvSpPr>
        <p:spPr>
          <a:xfrm>
            <a:off x="113442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940" name="Google Shape;10940;p1410"/>
          <p:cNvSpPr txBox="1"/>
          <p:nvPr>
            <p:ph idx="3" type="subTitle"/>
          </p:nvPr>
        </p:nvSpPr>
        <p:spPr>
          <a:xfrm>
            <a:off x="3495738"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941" name="Google Shape;10941;p1410"/>
          <p:cNvSpPr txBox="1"/>
          <p:nvPr>
            <p:ph idx="4" type="subTitle"/>
          </p:nvPr>
        </p:nvSpPr>
        <p:spPr>
          <a:xfrm>
            <a:off x="3495750"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942" name="Google Shape;10942;p1410"/>
          <p:cNvSpPr txBox="1"/>
          <p:nvPr>
            <p:ph idx="5" type="subTitle"/>
          </p:nvPr>
        </p:nvSpPr>
        <p:spPr>
          <a:xfrm>
            <a:off x="5857051" y="223250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943" name="Google Shape;10943;p1410"/>
          <p:cNvSpPr txBox="1"/>
          <p:nvPr>
            <p:ph idx="6" type="subTitle"/>
          </p:nvPr>
        </p:nvSpPr>
        <p:spPr>
          <a:xfrm>
            <a:off x="5857075" y="1885275"/>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944" name="Google Shape;10944;p1410"/>
          <p:cNvSpPr txBox="1"/>
          <p:nvPr>
            <p:ph idx="7" type="subTitle"/>
          </p:nvPr>
        </p:nvSpPr>
        <p:spPr>
          <a:xfrm>
            <a:off x="1134425"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945" name="Google Shape;10945;p1410"/>
          <p:cNvSpPr txBox="1"/>
          <p:nvPr>
            <p:ph idx="8" type="subTitle"/>
          </p:nvPr>
        </p:nvSpPr>
        <p:spPr>
          <a:xfrm>
            <a:off x="113442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946" name="Google Shape;10946;p1410"/>
          <p:cNvSpPr txBox="1"/>
          <p:nvPr>
            <p:ph idx="9" type="subTitle"/>
          </p:nvPr>
        </p:nvSpPr>
        <p:spPr>
          <a:xfrm>
            <a:off x="3495738"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947" name="Google Shape;10947;p1410"/>
          <p:cNvSpPr txBox="1"/>
          <p:nvPr>
            <p:ph idx="13" type="subTitle"/>
          </p:nvPr>
        </p:nvSpPr>
        <p:spPr>
          <a:xfrm>
            <a:off x="3495750"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948" name="Google Shape;10948;p1410"/>
          <p:cNvSpPr txBox="1"/>
          <p:nvPr>
            <p:ph idx="14" type="subTitle"/>
          </p:nvPr>
        </p:nvSpPr>
        <p:spPr>
          <a:xfrm>
            <a:off x="5857051" y="3744750"/>
            <a:ext cx="2152500" cy="665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949" name="Google Shape;10949;p1410"/>
          <p:cNvSpPr txBox="1"/>
          <p:nvPr>
            <p:ph idx="15" type="subTitle"/>
          </p:nvPr>
        </p:nvSpPr>
        <p:spPr>
          <a:xfrm>
            <a:off x="5857075" y="3397550"/>
            <a:ext cx="21525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21">
    <p:bg>
      <p:bgPr>
        <a:solidFill>
          <a:schemeClr val="dk1"/>
        </a:solidFill>
      </p:bgPr>
    </p:bg>
    <p:spTree>
      <p:nvGrpSpPr>
        <p:cNvPr id="10950" name="Shape 10950"/>
        <p:cNvGrpSpPr/>
        <p:nvPr/>
      </p:nvGrpSpPr>
      <p:grpSpPr>
        <a:xfrm>
          <a:off x="0" y="0"/>
          <a:ext cx="0" cy="0"/>
          <a:chOff x="0" y="0"/>
          <a:chExt cx="0" cy="0"/>
        </a:xfrm>
      </p:grpSpPr>
      <p:grpSp>
        <p:nvGrpSpPr>
          <p:cNvPr id="10951" name="Google Shape;10951;p1411"/>
          <p:cNvGrpSpPr/>
          <p:nvPr/>
        </p:nvGrpSpPr>
        <p:grpSpPr>
          <a:xfrm>
            <a:off x="713225" y="539500"/>
            <a:ext cx="7717500" cy="4064400"/>
            <a:chOff x="713225" y="539500"/>
            <a:chExt cx="7717500" cy="4064400"/>
          </a:xfrm>
        </p:grpSpPr>
        <p:sp>
          <p:nvSpPr>
            <p:cNvPr id="10952" name="Google Shape;10952;p1411"/>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53" name="Google Shape;10953;p1411"/>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954" name="Google Shape;10954;p141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2800"/>
              <a:buNone/>
              <a:defRPr>
                <a:solidFill>
                  <a:schemeClr val="lt1"/>
                </a:solidFill>
              </a:defRPr>
            </a:lvl1pPr>
            <a:lvl2pPr lvl="1">
              <a:spcBef>
                <a:spcPts val="0"/>
              </a:spcBef>
              <a:spcAft>
                <a:spcPts val="0"/>
              </a:spcAft>
              <a:buClr>
                <a:schemeClr val="lt1"/>
              </a:buClr>
              <a:buSzPts val="2800"/>
              <a:buNone/>
              <a:defRPr>
                <a:solidFill>
                  <a:schemeClr val="lt1"/>
                </a:solidFill>
              </a:defRPr>
            </a:lvl2pPr>
            <a:lvl3pPr lvl="2">
              <a:spcBef>
                <a:spcPts val="0"/>
              </a:spcBef>
              <a:spcAft>
                <a:spcPts val="0"/>
              </a:spcAft>
              <a:buClr>
                <a:schemeClr val="lt1"/>
              </a:buClr>
              <a:buSzPts val="2800"/>
              <a:buNone/>
              <a:defRPr>
                <a:solidFill>
                  <a:schemeClr val="lt1"/>
                </a:solidFill>
              </a:defRPr>
            </a:lvl3pPr>
            <a:lvl4pPr lvl="3">
              <a:spcBef>
                <a:spcPts val="0"/>
              </a:spcBef>
              <a:spcAft>
                <a:spcPts val="0"/>
              </a:spcAft>
              <a:buClr>
                <a:schemeClr val="lt1"/>
              </a:buClr>
              <a:buSzPts val="2800"/>
              <a:buNone/>
              <a:defRPr>
                <a:solidFill>
                  <a:schemeClr val="lt1"/>
                </a:solidFill>
              </a:defRPr>
            </a:lvl4pPr>
            <a:lvl5pPr lvl="4">
              <a:spcBef>
                <a:spcPts val="0"/>
              </a:spcBef>
              <a:spcAft>
                <a:spcPts val="0"/>
              </a:spcAft>
              <a:buClr>
                <a:schemeClr val="lt1"/>
              </a:buClr>
              <a:buSzPts val="2800"/>
              <a:buNone/>
              <a:defRPr>
                <a:solidFill>
                  <a:schemeClr val="lt1"/>
                </a:solidFill>
              </a:defRPr>
            </a:lvl5pPr>
            <a:lvl6pPr lvl="5">
              <a:spcBef>
                <a:spcPts val="0"/>
              </a:spcBef>
              <a:spcAft>
                <a:spcPts val="0"/>
              </a:spcAft>
              <a:buClr>
                <a:schemeClr val="lt1"/>
              </a:buClr>
              <a:buSzPts val="2800"/>
              <a:buNone/>
              <a:defRPr>
                <a:solidFill>
                  <a:schemeClr val="lt1"/>
                </a:solidFill>
              </a:defRPr>
            </a:lvl6pPr>
            <a:lvl7pPr lvl="6">
              <a:spcBef>
                <a:spcPts val="0"/>
              </a:spcBef>
              <a:spcAft>
                <a:spcPts val="0"/>
              </a:spcAft>
              <a:buClr>
                <a:schemeClr val="lt1"/>
              </a:buClr>
              <a:buSzPts val="2800"/>
              <a:buNone/>
              <a:defRPr>
                <a:solidFill>
                  <a:schemeClr val="lt1"/>
                </a:solidFill>
              </a:defRPr>
            </a:lvl7pPr>
            <a:lvl8pPr lvl="7">
              <a:spcBef>
                <a:spcPts val="0"/>
              </a:spcBef>
              <a:spcAft>
                <a:spcPts val="0"/>
              </a:spcAft>
              <a:buClr>
                <a:schemeClr val="lt1"/>
              </a:buClr>
              <a:buSzPts val="2800"/>
              <a:buNone/>
              <a:defRPr>
                <a:solidFill>
                  <a:schemeClr val="lt1"/>
                </a:solidFill>
              </a:defRPr>
            </a:lvl8pPr>
            <a:lvl9pPr lvl="8">
              <a:spcBef>
                <a:spcPts val="0"/>
              </a:spcBef>
              <a:spcAft>
                <a:spcPts val="0"/>
              </a:spcAft>
              <a:buClr>
                <a:schemeClr val="lt1"/>
              </a:buClr>
              <a:buSzPts val="2800"/>
              <a:buNone/>
              <a:defRPr>
                <a:solidFill>
                  <a:schemeClr val="lt1"/>
                </a:solidFill>
              </a:defRPr>
            </a:lvl9pPr>
          </a:lstStyle>
          <a:p/>
        </p:txBody>
      </p:sp>
      <p:sp>
        <p:nvSpPr>
          <p:cNvPr id="10955" name="Google Shape;10955;p1411"/>
          <p:cNvSpPr txBox="1"/>
          <p:nvPr>
            <p:ph idx="1" type="subTitle"/>
          </p:nvPr>
        </p:nvSpPr>
        <p:spPr>
          <a:xfrm>
            <a:off x="1059065"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956" name="Google Shape;10956;p1411"/>
          <p:cNvSpPr txBox="1"/>
          <p:nvPr>
            <p:ph idx="2" type="subTitle"/>
          </p:nvPr>
        </p:nvSpPr>
        <p:spPr>
          <a:xfrm>
            <a:off x="1059065"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957" name="Google Shape;10957;p1411"/>
          <p:cNvSpPr txBox="1"/>
          <p:nvPr>
            <p:ph idx="3" type="subTitle"/>
          </p:nvPr>
        </p:nvSpPr>
        <p:spPr>
          <a:xfrm>
            <a:off x="1059052" y="2806879"/>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958" name="Google Shape;10958;p1411"/>
          <p:cNvSpPr txBox="1"/>
          <p:nvPr>
            <p:ph idx="4" type="subTitle"/>
          </p:nvPr>
        </p:nvSpPr>
        <p:spPr>
          <a:xfrm>
            <a:off x="1059070" y="2454554"/>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959" name="Google Shape;10959;p1411"/>
          <p:cNvSpPr txBox="1"/>
          <p:nvPr>
            <p:ph idx="5" type="subTitle"/>
          </p:nvPr>
        </p:nvSpPr>
        <p:spPr>
          <a:xfrm>
            <a:off x="5042599" y="174819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960" name="Google Shape;10960;p1411"/>
          <p:cNvSpPr txBox="1"/>
          <p:nvPr>
            <p:ph idx="6" type="subTitle"/>
          </p:nvPr>
        </p:nvSpPr>
        <p:spPr>
          <a:xfrm>
            <a:off x="5042634" y="13958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961" name="Google Shape;10961;p1411"/>
          <p:cNvSpPr txBox="1"/>
          <p:nvPr>
            <p:ph idx="7" type="subTitle"/>
          </p:nvPr>
        </p:nvSpPr>
        <p:spPr>
          <a:xfrm>
            <a:off x="1059065"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962" name="Google Shape;10962;p1411"/>
          <p:cNvSpPr txBox="1"/>
          <p:nvPr>
            <p:ph idx="8" type="subTitle"/>
          </p:nvPr>
        </p:nvSpPr>
        <p:spPr>
          <a:xfrm>
            <a:off x="1059065"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963" name="Google Shape;10963;p1411"/>
          <p:cNvSpPr txBox="1"/>
          <p:nvPr>
            <p:ph idx="9" type="subTitle"/>
          </p:nvPr>
        </p:nvSpPr>
        <p:spPr>
          <a:xfrm>
            <a:off x="5042630" y="2806867"/>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964" name="Google Shape;10964;p1411"/>
          <p:cNvSpPr txBox="1"/>
          <p:nvPr>
            <p:ph idx="13" type="subTitle"/>
          </p:nvPr>
        </p:nvSpPr>
        <p:spPr>
          <a:xfrm>
            <a:off x="5042648" y="2454567"/>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965" name="Google Shape;10965;p1411"/>
          <p:cNvSpPr txBox="1"/>
          <p:nvPr>
            <p:ph idx="14" type="subTitle"/>
          </p:nvPr>
        </p:nvSpPr>
        <p:spPr>
          <a:xfrm>
            <a:off x="5042599" y="3865542"/>
            <a:ext cx="3042300" cy="502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10966" name="Google Shape;10966;p1411"/>
          <p:cNvSpPr txBox="1"/>
          <p:nvPr>
            <p:ph idx="15" type="subTitle"/>
          </p:nvPr>
        </p:nvSpPr>
        <p:spPr>
          <a:xfrm>
            <a:off x="5042634" y="3513242"/>
            <a:ext cx="3042300" cy="349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_1_1_1_1_1">
    <p:bg>
      <p:bgPr>
        <a:solidFill>
          <a:schemeClr val="dk1"/>
        </a:solidFill>
      </p:bgPr>
    </p:bg>
    <p:spTree>
      <p:nvGrpSpPr>
        <p:cNvPr id="10967" name="Shape 10967"/>
        <p:cNvGrpSpPr/>
        <p:nvPr/>
      </p:nvGrpSpPr>
      <p:grpSpPr>
        <a:xfrm>
          <a:off x="0" y="0"/>
          <a:ext cx="0" cy="0"/>
          <a:chOff x="0" y="0"/>
          <a:chExt cx="0" cy="0"/>
        </a:xfrm>
      </p:grpSpPr>
      <p:grpSp>
        <p:nvGrpSpPr>
          <p:cNvPr id="10968" name="Google Shape;10968;p1412"/>
          <p:cNvGrpSpPr/>
          <p:nvPr/>
        </p:nvGrpSpPr>
        <p:grpSpPr>
          <a:xfrm>
            <a:off x="713225" y="539500"/>
            <a:ext cx="7717500" cy="4064400"/>
            <a:chOff x="713225" y="539500"/>
            <a:chExt cx="7717500" cy="4064400"/>
          </a:xfrm>
        </p:grpSpPr>
        <p:sp>
          <p:nvSpPr>
            <p:cNvPr id="10969" name="Google Shape;10969;p1412"/>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70" name="Google Shape;10970;p1412"/>
            <p:cNvCxnSpPr/>
            <p:nvPr/>
          </p:nvCxnSpPr>
          <p:spPr>
            <a:xfrm>
              <a:off x="734825" y="1483075"/>
              <a:ext cx="7674300" cy="0"/>
            </a:xfrm>
            <a:prstGeom prst="straightConnector1">
              <a:avLst/>
            </a:prstGeom>
            <a:noFill/>
            <a:ln cap="flat" cmpd="sng" w="38100">
              <a:solidFill>
                <a:schemeClr val="accent1"/>
              </a:solidFill>
              <a:prstDash val="solid"/>
              <a:round/>
              <a:headEnd len="med" w="med" type="none"/>
              <a:tailEnd len="med" w="med" type="none"/>
            </a:ln>
          </p:spPr>
        </p:cxnSp>
      </p:grpSp>
      <p:sp>
        <p:nvSpPr>
          <p:cNvPr id="10971" name="Google Shape;10971;p1412"/>
          <p:cNvSpPr txBox="1"/>
          <p:nvPr>
            <p:ph type="title"/>
          </p:nvPr>
        </p:nvSpPr>
        <p:spPr>
          <a:xfrm>
            <a:off x="3607800" y="539500"/>
            <a:ext cx="4519200" cy="939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4800">
                <a:solidFill>
                  <a:schemeClr val="lt1"/>
                </a:solidFill>
              </a:defRPr>
            </a:lvl1pPr>
            <a:lvl2pPr lvl="1" algn="r">
              <a:spcBef>
                <a:spcPts val="0"/>
              </a:spcBef>
              <a:spcAft>
                <a:spcPts val="0"/>
              </a:spcAft>
              <a:buClr>
                <a:schemeClr val="lt1"/>
              </a:buClr>
              <a:buSzPts val="4800"/>
              <a:buNone/>
              <a:defRPr sz="4800">
                <a:solidFill>
                  <a:schemeClr val="lt1"/>
                </a:solidFill>
              </a:defRPr>
            </a:lvl2pPr>
            <a:lvl3pPr lvl="2" algn="r">
              <a:spcBef>
                <a:spcPts val="0"/>
              </a:spcBef>
              <a:spcAft>
                <a:spcPts val="0"/>
              </a:spcAft>
              <a:buClr>
                <a:schemeClr val="lt1"/>
              </a:buClr>
              <a:buSzPts val="4800"/>
              <a:buNone/>
              <a:defRPr sz="4800">
                <a:solidFill>
                  <a:schemeClr val="lt1"/>
                </a:solidFill>
              </a:defRPr>
            </a:lvl3pPr>
            <a:lvl4pPr lvl="3" algn="r">
              <a:spcBef>
                <a:spcPts val="0"/>
              </a:spcBef>
              <a:spcAft>
                <a:spcPts val="0"/>
              </a:spcAft>
              <a:buClr>
                <a:schemeClr val="lt1"/>
              </a:buClr>
              <a:buSzPts val="4800"/>
              <a:buNone/>
              <a:defRPr sz="4800">
                <a:solidFill>
                  <a:schemeClr val="lt1"/>
                </a:solidFill>
              </a:defRPr>
            </a:lvl4pPr>
            <a:lvl5pPr lvl="4" algn="r">
              <a:spcBef>
                <a:spcPts val="0"/>
              </a:spcBef>
              <a:spcAft>
                <a:spcPts val="0"/>
              </a:spcAft>
              <a:buClr>
                <a:schemeClr val="lt1"/>
              </a:buClr>
              <a:buSzPts val="4800"/>
              <a:buNone/>
              <a:defRPr sz="4800">
                <a:solidFill>
                  <a:schemeClr val="lt1"/>
                </a:solidFill>
              </a:defRPr>
            </a:lvl5pPr>
            <a:lvl6pPr lvl="5" algn="r">
              <a:spcBef>
                <a:spcPts val="0"/>
              </a:spcBef>
              <a:spcAft>
                <a:spcPts val="0"/>
              </a:spcAft>
              <a:buClr>
                <a:schemeClr val="lt1"/>
              </a:buClr>
              <a:buSzPts val="4800"/>
              <a:buNone/>
              <a:defRPr sz="4800">
                <a:solidFill>
                  <a:schemeClr val="lt1"/>
                </a:solidFill>
              </a:defRPr>
            </a:lvl6pPr>
            <a:lvl7pPr lvl="6" algn="r">
              <a:spcBef>
                <a:spcPts val="0"/>
              </a:spcBef>
              <a:spcAft>
                <a:spcPts val="0"/>
              </a:spcAft>
              <a:buClr>
                <a:schemeClr val="lt1"/>
              </a:buClr>
              <a:buSzPts val="4800"/>
              <a:buNone/>
              <a:defRPr sz="4800">
                <a:solidFill>
                  <a:schemeClr val="lt1"/>
                </a:solidFill>
              </a:defRPr>
            </a:lvl7pPr>
            <a:lvl8pPr lvl="7" algn="r">
              <a:spcBef>
                <a:spcPts val="0"/>
              </a:spcBef>
              <a:spcAft>
                <a:spcPts val="0"/>
              </a:spcAft>
              <a:buClr>
                <a:schemeClr val="lt1"/>
              </a:buClr>
              <a:buSzPts val="4800"/>
              <a:buNone/>
              <a:defRPr sz="4800">
                <a:solidFill>
                  <a:schemeClr val="lt1"/>
                </a:solidFill>
              </a:defRPr>
            </a:lvl8pPr>
            <a:lvl9pPr lvl="8" algn="r">
              <a:spcBef>
                <a:spcPts val="0"/>
              </a:spcBef>
              <a:spcAft>
                <a:spcPts val="0"/>
              </a:spcAft>
              <a:buClr>
                <a:schemeClr val="lt1"/>
              </a:buClr>
              <a:buSzPts val="4800"/>
              <a:buNone/>
              <a:defRPr sz="4800">
                <a:solidFill>
                  <a:schemeClr val="lt1"/>
                </a:solidFill>
              </a:defRPr>
            </a:lvl9pPr>
          </a:lstStyle>
          <a:p/>
        </p:txBody>
      </p:sp>
      <p:sp>
        <p:nvSpPr>
          <p:cNvPr id="10972" name="Google Shape;10972;p1412"/>
          <p:cNvSpPr txBox="1"/>
          <p:nvPr>
            <p:ph idx="1" type="subTitle"/>
          </p:nvPr>
        </p:nvSpPr>
        <p:spPr>
          <a:xfrm>
            <a:off x="3607800" y="2278000"/>
            <a:ext cx="4519200" cy="744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600"/>
              <a:buNone/>
              <a:defRPr sz="1400">
                <a:solidFill>
                  <a:schemeClr val="lt1"/>
                </a:solidFill>
              </a:defRPr>
            </a:lvl1pPr>
            <a:lvl2pPr lvl="1" algn="r">
              <a:lnSpc>
                <a:spcPct val="100000"/>
              </a:lnSpc>
              <a:spcBef>
                <a:spcPts val="0"/>
              </a:spcBef>
              <a:spcAft>
                <a:spcPts val="0"/>
              </a:spcAft>
              <a:buClr>
                <a:schemeClr val="lt1"/>
              </a:buClr>
              <a:buSzPts val="2800"/>
              <a:buNone/>
              <a:defRPr sz="2800">
                <a:solidFill>
                  <a:schemeClr val="lt1"/>
                </a:solidFill>
              </a:defRPr>
            </a:lvl2pPr>
            <a:lvl3pPr lvl="2" algn="r">
              <a:lnSpc>
                <a:spcPct val="100000"/>
              </a:lnSpc>
              <a:spcBef>
                <a:spcPts val="0"/>
              </a:spcBef>
              <a:spcAft>
                <a:spcPts val="0"/>
              </a:spcAft>
              <a:buClr>
                <a:schemeClr val="lt1"/>
              </a:buClr>
              <a:buSzPts val="2800"/>
              <a:buNone/>
              <a:defRPr sz="2800">
                <a:solidFill>
                  <a:schemeClr val="lt1"/>
                </a:solidFill>
              </a:defRPr>
            </a:lvl3pPr>
            <a:lvl4pPr lvl="3" algn="r">
              <a:lnSpc>
                <a:spcPct val="100000"/>
              </a:lnSpc>
              <a:spcBef>
                <a:spcPts val="0"/>
              </a:spcBef>
              <a:spcAft>
                <a:spcPts val="0"/>
              </a:spcAft>
              <a:buClr>
                <a:schemeClr val="lt1"/>
              </a:buClr>
              <a:buSzPts val="2800"/>
              <a:buNone/>
              <a:defRPr sz="2800">
                <a:solidFill>
                  <a:schemeClr val="lt1"/>
                </a:solidFill>
              </a:defRPr>
            </a:lvl4pPr>
            <a:lvl5pPr lvl="4" algn="r">
              <a:lnSpc>
                <a:spcPct val="100000"/>
              </a:lnSpc>
              <a:spcBef>
                <a:spcPts val="0"/>
              </a:spcBef>
              <a:spcAft>
                <a:spcPts val="0"/>
              </a:spcAft>
              <a:buClr>
                <a:schemeClr val="lt1"/>
              </a:buClr>
              <a:buSzPts val="2800"/>
              <a:buNone/>
              <a:defRPr sz="2800">
                <a:solidFill>
                  <a:schemeClr val="lt1"/>
                </a:solidFill>
              </a:defRPr>
            </a:lvl5pPr>
            <a:lvl6pPr lvl="5" algn="r">
              <a:lnSpc>
                <a:spcPct val="100000"/>
              </a:lnSpc>
              <a:spcBef>
                <a:spcPts val="0"/>
              </a:spcBef>
              <a:spcAft>
                <a:spcPts val="0"/>
              </a:spcAft>
              <a:buClr>
                <a:schemeClr val="lt1"/>
              </a:buClr>
              <a:buSzPts val="2800"/>
              <a:buNone/>
              <a:defRPr sz="2800">
                <a:solidFill>
                  <a:schemeClr val="lt1"/>
                </a:solidFill>
              </a:defRPr>
            </a:lvl6pPr>
            <a:lvl7pPr lvl="6" algn="r">
              <a:lnSpc>
                <a:spcPct val="100000"/>
              </a:lnSpc>
              <a:spcBef>
                <a:spcPts val="0"/>
              </a:spcBef>
              <a:spcAft>
                <a:spcPts val="0"/>
              </a:spcAft>
              <a:buClr>
                <a:schemeClr val="lt1"/>
              </a:buClr>
              <a:buSzPts val="2800"/>
              <a:buNone/>
              <a:defRPr sz="2800">
                <a:solidFill>
                  <a:schemeClr val="lt1"/>
                </a:solidFill>
              </a:defRPr>
            </a:lvl7pPr>
            <a:lvl8pPr lvl="7"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sp>
        <p:nvSpPr>
          <p:cNvPr id="10973" name="Google Shape;10973;p1412"/>
          <p:cNvSpPr txBox="1"/>
          <p:nvPr>
            <p:ph idx="2" type="subTitle"/>
          </p:nvPr>
        </p:nvSpPr>
        <p:spPr>
          <a:xfrm>
            <a:off x="3607800" y="1769750"/>
            <a:ext cx="4519200" cy="510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1800"/>
              <a:buFont typeface="Alfa Slab One"/>
              <a:buNone/>
              <a:defRPr>
                <a:solidFill>
                  <a:schemeClr val="lt1"/>
                </a:solidFill>
                <a:latin typeface="Alfa Slab One"/>
                <a:ea typeface="Alfa Slab One"/>
                <a:cs typeface="Alfa Slab One"/>
                <a:sym typeface="Alfa Slab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0974" name="Google Shape;10974;p1412"/>
          <p:cNvSpPr txBox="1"/>
          <p:nvPr/>
        </p:nvSpPr>
        <p:spPr>
          <a:xfrm>
            <a:off x="3508050" y="3477600"/>
            <a:ext cx="4718700" cy="554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Roboto"/>
                <a:ea typeface="Roboto"/>
                <a:cs typeface="Roboto"/>
                <a:sym typeface="Roboto"/>
              </a:rPr>
              <a:t>CREDITS:</a:t>
            </a:r>
            <a:r>
              <a:rPr lang="en" sz="1200">
                <a:solidFill>
                  <a:schemeClr val="lt1"/>
                </a:solidFill>
                <a:latin typeface="Roboto"/>
                <a:ea typeface="Roboto"/>
                <a:cs typeface="Roboto"/>
                <a:sym typeface="Roboto"/>
              </a:rPr>
              <a:t> This presentation template was created by </a:t>
            </a:r>
            <a:r>
              <a:rPr b="1" lang="en" sz="1200">
                <a:solidFill>
                  <a:schemeClr val="accent1"/>
                </a:solidFill>
                <a:uFill>
                  <a:noFill/>
                </a:uFill>
                <a:latin typeface="Roboto"/>
                <a:ea typeface="Roboto"/>
                <a:cs typeface="Roboto"/>
                <a:sym typeface="Roboto"/>
                <a:hlinkClick r:id="rId2">
                  <a:extLst>
                    <a:ext uri="{A12FA001-AC4F-418D-AE19-62706E023703}">
                      <ahyp:hlinkClr val="tx"/>
                    </a:ext>
                  </a:extLst>
                </a:hlinkClick>
              </a:rPr>
              <a:t>Slidesgo</a:t>
            </a:r>
            <a:r>
              <a:rPr b="1" lang="en" sz="1200">
                <a:solidFill>
                  <a:schemeClr val="accent6"/>
                </a:solidFill>
                <a:latin typeface="Roboto"/>
                <a:ea typeface="Roboto"/>
                <a:cs typeface="Roboto"/>
                <a:sym typeface="Roboto"/>
              </a:rPr>
              <a:t>,</a:t>
            </a:r>
            <a:r>
              <a:rPr lang="en" sz="1200">
                <a:solidFill>
                  <a:schemeClr val="lt1"/>
                </a:solidFill>
                <a:latin typeface="Roboto"/>
                <a:ea typeface="Roboto"/>
                <a:cs typeface="Roboto"/>
                <a:sym typeface="Roboto"/>
              </a:rPr>
              <a:t> including icons by </a:t>
            </a:r>
            <a:r>
              <a:rPr b="1" lang="en" sz="1200">
                <a:solidFill>
                  <a:schemeClr val="accent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1"/>
                </a:solidFill>
                <a:latin typeface="Roboto"/>
                <a:ea typeface="Roboto"/>
                <a:cs typeface="Roboto"/>
                <a:sym typeface="Roboto"/>
              </a:rPr>
              <a:t>, and infographics &amp; images by </a:t>
            </a:r>
            <a:r>
              <a:rPr b="1" lang="en" sz="1200">
                <a:solidFill>
                  <a:schemeClr val="accent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accent1"/>
              </a:solidFill>
              <a:latin typeface="Roboto"/>
              <a:ea typeface="Roboto"/>
              <a:cs typeface="Roboto"/>
              <a:sym typeface="Roboto"/>
            </a:endParaRPr>
          </a:p>
        </p:txBody>
      </p:sp>
    </p:spTree>
  </p:cSld>
  <p:clrMapOvr>
    <a:masterClrMapping/>
  </p:clrMapOvr>
</p:sldLayout>
</file>

<file path=ppt/slideLayouts/slideLayout13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_1_1_1_1_1">
    <p:bg>
      <p:bgPr>
        <a:solidFill>
          <a:schemeClr val="dk1"/>
        </a:solidFill>
      </p:bgPr>
    </p:bg>
    <p:spTree>
      <p:nvGrpSpPr>
        <p:cNvPr id="10975" name="Shape 10975"/>
        <p:cNvGrpSpPr/>
        <p:nvPr/>
      </p:nvGrpSpPr>
      <p:grpSpPr>
        <a:xfrm>
          <a:off x="0" y="0"/>
          <a:ext cx="0" cy="0"/>
          <a:chOff x="0" y="0"/>
          <a:chExt cx="0" cy="0"/>
        </a:xfrm>
      </p:grpSpPr>
      <p:sp>
        <p:nvSpPr>
          <p:cNvPr id="10976" name="Google Shape;10976;p1413"/>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_1_1_1_1_1">
    <p:bg>
      <p:bgPr>
        <a:solidFill>
          <a:schemeClr val="dk1"/>
        </a:solidFill>
      </p:bgPr>
    </p:bg>
    <p:spTree>
      <p:nvGrpSpPr>
        <p:cNvPr id="10977" name="Shape 10977"/>
        <p:cNvGrpSpPr/>
        <p:nvPr/>
      </p:nvGrpSpPr>
      <p:grpSpPr>
        <a:xfrm>
          <a:off x="0" y="0"/>
          <a:ext cx="0" cy="0"/>
          <a:chOff x="0" y="0"/>
          <a:chExt cx="0" cy="0"/>
        </a:xfrm>
      </p:grpSpPr>
      <p:grpSp>
        <p:nvGrpSpPr>
          <p:cNvPr id="10978" name="Google Shape;10978;p1414"/>
          <p:cNvGrpSpPr/>
          <p:nvPr/>
        </p:nvGrpSpPr>
        <p:grpSpPr>
          <a:xfrm>
            <a:off x="713225" y="539500"/>
            <a:ext cx="7717500" cy="4064400"/>
            <a:chOff x="713225" y="539500"/>
            <a:chExt cx="7717500" cy="4064400"/>
          </a:xfrm>
        </p:grpSpPr>
        <p:sp>
          <p:nvSpPr>
            <p:cNvPr id="10979" name="Google Shape;10979;p1414"/>
            <p:cNvSpPr/>
            <p:nvPr/>
          </p:nvSpPr>
          <p:spPr>
            <a:xfrm>
              <a:off x="713225" y="539500"/>
              <a:ext cx="7717500" cy="40644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80" name="Google Shape;10980;p1414"/>
            <p:cNvCxnSpPr/>
            <p:nvPr/>
          </p:nvCxnSpPr>
          <p:spPr>
            <a:xfrm>
              <a:off x="734825" y="1102075"/>
              <a:ext cx="76743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6.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40" Type="http://schemas.openxmlformats.org/officeDocument/2006/relationships/slideLayout" Target="../slideLayouts/slideLayout53.xml"/><Relationship Id="rId42" Type="http://schemas.openxmlformats.org/officeDocument/2006/relationships/slideLayout" Target="../slideLayouts/slideLayout55.xml"/><Relationship Id="rId41" Type="http://schemas.openxmlformats.org/officeDocument/2006/relationships/slideLayout" Target="../slideLayouts/slideLayout54.xml"/><Relationship Id="rId44" Type="http://schemas.openxmlformats.org/officeDocument/2006/relationships/slideLayout" Target="../slideLayouts/slideLayout57.xml"/><Relationship Id="rId43" Type="http://schemas.openxmlformats.org/officeDocument/2006/relationships/slideLayout" Target="../slideLayouts/slideLayout56.xml"/><Relationship Id="rId46" Type="http://schemas.openxmlformats.org/officeDocument/2006/relationships/slideLayout" Target="../slideLayouts/slideLayout59.xml"/><Relationship Id="rId45" Type="http://schemas.openxmlformats.org/officeDocument/2006/relationships/slideLayout" Target="../slideLayouts/slideLayout58.xml"/><Relationship Id="rId1" Type="http://schemas.openxmlformats.org/officeDocument/2006/relationships/slideLayout" Target="../slideLayouts/slideLayout14.xml"/><Relationship Id="rId2" Type="http://schemas.openxmlformats.org/officeDocument/2006/relationships/slideLayout" Target="../slideLayouts/slideLayout15.xml"/><Relationship Id="rId3" Type="http://schemas.openxmlformats.org/officeDocument/2006/relationships/slideLayout" Target="../slideLayouts/slideLayout16.xml"/><Relationship Id="rId4" Type="http://schemas.openxmlformats.org/officeDocument/2006/relationships/slideLayout" Target="../slideLayouts/slideLayout17.xml"/><Relationship Id="rId9" Type="http://schemas.openxmlformats.org/officeDocument/2006/relationships/slideLayout" Target="../slideLayouts/slideLayout22.xml"/><Relationship Id="rId48" Type="http://schemas.openxmlformats.org/officeDocument/2006/relationships/slideLayout" Target="../slideLayouts/slideLayout61.xml"/><Relationship Id="rId47" Type="http://schemas.openxmlformats.org/officeDocument/2006/relationships/slideLayout" Target="../slideLayouts/slideLayout60.xml"/><Relationship Id="rId49" Type="http://schemas.openxmlformats.org/officeDocument/2006/relationships/slideLayout" Target="../slideLayouts/slideLayout62.xml"/><Relationship Id="rId5" Type="http://schemas.openxmlformats.org/officeDocument/2006/relationships/slideLayout" Target="../slideLayouts/slideLayout18.xml"/><Relationship Id="rId6" Type="http://schemas.openxmlformats.org/officeDocument/2006/relationships/slideLayout" Target="../slideLayouts/slideLayout19.xml"/><Relationship Id="rId7" Type="http://schemas.openxmlformats.org/officeDocument/2006/relationships/slideLayout" Target="../slideLayouts/slideLayout20.xml"/><Relationship Id="rId8" Type="http://schemas.openxmlformats.org/officeDocument/2006/relationships/slideLayout" Target="../slideLayouts/slideLayout21.xml"/><Relationship Id="rId31" Type="http://schemas.openxmlformats.org/officeDocument/2006/relationships/slideLayout" Target="../slideLayouts/slideLayout44.xml"/><Relationship Id="rId30" Type="http://schemas.openxmlformats.org/officeDocument/2006/relationships/slideLayout" Target="../slideLayouts/slideLayout43.xml"/><Relationship Id="rId33" Type="http://schemas.openxmlformats.org/officeDocument/2006/relationships/slideLayout" Target="../slideLayouts/slideLayout46.xml"/><Relationship Id="rId32" Type="http://schemas.openxmlformats.org/officeDocument/2006/relationships/slideLayout" Target="../slideLayouts/slideLayout45.xml"/><Relationship Id="rId35" Type="http://schemas.openxmlformats.org/officeDocument/2006/relationships/slideLayout" Target="../slideLayouts/slideLayout48.xml"/><Relationship Id="rId34" Type="http://schemas.openxmlformats.org/officeDocument/2006/relationships/slideLayout" Target="../slideLayouts/slideLayout47.xml"/><Relationship Id="rId37" Type="http://schemas.openxmlformats.org/officeDocument/2006/relationships/slideLayout" Target="../slideLayouts/slideLayout50.xml"/><Relationship Id="rId36" Type="http://schemas.openxmlformats.org/officeDocument/2006/relationships/slideLayout" Target="../slideLayouts/slideLayout49.xml"/><Relationship Id="rId39" Type="http://schemas.openxmlformats.org/officeDocument/2006/relationships/slideLayout" Target="../slideLayouts/slideLayout52.xml"/><Relationship Id="rId38" Type="http://schemas.openxmlformats.org/officeDocument/2006/relationships/slideLayout" Target="../slideLayouts/slideLayout51.xml"/><Relationship Id="rId20" Type="http://schemas.openxmlformats.org/officeDocument/2006/relationships/slideLayout" Target="../slideLayouts/slideLayout33.xml"/><Relationship Id="rId22" Type="http://schemas.openxmlformats.org/officeDocument/2006/relationships/slideLayout" Target="../slideLayouts/slideLayout35.xml"/><Relationship Id="rId21" Type="http://schemas.openxmlformats.org/officeDocument/2006/relationships/slideLayout" Target="../slideLayouts/slideLayout34.xml"/><Relationship Id="rId24" Type="http://schemas.openxmlformats.org/officeDocument/2006/relationships/slideLayout" Target="../slideLayouts/slideLayout37.xml"/><Relationship Id="rId23" Type="http://schemas.openxmlformats.org/officeDocument/2006/relationships/slideLayout" Target="../slideLayouts/slideLayout36.xml"/><Relationship Id="rId26" Type="http://schemas.openxmlformats.org/officeDocument/2006/relationships/slideLayout" Target="../slideLayouts/slideLayout39.xml"/><Relationship Id="rId25" Type="http://schemas.openxmlformats.org/officeDocument/2006/relationships/slideLayout" Target="../slideLayouts/slideLayout38.xml"/><Relationship Id="rId28" Type="http://schemas.openxmlformats.org/officeDocument/2006/relationships/slideLayout" Target="../slideLayouts/slideLayout41.xml"/><Relationship Id="rId27" Type="http://schemas.openxmlformats.org/officeDocument/2006/relationships/slideLayout" Target="../slideLayouts/slideLayout40.xml"/><Relationship Id="rId29" Type="http://schemas.openxmlformats.org/officeDocument/2006/relationships/slideLayout" Target="../slideLayouts/slideLayout42.xml"/><Relationship Id="rId51" Type="http://schemas.openxmlformats.org/officeDocument/2006/relationships/slideLayout" Target="../slideLayouts/slideLayout64.xml"/><Relationship Id="rId50" Type="http://schemas.openxmlformats.org/officeDocument/2006/relationships/slideLayout" Target="../slideLayouts/slideLayout63.xml"/><Relationship Id="rId53" Type="http://schemas.openxmlformats.org/officeDocument/2006/relationships/slideLayout" Target="../slideLayouts/slideLayout66.xml"/><Relationship Id="rId52" Type="http://schemas.openxmlformats.org/officeDocument/2006/relationships/slideLayout" Target="../slideLayouts/slideLayout65.xml"/><Relationship Id="rId11" Type="http://schemas.openxmlformats.org/officeDocument/2006/relationships/slideLayout" Target="../slideLayouts/slideLayout24.xml"/><Relationship Id="rId55" Type="http://schemas.openxmlformats.org/officeDocument/2006/relationships/slideLayout" Target="../slideLayouts/slideLayout68.xml"/><Relationship Id="rId10" Type="http://schemas.openxmlformats.org/officeDocument/2006/relationships/slideLayout" Target="../slideLayouts/slideLayout23.xml"/><Relationship Id="rId54" Type="http://schemas.openxmlformats.org/officeDocument/2006/relationships/slideLayout" Target="../slideLayouts/slideLayout67.xml"/><Relationship Id="rId13" Type="http://schemas.openxmlformats.org/officeDocument/2006/relationships/slideLayout" Target="../slideLayouts/slideLayout26.xml"/><Relationship Id="rId12" Type="http://schemas.openxmlformats.org/officeDocument/2006/relationships/slideLayout" Target="../slideLayouts/slideLayout25.xml"/><Relationship Id="rId56" Type="http://schemas.openxmlformats.org/officeDocument/2006/relationships/theme" Target="../theme/theme11.xml"/><Relationship Id="rId15" Type="http://schemas.openxmlformats.org/officeDocument/2006/relationships/slideLayout" Target="../slideLayouts/slideLayout28.xml"/><Relationship Id="rId14" Type="http://schemas.openxmlformats.org/officeDocument/2006/relationships/slideLayout" Target="../slideLayouts/slideLayout27.xml"/><Relationship Id="rId17" Type="http://schemas.openxmlformats.org/officeDocument/2006/relationships/slideLayout" Target="../slideLayouts/slideLayout30.xml"/><Relationship Id="rId16" Type="http://schemas.openxmlformats.org/officeDocument/2006/relationships/slideLayout" Target="../slideLayouts/slideLayout29.xml"/><Relationship Id="rId19" Type="http://schemas.openxmlformats.org/officeDocument/2006/relationships/slideLayout" Target="../slideLayouts/slideLayout32.xml"/><Relationship Id="rId18" Type="http://schemas.openxmlformats.org/officeDocument/2006/relationships/slideLayout" Target="../slideLayouts/slideLayout31.xml"/></Relationships>
</file>

<file path=ppt/slideMasters/_rels/slideMaster3.xml.rels><?xml version="1.0" encoding="UTF-8" standalone="yes"?><Relationships xmlns="http://schemas.openxmlformats.org/package/2006/relationships"><Relationship Id="rId40" Type="http://schemas.openxmlformats.org/officeDocument/2006/relationships/slideLayout" Target="../slideLayouts/slideLayout108.xml"/><Relationship Id="rId42" Type="http://schemas.openxmlformats.org/officeDocument/2006/relationships/slideLayout" Target="../slideLayouts/slideLayout110.xml"/><Relationship Id="rId41" Type="http://schemas.openxmlformats.org/officeDocument/2006/relationships/slideLayout" Target="../slideLayouts/slideLayout109.xml"/><Relationship Id="rId44" Type="http://schemas.openxmlformats.org/officeDocument/2006/relationships/slideLayout" Target="../slideLayouts/slideLayout112.xml"/><Relationship Id="rId43" Type="http://schemas.openxmlformats.org/officeDocument/2006/relationships/slideLayout" Target="../slideLayouts/slideLayout111.xml"/><Relationship Id="rId46" Type="http://schemas.openxmlformats.org/officeDocument/2006/relationships/slideLayout" Target="../slideLayouts/slideLayout114.xml"/><Relationship Id="rId45" Type="http://schemas.openxmlformats.org/officeDocument/2006/relationships/slideLayout" Target="../slideLayouts/slideLayout113.xml"/><Relationship Id="rId1" Type="http://schemas.openxmlformats.org/officeDocument/2006/relationships/slideLayout" Target="../slideLayouts/slideLayout69.xml"/><Relationship Id="rId2" Type="http://schemas.openxmlformats.org/officeDocument/2006/relationships/slideLayout" Target="../slideLayouts/slideLayout70.xml"/><Relationship Id="rId3" Type="http://schemas.openxmlformats.org/officeDocument/2006/relationships/slideLayout" Target="../slideLayouts/slideLayout71.xml"/><Relationship Id="rId4" Type="http://schemas.openxmlformats.org/officeDocument/2006/relationships/slideLayout" Target="../slideLayouts/slideLayout72.xml"/><Relationship Id="rId9" Type="http://schemas.openxmlformats.org/officeDocument/2006/relationships/slideLayout" Target="../slideLayouts/slideLayout77.xml"/><Relationship Id="rId48" Type="http://schemas.openxmlformats.org/officeDocument/2006/relationships/slideLayout" Target="../slideLayouts/slideLayout116.xml"/><Relationship Id="rId47" Type="http://schemas.openxmlformats.org/officeDocument/2006/relationships/slideLayout" Target="../slideLayouts/slideLayout115.xml"/><Relationship Id="rId49" Type="http://schemas.openxmlformats.org/officeDocument/2006/relationships/slideLayout" Target="../slideLayouts/slideLayout117.xml"/><Relationship Id="rId5" Type="http://schemas.openxmlformats.org/officeDocument/2006/relationships/slideLayout" Target="../slideLayouts/slideLayout73.xml"/><Relationship Id="rId6" Type="http://schemas.openxmlformats.org/officeDocument/2006/relationships/slideLayout" Target="../slideLayouts/slideLayout74.xml"/><Relationship Id="rId7" Type="http://schemas.openxmlformats.org/officeDocument/2006/relationships/slideLayout" Target="../slideLayouts/slideLayout75.xml"/><Relationship Id="rId8" Type="http://schemas.openxmlformats.org/officeDocument/2006/relationships/slideLayout" Target="../slideLayouts/slideLayout76.xml"/><Relationship Id="rId31" Type="http://schemas.openxmlformats.org/officeDocument/2006/relationships/slideLayout" Target="../slideLayouts/slideLayout99.xml"/><Relationship Id="rId30" Type="http://schemas.openxmlformats.org/officeDocument/2006/relationships/slideLayout" Target="../slideLayouts/slideLayout98.xml"/><Relationship Id="rId33" Type="http://schemas.openxmlformats.org/officeDocument/2006/relationships/slideLayout" Target="../slideLayouts/slideLayout101.xml"/><Relationship Id="rId32" Type="http://schemas.openxmlformats.org/officeDocument/2006/relationships/slideLayout" Target="../slideLayouts/slideLayout100.xml"/><Relationship Id="rId35" Type="http://schemas.openxmlformats.org/officeDocument/2006/relationships/slideLayout" Target="../slideLayouts/slideLayout103.xml"/><Relationship Id="rId34" Type="http://schemas.openxmlformats.org/officeDocument/2006/relationships/slideLayout" Target="../slideLayouts/slideLayout102.xml"/><Relationship Id="rId37" Type="http://schemas.openxmlformats.org/officeDocument/2006/relationships/slideLayout" Target="../slideLayouts/slideLayout105.xml"/><Relationship Id="rId36" Type="http://schemas.openxmlformats.org/officeDocument/2006/relationships/slideLayout" Target="../slideLayouts/slideLayout104.xml"/><Relationship Id="rId39" Type="http://schemas.openxmlformats.org/officeDocument/2006/relationships/slideLayout" Target="../slideLayouts/slideLayout107.xml"/><Relationship Id="rId38" Type="http://schemas.openxmlformats.org/officeDocument/2006/relationships/slideLayout" Target="../slideLayouts/slideLayout106.xml"/><Relationship Id="rId20" Type="http://schemas.openxmlformats.org/officeDocument/2006/relationships/slideLayout" Target="../slideLayouts/slideLayout88.xml"/><Relationship Id="rId22" Type="http://schemas.openxmlformats.org/officeDocument/2006/relationships/slideLayout" Target="../slideLayouts/slideLayout90.xml"/><Relationship Id="rId21" Type="http://schemas.openxmlformats.org/officeDocument/2006/relationships/slideLayout" Target="../slideLayouts/slideLayout89.xml"/><Relationship Id="rId24" Type="http://schemas.openxmlformats.org/officeDocument/2006/relationships/slideLayout" Target="../slideLayouts/slideLayout92.xml"/><Relationship Id="rId23" Type="http://schemas.openxmlformats.org/officeDocument/2006/relationships/slideLayout" Target="../slideLayouts/slideLayout91.xml"/><Relationship Id="rId26" Type="http://schemas.openxmlformats.org/officeDocument/2006/relationships/slideLayout" Target="../slideLayouts/slideLayout94.xml"/><Relationship Id="rId25" Type="http://schemas.openxmlformats.org/officeDocument/2006/relationships/slideLayout" Target="../slideLayouts/slideLayout93.xml"/><Relationship Id="rId28" Type="http://schemas.openxmlformats.org/officeDocument/2006/relationships/slideLayout" Target="../slideLayouts/slideLayout96.xml"/><Relationship Id="rId27" Type="http://schemas.openxmlformats.org/officeDocument/2006/relationships/slideLayout" Target="../slideLayouts/slideLayout95.xml"/><Relationship Id="rId29" Type="http://schemas.openxmlformats.org/officeDocument/2006/relationships/slideLayout" Target="../slideLayouts/slideLayout97.xml"/><Relationship Id="rId51" Type="http://schemas.openxmlformats.org/officeDocument/2006/relationships/slideLayout" Target="../slideLayouts/slideLayout119.xml"/><Relationship Id="rId50" Type="http://schemas.openxmlformats.org/officeDocument/2006/relationships/slideLayout" Target="../slideLayouts/slideLayout118.xml"/><Relationship Id="rId53" Type="http://schemas.openxmlformats.org/officeDocument/2006/relationships/slideLayout" Target="../slideLayouts/slideLayout121.xml"/><Relationship Id="rId52" Type="http://schemas.openxmlformats.org/officeDocument/2006/relationships/slideLayout" Target="../slideLayouts/slideLayout120.xml"/><Relationship Id="rId11" Type="http://schemas.openxmlformats.org/officeDocument/2006/relationships/slideLayout" Target="../slideLayouts/slideLayout79.xml"/><Relationship Id="rId55" Type="http://schemas.openxmlformats.org/officeDocument/2006/relationships/slideLayout" Target="../slideLayouts/slideLayout123.xml"/><Relationship Id="rId10" Type="http://schemas.openxmlformats.org/officeDocument/2006/relationships/slideLayout" Target="../slideLayouts/slideLayout78.xml"/><Relationship Id="rId54" Type="http://schemas.openxmlformats.org/officeDocument/2006/relationships/slideLayout" Target="../slideLayouts/slideLayout122.xml"/><Relationship Id="rId13" Type="http://schemas.openxmlformats.org/officeDocument/2006/relationships/slideLayout" Target="../slideLayouts/slideLayout81.xml"/><Relationship Id="rId12" Type="http://schemas.openxmlformats.org/officeDocument/2006/relationships/slideLayout" Target="../slideLayouts/slideLayout80.xml"/><Relationship Id="rId56" Type="http://schemas.openxmlformats.org/officeDocument/2006/relationships/theme" Target="../theme/theme26.xml"/><Relationship Id="rId15" Type="http://schemas.openxmlformats.org/officeDocument/2006/relationships/slideLayout" Target="../slideLayouts/slideLayout83.xml"/><Relationship Id="rId14" Type="http://schemas.openxmlformats.org/officeDocument/2006/relationships/slideLayout" Target="../slideLayouts/slideLayout82.xml"/><Relationship Id="rId17" Type="http://schemas.openxmlformats.org/officeDocument/2006/relationships/slideLayout" Target="../slideLayouts/slideLayout85.xml"/><Relationship Id="rId16" Type="http://schemas.openxmlformats.org/officeDocument/2006/relationships/slideLayout" Target="../slideLayouts/slideLayout84.xml"/><Relationship Id="rId19" Type="http://schemas.openxmlformats.org/officeDocument/2006/relationships/slideLayout" Target="../slideLayouts/slideLayout87.xml"/><Relationship Id="rId18" Type="http://schemas.openxmlformats.org/officeDocument/2006/relationships/slideLayout" Target="../slideLayouts/slideLayout86.xml"/></Relationships>
</file>

<file path=ppt/slideMasters/_rels/slideMaster4.xml.rels><?xml version="1.0" encoding="UTF-8" standalone="yes"?><Relationships xmlns="http://schemas.openxmlformats.org/package/2006/relationships"><Relationship Id="rId40" Type="http://schemas.openxmlformats.org/officeDocument/2006/relationships/slideLayout" Target="../slideLayouts/slideLayout163.xml"/><Relationship Id="rId42" Type="http://schemas.openxmlformats.org/officeDocument/2006/relationships/slideLayout" Target="../slideLayouts/slideLayout165.xml"/><Relationship Id="rId41" Type="http://schemas.openxmlformats.org/officeDocument/2006/relationships/slideLayout" Target="../slideLayouts/slideLayout164.xml"/><Relationship Id="rId44" Type="http://schemas.openxmlformats.org/officeDocument/2006/relationships/slideLayout" Target="../slideLayouts/slideLayout167.xml"/><Relationship Id="rId43" Type="http://schemas.openxmlformats.org/officeDocument/2006/relationships/slideLayout" Target="../slideLayouts/slideLayout166.xml"/><Relationship Id="rId46" Type="http://schemas.openxmlformats.org/officeDocument/2006/relationships/slideLayout" Target="../slideLayouts/slideLayout169.xml"/><Relationship Id="rId45" Type="http://schemas.openxmlformats.org/officeDocument/2006/relationships/slideLayout" Target="../slideLayouts/slideLayout168.xml"/><Relationship Id="rId1" Type="http://schemas.openxmlformats.org/officeDocument/2006/relationships/slideLayout" Target="../slideLayouts/slideLayout124.xml"/><Relationship Id="rId2" Type="http://schemas.openxmlformats.org/officeDocument/2006/relationships/slideLayout" Target="../slideLayouts/slideLayout125.xml"/><Relationship Id="rId3" Type="http://schemas.openxmlformats.org/officeDocument/2006/relationships/slideLayout" Target="../slideLayouts/slideLayout126.xml"/><Relationship Id="rId4" Type="http://schemas.openxmlformats.org/officeDocument/2006/relationships/slideLayout" Target="../slideLayouts/slideLayout127.xml"/><Relationship Id="rId9" Type="http://schemas.openxmlformats.org/officeDocument/2006/relationships/slideLayout" Target="../slideLayouts/slideLayout132.xml"/><Relationship Id="rId48" Type="http://schemas.openxmlformats.org/officeDocument/2006/relationships/slideLayout" Target="../slideLayouts/slideLayout171.xml"/><Relationship Id="rId47" Type="http://schemas.openxmlformats.org/officeDocument/2006/relationships/slideLayout" Target="../slideLayouts/slideLayout170.xml"/><Relationship Id="rId49" Type="http://schemas.openxmlformats.org/officeDocument/2006/relationships/slideLayout" Target="../slideLayouts/slideLayout172.xml"/><Relationship Id="rId5" Type="http://schemas.openxmlformats.org/officeDocument/2006/relationships/slideLayout" Target="../slideLayouts/slideLayout128.xml"/><Relationship Id="rId6" Type="http://schemas.openxmlformats.org/officeDocument/2006/relationships/slideLayout" Target="../slideLayouts/slideLayout129.xml"/><Relationship Id="rId7" Type="http://schemas.openxmlformats.org/officeDocument/2006/relationships/slideLayout" Target="../slideLayouts/slideLayout130.xml"/><Relationship Id="rId8" Type="http://schemas.openxmlformats.org/officeDocument/2006/relationships/slideLayout" Target="../slideLayouts/slideLayout131.xml"/><Relationship Id="rId31" Type="http://schemas.openxmlformats.org/officeDocument/2006/relationships/slideLayout" Target="../slideLayouts/slideLayout154.xml"/><Relationship Id="rId30" Type="http://schemas.openxmlformats.org/officeDocument/2006/relationships/slideLayout" Target="../slideLayouts/slideLayout153.xml"/><Relationship Id="rId33" Type="http://schemas.openxmlformats.org/officeDocument/2006/relationships/slideLayout" Target="../slideLayouts/slideLayout156.xml"/><Relationship Id="rId32" Type="http://schemas.openxmlformats.org/officeDocument/2006/relationships/slideLayout" Target="../slideLayouts/slideLayout155.xml"/><Relationship Id="rId35" Type="http://schemas.openxmlformats.org/officeDocument/2006/relationships/slideLayout" Target="../slideLayouts/slideLayout158.xml"/><Relationship Id="rId34" Type="http://schemas.openxmlformats.org/officeDocument/2006/relationships/slideLayout" Target="../slideLayouts/slideLayout157.xml"/><Relationship Id="rId37" Type="http://schemas.openxmlformats.org/officeDocument/2006/relationships/slideLayout" Target="../slideLayouts/slideLayout160.xml"/><Relationship Id="rId36" Type="http://schemas.openxmlformats.org/officeDocument/2006/relationships/slideLayout" Target="../slideLayouts/slideLayout159.xml"/><Relationship Id="rId39" Type="http://schemas.openxmlformats.org/officeDocument/2006/relationships/slideLayout" Target="../slideLayouts/slideLayout162.xml"/><Relationship Id="rId38" Type="http://schemas.openxmlformats.org/officeDocument/2006/relationships/slideLayout" Target="../slideLayouts/slideLayout161.xml"/><Relationship Id="rId20" Type="http://schemas.openxmlformats.org/officeDocument/2006/relationships/slideLayout" Target="../slideLayouts/slideLayout143.xml"/><Relationship Id="rId22" Type="http://schemas.openxmlformats.org/officeDocument/2006/relationships/slideLayout" Target="../slideLayouts/slideLayout145.xml"/><Relationship Id="rId21" Type="http://schemas.openxmlformats.org/officeDocument/2006/relationships/slideLayout" Target="../slideLayouts/slideLayout144.xml"/><Relationship Id="rId24" Type="http://schemas.openxmlformats.org/officeDocument/2006/relationships/slideLayout" Target="../slideLayouts/slideLayout147.xml"/><Relationship Id="rId23" Type="http://schemas.openxmlformats.org/officeDocument/2006/relationships/slideLayout" Target="../slideLayouts/slideLayout146.xml"/><Relationship Id="rId26" Type="http://schemas.openxmlformats.org/officeDocument/2006/relationships/slideLayout" Target="../slideLayouts/slideLayout149.xml"/><Relationship Id="rId25" Type="http://schemas.openxmlformats.org/officeDocument/2006/relationships/slideLayout" Target="../slideLayouts/slideLayout148.xml"/><Relationship Id="rId28" Type="http://schemas.openxmlformats.org/officeDocument/2006/relationships/slideLayout" Target="../slideLayouts/slideLayout151.xml"/><Relationship Id="rId27" Type="http://schemas.openxmlformats.org/officeDocument/2006/relationships/slideLayout" Target="../slideLayouts/slideLayout150.xml"/><Relationship Id="rId29" Type="http://schemas.openxmlformats.org/officeDocument/2006/relationships/slideLayout" Target="../slideLayouts/slideLayout152.xml"/><Relationship Id="rId51" Type="http://schemas.openxmlformats.org/officeDocument/2006/relationships/slideLayout" Target="../slideLayouts/slideLayout174.xml"/><Relationship Id="rId50" Type="http://schemas.openxmlformats.org/officeDocument/2006/relationships/slideLayout" Target="../slideLayouts/slideLayout173.xml"/><Relationship Id="rId53" Type="http://schemas.openxmlformats.org/officeDocument/2006/relationships/slideLayout" Target="../slideLayouts/slideLayout176.xml"/><Relationship Id="rId52" Type="http://schemas.openxmlformats.org/officeDocument/2006/relationships/slideLayout" Target="../slideLayouts/slideLayout175.xml"/><Relationship Id="rId11" Type="http://schemas.openxmlformats.org/officeDocument/2006/relationships/slideLayout" Target="../slideLayouts/slideLayout134.xml"/><Relationship Id="rId55" Type="http://schemas.openxmlformats.org/officeDocument/2006/relationships/slideLayout" Target="../slideLayouts/slideLayout178.xml"/><Relationship Id="rId10" Type="http://schemas.openxmlformats.org/officeDocument/2006/relationships/slideLayout" Target="../slideLayouts/slideLayout133.xml"/><Relationship Id="rId54" Type="http://schemas.openxmlformats.org/officeDocument/2006/relationships/slideLayout" Target="../slideLayouts/slideLayout177.xml"/><Relationship Id="rId13" Type="http://schemas.openxmlformats.org/officeDocument/2006/relationships/slideLayout" Target="../slideLayouts/slideLayout136.xml"/><Relationship Id="rId12" Type="http://schemas.openxmlformats.org/officeDocument/2006/relationships/slideLayout" Target="../slideLayouts/slideLayout135.xml"/><Relationship Id="rId56" Type="http://schemas.openxmlformats.org/officeDocument/2006/relationships/theme" Target="../theme/theme15.xml"/><Relationship Id="rId15" Type="http://schemas.openxmlformats.org/officeDocument/2006/relationships/slideLayout" Target="../slideLayouts/slideLayout138.xml"/><Relationship Id="rId14" Type="http://schemas.openxmlformats.org/officeDocument/2006/relationships/slideLayout" Target="../slideLayouts/slideLayout137.xml"/><Relationship Id="rId17" Type="http://schemas.openxmlformats.org/officeDocument/2006/relationships/slideLayout" Target="../slideLayouts/slideLayout140.xml"/><Relationship Id="rId16" Type="http://schemas.openxmlformats.org/officeDocument/2006/relationships/slideLayout" Target="../slideLayouts/slideLayout139.xml"/><Relationship Id="rId19" Type="http://schemas.openxmlformats.org/officeDocument/2006/relationships/slideLayout" Target="../slideLayouts/slideLayout142.xml"/><Relationship Id="rId18" Type="http://schemas.openxmlformats.org/officeDocument/2006/relationships/slideLayout" Target="../slideLayouts/slideLayout141.xml"/></Relationships>
</file>

<file path=ppt/slideMasters/_rels/slideMaster5.xml.rels><?xml version="1.0" encoding="UTF-8" standalone="yes"?><Relationships xmlns="http://schemas.openxmlformats.org/package/2006/relationships"><Relationship Id="rId40" Type="http://schemas.openxmlformats.org/officeDocument/2006/relationships/slideLayout" Target="../slideLayouts/slideLayout218.xml"/><Relationship Id="rId42" Type="http://schemas.openxmlformats.org/officeDocument/2006/relationships/slideLayout" Target="../slideLayouts/slideLayout220.xml"/><Relationship Id="rId41" Type="http://schemas.openxmlformats.org/officeDocument/2006/relationships/slideLayout" Target="../slideLayouts/slideLayout219.xml"/><Relationship Id="rId44" Type="http://schemas.openxmlformats.org/officeDocument/2006/relationships/slideLayout" Target="../slideLayouts/slideLayout222.xml"/><Relationship Id="rId43" Type="http://schemas.openxmlformats.org/officeDocument/2006/relationships/slideLayout" Target="../slideLayouts/slideLayout221.xml"/><Relationship Id="rId46" Type="http://schemas.openxmlformats.org/officeDocument/2006/relationships/slideLayout" Target="../slideLayouts/slideLayout224.xml"/><Relationship Id="rId45" Type="http://schemas.openxmlformats.org/officeDocument/2006/relationships/slideLayout" Target="../slideLayouts/slideLayout223.xml"/><Relationship Id="rId1" Type="http://schemas.openxmlformats.org/officeDocument/2006/relationships/slideLayout" Target="../slideLayouts/slideLayout179.xml"/><Relationship Id="rId2" Type="http://schemas.openxmlformats.org/officeDocument/2006/relationships/slideLayout" Target="../slideLayouts/slideLayout180.xml"/><Relationship Id="rId3" Type="http://schemas.openxmlformats.org/officeDocument/2006/relationships/slideLayout" Target="../slideLayouts/slideLayout181.xml"/><Relationship Id="rId4" Type="http://schemas.openxmlformats.org/officeDocument/2006/relationships/slideLayout" Target="../slideLayouts/slideLayout182.xml"/><Relationship Id="rId9" Type="http://schemas.openxmlformats.org/officeDocument/2006/relationships/slideLayout" Target="../slideLayouts/slideLayout187.xml"/><Relationship Id="rId48" Type="http://schemas.openxmlformats.org/officeDocument/2006/relationships/slideLayout" Target="../slideLayouts/slideLayout226.xml"/><Relationship Id="rId47" Type="http://schemas.openxmlformats.org/officeDocument/2006/relationships/slideLayout" Target="../slideLayouts/slideLayout225.xml"/><Relationship Id="rId49" Type="http://schemas.openxmlformats.org/officeDocument/2006/relationships/slideLayout" Target="../slideLayouts/slideLayout227.xml"/><Relationship Id="rId5" Type="http://schemas.openxmlformats.org/officeDocument/2006/relationships/slideLayout" Target="../slideLayouts/slideLayout183.xml"/><Relationship Id="rId6" Type="http://schemas.openxmlformats.org/officeDocument/2006/relationships/slideLayout" Target="../slideLayouts/slideLayout184.xml"/><Relationship Id="rId7" Type="http://schemas.openxmlformats.org/officeDocument/2006/relationships/slideLayout" Target="../slideLayouts/slideLayout185.xml"/><Relationship Id="rId8" Type="http://schemas.openxmlformats.org/officeDocument/2006/relationships/slideLayout" Target="../slideLayouts/slideLayout186.xml"/><Relationship Id="rId31" Type="http://schemas.openxmlformats.org/officeDocument/2006/relationships/slideLayout" Target="../slideLayouts/slideLayout209.xml"/><Relationship Id="rId30" Type="http://schemas.openxmlformats.org/officeDocument/2006/relationships/slideLayout" Target="../slideLayouts/slideLayout208.xml"/><Relationship Id="rId33" Type="http://schemas.openxmlformats.org/officeDocument/2006/relationships/slideLayout" Target="../slideLayouts/slideLayout211.xml"/><Relationship Id="rId32" Type="http://schemas.openxmlformats.org/officeDocument/2006/relationships/slideLayout" Target="../slideLayouts/slideLayout210.xml"/><Relationship Id="rId35" Type="http://schemas.openxmlformats.org/officeDocument/2006/relationships/slideLayout" Target="../slideLayouts/slideLayout213.xml"/><Relationship Id="rId34" Type="http://schemas.openxmlformats.org/officeDocument/2006/relationships/slideLayout" Target="../slideLayouts/slideLayout212.xml"/><Relationship Id="rId37" Type="http://schemas.openxmlformats.org/officeDocument/2006/relationships/slideLayout" Target="../slideLayouts/slideLayout215.xml"/><Relationship Id="rId36" Type="http://schemas.openxmlformats.org/officeDocument/2006/relationships/slideLayout" Target="../slideLayouts/slideLayout214.xml"/><Relationship Id="rId39" Type="http://schemas.openxmlformats.org/officeDocument/2006/relationships/slideLayout" Target="../slideLayouts/slideLayout217.xml"/><Relationship Id="rId38" Type="http://schemas.openxmlformats.org/officeDocument/2006/relationships/slideLayout" Target="../slideLayouts/slideLayout216.xml"/><Relationship Id="rId20" Type="http://schemas.openxmlformats.org/officeDocument/2006/relationships/slideLayout" Target="../slideLayouts/slideLayout198.xml"/><Relationship Id="rId22" Type="http://schemas.openxmlformats.org/officeDocument/2006/relationships/slideLayout" Target="../slideLayouts/slideLayout200.xml"/><Relationship Id="rId21" Type="http://schemas.openxmlformats.org/officeDocument/2006/relationships/slideLayout" Target="../slideLayouts/slideLayout199.xml"/><Relationship Id="rId24" Type="http://schemas.openxmlformats.org/officeDocument/2006/relationships/slideLayout" Target="../slideLayouts/slideLayout202.xml"/><Relationship Id="rId23" Type="http://schemas.openxmlformats.org/officeDocument/2006/relationships/slideLayout" Target="../slideLayouts/slideLayout201.xml"/><Relationship Id="rId26" Type="http://schemas.openxmlformats.org/officeDocument/2006/relationships/slideLayout" Target="../slideLayouts/slideLayout204.xml"/><Relationship Id="rId25" Type="http://schemas.openxmlformats.org/officeDocument/2006/relationships/slideLayout" Target="../slideLayouts/slideLayout203.xml"/><Relationship Id="rId28" Type="http://schemas.openxmlformats.org/officeDocument/2006/relationships/slideLayout" Target="../slideLayouts/slideLayout206.xml"/><Relationship Id="rId27" Type="http://schemas.openxmlformats.org/officeDocument/2006/relationships/slideLayout" Target="../slideLayouts/slideLayout205.xml"/><Relationship Id="rId29" Type="http://schemas.openxmlformats.org/officeDocument/2006/relationships/slideLayout" Target="../slideLayouts/slideLayout207.xml"/><Relationship Id="rId51" Type="http://schemas.openxmlformats.org/officeDocument/2006/relationships/slideLayout" Target="../slideLayouts/slideLayout229.xml"/><Relationship Id="rId50" Type="http://schemas.openxmlformats.org/officeDocument/2006/relationships/slideLayout" Target="../slideLayouts/slideLayout228.xml"/><Relationship Id="rId53" Type="http://schemas.openxmlformats.org/officeDocument/2006/relationships/slideLayout" Target="../slideLayouts/slideLayout231.xml"/><Relationship Id="rId52" Type="http://schemas.openxmlformats.org/officeDocument/2006/relationships/slideLayout" Target="../slideLayouts/slideLayout230.xml"/><Relationship Id="rId11" Type="http://schemas.openxmlformats.org/officeDocument/2006/relationships/slideLayout" Target="../slideLayouts/slideLayout189.xml"/><Relationship Id="rId55" Type="http://schemas.openxmlformats.org/officeDocument/2006/relationships/slideLayout" Target="../slideLayouts/slideLayout233.xml"/><Relationship Id="rId10" Type="http://schemas.openxmlformats.org/officeDocument/2006/relationships/slideLayout" Target="../slideLayouts/slideLayout188.xml"/><Relationship Id="rId54" Type="http://schemas.openxmlformats.org/officeDocument/2006/relationships/slideLayout" Target="../slideLayouts/slideLayout232.xml"/><Relationship Id="rId13" Type="http://schemas.openxmlformats.org/officeDocument/2006/relationships/slideLayout" Target="../slideLayouts/slideLayout191.xml"/><Relationship Id="rId12" Type="http://schemas.openxmlformats.org/officeDocument/2006/relationships/slideLayout" Target="../slideLayouts/slideLayout190.xml"/><Relationship Id="rId56" Type="http://schemas.openxmlformats.org/officeDocument/2006/relationships/theme" Target="../theme/theme18.xml"/><Relationship Id="rId15" Type="http://schemas.openxmlformats.org/officeDocument/2006/relationships/slideLayout" Target="../slideLayouts/slideLayout193.xml"/><Relationship Id="rId14" Type="http://schemas.openxmlformats.org/officeDocument/2006/relationships/slideLayout" Target="../slideLayouts/slideLayout192.xml"/><Relationship Id="rId17" Type="http://schemas.openxmlformats.org/officeDocument/2006/relationships/slideLayout" Target="../slideLayouts/slideLayout195.xml"/><Relationship Id="rId16" Type="http://schemas.openxmlformats.org/officeDocument/2006/relationships/slideLayout" Target="../slideLayouts/slideLayout194.xml"/><Relationship Id="rId19" Type="http://schemas.openxmlformats.org/officeDocument/2006/relationships/slideLayout" Target="../slideLayouts/slideLayout197.xml"/><Relationship Id="rId18" Type="http://schemas.openxmlformats.org/officeDocument/2006/relationships/slideLayout" Target="../slideLayouts/slideLayout196.xml"/></Relationships>
</file>

<file path=ppt/slideMasters/_rels/slideMaster6.xml.rels><?xml version="1.0" encoding="UTF-8" standalone="yes"?><Relationships xmlns="http://schemas.openxmlformats.org/package/2006/relationships"><Relationship Id="rId40" Type="http://schemas.openxmlformats.org/officeDocument/2006/relationships/slideLayout" Target="../slideLayouts/slideLayout273.xml"/><Relationship Id="rId42" Type="http://schemas.openxmlformats.org/officeDocument/2006/relationships/slideLayout" Target="../slideLayouts/slideLayout275.xml"/><Relationship Id="rId41" Type="http://schemas.openxmlformats.org/officeDocument/2006/relationships/slideLayout" Target="../slideLayouts/slideLayout274.xml"/><Relationship Id="rId44" Type="http://schemas.openxmlformats.org/officeDocument/2006/relationships/slideLayout" Target="../slideLayouts/slideLayout277.xml"/><Relationship Id="rId43" Type="http://schemas.openxmlformats.org/officeDocument/2006/relationships/slideLayout" Target="../slideLayouts/slideLayout276.xml"/><Relationship Id="rId46" Type="http://schemas.openxmlformats.org/officeDocument/2006/relationships/slideLayout" Target="../slideLayouts/slideLayout279.xml"/><Relationship Id="rId45" Type="http://schemas.openxmlformats.org/officeDocument/2006/relationships/slideLayout" Target="../slideLayouts/slideLayout278.xml"/><Relationship Id="rId1" Type="http://schemas.openxmlformats.org/officeDocument/2006/relationships/slideLayout" Target="../slideLayouts/slideLayout234.xml"/><Relationship Id="rId2" Type="http://schemas.openxmlformats.org/officeDocument/2006/relationships/slideLayout" Target="../slideLayouts/slideLayout235.xml"/><Relationship Id="rId3" Type="http://schemas.openxmlformats.org/officeDocument/2006/relationships/slideLayout" Target="../slideLayouts/slideLayout236.xml"/><Relationship Id="rId4" Type="http://schemas.openxmlformats.org/officeDocument/2006/relationships/slideLayout" Target="../slideLayouts/slideLayout237.xml"/><Relationship Id="rId9" Type="http://schemas.openxmlformats.org/officeDocument/2006/relationships/slideLayout" Target="../slideLayouts/slideLayout242.xml"/><Relationship Id="rId48" Type="http://schemas.openxmlformats.org/officeDocument/2006/relationships/slideLayout" Target="../slideLayouts/slideLayout281.xml"/><Relationship Id="rId47" Type="http://schemas.openxmlformats.org/officeDocument/2006/relationships/slideLayout" Target="../slideLayouts/slideLayout280.xml"/><Relationship Id="rId49" Type="http://schemas.openxmlformats.org/officeDocument/2006/relationships/slideLayout" Target="../slideLayouts/slideLayout282.xml"/><Relationship Id="rId5" Type="http://schemas.openxmlformats.org/officeDocument/2006/relationships/slideLayout" Target="../slideLayouts/slideLayout238.xml"/><Relationship Id="rId6" Type="http://schemas.openxmlformats.org/officeDocument/2006/relationships/slideLayout" Target="../slideLayouts/slideLayout239.xml"/><Relationship Id="rId7" Type="http://schemas.openxmlformats.org/officeDocument/2006/relationships/slideLayout" Target="../slideLayouts/slideLayout240.xml"/><Relationship Id="rId8" Type="http://schemas.openxmlformats.org/officeDocument/2006/relationships/slideLayout" Target="../slideLayouts/slideLayout241.xml"/><Relationship Id="rId31" Type="http://schemas.openxmlformats.org/officeDocument/2006/relationships/slideLayout" Target="../slideLayouts/slideLayout264.xml"/><Relationship Id="rId30" Type="http://schemas.openxmlformats.org/officeDocument/2006/relationships/slideLayout" Target="../slideLayouts/slideLayout263.xml"/><Relationship Id="rId33" Type="http://schemas.openxmlformats.org/officeDocument/2006/relationships/slideLayout" Target="../slideLayouts/slideLayout266.xml"/><Relationship Id="rId32" Type="http://schemas.openxmlformats.org/officeDocument/2006/relationships/slideLayout" Target="../slideLayouts/slideLayout265.xml"/><Relationship Id="rId35" Type="http://schemas.openxmlformats.org/officeDocument/2006/relationships/slideLayout" Target="../slideLayouts/slideLayout268.xml"/><Relationship Id="rId34" Type="http://schemas.openxmlformats.org/officeDocument/2006/relationships/slideLayout" Target="../slideLayouts/slideLayout267.xml"/><Relationship Id="rId37" Type="http://schemas.openxmlformats.org/officeDocument/2006/relationships/slideLayout" Target="../slideLayouts/slideLayout270.xml"/><Relationship Id="rId36" Type="http://schemas.openxmlformats.org/officeDocument/2006/relationships/slideLayout" Target="../slideLayouts/slideLayout269.xml"/><Relationship Id="rId39" Type="http://schemas.openxmlformats.org/officeDocument/2006/relationships/slideLayout" Target="../slideLayouts/slideLayout272.xml"/><Relationship Id="rId38" Type="http://schemas.openxmlformats.org/officeDocument/2006/relationships/slideLayout" Target="../slideLayouts/slideLayout271.xml"/><Relationship Id="rId20" Type="http://schemas.openxmlformats.org/officeDocument/2006/relationships/slideLayout" Target="../slideLayouts/slideLayout253.xml"/><Relationship Id="rId22" Type="http://schemas.openxmlformats.org/officeDocument/2006/relationships/slideLayout" Target="../slideLayouts/slideLayout255.xml"/><Relationship Id="rId21" Type="http://schemas.openxmlformats.org/officeDocument/2006/relationships/slideLayout" Target="../slideLayouts/slideLayout254.xml"/><Relationship Id="rId24" Type="http://schemas.openxmlformats.org/officeDocument/2006/relationships/slideLayout" Target="../slideLayouts/slideLayout257.xml"/><Relationship Id="rId23" Type="http://schemas.openxmlformats.org/officeDocument/2006/relationships/slideLayout" Target="../slideLayouts/slideLayout256.xml"/><Relationship Id="rId26" Type="http://schemas.openxmlformats.org/officeDocument/2006/relationships/slideLayout" Target="../slideLayouts/slideLayout259.xml"/><Relationship Id="rId25" Type="http://schemas.openxmlformats.org/officeDocument/2006/relationships/slideLayout" Target="../slideLayouts/slideLayout258.xml"/><Relationship Id="rId28" Type="http://schemas.openxmlformats.org/officeDocument/2006/relationships/slideLayout" Target="../slideLayouts/slideLayout261.xml"/><Relationship Id="rId27" Type="http://schemas.openxmlformats.org/officeDocument/2006/relationships/slideLayout" Target="../slideLayouts/slideLayout260.xml"/><Relationship Id="rId29" Type="http://schemas.openxmlformats.org/officeDocument/2006/relationships/slideLayout" Target="../slideLayouts/slideLayout262.xml"/><Relationship Id="rId51" Type="http://schemas.openxmlformats.org/officeDocument/2006/relationships/slideLayout" Target="../slideLayouts/slideLayout284.xml"/><Relationship Id="rId50" Type="http://schemas.openxmlformats.org/officeDocument/2006/relationships/slideLayout" Target="../slideLayouts/slideLayout283.xml"/><Relationship Id="rId53" Type="http://schemas.openxmlformats.org/officeDocument/2006/relationships/slideLayout" Target="../slideLayouts/slideLayout286.xml"/><Relationship Id="rId52" Type="http://schemas.openxmlformats.org/officeDocument/2006/relationships/slideLayout" Target="../slideLayouts/slideLayout285.xml"/><Relationship Id="rId11" Type="http://schemas.openxmlformats.org/officeDocument/2006/relationships/slideLayout" Target="../slideLayouts/slideLayout244.xml"/><Relationship Id="rId55" Type="http://schemas.openxmlformats.org/officeDocument/2006/relationships/slideLayout" Target="../slideLayouts/slideLayout288.xml"/><Relationship Id="rId10" Type="http://schemas.openxmlformats.org/officeDocument/2006/relationships/slideLayout" Target="../slideLayouts/slideLayout243.xml"/><Relationship Id="rId54" Type="http://schemas.openxmlformats.org/officeDocument/2006/relationships/slideLayout" Target="../slideLayouts/slideLayout287.xml"/><Relationship Id="rId13" Type="http://schemas.openxmlformats.org/officeDocument/2006/relationships/slideLayout" Target="../slideLayouts/slideLayout246.xml"/><Relationship Id="rId12" Type="http://schemas.openxmlformats.org/officeDocument/2006/relationships/slideLayout" Target="../slideLayouts/slideLayout245.xml"/><Relationship Id="rId56" Type="http://schemas.openxmlformats.org/officeDocument/2006/relationships/theme" Target="../theme/theme5.xml"/><Relationship Id="rId15" Type="http://schemas.openxmlformats.org/officeDocument/2006/relationships/slideLayout" Target="../slideLayouts/slideLayout248.xml"/><Relationship Id="rId14" Type="http://schemas.openxmlformats.org/officeDocument/2006/relationships/slideLayout" Target="../slideLayouts/slideLayout247.xml"/><Relationship Id="rId17" Type="http://schemas.openxmlformats.org/officeDocument/2006/relationships/slideLayout" Target="../slideLayouts/slideLayout250.xml"/><Relationship Id="rId16" Type="http://schemas.openxmlformats.org/officeDocument/2006/relationships/slideLayout" Target="../slideLayouts/slideLayout249.xml"/><Relationship Id="rId19" Type="http://schemas.openxmlformats.org/officeDocument/2006/relationships/slideLayout" Target="../slideLayouts/slideLayout252.xml"/><Relationship Id="rId18" Type="http://schemas.openxmlformats.org/officeDocument/2006/relationships/slideLayout" Target="../slideLayouts/slideLayout251.xml"/></Relationships>
</file>

<file path=ppt/slideMasters/_rels/slideMaster7.xml.rels><?xml version="1.0" encoding="UTF-8" standalone="yes"?><Relationships xmlns="http://schemas.openxmlformats.org/package/2006/relationships"><Relationship Id="rId40" Type="http://schemas.openxmlformats.org/officeDocument/2006/relationships/slideLayout" Target="../slideLayouts/slideLayout328.xml"/><Relationship Id="rId42" Type="http://schemas.openxmlformats.org/officeDocument/2006/relationships/slideLayout" Target="../slideLayouts/slideLayout330.xml"/><Relationship Id="rId41" Type="http://schemas.openxmlformats.org/officeDocument/2006/relationships/slideLayout" Target="../slideLayouts/slideLayout329.xml"/><Relationship Id="rId44" Type="http://schemas.openxmlformats.org/officeDocument/2006/relationships/slideLayout" Target="../slideLayouts/slideLayout332.xml"/><Relationship Id="rId43" Type="http://schemas.openxmlformats.org/officeDocument/2006/relationships/slideLayout" Target="../slideLayouts/slideLayout331.xml"/><Relationship Id="rId46" Type="http://schemas.openxmlformats.org/officeDocument/2006/relationships/slideLayout" Target="../slideLayouts/slideLayout334.xml"/><Relationship Id="rId45" Type="http://schemas.openxmlformats.org/officeDocument/2006/relationships/slideLayout" Target="../slideLayouts/slideLayout333.xml"/><Relationship Id="rId1" Type="http://schemas.openxmlformats.org/officeDocument/2006/relationships/slideLayout" Target="../slideLayouts/slideLayout289.xml"/><Relationship Id="rId2" Type="http://schemas.openxmlformats.org/officeDocument/2006/relationships/slideLayout" Target="../slideLayouts/slideLayout290.xml"/><Relationship Id="rId3" Type="http://schemas.openxmlformats.org/officeDocument/2006/relationships/slideLayout" Target="../slideLayouts/slideLayout291.xml"/><Relationship Id="rId4" Type="http://schemas.openxmlformats.org/officeDocument/2006/relationships/slideLayout" Target="../slideLayouts/slideLayout292.xml"/><Relationship Id="rId9" Type="http://schemas.openxmlformats.org/officeDocument/2006/relationships/slideLayout" Target="../slideLayouts/slideLayout297.xml"/><Relationship Id="rId48" Type="http://schemas.openxmlformats.org/officeDocument/2006/relationships/slideLayout" Target="../slideLayouts/slideLayout336.xml"/><Relationship Id="rId47" Type="http://schemas.openxmlformats.org/officeDocument/2006/relationships/slideLayout" Target="../slideLayouts/slideLayout335.xml"/><Relationship Id="rId49" Type="http://schemas.openxmlformats.org/officeDocument/2006/relationships/slideLayout" Target="../slideLayouts/slideLayout337.xml"/><Relationship Id="rId5" Type="http://schemas.openxmlformats.org/officeDocument/2006/relationships/slideLayout" Target="../slideLayouts/slideLayout293.xml"/><Relationship Id="rId6" Type="http://schemas.openxmlformats.org/officeDocument/2006/relationships/slideLayout" Target="../slideLayouts/slideLayout294.xml"/><Relationship Id="rId7" Type="http://schemas.openxmlformats.org/officeDocument/2006/relationships/slideLayout" Target="../slideLayouts/slideLayout295.xml"/><Relationship Id="rId8" Type="http://schemas.openxmlformats.org/officeDocument/2006/relationships/slideLayout" Target="../slideLayouts/slideLayout296.xml"/><Relationship Id="rId31" Type="http://schemas.openxmlformats.org/officeDocument/2006/relationships/slideLayout" Target="../slideLayouts/slideLayout319.xml"/><Relationship Id="rId30" Type="http://schemas.openxmlformats.org/officeDocument/2006/relationships/slideLayout" Target="../slideLayouts/slideLayout318.xml"/><Relationship Id="rId33" Type="http://schemas.openxmlformats.org/officeDocument/2006/relationships/slideLayout" Target="../slideLayouts/slideLayout321.xml"/><Relationship Id="rId32" Type="http://schemas.openxmlformats.org/officeDocument/2006/relationships/slideLayout" Target="../slideLayouts/slideLayout320.xml"/><Relationship Id="rId35" Type="http://schemas.openxmlformats.org/officeDocument/2006/relationships/slideLayout" Target="../slideLayouts/slideLayout323.xml"/><Relationship Id="rId34" Type="http://schemas.openxmlformats.org/officeDocument/2006/relationships/slideLayout" Target="../slideLayouts/slideLayout322.xml"/><Relationship Id="rId37" Type="http://schemas.openxmlformats.org/officeDocument/2006/relationships/slideLayout" Target="../slideLayouts/slideLayout325.xml"/><Relationship Id="rId36" Type="http://schemas.openxmlformats.org/officeDocument/2006/relationships/slideLayout" Target="../slideLayouts/slideLayout324.xml"/><Relationship Id="rId39" Type="http://schemas.openxmlformats.org/officeDocument/2006/relationships/slideLayout" Target="../slideLayouts/slideLayout327.xml"/><Relationship Id="rId38" Type="http://schemas.openxmlformats.org/officeDocument/2006/relationships/slideLayout" Target="../slideLayouts/slideLayout326.xml"/><Relationship Id="rId20" Type="http://schemas.openxmlformats.org/officeDocument/2006/relationships/slideLayout" Target="../slideLayouts/slideLayout308.xml"/><Relationship Id="rId22" Type="http://schemas.openxmlformats.org/officeDocument/2006/relationships/slideLayout" Target="../slideLayouts/slideLayout310.xml"/><Relationship Id="rId21" Type="http://schemas.openxmlformats.org/officeDocument/2006/relationships/slideLayout" Target="../slideLayouts/slideLayout309.xml"/><Relationship Id="rId24" Type="http://schemas.openxmlformats.org/officeDocument/2006/relationships/slideLayout" Target="../slideLayouts/slideLayout312.xml"/><Relationship Id="rId23" Type="http://schemas.openxmlformats.org/officeDocument/2006/relationships/slideLayout" Target="../slideLayouts/slideLayout311.xml"/><Relationship Id="rId26" Type="http://schemas.openxmlformats.org/officeDocument/2006/relationships/slideLayout" Target="../slideLayouts/slideLayout314.xml"/><Relationship Id="rId25" Type="http://schemas.openxmlformats.org/officeDocument/2006/relationships/slideLayout" Target="../slideLayouts/slideLayout313.xml"/><Relationship Id="rId28" Type="http://schemas.openxmlformats.org/officeDocument/2006/relationships/slideLayout" Target="../slideLayouts/slideLayout316.xml"/><Relationship Id="rId27" Type="http://schemas.openxmlformats.org/officeDocument/2006/relationships/slideLayout" Target="../slideLayouts/slideLayout315.xml"/><Relationship Id="rId29" Type="http://schemas.openxmlformats.org/officeDocument/2006/relationships/slideLayout" Target="../slideLayouts/slideLayout317.xml"/><Relationship Id="rId51" Type="http://schemas.openxmlformats.org/officeDocument/2006/relationships/slideLayout" Target="../slideLayouts/slideLayout339.xml"/><Relationship Id="rId50" Type="http://schemas.openxmlformats.org/officeDocument/2006/relationships/slideLayout" Target="../slideLayouts/slideLayout338.xml"/><Relationship Id="rId53" Type="http://schemas.openxmlformats.org/officeDocument/2006/relationships/slideLayout" Target="../slideLayouts/slideLayout341.xml"/><Relationship Id="rId52" Type="http://schemas.openxmlformats.org/officeDocument/2006/relationships/slideLayout" Target="../slideLayouts/slideLayout340.xml"/><Relationship Id="rId11" Type="http://schemas.openxmlformats.org/officeDocument/2006/relationships/slideLayout" Target="../slideLayouts/slideLayout299.xml"/><Relationship Id="rId55" Type="http://schemas.openxmlformats.org/officeDocument/2006/relationships/slideLayout" Target="../slideLayouts/slideLayout343.xml"/><Relationship Id="rId10" Type="http://schemas.openxmlformats.org/officeDocument/2006/relationships/slideLayout" Target="../slideLayouts/slideLayout298.xml"/><Relationship Id="rId54" Type="http://schemas.openxmlformats.org/officeDocument/2006/relationships/slideLayout" Target="../slideLayouts/slideLayout342.xml"/><Relationship Id="rId13" Type="http://schemas.openxmlformats.org/officeDocument/2006/relationships/slideLayout" Target="../slideLayouts/slideLayout301.xml"/><Relationship Id="rId12" Type="http://schemas.openxmlformats.org/officeDocument/2006/relationships/slideLayout" Target="../slideLayouts/slideLayout300.xml"/><Relationship Id="rId56" Type="http://schemas.openxmlformats.org/officeDocument/2006/relationships/theme" Target="../theme/theme19.xml"/><Relationship Id="rId15" Type="http://schemas.openxmlformats.org/officeDocument/2006/relationships/slideLayout" Target="../slideLayouts/slideLayout303.xml"/><Relationship Id="rId14" Type="http://schemas.openxmlformats.org/officeDocument/2006/relationships/slideLayout" Target="../slideLayouts/slideLayout302.xml"/><Relationship Id="rId17" Type="http://schemas.openxmlformats.org/officeDocument/2006/relationships/slideLayout" Target="../slideLayouts/slideLayout305.xml"/><Relationship Id="rId16" Type="http://schemas.openxmlformats.org/officeDocument/2006/relationships/slideLayout" Target="../slideLayouts/slideLayout304.xml"/><Relationship Id="rId19" Type="http://schemas.openxmlformats.org/officeDocument/2006/relationships/slideLayout" Target="../slideLayouts/slideLayout307.xml"/><Relationship Id="rId18" Type="http://schemas.openxmlformats.org/officeDocument/2006/relationships/slideLayout" Target="../slideLayouts/slideLayout306.xml"/></Relationships>
</file>

<file path=ppt/slideMasters/_rels/slideMaster8.xml.rels><?xml version="1.0" encoding="UTF-8" standalone="yes"?><Relationships xmlns="http://schemas.openxmlformats.org/package/2006/relationships"><Relationship Id="rId40" Type="http://schemas.openxmlformats.org/officeDocument/2006/relationships/slideLayout" Target="../slideLayouts/slideLayout383.xml"/><Relationship Id="rId42" Type="http://schemas.openxmlformats.org/officeDocument/2006/relationships/slideLayout" Target="../slideLayouts/slideLayout385.xml"/><Relationship Id="rId41" Type="http://schemas.openxmlformats.org/officeDocument/2006/relationships/slideLayout" Target="../slideLayouts/slideLayout384.xml"/><Relationship Id="rId44" Type="http://schemas.openxmlformats.org/officeDocument/2006/relationships/slideLayout" Target="../slideLayouts/slideLayout387.xml"/><Relationship Id="rId43" Type="http://schemas.openxmlformats.org/officeDocument/2006/relationships/slideLayout" Target="../slideLayouts/slideLayout386.xml"/><Relationship Id="rId46" Type="http://schemas.openxmlformats.org/officeDocument/2006/relationships/slideLayout" Target="../slideLayouts/slideLayout389.xml"/><Relationship Id="rId45" Type="http://schemas.openxmlformats.org/officeDocument/2006/relationships/slideLayout" Target="../slideLayouts/slideLayout388.xml"/><Relationship Id="rId1" Type="http://schemas.openxmlformats.org/officeDocument/2006/relationships/slideLayout" Target="../slideLayouts/slideLayout344.xml"/><Relationship Id="rId2" Type="http://schemas.openxmlformats.org/officeDocument/2006/relationships/slideLayout" Target="../slideLayouts/slideLayout345.xml"/><Relationship Id="rId3" Type="http://schemas.openxmlformats.org/officeDocument/2006/relationships/slideLayout" Target="../slideLayouts/slideLayout346.xml"/><Relationship Id="rId4" Type="http://schemas.openxmlformats.org/officeDocument/2006/relationships/slideLayout" Target="../slideLayouts/slideLayout347.xml"/><Relationship Id="rId9" Type="http://schemas.openxmlformats.org/officeDocument/2006/relationships/slideLayout" Target="../slideLayouts/slideLayout352.xml"/><Relationship Id="rId48" Type="http://schemas.openxmlformats.org/officeDocument/2006/relationships/slideLayout" Target="../slideLayouts/slideLayout391.xml"/><Relationship Id="rId47" Type="http://schemas.openxmlformats.org/officeDocument/2006/relationships/slideLayout" Target="../slideLayouts/slideLayout390.xml"/><Relationship Id="rId49" Type="http://schemas.openxmlformats.org/officeDocument/2006/relationships/slideLayout" Target="../slideLayouts/slideLayout392.xml"/><Relationship Id="rId5" Type="http://schemas.openxmlformats.org/officeDocument/2006/relationships/slideLayout" Target="../slideLayouts/slideLayout348.xml"/><Relationship Id="rId6" Type="http://schemas.openxmlformats.org/officeDocument/2006/relationships/slideLayout" Target="../slideLayouts/slideLayout349.xml"/><Relationship Id="rId7" Type="http://schemas.openxmlformats.org/officeDocument/2006/relationships/slideLayout" Target="../slideLayouts/slideLayout350.xml"/><Relationship Id="rId8" Type="http://schemas.openxmlformats.org/officeDocument/2006/relationships/slideLayout" Target="../slideLayouts/slideLayout351.xml"/><Relationship Id="rId31" Type="http://schemas.openxmlformats.org/officeDocument/2006/relationships/slideLayout" Target="../slideLayouts/slideLayout374.xml"/><Relationship Id="rId30" Type="http://schemas.openxmlformats.org/officeDocument/2006/relationships/slideLayout" Target="../slideLayouts/slideLayout373.xml"/><Relationship Id="rId33" Type="http://schemas.openxmlformats.org/officeDocument/2006/relationships/slideLayout" Target="../slideLayouts/slideLayout376.xml"/><Relationship Id="rId32" Type="http://schemas.openxmlformats.org/officeDocument/2006/relationships/slideLayout" Target="../slideLayouts/slideLayout375.xml"/><Relationship Id="rId35" Type="http://schemas.openxmlformats.org/officeDocument/2006/relationships/slideLayout" Target="../slideLayouts/slideLayout378.xml"/><Relationship Id="rId34" Type="http://schemas.openxmlformats.org/officeDocument/2006/relationships/slideLayout" Target="../slideLayouts/slideLayout377.xml"/><Relationship Id="rId37" Type="http://schemas.openxmlformats.org/officeDocument/2006/relationships/slideLayout" Target="../slideLayouts/slideLayout380.xml"/><Relationship Id="rId36" Type="http://schemas.openxmlformats.org/officeDocument/2006/relationships/slideLayout" Target="../slideLayouts/slideLayout379.xml"/><Relationship Id="rId39" Type="http://schemas.openxmlformats.org/officeDocument/2006/relationships/slideLayout" Target="../slideLayouts/slideLayout382.xml"/><Relationship Id="rId38" Type="http://schemas.openxmlformats.org/officeDocument/2006/relationships/slideLayout" Target="../slideLayouts/slideLayout381.xml"/><Relationship Id="rId20" Type="http://schemas.openxmlformats.org/officeDocument/2006/relationships/slideLayout" Target="../slideLayouts/slideLayout363.xml"/><Relationship Id="rId22" Type="http://schemas.openxmlformats.org/officeDocument/2006/relationships/slideLayout" Target="../slideLayouts/slideLayout365.xml"/><Relationship Id="rId21" Type="http://schemas.openxmlformats.org/officeDocument/2006/relationships/slideLayout" Target="../slideLayouts/slideLayout364.xml"/><Relationship Id="rId24" Type="http://schemas.openxmlformats.org/officeDocument/2006/relationships/slideLayout" Target="../slideLayouts/slideLayout367.xml"/><Relationship Id="rId23" Type="http://schemas.openxmlformats.org/officeDocument/2006/relationships/slideLayout" Target="../slideLayouts/slideLayout366.xml"/><Relationship Id="rId26" Type="http://schemas.openxmlformats.org/officeDocument/2006/relationships/slideLayout" Target="../slideLayouts/slideLayout369.xml"/><Relationship Id="rId25" Type="http://schemas.openxmlformats.org/officeDocument/2006/relationships/slideLayout" Target="../slideLayouts/slideLayout368.xml"/><Relationship Id="rId28" Type="http://schemas.openxmlformats.org/officeDocument/2006/relationships/slideLayout" Target="../slideLayouts/slideLayout371.xml"/><Relationship Id="rId27" Type="http://schemas.openxmlformats.org/officeDocument/2006/relationships/slideLayout" Target="../slideLayouts/slideLayout370.xml"/><Relationship Id="rId29" Type="http://schemas.openxmlformats.org/officeDocument/2006/relationships/slideLayout" Target="../slideLayouts/slideLayout372.xml"/><Relationship Id="rId51" Type="http://schemas.openxmlformats.org/officeDocument/2006/relationships/slideLayout" Target="../slideLayouts/slideLayout394.xml"/><Relationship Id="rId50" Type="http://schemas.openxmlformats.org/officeDocument/2006/relationships/slideLayout" Target="../slideLayouts/slideLayout393.xml"/><Relationship Id="rId53" Type="http://schemas.openxmlformats.org/officeDocument/2006/relationships/slideLayout" Target="../slideLayouts/slideLayout396.xml"/><Relationship Id="rId52" Type="http://schemas.openxmlformats.org/officeDocument/2006/relationships/slideLayout" Target="../slideLayouts/slideLayout395.xml"/><Relationship Id="rId11" Type="http://schemas.openxmlformats.org/officeDocument/2006/relationships/slideLayout" Target="../slideLayouts/slideLayout354.xml"/><Relationship Id="rId55" Type="http://schemas.openxmlformats.org/officeDocument/2006/relationships/slideLayout" Target="../slideLayouts/slideLayout398.xml"/><Relationship Id="rId10" Type="http://schemas.openxmlformats.org/officeDocument/2006/relationships/slideLayout" Target="../slideLayouts/slideLayout353.xml"/><Relationship Id="rId54" Type="http://schemas.openxmlformats.org/officeDocument/2006/relationships/slideLayout" Target="../slideLayouts/slideLayout397.xml"/><Relationship Id="rId13" Type="http://schemas.openxmlformats.org/officeDocument/2006/relationships/slideLayout" Target="../slideLayouts/slideLayout356.xml"/><Relationship Id="rId12" Type="http://schemas.openxmlformats.org/officeDocument/2006/relationships/slideLayout" Target="../slideLayouts/slideLayout355.xml"/><Relationship Id="rId56" Type="http://schemas.openxmlformats.org/officeDocument/2006/relationships/theme" Target="../theme/theme3.xml"/><Relationship Id="rId15" Type="http://schemas.openxmlformats.org/officeDocument/2006/relationships/slideLayout" Target="../slideLayouts/slideLayout358.xml"/><Relationship Id="rId14" Type="http://schemas.openxmlformats.org/officeDocument/2006/relationships/slideLayout" Target="../slideLayouts/slideLayout357.xml"/><Relationship Id="rId17" Type="http://schemas.openxmlformats.org/officeDocument/2006/relationships/slideLayout" Target="../slideLayouts/slideLayout360.xml"/><Relationship Id="rId16" Type="http://schemas.openxmlformats.org/officeDocument/2006/relationships/slideLayout" Target="../slideLayouts/slideLayout359.xml"/><Relationship Id="rId19" Type="http://schemas.openxmlformats.org/officeDocument/2006/relationships/slideLayout" Target="../slideLayouts/slideLayout362.xml"/><Relationship Id="rId18" Type="http://schemas.openxmlformats.org/officeDocument/2006/relationships/slideLayout" Target="../slideLayouts/slideLayout361.xml"/></Relationships>
</file>

<file path=ppt/slideMasters/_rels/slideMaster9.xml.rels><?xml version="1.0" encoding="UTF-8" standalone="yes"?><Relationships xmlns="http://schemas.openxmlformats.org/package/2006/relationships"><Relationship Id="rId40" Type="http://schemas.openxmlformats.org/officeDocument/2006/relationships/slideLayout" Target="../slideLayouts/slideLayout438.xml"/><Relationship Id="rId42" Type="http://schemas.openxmlformats.org/officeDocument/2006/relationships/slideLayout" Target="../slideLayouts/slideLayout440.xml"/><Relationship Id="rId41" Type="http://schemas.openxmlformats.org/officeDocument/2006/relationships/slideLayout" Target="../slideLayouts/slideLayout439.xml"/><Relationship Id="rId44" Type="http://schemas.openxmlformats.org/officeDocument/2006/relationships/slideLayout" Target="../slideLayouts/slideLayout442.xml"/><Relationship Id="rId43" Type="http://schemas.openxmlformats.org/officeDocument/2006/relationships/slideLayout" Target="../slideLayouts/slideLayout441.xml"/><Relationship Id="rId46" Type="http://schemas.openxmlformats.org/officeDocument/2006/relationships/slideLayout" Target="../slideLayouts/slideLayout444.xml"/><Relationship Id="rId45" Type="http://schemas.openxmlformats.org/officeDocument/2006/relationships/slideLayout" Target="../slideLayouts/slideLayout443.xml"/><Relationship Id="rId1" Type="http://schemas.openxmlformats.org/officeDocument/2006/relationships/slideLayout" Target="../slideLayouts/slideLayout399.xml"/><Relationship Id="rId2" Type="http://schemas.openxmlformats.org/officeDocument/2006/relationships/slideLayout" Target="../slideLayouts/slideLayout400.xml"/><Relationship Id="rId3" Type="http://schemas.openxmlformats.org/officeDocument/2006/relationships/slideLayout" Target="../slideLayouts/slideLayout401.xml"/><Relationship Id="rId4" Type="http://schemas.openxmlformats.org/officeDocument/2006/relationships/slideLayout" Target="../slideLayouts/slideLayout402.xml"/><Relationship Id="rId9" Type="http://schemas.openxmlformats.org/officeDocument/2006/relationships/slideLayout" Target="../slideLayouts/slideLayout407.xml"/><Relationship Id="rId48" Type="http://schemas.openxmlformats.org/officeDocument/2006/relationships/slideLayout" Target="../slideLayouts/slideLayout446.xml"/><Relationship Id="rId47" Type="http://schemas.openxmlformats.org/officeDocument/2006/relationships/slideLayout" Target="../slideLayouts/slideLayout445.xml"/><Relationship Id="rId49" Type="http://schemas.openxmlformats.org/officeDocument/2006/relationships/slideLayout" Target="../slideLayouts/slideLayout447.xml"/><Relationship Id="rId5" Type="http://schemas.openxmlformats.org/officeDocument/2006/relationships/slideLayout" Target="../slideLayouts/slideLayout403.xml"/><Relationship Id="rId6" Type="http://schemas.openxmlformats.org/officeDocument/2006/relationships/slideLayout" Target="../slideLayouts/slideLayout404.xml"/><Relationship Id="rId7" Type="http://schemas.openxmlformats.org/officeDocument/2006/relationships/slideLayout" Target="../slideLayouts/slideLayout405.xml"/><Relationship Id="rId8" Type="http://schemas.openxmlformats.org/officeDocument/2006/relationships/slideLayout" Target="../slideLayouts/slideLayout406.xml"/><Relationship Id="rId31" Type="http://schemas.openxmlformats.org/officeDocument/2006/relationships/slideLayout" Target="../slideLayouts/slideLayout429.xml"/><Relationship Id="rId30" Type="http://schemas.openxmlformats.org/officeDocument/2006/relationships/slideLayout" Target="../slideLayouts/slideLayout428.xml"/><Relationship Id="rId33" Type="http://schemas.openxmlformats.org/officeDocument/2006/relationships/slideLayout" Target="../slideLayouts/slideLayout431.xml"/><Relationship Id="rId32" Type="http://schemas.openxmlformats.org/officeDocument/2006/relationships/slideLayout" Target="../slideLayouts/slideLayout430.xml"/><Relationship Id="rId35" Type="http://schemas.openxmlformats.org/officeDocument/2006/relationships/slideLayout" Target="../slideLayouts/slideLayout433.xml"/><Relationship Id="rId34" Type="http://schemas.openxmlformats.org/officeDocument/2006/relationships/slideLayout" Target="../slideLayouts/slideLayout432.xml"/><Relationship Id="rId37" Type="http://schemas.openxmlformats.org/officeDocument/2006/relationships/slideLayout" Target="../slideLayouts/slideLayout435.xml"/><Relationship Id="rId36" Type="http://schemas.openxmlformats.org/officeDocument/2006/relationships/slideLayout" Target="../slideLayouts/slideLayout434.xml"/><Relationship Id="rId39" Type="http://schemas.openxmlformats.org/officeDocument/2006/relationships/slideLayout" Target="../slideLayouts/slideLayout437.xml"/><Relationship Id="rId38" Type="http://schemas.openxmlformats.org/officeDocument/2006/relationships/slideLayout" Target="../slideLayouts/slideLayout436.xml"/><Relationship Id="rId20" Type="http://schemas.openxmlformats.org/officeDocument/2006/relationships/slideLayout" Target="../slideLayouts/slideLayout418.xml"/><Relationship Id="rId22" Type="http://schemas.openxmlformats.org/officeDocument/2006/relationships/slideLayout" Target="../slideLayouts/slideLayout420.xml"/><Relationship Id="rId21" Type="http://schemas.openxmlformats.org/officeDocument/2006/relationships/slideLayout" Target="../slideLayouts/slideLayout419.xml"/><Relationship Id="rId24" Type="http://schemas.openxmlformats.org/officeDocument/2006/relationships/slideLayout" Target="../slideLayouts/slideLayout422.xml"/><Relationship Id="rId23" Type="http://schemas.openxmlformats.org/officeDocument/2006/relationships/slideLayout" Target="../slideLayouts/slideLayout421.xml"/><Relationship Id="rId26" Type="http://schemas.openxmlformats.org/officeDocument/2006/relationships/slideLayout" Target="../slideLayouts/slideLayout424.xml"/><Relationship Id="rId25" Type="http://schemas.openxmlformats.org/officeDocument/2006/relationships/slideLayout" Target="../slideLayouts/slideLayout423.xml"/><Relationship Id="rId28" Type="http://schemas.openxmlformats.org/officeDocument/2006/relationships/slideLayout" Target="../slideLayouts/slideLayout426.xml"/><Relationship Id="rId27" Type="http://schemas.openxmlformats.org/officeDocument/2006/relationships/slideLayout" Target="../slideLayouts/slideLayout425.xml"/><Relationship Id="rId29" Type="http://schemas.openxmlformats.org/officeDocument/2006/relationships/slideLayout" Target="../slideLayouts/slideLayout427.xml"/><Relationship Id="rId51" Type="http://schemas.openxmlformats.org/officeDocument/2006/relationships/slideLayout" Target="../slideLayouts/slideLayout449.xml"/><Relationship Id="rId50" Type="http://schemas.openxmlformats.org/officeDocument/2006/relationships/slideLayout" Target="../slideLayouts/slideLayout448.xml"/><Relationship Id="rId53" Type="http://schemas.openxmlformats.org/officeDocument/2006/relationships/slideLayout" Target="../slideLayouts/slideLayout451.xml"/><Relationship Id="rId52" Type="http://schemas.openxmlformats.org/officeDocument/2006/relationships/slideLayout" Target="../slideLayouts/slideLayout450.xml"/><Relationship Id="rId11" Type="http://schemas.openxmlformats.org/officeDocument/2006/relationships/slideLayout" Target="../slideLayouts/slideLayout409.xml"/><Relationship Id="rId55" Type="http://schemas.openxmlformats.org/officeDocument/2006/relationships/slideLayout" Target="../slideLayouts/slideLayout453.xml"/><Relationship Id="rId10" Type="http://schemas.openxmlformats.org/officeDocument/2006/relationships/slideLayout" Target="../slideLayouts/slideLayout408.xml"/><Relationship Id="rId54" Type="http://schemas.openxmlformats.org/officeDocument/2006/relationships/slideLayout" Target="../slideLayouts/slideLayout452.xml"/><Relationship Id="rId13" Type="http://schemas.openxmlformats.org/officeDocument/2006/relationships/slideLayout" Target="../slideLayouts/slideLayout411.xml"/><Relationship Id="rId12" Type="http://schemas.openxmlformats.org/officeDocument/2006/relationships/slideLayout" Target="../slideLayouts/slideLayout410.xml"/><Relationship Id="rId56" Type="http://schemas.openxmlformats.org/officeDocument/2006/relationships/theme" Target="../theme/theme10.xml"/><Relationship Id="rId15" Type="http://schemas.openxmlformats.org/officeDocument/2006/relationships/slideLayout" Target="../slideLayouts/slideLayout413.xml"/><Relationship Id="rId14" Type="http://schemas.openxmlformats.org/officeDocument/2006/relationships/slideLayout" Target="../slideLayouts/slideLayout412.xml"/><Relationship Id="rId17" Type="http://schemas.openxmlformats.org/officeDocument/2006/relationships/slideLayout" Target="../slideLayouts/slideLayout415.xml"/><Relationship Id="rId16" Type="http://schemas.openxmlformats.org/officeDocument/2006/relationships/slideLayout" Target="../slideLayouts/slideLayout414.xml"/><Relationship Id="rId19" Type="http://schemas.openxmlformats.org/officeDocument/2006/relationships/slideLayout" Target="../slideLayouts/slideLayout417.xml"/><Relationship Id="rId18" Type="http://schemas.openxmlformats.org/officeDocument/2006/relationships/slideLayout" Target="../slideLayouts/slideLayout416.xml"/></Relationships>
</file>

<file path=ppt/slideMasters/_rels/slideMaster10.xml.rels><?xml version="1.0" encoding="UTF-8" standalone="yes"?><Relationships xmlns="http://schemas.openxmlformats.org/package/2006/relationships"><Relationship Id="rId40" Type="http://schemas.openxmlformats.org/officeDocument/2006/relationships/slideLayout" Target="../slideLayouts/slideLayout493.xml"/><Relationship Id="rId42" Type="http://schemas.openxmlformats.org/officeDocument/2006/relationships/slideLayout" Target="../slideLayouts/slideLayout495.xml"/><Relationship Id="rId41" Type="http://schemas.openxmlformats.org/officeDocument/2006/relationships/slideLayout" Target="../slideLayouts/slideLayout494.xml"/><Relationship Id="rId44" Type="http://schemas.openxmlformats.org/officeDocument/2006/relationships/slideLayout" Target="../slideLayouts/slideLayout497.xml"/><Relationship Id="rId43" Type="http://schemas.openxmlformats.org/officeDocument/2006/relationships/slideLayout" Target="../slideLayouts/slideLayout496.xml"/><Relationship Id="rId46" Type="http://schemas.openxmlformats.org/officeDocument/2006/relationships/slideLayout" Target="../slideLayouts/slideLayout499.xml"/><Relationship Id="rId45" Type="http://schemas.openxmlformats.org/officeDocument/2006/relationships/slideLayout" Target="../slideLayouts/slideLayout498.xml"/><Relationship Id="rId1" Type="http://schemas.openxmlformats.org/officeDocument/2006/relationships/slideLayout" Target="../slideLayouts/slideLayout454.xml"/><Relationship Id="rId2" Type="http://schemas.openxmlformats.org/officeDocument/2006/relationships/slideLayout" Target="../slideLayouts/slideLayout455.xml"/><Relationship Id="rId3" Type="http://schemas.openxmlformats.org/officeDocument/2006/relationships/slideLayout" Target="../slideLayouts/slideLayout456.xml"/><Relationship Id="rId4" Type="http://schemas.openxmlformats.org/officeDocument/2006/relationships/slideLayout" Target="../slideLayouts/slideLayout457.xml"/><Relationship Id="rId9" Type="http://schemas.openxmlformats.org/officeDocument/2006/relationships/slideLayout" Target="../slideLayouts/slideLayout462.xml"/><Relationship Id="rId48" Type="http://schemas.openxmlformats.org/officeDocument/2006/relationships/slideLayout" Target="../slideLayouts/slideLayout501.xml"/><Relationship Id="rId47" Type="http://schemas.openxmlformats.org/officeDocument/2006/relationships/slideLayout" Target="../slideLayouts/slideLayout500.xml"/><Relationship Id="rId49" Type="http://schemas.openxmlformats.org/officeDocument/2006/relationships/slideLayout" Target="../slideLayouts/slideLayout502.xml"/><Relationship Id="rId5" Type="http://schemas.openxmlformats.org/officeDocument/2006/relationships/slideLayout" Target="../slideLayouts/slideLayout458.xml"/><Relationship Id="rId6" Type="http://schemas.openxmlformats.org/officeDocument/2006/relationships/slideLayout" Target="../slideLayouts/slideLayout459.xml"/><Relationship Id="rId7" Type="http://schemas.openxmlformats.org/officeDocument/2006/relationships/slideLayout" Target="../slideLayouts/slideLayout460.xml"/><Relationship Id="rId8" Type="http://schemas.openxmlformats.org/officeDocument/2006/relationships/slideLayout" Target="../slideLayouts/slideLayout461.xml"/><Relationship Id="rId31" Type="http://schemas.openxmlformats.org/officeDocument/2006/relationships/slideLayout" Target="../slideLayouts/slideLayout484.xml"/><Relationship Id="rId30" Type="http://schemas.openxmlformats.org/officeDocument/2006/relationships/slideLayout" Target="../slideLayouts/slideLayout483.xml"/><Relationship Id="rId33" Type="http://schemas.openxmlformats.org/officeDocument/2006/relationships/slideLayout" Target="../slideLayouts/slideLayout486.xml"/><Relationship Id="rId32" Type="http://schemas.openxmlformats.org/officeDocument/2006/relationships/slideLayout" Target="../slideLayouts/slideLayout485.xml"/><Relationship Id="rId35" Type="http://schemas.openxmlformats.org/officeDocument/2006/relationships/slideLayout" Target="../slideLayouts/slideLayout488.xml"/><Relationship Id="rId34" Type="http://schemas.openxmlformats.org/officeDocument/2006/relationships/slideLayout" Target="../slideLayouts/slideLayout487.xml"/><Relationship Id="rId37" Type="http://schemas.openxmlformats.org/officeDocument/2006/relationships/slideLayout" Target="../slideLayouts/slideLayout490.xml"/><Relationship Id="rId36" Type="http://schemas.openxmlformats.org/officeDocument/2006/relationships/slideLayout" Target="../slideLayouts/slideLayout489.xml"/><Relationship Id="rId39" Type="http://schemas.openxmlformats.org/officeDocument/2006/relationships/slideLayout" Target="../slideLayouts/slideLayout492.xml"/><Relationship Id="rId38" Type="http://schemas.openxmlformats.org/officeDocument/2006/relationships/slideLayout" Target="../slideLayouts/slideLayout491.xml"/><Relationship Id="rId20" Type="http://schemas.openxmlformats.org/officeDocument/2006/relationships/slideLayout" Target="../slideLayouts/slideLayout473.xml"/><Relationship Id="rId22" Type="http://schemas.openxmlformats.org/officeDocument/2006/relationships/slideLayout" Target="../slideLayouts/slideLayout475.xml"/><Relationship Id="rId21" Type="http://schemas.openxmlformats.org/officeDocument/2006/relationships/slideLayout" Target="../slideLayouts/slideLayout474.xml"/><Relationship Id="rId24" Type="http://schemas.openxmlformats.org/officeDocument/2006/relationships/slideLayout" Target="../slideLayouts/slideLayout477.xml"/><Relationship Id="rId23" Type="http://schemas.openxmlformats.org/officeDocument/2006/relationships/slideLayout" Target="../slideLayouts/slideLayout476.xml"/><Relationship Id="rId26" Type="http://schemas.openxmlformats.org/officeDocument/2006/relationships/slideLayout" Target="../slideLayouts/slideLayout479.xml"/><Relationship Id="rId25" Type="http://schemas.openxmlformats.org/officeDocument/2006/relationships/slideLayout" Target="../slideLayouts/slideLayout478.xml"/><Relationship Id="rId28" Type="http://schemas.openxmlformats.org/officeDocument/2006/relationships/slideLayout" Target="../slideLayouts/slideLayout481.xml"/><Relationship Id="rId27" Type="http://schemas.openxmlformats.org/officeDocument/2006/relationships/slideLayout" Target="../slideLayouts/slideLayout480.xml"/><Relationship Id="rId29" Type="http://schemas.openxmlformats.org/officeDocument/2006/relationships/slideLayout" Target="../slideLayouts/slideLayout482.xml"/><Relationship Id="rId51" Type="http://schemas.openxmlformats.org/officeDocument/2006/relationships/slideLayout" Target="../slideLayouts/slideLayout504.xml"/><Relationship Id="rId50" Type="http://schemas.openxmlformats.org/officeDocument/2006/relationships/slideLayout" Target="../slideLayouts/slideLayout503.xml"/><Relationship Id="rId53" Type="http://schemas.openxmlformats.org/officeDocument/2006/relationships/slideLayout" Target="../slideLayouts/slideLayout506.xml"/><Relationship Id="rId52" Type="http://schemas.openxmlformats.org/officeDocument/2006/relationships/slideLayout" Target="../slideLayouts/slideLayout505.xml"/><Relationship Id="rId11" Type="http://schemas.openxmlformats.org/officeDocument/2006/relationships/slideLayout" Target="../slideLayouts/slideLayout464.xml"/><Relationship Id="rId55" Type="http://schemas.openxmlformats.org/officeDocument/2006/relationships/slideLayout" Target="../slideLayouts/slideLayout508.xml"/><Relationship Id="rId10" Type="http://schemas.openxmlformats.org/officeDocument/2006/relationships/slideLayout" Target="../slideLayouts/slideLayout463.xml"/><Relationship Id="rId54" Type="http://schemas.openxmlformats.org/officeDocument/2006/relationships/slideLayout" Target="../slideLayouts/slideLayout507.xml"/><Relationship Id="rId13" Type="http://schemas.openxmlformats.org/officeDocument/2006/relationships/slideLayout" Target="../slideLayouts/slideLayout466.xml"/><Relationship Id="rId12" Type="http://schemas.openxmlformats.org/officeDocument/2006/relationships/slideLayout" Target="../slideLayouts/slideLayout465.xml"/><Relationship Id="rId56" Type="http://schemas.openxmlformats.org/officeDocument/2006/relationships/theme" Target="../theme/theme21.xml"/><Relationship Id="rId15" Type="http://schemas.openxmlformats.org/officeDocument/2006/relationships/slideLayout" Target="../slideLayouts/slideLayout468.xml"/><Relationship Id="rId14" Type="http://schemas.openxmlformats.org/officeDocument/2006/relationships/slideLayout" Target="../slideLayouts/slideLayout467.xml"/><Relationship Id="rId17" Type="http://schemas.openxmlformats.org/officeDocument/2006/relationships/slideLayout" Target="../slideLayouts/slideLayout470.xml"/><Relationship Id="rId16" Type="http://schemas.openxmlformats.org/officeDocument/2006/relationships/slideLayout" Target="../slideLayouts/slideLayout469.xml"/><Relationship Id="rId19" Type="http://schemas.openxmlformats.org/officeDocument/2006/relationships/slideLayout" Target="../slideLayouts/slideLayout472.xml"/><Relationship Id="rId18" Type="http://schemas.openxmlformats.org/officeDocument/2006/relationships/slideLayout" Target="../slideLayouts/slideLayout471.xml"/></Relationships>
</file>

<file path=ppt/slideMasters/_rels/slideMaster11.xml.rels><?xml version="1.0" encoding="UTF-8" standalone="yes"?><Relationships xmlns="http://schemas.openxmlformats.org/package/2006/relationships"><Relationship Id="rId40" Type="http://schemas.openxmlformats.org/officeDocument/2006/relationships/slideLayout" Target="../slideLayouts/slideLayout548.xml"/><Relationship Id="rId42" Type="http://schemas.openxmlformats.org/officeDocument/2006/relationships/slideLayout" Target="../slideLayouts/slideLayout550.xml"/><Relationship Id="rId41" Type="http://schemas.openxmlformats.org/officeDocument/2006/relationships/slideLayout" Target="../slideLayouts/slideLayout549.xml"/><Relationship Id="rId44" Type="http://schemas.openxmlformats.org/officeDocument/2006/relationships/slideLayout" Target="../slideLayouts/slideLayout552.xml"/><Relationship Id="rId43" Type="http://schemas.openxmlformats.org/officeDocument/2006/relationships/slideLayout" Target="../slideLayouts/slideLayout551.xml"/><Relationship Id="rId46" Type="http://schemas.openxmlformats.org/officeDocument/2006/relationships/slideLayout" Target="../slideLayouts/slideLayout554.xml"/><Relationship Id="rId45" Type="http://schemas.openxmlformats.org/officeDocument/2006/relationships/slideLayout" Target="../slideLayouts/slideLayout553.xml"/><Relationship Id="rId1" Type="http://schemas.openxmlformats.org/officeDocument/2006/relationships/slideLayout" Target="../slideLayouts/slideLayout509.xml"/><Relationship Id="rId2" Type="http://schemas.openxmlformats.org/officeDocument/2006/relationships/slideLayout" Target="../slideLayouts/slideLayout510.xml"/><Relationship Id="rId3" Type="http://schemas.openxmlformats.org/officeDocument/2006/relationships/slideLayout" Target="../slideLayouts/slideLayout511.xml"/><Relationship Id="rId4" Type="http://schemas.openxmlformats.org/officeDocument/2006/relationships/slideLayout" Target="../slideLayouts/slideLayout512.xml"/><Relationship Id="rId9" Type="http://schemas.openxmlformats.org/officeDocument/2006/relationships/slideLayout" Target="../slideLayouts/slideLayout517.xml"/><Relationship Id="rId48" Type="http://schemas.openxmlformats.org/officeDocument/2006/relationships/slideLayout" Target="../slideLayouts/slideLayout556.xml"/><Relationship Id="rId47" Type="http://schemas.openxmlformats.org/officeDocument/2006/relationships/slideLayout" Target="../slideLayouts/slideLayout555.xml"/><Relationship Id="rId49" Type="http://schemas.openxmlformats.org/officeDocument/2006/relationships/slideLayout" Target="../slideLayouts/slideLayout557.xml"/><Relationship Id="rId5" Type="http://schemas.openxmlformats.org/officeDocument/2006/relationships/slideLayout" Target="../slideLayouts/slideLayout513.xml"/><Relationship Id="rId6" Type="http://schemas.openxmlformats.org/officeDocument/2006/relationships/slideLayout" Target="../slideLayouts/slideLayout514.xml"/><Relationship Id="rId7" Type="http://schemas.openxmlformats.org/officeDocument/2006/relationships/slideLayout" Target="../slideLayouts/slideLayout515.xml"/><Relationship Id="rId8" Type="http://schemas.openxmlformats.org/officeDocument/2006/relationships/slideLayout" Target="../slideLayouts/slideLayout516.xml"/><Relationship Id="rId31" Type="http://schemas.openxmlformats.org/officeDocument/2006/relationships/slideLayout" Target="../slideLayouts/slideLayout539.xml"/><Relationship Id="rId30" Type="http://schemas.openxmlformats.org/officeDocument/2006/relationships/slideLayout" Target="../slideLayouts/slideLayout538.xml"/><Relationship Id="rId33" Type="http://schemas.openxmlformats.org/officeDocument/2006/relationships/slideLayout" Target="../slideLayouts/slideLayout541.xml"/><Relationship Id="rId32" Type="http://schemas.openxmlformats.org/officeDocument/2006/relationships/slideLayout" Target="../slideLayouts/slideLayout540.xml"/><Relationship Id="rId35" Type="http://schemas.openxmlformats.org/officeDocument/2006/relationships/slideLayout" Target="../slideLayouts/slideLayout543.xml"/><Relationship Id="rId34" Type="http://schemas.openxmlformats.org/officeDocument/2006/relationships/slideLayout" Target="../slideLayouts/slideLayout542.xml"/><Relationship Id="rId37" Type="http://schemas.openxmlformats.org/officeDocument/2006/relationships/slideLayout" Target="../slideLayouts/slideLayout545.xml"/><Relationship Id="rId36" Type="http://schemas.openxmlformats.org/officeDocument/2006/relationships/slideLayout" Target="../slideLayouts/slideLayout544.xml"/><Relationship Id="rId39" Type="http://schemas.openxmlformats.org/officeDocument/2006/relationships/slideLayout" Target="../slideLayouts/slideLayout547.xml"/><Relationship Id="rId38" Type="http://schemas.openxmlformats.org/officeDocument/2006/relationships/slideLayout" Target="../slideLayouts/slideLayout546.xml"/><Relationship Id="rId20" Type="http://schemas.openxmlformats.org/officeDocument/2006/relationships/slideLayout" Target="../slideLayouts/slideLayout528.xml"/><Relationship Id="rId22" Type="http://schemas.openxmlformats.org/officeDocument/2006/relationships/slideLayout" Target="../slideLayouts/slideLayout530.xml"/><Relationship Id="rId21" Type="http://schemas.openxmlformats.org/officeDocument/2006/relationships/slideLayout" Target="../slideLayouts/slideLayout529.xml"/><Relationship Id="rId24" Type="http://schemas.openxmlformats.org/officeDocument/2006/relationships/slideLayout" Target="../slideLayouts/slideLayout532.xml"/><Relationship Id="rId23" Type="http://schemas.openxmlformats.org/officeDocument/2006/relationships/slideLayout" Target="../slideLayouts/slideLayout531.xml"/><Relationship Id="rId26" Type="http://schemas.openxmlformats.org/officeDocument/2006/relationships/slideLayout" Target="../slideLayouts/slideLayout534.xml"/><Relationship Id="rId25" Type="http://schemas.openxmlformats.org/officeDocument/2006/relationships/slideLayout" Target="../slideLayouts/slideLayout533.xml"/><Relationship Id="rId28" Type="http://schemas.openxmlformats.org/officeDocument/2006/relationships/slideLayout" Target="../slideLayouts/slideLayout536.xml"/><Relationship Id="rId27" Type="http://schemas.openxmlformats.org/officeDocument/2006/relationships/slideLayout" Target="../slideLayouts/slideLayout535.xml"/><Relationship Id="rId29" Type="http://schemas.openxmlformats.org/officeDocument/2006/relationships/slideLayout" Target="../slideLayouts/slideLayout537.xml"/><Relationship Id="rId51" Type="http://schemas.openxmlformats.org/officeDocument/2006/relationships/slideLayout" Target="../slideLayouts/slideLayout559.xml"/><Relationship Id="rId50" Type="http://schemas.openxmlformats.org/officeDocument/2006/relationships/slideLayout" Target="../slideLayouts/slideLayout558.xml"/><Relationship Id="rId53" Type="http://schemas.openxmlformats.org/officeDocument/2006/relationships/slideLayout" Target="../slideLayouts/slideLayout561.xml"/><Relationship Id="rId52" Type="http://schemas.openxmlformats.org/officeDocument/2006/relationships/slideLayout" Target="../slideLayouts/slideLayout560.xml"/><Relationship Id="rId11" Type="http://schemas.openxmlformats.org/officeDocument/2006/relationships/slideLayout" Target="../slideLayouts/slideLayout519.xml"/><Relationship Id="rId55" Type="http://schemas.openxmlformats.org/officeDocument/2006/relationships/slideLayout" Target="../slideLayouts/slideLayout563.xml"/><Relationship Id="rId10" Type="http://schemas.openxmlformats.org/officeDocument/2006/relationships/slideLayout" Target="../slideLayouts/slideLayout518.xml"/><Relationship Id="rId54" Type="http://schemas.openxmlformats.org/officeDocument/2006/relationships/slideLayout" Target="../slideLayouts/slideLayout562.xml"/><Relationship Id="rId13" Type="http://schemas.openxmlformats.org/officeDocument/2006/relationships/slideLayout" Target="../slideLayouts/slideLayout521.xml"/><Relationship Id="rId12" Type="http://schemas.openxmlformats.org/officeDocument/2006/relationships/slideLayout" Target="../slideLayouts/slideLayout520.xml"/><Relationship Id="rId56" Type="http://schemas.openxmlformats.org/officeDocument/2006/relationships/theme" Target="../theme/theme8.xml"/><Relationship Id="rId15" Type="http://schemas.openxmlformats.org/officeDocument/2006/relationships/slideLayout" Target="../slideLayouts/slideLayout523.xml"/><Relationship Id="rId14" Type="http://schemas.openxmlformats.org/officeDocument/2006/relationships/slideLayout" Target="../slideLayouts/slideLayout522.xml"/><Relationship Id="rId17" Type="http://schemas.openxmlformats.org/officeDocument/2006/relationships/slideLayout" Target="../slideLayouts/slideLayout525.xml"/><Relationship Id="rId16" Type="http://schemas.openxmlformats.org/officeDocument/2006/relationships/slideLayout" Target="../slideLayouts/slideLayout524.xml"/><Relationship Id="rId19" Type="http://schemas.openxmlformats.org/officeDocument/2006/relationships/slideLayout" Target="../slideLayouts/slideLayout527.xml"/><Relationship Id="rId18" Type="http://schemas.openxmlformats.org/officeDocument/2006/relationships/slideLayout" Target="../slideLayouts/slideLayout526.xml"/></Relationships>
</file>

<file path=ppt/slideMasters/_rels/slideMaster12.xml.rels><?xml version="1.0" encoding="UTF-8" standalone="yes"?><Relationships xmlns="http://schemas.openxmlformats.org/package/2006/relationships"><Relationship Id="rId40" Type="http://schemas.openxmlformats.org/officeDocument/2006/relationships/slideLayout" Target="../slideLayouts/slideLayout603.xml"/><Relationship Id="rId42" Type="http://schemas.openxmlformats.org/officeDocument/2006/relationships/slideLayout" Target="../slideLayouts/slideLayout605.xml"/><Relationship Id="rId41" Type="http://schemas.openxmlformats.org/officeDocument/2006/relationships/slideLayout" Target="../slideLayouts/slideLayout604.xml"/><Relationship Id="rId44" Type="http://schemas.openxmlformats.org/officeDocument/2006/relationships/slideLayout" Target="../slideLayouts/slideLayout607.xml"/><Relationship Id="rId43" Type="http://schemas.openxmlformats.org/officeDocument/2006/relationships/slideLayout" Target="../slideLayouts/slideLayout606.xml"/><Relationship Id="rId46" Type="http://schemas.openxmlformats.org/officeDocument/2006/relationships/slideLayout" Target="../slideLayouts/slideLayout609.xml"/><Relationship Id="rId45" Type="http://schemas.openxmlformats.org/officeDocument/2006/relationships/slideLayout" Target="../slideLayouts/slideLayout608.xml"/><Relationship Id="rId1" Type="http://schemas.openxmlformats.org/officeDocument/2006/relationships/slideLayout" Target="../slideLayouts/slideLayout564.xml"/><Relationship Id="rId2" Type="http://schemas.openxmlformats.org/officeDocument/2006/relationships/slideLayout" Target="../slideLayouts/slideLayout565.xml"/><Relationship Id="rId3" Type="http://schemas.openxmlformats.org/officeDocument/2006/relationships/slideLayout" Target="../slideLayouts/slideLayout566.xml"/><Relationship Id="rId4" Type="http://schemas.openxmlformats.org/officeDocument/2006/relationships/slideLayout" Target="../slideLayouts/slideLayout567.xml"/><Relationship Id="rId9" Type="http://schemas.openxmlformats.org/officeDocument/2006/relationships/slideLayout" Target="../slideLayouts/slideLayout572.xml"/><Relationship Id="rId48" Type="http://schemas.openxmlformats.org/officeDocument/2006/relationships/slideLayout" Target="../slideLayouts/slideLayout611.xml"/><Relationship Id="rId47" Type="http://schemas.openxmlformats.org/officeDocument/2006/relationships/slideLayout" Target="../slideLayouts/slideLayout610.xml"/><Relationship Id="rId49" Type="http://schemas.openxmlformats.org/officeDocument/2006/relationships/slideLayout" Target="../slideLayouts/slideLayout612.xml"/><Relationship Id="rId5" Type="http://schemas.openxmlformats.org/officeDocument/2006/relationships/slideLayout" Target="../slideLayouts/slideLayout568.xml"/><Relationship Id="rId6" Type="http://schemas.openxmlformats.org/officeDocument/2006/relationships/slideLayout" Target="../slideLayouts/slideLayout569.xml"/><Relationship Id="rId7" Type="http://schemas.openxmlformats.org/officeDocument/2006/relationships/slideLayout" Target="../slideLayouts/slideLayout570.xml"/><Relationship Id="rId8" Type="http://schemas.openxmlformats.org/officeDocument/2006/relationships/slideLayout" Target="../slideLayouts/slideLayout571.xml"/><Relationship Id="rId31" Type="http://schemas.openxmlformats.org/officeDocument/2006/relationships/slideLayout" Target="../slideLayouts/slideLayout594.xml"/><Relationship Id="rId30" Type="http://schemas.openxmlformats.org/officeDocument/2006/relationships/slideLayout" Target="../slideLayouts/slideLayout593.xml"/><Relationship Id="rId33" Type="http://schemas.openxmlformats.org/officeDocument/2006/relationships/slideLayout" Target="../slideLayouts/slideLayout596.xml"/><Relationship Id="rId32" Type="http://schemas.openxmlformats.org/officeDocument/2006/relationships/slideLayout" Target="../slideLayouts/slideLayout595.xml"/><Relationship Id="rId35" Type="http://schemas.openxmlformats.org/officeDocument/2006/relationships/slideLayout" Target="../slideLayouts/slideLayout598.xml"/><Relationship Id="rId34" Type="http://schemas.openxmlformats.org/officeDocument/2006/relationships/slideLayout" Target="../slideLayouts/slideLayout597.xml"/><Relationship Id="rId37" Type="http://schemas.openxmlformats.org/officeDocument/2006/relationships/slideLayout" Target="../slideLayouts/slideLayout600.xml"/><Relationship Id="rId36" Type="http://schemas.openxmlformats.org/officeDocument/2006/relationships/slideLayout" Target="../slideLayouts/slideLayout599.xml"/><Relationship Id="rId39" Type="http://schemas.openxmlformats.org/officeDocument/2006/relationships/slideLayout" Target="../slideLayouts/slideLayout602.xml"/><Relationship Id="rId38" Type="http://schemas.openxmlformats.org/officeDocument/2006/relationships/slideLayout" Target="../slideLayouts/slideLayout601.xml"/><Relationship Id="rId20" Type="http://schemas.openxmlformats.org/officeDocument/2006/relationships/slideLayout" Target="../slideLayouts/slideLayout583.xml"/><Relationship Id="rId22" Type="http://schemas.openxmlformats.org/officeDocument/2006/relationships/slideLayout" Target="../slideLayouts/slideLayout585.xml"/><Relationship Id="rId21" Type="http://schemas.openxmlformats.org/officeDocument/2006/relationships/slideLayout" Target="../slideLayouts/slideLayout584.xml"/><Relationship Id="rId24" Type="http://schemas.openxmlformats.org/officeDocument/2006/relationships/slideLayout" Target="../slideLayouts/slideLayout587.xml"/><Relationship Id="rId23" Type="http://schemas.openxmlformats.org/officeDocument/2006/relationships/slideLayout" Target="../slideLayouts/slideLayout586.xml"/><Relationship Id="rId26" Type="http://schemas.openxmlformats.org/officeDocument/2006/relationships/slideLayout" Target="../slideLayouts/slideLayout589.xml"/><Relationship Id="rId25" Type="http://schemas.openxmlformats.org/officeDocument/2006/relationships/slideLayout" Target="../slideLayouts/slideLayout588.xml"/><Relationship Id="rId28" Type="http://schemas.openxmlformats.org/officeDocument/2006/relationships/slideLayout" Target="../slideLayouts/slideLayout591.xml"/><Relationship Id="rId27" Type="http://schemas.openxmlformats.org/officeDocument/2006/relationships/slideLayout" Target="../slideLayouts/slideLayout590.xml"/><Relationship Id="rId29" Type="http://schemas.openxmlformats.org/officeDocument/2006/relationships/slideLayout" Target="../slideLayouts/slideLayout592.xml"/><Relationship Id="rId51" Type="http://schemas.openxmlformats.org/officeDocument/2006/relationships/slideLayout" Target="../slideLayouts/slideLayout614.xml"/><Relationship Id="rId50" Type="http://schemas.openxmlformats.org/officeDocument/2006/relationships/slideLayout" Target="../slideLayouts/slideLayout613.xml"/><Relationship Id="rId53" Type="http://schemas.openxmlformats.org/officeDocument/2006/relationships/slideLayout" Target="../slideLayouts/slideLayout616.xml"/><Relationship Id="rId52" Type="http://schemas.openxmlformats.org/officeDocument/2006/relationships/slideLayout" Target="../slideLayouts/slideLayout615.xml"/><Relationship Id="rId11" Type="http://schemas.openxmlformats.org/officeDocument/2006/relationships/slideLayout" Target="../slideLayouts/slideLayout574.xml"/><Relationship Id="rId55" Type="http://schemas.openxmlformats.org/officeDocument/2006/relationships/slideLayout" Target="../slideLayouts/slideLayout618.xml"/><Relationship Id="rId10" Type="http://schemas.openxmlformats.org/officeDocument/2006/relationships/slideLayout" Target="../slideLayouts/slideLayout573.xml"/><Relationship Id="rId54" Type="http://schemas.openxmlformats.org/officeDocument/2006/relationships/slideLayout" Target="../slideLayouts/slideLayout617.xml"/><Relationship Id="rId13" Type="http://schemas.openxmlformats.org/officeDocument/2006/relationships/slideLayout" Target="../slideLayouts/slideLayout576.xml"/><Relationship Id="rId12" Type="http://schemas.openxmlformats.org/officeDocument/2006/relationships/slideLayout" Target="../slideLayouts/slideLayout575.xml"/><Relationship Id="rId56" Type="http://schemas.openxmlformats.org/officeDocument/2006/relationships/theme" Target="../theme/theme22.xml"/><Relationship Id="rId15" Type="http://schemas.openxmlformats.org/officeDocument/2006/relationships/slideLayout" Target="../slideLayouts/slideLayout578.xml"/><Relationship Id="rId14" Type="http://schemas.openxmlformats.org/officeDocument/2006/relationships/slideLayout" Target="../slideLayouts/slideLayout577.xml"/><Relationship Id="rId17" Type="http://schemas.openxmlformats.org/officeDocument/2006/relationships/slideLayout" Target="../slideLayouts/slideLayout580.xml"/><Relationship Id="rId16" Type="http://schemas.openxmlformats.org/officeDocument/2006/relationships/slideLayout" Target="../slideLayouts/slideLayout579.xml"/><Relationship Id="rId19" Type="http://schemas.openxmlformats.org/officeDocument/2006/relationships/slideLayout" Target="../slideLayouts/slideLayout582.xml"/><Relationship Id="rId18" Type="http://schemas.openxmlformats.org/officeDocument/2006/relationships/slideLayout" Target="../slideLayouts/slideLayout581.xml"/></Relationships>
</file>

<file path=ppt/slideMasters/_rels/slideMaster13.xml.rels><?xml version="1.0" encoding="UTF-8" standalone="yes"?><Relationships xmlns="http://schemas.openxmlformats.org/package/2006/relationships"><Relationship Id="rId40" Type="http://schemas.openxmlformats.org/officeDocument/2006/relationships/slideLayout" Target="../slideLayouts/slideLayout658.xml"/><Relationship Id="rId42" Type="http://schemas.openxmlformats.org/officeDocument/2006/relationships/slideLayout" Target="../slideLayouts/slideLayout660.xml"/><Relationship Id="rId41" Type="http://schemas.openxmlformats.org/officeDocument/2006/relationships/slideLayout" Target="../slideLayouts/slideLayout659.xml"/><Relationship Id="rId44" Type="http://schemas.openxmlformats.org/officeDocument/2006/relationships/slideLayout" Target="../slideLayouts/slideLayout662.xml"/><Relationship Id="rId43" Type="http://schemas.openxmlformats.org/officeDocument/2006/relationships/slideLayout" Target="../slideLayouts/slideLayout661.xml"/><Relationship Id="rId46" Type="http://schemas.openxmlformats.org/officeDocument/2006/relationships/slideLayout" Target="../slideLayouts/slideLayout664.xml"/><Relationship Id="rId45" Type="http://schemas.openxmlformats.org/officeDocument/2006/relationships/slideLayout" Target="../slideLayouts/slideLayout663.xml"/><Relationship Id="rId1" Type="http://schemas.openxmlformats.org/officeDocument/2006/relationships/slideLayout" Target="../slideLayouts/slideLayout619.xml"/><Relationship Id="rId2" Type="http://schemas.openxmlformats.org/officeDocument/2006/relationships/slideLayout" Target="../slideLayouts/slideLayout620.xml"/><Relationship Id="rId3" Type="http://schemas.openxmlformats.org/officeDocument/2006/relationships/slideLayout" Target="../slideLayouts/slideLayout621.xml"/><Relationship Id="rId4" Type="http://schemas.openxmlformats.org/officeDocument/2006/relationships/slideLayout" Target="../slideLayouts/slideLayout622.xml"/><Relationship Id="rId9" Type="http://schemas.openxmlformats.org/officeDocument/2006/relationships/slideLayout" Target="../slideLayouts/slideLayout627.xml"/><Relationship Id="rId48" Type="http://schemas.openxmlformats.org/officeDocument/2006/relationships/slideLayout" Target="../slideLayouts/slideLayout666.xml"/><Relationship Id="rId47" Type="http://schemas.openxmlformats.org/officeDocument/2006/relationships/slideLayout" Target="../slideLayouts/slideLayout665.xml"/><Relationship Id="rId49" Type="http://schemas.openxmlformats.org/officeDocument/2006/relationships/slideLayout" Target="../slideLayouts/slideLayout667.xml"/><Relationship Id="rId5" Type="http://schemas.openxmlformats.org/officeDocument/2006/relationships/slideLayout" Target="../slideLayouts/slideLayout623.xml"/><Relationship Id="rId6" Type="http://schemas.openxmlformats.org/officeDocument/2006/relationships/slideLayout" Target="../slideLayouts/slideLayout624.xml"/><Relationship Id="rId7" Type="http://schemas.openxmlformats.org/officeDocument/2006/relationships/slideLayout" Target="../slideLayouts/slideLayout625.xml"/><Relationship Id="rId8" Type="http://schemas.openxmlformats.org/officeDocument/2006/relationships/slideLayout" Target="../slideLayouts/slideLayout626.xml"/><Relationship Id="rId31" Type="http://schemas.openxmlformats.org/officeDocument/2006/relationships/slideLayout" Target="../slideLayouts/slideLayout649.xml"/><Relationship Id="rId30" Type="http://schemas.openxmlformats.org/officeDocument/2006/relationships/slideLayout" Target="../slideLayouts/slideLayout648.xml"/><Relationship Id="rId33" Type="http://schemas.openxmlformats.org/officeDocument/2006/relationships/slideLayout" Target="../slideLayouts/slideLayout651.xml"/><Relationship Id="rId32" Type="http://schemas.openxmlformats.org/officeDocument/2006/relationships/slideLayout" Target="../slideLayouts/slideLayout650.xml"/><Relationship Id="rId35" Type="http://schemas.openxmlformats.org/officeDocument/2006/relationships/slideLayout" Target="../slideLayouts/slideLayout653.xml"/><Relationship Id="rId34" Type="http://schemas.openxmlformats.org/officeDocument/2006/relationships/slideLayout" Target="../slideLayouts/slideLayout652.xml"/><Relationship Id="rId37" Type="http://schemas.openxmlformats.org/officeDocument/2006/relationships/slideLayout" Target="../slideLayouts/slideLayout655.xml"/><Relationship Id="rId36" Type="http://schemas.openxmlformats.org/officeDocument/2006/relationships/slideLayout" Target="../slideLayouts/slideLayout654.xml"/><Relationship Id="rId39" Type="http://schemas.openxmlformats.org/officeDocument/2006/relationships/slideLayout" Target="../slideLayouts/slideLayout657.xml"/><Relationship Id="rId38" Type="http://schemas.openxmlformats.org/officeDocument/2006/relationships/slideLayout" Target="../slideLayouts/slideLayout656.xml"/><Relationship Id="rId20" Type="http://schemas.openxmlformats.org/officeDocument/2006/relationships/slideLayout" Target="../slideLayouts/slideLayout638.xml"/><Relationship Id="rId22" Type="http://schemas.openxmlformats.org/officeDocument/2006/relationships/slideLayout" Target="../slideLayouts/slideLayout640.xml"/><Relationship Id="rId21" Type="http://schemas.openxmlformats.org/officeDocument/2006/relationships/slideLayout" Target="../slideLayouts/slideLayout639.xml"/><Relationship Id="rId24" Type="http://schemas.openxmlformats.org/officeDocument/2006/relationships/slideLayout" Target="../slideLayouts/slideLayout642.xml"/><Relationship Id="rId23" Type="http://schemas.openxmlformats.org/officeDocument/2006/relationships/slideLayout" Target="../slideLayouts/slideLayout641.xml"/><Relationship Id="rId26" Type="http://schemas.openxmlformats.org/officeDocument/2006/relationships/slideLayout" Target="../slideLayouts/slideLayout644.xml"/><Relationship Id="rId25" Type="http://schemas.openxmlformats.org/officeDocument/2006/relationships/slideLayout" Target="../slideLayouts/slideLayout643.xml"/><Relationship Id="rId28" Type="http://schemas.openxmlformats.org/officeDocument/2006/relationships/slideLayout" Target="../slideLayouts/slideLayout646.xml"/><Relationship Id="rId27" Type="http://schemas.openxmlformats.org/officeDocument/2006/relationships/slideLayout" Target="../slideLayouts/slideLayout645.xml"/><Relationship Id="rId29" Type="http://schemas.openxmlformats.org/officeDocument/2006/relationships/slideLayout" Target="../slideLayouts/slideLayout647.xml"/><Relationship Id="rId51" Type="http://schemas.openxmlformats.org/officeDocument/2006/relationships/slideLayout" Target="../slideLayouts/slideLayout669.xml"/><Relationship Id="rId50" Type="http://schemas.openxmlformats.org/officeDocument/2006/relationships/slideLayout" Target="../slideLayouts/slideLayout668.xml"/><Relationship Id="rId53" Type="http://schemas.openxmlformats.org/officeDocument/2006/relationships/slideLayout" Target="../slideLayouts/slideLayout671.xml"/><Relationship Id="rId52" Type="http://schemas.openxmlformats.org/officeDocument/2006/relationships/slideLayout" Target="../slideLayouts/slideLayout670.xml"/><Relationship Id="rId11" Type="http://schemas.openxmlformats.org/officeDocument/2006/relationships/slideLayout" Target="../slideLayouts/slideLayout629.xml"/><Relationship Id="rId55" Type="http://schemas.openxmlformats.org/officeDocument/2006/relationships/slideLayout" Target="../slideLayouts/slideLayout673.xml"/><Relationship Id="rId10" Type="http://schemas.openxmlformats.org/officeDocument/2006/relationships/slideLayout" Target="../slideLayouts/slideLayout628.xml"/><Relationship Id="rId54" Type="http://schemas.openxmlformats.org/officeDocument/2006/relationships/slideLayout" Target="../slideLayouts/slideLayout672.xml"/><Relationship Id="rId13" Type="http://schemas.openxmlformats.org/officeDocument/2006/relationships/slideLayout" Target="../slideLayouts/slideLayout631.xml"/><Relationship Id="rId12" Type="http://schemas.openxmlformats.org/officeDocument/2006/relationships/slideLayout" Target="../slideLayouts/slideLayout630.xml"/><Relationship Id="rId56" Type="http://schemas.openxmlformats.org/officeDocument/2006/relationships/theme" Target="../theme/theme12.xml"/><Relationship Id="rId15" Type="http://schemas.openxmlformats.org/officeDocument/2006/relationships/slideLayout" Target="../slideLayouts/slideLayout633.xml"/><Relationship Id="rId14" Type="http://schemas.openxmlformats.org/officeDocument/2006/relationships/slideLayout" Target="../slideLayouts/slideLayout632.xml"/><Relationship Id="rId17" Type="http://schemas.openxmlformats.org/officeDocument/2006/relationships/slideLayout" Target="../slideLayouts/slideLayout635.xml"/><Relationship Id="rId16" Type="http://schemas.openxmlformats.org/officeDocument/2006/relationships/slideLayout" Target="../slideLayouts/slideLayout634.xml"/><Relationship Id="rId19" Type="http://schemas.openxmlformats.org/officeDocument/2006/relationships/slideLayout" Target="../slideLayouts/slideLayout637.xml"/><Relationship Id="rId18" Type="http://schemas.openxmlformats.org/officeDocument/2006/relationships/slideLayout" Target="../slideLayouts/slideLayout636.xml"/></Relationships>
</file>

<file path=ppt/slideMasters/_rels/slideMaster14.xml.rels><?xml version="1.0" encoding="UTF-8" standalone="yes"?><Relationships xmlns="http://schemas.openxmlformats.org/package/2006/relationships"><Relationship Id="rId40" Type="http://schemas.openxmlformats.org/officeDocument/2006/relationships/slideLayout" Target="../slideLayouts/slideLayout713.xml"/><Relationship Id="rId42" Type="http://schemas.openxmlformats.org/officeDocument/2006/relationships/slideLayout" Target="../slideLayouts/slideLayout715.xml"/><Relationship Id="rId41" Type="http://schemas.openxmlformats.org/officeDocument/2006/relationships/slideLayout" Target="../slideLayouts/slideLayout714.xml"/><Relationship Id="rId44" Type="http://schemas.openxmlformats.org/officeDocument/2006/relationships/slideLayout" Target="../slideLayouts/slideLayout717.xml"/><Relationship Id="rId43" Type="http://schemas.openxmlformats.org/officeDocument/2006/relationships/slideLayout" Target="../slideLayouts/slideLayout716.xml"/><Relationship Id="rId46" Type="http://schemas.openxmlformats.org/officeDocument/2006/relationships/slideLayout" Target="../slideLayouts/slideLayout719.xml"/><Relationship Id="rId45" Type="http://schemas.openxmlformats.org/officeDocument/2006/relationships/slideLayout" Target="../slideLayouts/slideLayout718.xml"/><Relationship Id="rId1" Type="http://schemas.openxmlformats.org/officeDocument/2006/relationships/slideLayout" Target="../slideLayouts/slideLayout674.xml"/><Relationship Id="rId2" Type="http://schemas.openxmlformats.org/officeDocument/2006/relationships/slideLayout" Target="../slideLayouts/slideLayout675.xml"/><Relationship Id="rId3" Type="http://schemas.openxmlformats.org/officeDocument/2006/relationships/slideLayout" Target="../slideLayouts/slideLayout676.xml"/><Relationship Id="rId4" Type="http://schemas.openxmlformats.org/officeDocument/2006/relationships/slideLayout" Target="../slideLayouts/slideLayout677.xml"/><Relationship Id="rId9" Type="http://schemas.openxmlformats.org/officeDocument/2006/relationships/slideLayout" Target="../slideLayouts/slideLayout682.xml"/><Relationship Id="rId48" Type="http://schemas.openxmlformats.org/officeDocument/2006/relationships/slideLayout" Target="../slideLayouts/slideLayout721.xml"/><Relationship Id="rId47" Type="http://schemas.openxmlformats.org/officeDocument/2006/relationships/slideLayout" Target="../slideLayouts/slideLayout720.xml"/><Relationship Id="rId49" Type="http://schemas.openxmlformats.org/officeDocument/2006/relationships/slideLayout" Target="../slideLayouts/slideLayout722.xml"/><Relationship Id="rId5" Type="http://schemas.openxmlformats.org/officeDocument/2006/relationships/slideLayout" Target="../slideLayouts/slideLayout678.xml"/><Relationship Id="rId6" Type="http://schemas.openxmlformats.org/officeDocument/2006/relationships/slideLayout" Target="../slideLayouts/slideLayout679.xml"/><Relationship Id="rId7" Type="http://schemas.openxmlformats.org/officeDocument/2006/relationships/slideLayout" Target="../slideLayouts/slideLayout680.xml"/><Relationship Id="rId8" Type="http://schemas.openxmlformats.org/officeDocument/2006/relationships/slideLayout" Target="../slideLayouts/slideLayout681.xml"/><Relationship Id="rId31" Type="http://schemas.openxmlformats.org/officeDocument/2006/relationships/slideLayout" Target="../slideLayouts/slideLayout704.xml"/><Relationship Id="rId30" Type="http://schemas.openxmlformats.org/officeDocument/2006/relationships/slideLayout" Target="../slideLayouts/slideLayout703.xml"/><Relationship Id="rId33" Type="http://schemas.openxmlformats.org/officeDocument/2006/relationships/slideLayout" Target="../slideLayouts/slideLayout706.xml"/><Relationship Id="rId32" Type="http://schemas.openxmlformats.org/officeDocument/2006/relationships/slideLayout" Target="../slideLayouts/slideLayout705.xml"/><Relationship Id="rId35" Type="http://schemas.openxmlformats.org/officeDocument/2006/relationships/slideLayout" Target="../slideLayouts/slideLayout708.xml"/><Relationship Id="rId34" Type="http://schemas.openxmlformats.org/officeDocument/2006/relationships/slideLayout" Target="../slideLayouts/slideLayout707.xml"/><Relationship Id="rId37" Type="http://schemas.openxmlformats.org/officeDocument/2006/relationships/slideLayout" Target="../slideLayouts/slideLayout710.xml"/><Relationship Id="rId36" Type="http://schemas.openxmlformats.org/officeDocument/2006/relationships/slideLayout" Target="../slideLayouts/slideLayout709.xml"/><Relationship Id="rId39" Type="http://schemas.openxmlformats.org/officeDocument/2006/relationships/slideLayout" Target="../slideLayouts/slideLayout712.xml"/><Relationship Id="rId38" Type="http://schemas.openxmlformats.org/officeDocument/2006/relationships/slideLayout" Target="../slideLayouts/slideLayout711.xml"/><Relationship Id="rId20" Type="http://schemas.openxmlformats.org/officeDocument/2006/relationships/slideLayout" Target="../slideLayouts/slideLayout693.xml"/><Relationship Id="rId22" Type="http://schemas.openxmlformats.org/officeDocument/2006/relationships/slideLayout" Target="../slideLayouts/slideLayout695.xml"/><Relationship Id="rId21" Type="http://schemas.openxmlformats.org/officeDocument/2006/relationships/slideLayout" Target="../slideLayouts/slideLayout694.xml"/><Relationship Id="rId24" Type="http://schemas.openxmlformats.org/officeDocument/2006/relationships/slideLayout" Target="../slideLayouts/slideLayout697.xml"/><Relationship Id="rId23" Type="http://schemas.openxmlformats.org/officeDocument/2006/relationships/slideLayout" Target="../slideLayouts/slideLayout696.xml"/><Relationship Id="rId26" Type="http://schemas.openxmlformats.org/officeDocument/2006/relationships/slideLayout" Target="../slideLayouts/slideLayout699.xml"/><Relationship Id="rId25" Type="http://schemas.openxmlformats.org/officeDocument/2006/relationships/slideLayout" Target="../slideLayouts/slideLayout698.xml"/><Relationship Id="rId28" Type="http://schemas.openxmlformats.org/officeDocument/2006/relationships/slideLayout" Target="../slideLayouts/slideLayout701.xml"/><Relationship Id="rId27" Type="http://schemas.openxmlformats.org/officeDocument/2006/relationships/slideLayout" Target="../slideLayouts/slideLayout700.xml"/><Relationship Id="rId29" Type="http://schemas.openxmlformats.org/officeDocument/2006/relationships/slideLayout" Target="../slideLayouts/slideLayout702.xml"/><Relationship Id="rId51" Type="http://schemas.openxmlformats.org/officeDocument/2006/relationships/slideLayout" Target="../slideLayouts/slideLayout724.xml"/><Relationship Id="rId50" Type="http://schemas.openxmlformats.org/officeDocument/2006/relationships/slideLayout" Target="../slideLayouts/slideLayout723.xml"/><Relationship Id="rId53" Type="http://schemas.openxmlformats.org/officeDocument/2006/relationships/slideLayout" Target="../slideLayouts/slideLayout726.xml"/><Relationship Id="rId52" Type="http://schemas.openxmlformats.org/officeDocument/2006/relationships/slideLayout" Target="../slideLayouts/slideLayout725.xml"/><Relationship Id="rId11" Type="http://schemas.openxmlformats.org/officeDocument/2006/relationships/slideLayout" Target="../slideLayouts/slideLayout684.xml"/><Relationship Id="rId55" Type="http://schemas.openxmlformats.org/officeDocument/2006/relationships/slideLayout" Target="../slideLayouts/slideLayout728.xml"/><Relationship Id="rId10" Type="http://schemas.openxmlformats.org/officeDocument/2006/relationships/slideLayout" Target="../slideLayouts/slideLayout683.xml"/><Relationship Id="rId54" Type="http://schemas.openxmlformats.org/officeDocument/2006/relationships/slideLayout" Target="../slideLayouts/slideLayout727.xml"/><Relationship Id="rId13" Type="http://schemas.openxmlformats.org/officeDocument/2006/relationships/slideLayout" Target="../slideLayouts/slideLayout686.xml"/><Relationship Id="rId12" Type="http://schemas.openxmlformats.org/officeDocument/2006/relationships/slideLayout" Target="../slideLayouts/slideLayout685.xml"/><Relationship Id="rId56" Type="http://schemas.openxmlformats.org/officeDocument/2006/relationships/theme" Target="../theme/theme27.xml"/><Relationship Id="rId15" Type="http://schemas.openxmlformats.org/officeDocument/2006/relationships/slideLayout" Target="../slideLayouts/slideLayout688.xml"/><Relationship Id="rId14" Type="http://schemas.openxmlformats.org/officeDocument/2006/relationships/slideLayout" Target="../slideLayouts/slideLayout687.xml"/><Relationship Id="rId17" Type="http://schemas.openxmlformats.org/officeDocument/2006/relationships/slideLayout" Target="../slideLayouts/slideLayout690.xml"/><Relationship Id="rId16" Type="http://schemas.openxmlformats.org/officeDocument/2006/relationships/slideLayout" Target="../slideLayouts/slideLayout689.xml"/><Relationship Id="rId19" Type="http://schemas.openxmlformats.org/officeDocument/2006/relationships/slideLayout" Target="../slideLayouts/slideLayout692.xml"/><Relationship Id="rId18" Type="http://schemas.openxmlformats.org/officeDocument/2006/relationships/slideLayout" Target="../slideLayouts/slideLayout691.xml"/></Relationships>
</file>

<file path=ppt/slideMasters/_rels/slideMaster15.xml.rels><?xml version="1.0" encoding="UTF-8" standalone="yes"?><Relationships xmlns="http://schemas.openxmlformats.org/package/2006/relationships"><Relationship Id="rId40" Type="http://schemas.openxmlformats.org/officeDocument/2006/relationships/slideLayout" Target="../slideLayouts/slideLayout768.xml"/><Relationship Id="rId42" Type="http://schemas.openxmlformats.org/officeDocument/2006/relationships/slideLayout" Target="../slideLayouts/slideLayout770.xml"/><Relationship Id="rId41" Type="http://schemas.openxmlformats.org/officeDocument/2006/relationships/slideLayout" Target="../slideLayouts/slideLayout769.xml"/><Relationship Id="rId44" Type="http://schemas.openxmlformats.org/officeDocument/2006/relationships/slideLayout" Target="../slideLayouts/slideLayout772.xml"/><Relationship Id="rId43" Type="http://schemas.openxmlformats.org/officeDocument/2006/relationships/slideLayout" Target="../slideLayouts/slideLayout771.xml"/><Relationship Id="rId46" Type="http://schemas.openxmlformats.org/officeDocument/2006/relationships/slideLayout" Target="../slideLayouts/slideLayout774.xml"/><Relationship Id="rId45" Type="http://schemas.openxmlformats.org/officeDocument/2006/relationships/slideLayout" Target="../slideLayouts/slideLayout773.xml"/><Relationship Id="rId1" Type="http://schemas.openxmlformats.org/officeDocument/2006/relationships/slideLayout" Target="../slideLayouts/slideLayout729.xml"/><Relationship Id="rId2" Type="http://schemas.openxmlformats.org/officeDocument/2006/relationships/slideLayout" Target="../slideLayouts/slideLayout730.xml"/><Relationship Id="rId3" Type="http://schemas.openxmlformats.org/officeDocument/2006/relationships/slideLayout" Target="../slideLayouts/slideLayout731.xml"/><Relationship Id="rId4" Type="http://schemas.openxmlformats.org/officeDocument/2006/relationships/slideLayout" Target="../slideLayouts/slideLayout732.xml"/><Relationship Id="rId9" Type="http://schemas.openxmlformats.org/officeDocument/2006/relationships/slideLayout" Target="../slideLayouts/slideLayout737.xml"/><Relationship Id="rId48" Type="http://schemas.openxmlformats.org/officeDocument/2006/relationships/slideLayout" Target="../slideLayouts/slideLayout776.xml"/><Relationship Id="rId47" Type="http://schemas.openxmlformats.org/officeDocument/2006/relationships/slideLayout" Target="../slideLayouts/slideLayout775.xml"/><Relationship Id="rId49" Type="http://schemas.openxmlformats.org/officeDocument/2006/relationships/slideLayout" Target="../slideLayouts/slideLayout777.xml"/><Relationship Id="rId5" Type="http://schemas.openxmlformats.org/officeDocument/2006/relationships/slideLayout" Target="../slideLayouts/slideLayout733.xml"/><Relationship Id="rId6" Type="http://schemas.openxmlformats.org/officeDocument/2006/relationships/slideLayout" Target="../slideLayouts/slideLayout734.xml"/><Relationship Id="rId7" Type="http://schemas.openxmlformats.org/officeDocument/2006/relationships/slideLayout" Target="../slideLayouts/slideLayout735.xml"/><Relationship Id="rId8" Type="http://schemas.openxmlformats.org/officeDocument/2006/relationships/slideLayout" Target="../slideLayouts/slideLayout736.xml"/><Relationship Id="rId31" Type="http://schemas.openxmlformats.org/officeDocument/2006/relationships/slideLayout" Target="../slideLayouts/slideLayout759.xml"/><Relationship Id="rId30" Type="http://schemas.openxmlformats.org/officeDocument/2006/relationships/slideLayout" Target="../slideLayouts/slideLayout758.xml"/><Relationship Id="rId33" Type="http://schemas.openxmlformats.org/officeDocument/2006/relationships/slideLayout" Target="../slideLayouts/slideLayout761.xml"/><Relationship Id="rId32" Type="http://schemas.openxmlformats.org/officeDocument/2006/relationships/slideLayout" Target="../slideLayouts/slideLayout760.xml"/><Relationship Id="rId35" Type="http://schemas.openxmlformats.org/officeDocument/2006/relationships/slideLayout" Target="../slideLayouts/slideLayout763.xml"/><Relationship Id="rId34" Type="http://schemas.openxmlformats.org/officeDocument/2006/relationships/slideLayout" Target="../slideLayouts/slideLayout762.xml"/><Relationship Id="rId37" Type="http://schemas.openxmlformats.org/officeDocument/2006/relationships/slideLayout" Target="../slideLayouts/slideLayout765.xml"/><Relationship Id="rId36" Type="http://schemas.openxmlformats.org/officeDocument/2006/relationships/slideLayout" Target="../slideLayouts/slideLayout764.xml"/><Relationship Id="rId39" Type="http://schemas.openxmlformats.org/officeDocument/2006/relationships/slideLayout" Target="../slideLayouts/slideLayout767.xml"/><Relationship Id="rId38" Type="http://schemas.openxmlformats.org/officeDocument/2006/relationships/slideLayout" Target="../slideLayouts/slideLayout766.xml"/><Relationship Id="rId20" Type="http://schemas.openxmlformats.org/officeDocument/2006/relationships/slideLayout" Target="../slideLayouts/slideLayout748.xml"/><Relationship Id="rId22" Type="http://schemas.openxmlformats.org/officeDocument/2006/relationships/slideLayout" Target="../slideLayouts/slideLayout750.xml"/><Relationship Id="rId21" Type="http://schemas.openxmlformats.org/officeDocument/2006/relationships/slideLayout" Target="../slideLayouts/slideLayout749.xml"/><Relationship Id="rId24" Type="http://schemas.openxmlformats.org/officeDocument/2006/relationships/slideLayout" Target="../slideLayouts/slideLayout752.xml"/><Relationship Id="rId23" Type="http://schemas.openxmlformats.org/officeDocument/2006/relationships/slideLayout" Target="../slideLayouts/slideLayout751.xml"/><Relationship Id="rId26" Type="http://schemas.openxmlformats.org/officeDocument/2006/relationships/slideLayout" Target="../slideLayouts/slideLayout754.xml"/><Relationship Id="rId25" Type="http://schemas.openxmlformats.org/officeDocument/2006/relationships/slideLayout" Target="../slideLayouts/slideLayout753.xml"/><Relationship Id="rId28" Type="http://schemas.openxmlformats.org/officeDocument/2006/relationships/slideLayout" Target="../slideLayouts/slideLayout756.xml"/><Relationship Id="rId27" Type="http://schemas.openxmlformats.org/officeDocument/2006/relationships/slideLayout" Target="../slideLayouts/slideLayout755.xml"/><Relationship Id="rId29" Type="http://schemas.openxmlformats.org/officeDocument/2006/relationships/slideLayout" Target="../slideLayouts/slideLayout757.xml"/><Relationship Id="rId51" Type="http://schemas.openxmlformats.org/officeDocument/2006/relationships/slideLayout" Target="../slideLayouts/slideLayout779.xml"/><Relationship Id="rId50" Type="http://schemas.openxmlformats.org/officeDocument/2006/relationships/slideLayout" Target="../slideLayouts/slideLayout778.xml"/><Relationship Id="rId53" Type="http://schemas.openxmlformats.org/officeDocument/2006/relationships/slideLayout" Target="../slideLayouts/slideLayout781.xml"/><Relationship Id="rId52" Type="http://schemas.openxmlformats.org/officeDocument/2006/relationships/slideLayout" Target="../slideLayouts/slideLayout780.xml"/><Relationship Id="rId11" Type="http://schemas.openxmlformats.org/officeDocument/2006/relationships/slideLayout" Target="../slideLayouts/slideLayout739.xml"/><Relationship Id="rId55" Type="http://schemas.openxmlformats.org/officeDocument/2006/relationships/slideLayout" Target="../slideLayouts/slideLayout783.xml"/><Relationship Id="rId10" Type="http://schemas.openxmlformats.org/officeDocument/2006/relationships/slideLayout" Target="../slideLayouts/slideLayout738.xml"/><Relationship Id="rId54" Type="http://schemas.openxmlformats.org/officeDocument/2006/relationships/slideLayout" Target="../slideLayouts/slideLayout782.xml"/><Relationship Id="rId13" Type="http://schemas.openxmlformats.org/officeDocument/2006/relationships/slideLayout" Target="../slideLayouts/slideLayout741.xml"/><Relationship Id="rId12" Type="http://schemas.openxmlformats.org/officeDocument/2006/relationships/slideLayout" Target="../slideLayouts/slideLayout740.xml"/><Relationship Id="rId56" Type="http://schemas.openxmlformats.org/officeDocument/2006/relationships/theme" Target="../theme/theme1.xml"/><Relationship Id="rId15" Type="http://schemas.openxmlformats.org/officeDocument/2006/relationships/slideLayout" Target="../slideLayouts/slideLayout743.xml"/><Relationship Id="rId14" Type="http://schemas.openxmlformats.org/officeDocument/2006/relationships/slideLayout" Target="../slideLayouts/slideLayout742.xml"/><Relationship Id="rId17" Type="http://schemas.openxmlformats.org/officeDocument/2006/relationships/slideLayout" Target="../slideLayouts/slideLayout745.xml"/><Relationship Id="rId16" Type="http://schemas.openxmlformats.org/officeDocument/2006/relationships/slideLayout" Target="../slideLayouts/slideLayout744.xml"/><Relationship Id="rId19" Type="http://schemas.openxmlformats.org/officeDocument/2006/relationships/slideLayout" Target="../slideLayouts/slideLayout747.xml"/><Relationship Id="rId18" Type="http://schemas.openxmlformats.org/officeDocument/2006/relationships/slideLayout" Target="../slideLayouts/slideLayout746.xml"/></Relationships>
</file>

<file path=ppt/slideMasters/_rels/slideMaster16.xml.rels><?xml version="1.0" encoding="UTF-8" standalone="yes"?><Relationships xmlns="http://schemas.openxmlformats.org/package/2006/relationships"><Relationship Id="rId40" Type="http://schemas.openxmlformats.org/officeDocument/2006/relationships/slideLayout" Target="../slideLayouts/slideLayout823.xml"/><Relationship Id="rId42" Type="http://schemas.openxmlformats.org/officeDocument/2006/relationships/slideLayout" Target="../slideLayouts/slideLayout825.xml"/><Relationship Id="rId41" Type="http://schemas.openxmlformats.org/officeDocument/2006/relationships/slideLayout" Target="../slideLayouts/slideLayout824.xml"/><Relationship Id="rId44" Type="http://schemas.openxmlformats.org/officeDocument/2006/relationships/slideLayout" Target="../slideLayouts/slideLayout827.xml"/><Relationship Id="rId43" Type="http://schemas.openxmlformats.org/officeDocument/2006/relationships/slideLayout" Target="../slideLayouts/slideLayout826.xml"/><Relationship Id="rId46" Type="http://schemas.openxmlformats.org/officeDocument/2006/relationships/slideLayout" Target="../slideLayouts/slideLayout829.xml"/><Relationship Id="rId45" Type="http://schemas.openxmlformats.org/officeDocument/2006/relationships/slideLayout" Target="../slideLayouts/slideLayout828.xml"/><Relationship Id="rId1" Type="http://schemas.openxmlformats.org/officeDocument/2006/relationships/slideLayout" Target="../slideLayouts/slideLayout784.xml"/><Relationship Id="rId2" Type="http://schemas.openxmlformats.org/officeDocument/2006/relationships/slideLayout" Target="../slideLayouts/slideLayout785.xml"/><Relationship Id="rId3" Type="http://schemas.openxmlformats.org/officeDocument/2006/relationships/slideLayout" Target="../slideLayouts/slideLayout786.xml"/><Relationship Id="rId4" Type="http://schemas.openxmlformats.org/officeDocument/2006/relationships/slideLayout" Target="../slideLayouts/slideLayout787.xml"/><Relationship Id="rId9" Type="http://schemas.openxmlformats.org/officeDocument/2006/relationships/slideLayout" Target="../slideLayouts/slideLayout792.xml"/><Relationship Id="rId48" Type="http://schemas.openxmlformats.org/officeDocument/2006/relationships/slideLayout" Target="../slideLayouts/slideLayout831.xml"/><Relationship Id="rId47" Type="http://schemas.openxmlformats.org/officeDocument/2006/relationships/slideLayout" Target="../slideLayouts/slideLayout830.xml"/><Relationship Id="rId49" Type="http://schemas.openxmlformats.org/officeDocument/2006/relationships/slideLayout" Target="../slideLayouts/slideLayout832.xml"/><Relationship Id="rId5" Type="http://schemas.openxmlformats.org/officeDocument/2006/relationships/slideLayout" Target="../slideLayouts/slideLayout788.xml"/><Relationship Id="rId6" Type="http://schemas.openxmlformats.org/officeDocument/2006/relationships/slideLayout" Target="../slideLayouts/slideLayout789.xml"/><Relationship Id="rId7" Type="http://schemas.openxmlformats.org/officeDocument/2006/relationships/slideLayout" Target="../slideLayouts/slideLayout790.xml"/><Relationship Id="rId8" Type="http://schemas.openxmlformats.org/officeDocument/2006/relationships/slideLayout" Target="../slideLayouts/slideLayout791.xml"/><Relationship Id="rId31" Type="http://schemas.openxmlformats.org/officeDocument/2006/relationships/slideLayout" Target="../slideLayouts/slideLayout814.xml"/><Relationship Id="rId30" Type="http://schemas.openxmlformats.org/officeDocument/2006/relationships/slideLayout" Target="../slideLayouts/slideLayout813.xml"/><Relationship Id="rId33" Type="http://schemas.openxmlformats.org/officeDocument/2006/relationships/slideLayout" Target="../slideLayouts/slideLayout816.xml"/><Relationship Id="rId32" Type="http://schemas.openxmlformats.org/officeDocument/2006/relationships/slideLayout" Target="../slideLayouts/slideLayout815.xml"/><Relationship Id="rId35" Type="http://schemas.openxmlformats.org/officeDocument/2006/relationships/slideLayout" Target="../slideLayouts/slideLayout818.xml"/><Relationship Id="rId34" Type="http://schemas.openxmlformats.org/officeDocument/2006/relationships/slideLayout" Target="../slideLayouts/slideLayout817.xml"/><Relationship Id="rId37" Type="http://schemas.openxmlformats.org/officeDocument/2006/relationships/slideLayout" Target="../slideLayouts/slideLayout820.xml"/><Relationship Id="rId36" Type="http://schemas.openxmlformats.org/officeDocument/2006/relationships/slideLayout" Target="../slideLayouts/slideLayout819.xml"/><Relationship Id="rId39" Type="http://schemas.openxmlformats.org/officeDocument/2006/relationships/slideLayout" Target="../slideLayouts/slideLayout822.xml"/><Relationship Id="rId38" Type="http://schemas.openxmlformats.org/officeDocument/2006/relationships/slideLayout" Target="../slideLayouts/slideLayout821.xml"/><Relationship Id="rId20" Type="http://schemas.openxmlformats.org/officeDocument/2006/relationships/slideLayout" Target="../slideLayouts/slideLayout803.xml"/><Relationship Id="rId22" Type="http://schemas.openxmlformats.org/officeDocument/2006/relationships/slideLayout" Target="../slideLayouts/slideLayout805.xml"/><Relationship Id="rId21" Type="http://schemas.openxmlformats.org/officeDocument/2006/relationships/slideLayout" Target="../slideLayouts/slideLayout804.xml"/><Relationship Id="rId24" Type="http://schemas.openxmlformats.org/officeDocument/2006/relationships/slideLayout" Target="../slideLayouts/slideLayout807.xml"/><Relationship Id="rId23" Type="http://schemas.openxmlformats.org/officeDocument/2006/relationships/slideLayout" Target="../slideLayouts/slideLayout806.xml"/><Relationship Id="rId26" Type="http://schemas.openxmlformats.org/officeDocument/2006/relationships/slideLayout" Target="../slideLayouts/slideLayout809.xml"/><Relationship Id="rId25" Type="http://schemas.openxmlformats.org/officeDocument/2006/relationships/slideLayout" Target="../slideLayouts/slideLayout808.xml"/><Relationship Id="rId28" Type="http://schemas.openxmlformats.org/officeDocument/2006/relationships/slideLayout" Target="../slideLayouts/slideLayout811.xml"/><Relationship Id="rId27" Type="http://schemas.openxmlformats.org/officeDocument/2006/relationships/slideLayout" Target="../slideLayouts/slideLayout810.xml"/><Relationship Id="rId29" Type="http://schemas.openxmlformats.org/officeDocument/2006/relationships/slideLayout" Target="../slideLayouts/slideLayout812.xml"/><Relationship Id="rId51" Type="http://schemas.openxmlformats.org/officeDocument/2006/relationships/slideLayout" Target="../slideLayouts/slideLayout834.xml"/><Relationship Id="rId50" Type="http://schemas.openxmlformats.org/officeDocument/2006/relationships/slideLayout" Target="../slideLayouts/slideLayout833.xml"/><Relationship Id="rId53" Type="http://schemas.openxmlformats.org/officeDocument/2006/relationships/slideLayout" Target="../slideLayouts/slideLayout836.xml"/><Relationship Id="rId52" Type="http://schemas.openxmlformats.org/officeDocument/2006/relationships/slideLayout" Target="../slideLayouts/slideLayout835.xml"/><Relationship Id="rId11" Type="http://schemas.openxmlformats.org/officeDocument/2006/relationships/slideLayout" Target="../slideLayouts/slideLayout794.xml"/><Relationship Id="rId55" Type="http://schemas.openxmlformats.org/officeDocument/2006/relationships/slideLayout" Target="../slideLayouts/slideLayout838.xml"/><Relationship Id="rId10" Type="http://schemas.openxmlformats.org/officeDocument/2006/relationships/slideLayout" Target="../slideLayouts/slideLayout793.xml"/><Relationship Id="rId54" Type="http://schemas.openxmlformats.org/officeDocument/2006/relationships/slideLayout" Target="../slideLayouts/slideLayout837.xml"/><Relationship Id="rId13" Type="http://schemas.openxmlformats.org/officeDocument/2006/relationships/slideLayout" Target="../slideLayouts/slideLayout796.xml"/><Relationship Id="rId12" Type="http://schemas.openxmlformats.org/officeDocument/2006/relationships/slideLayout" Target="../slideLayouts/slideLayout795.xml"/><Relationship Id="rId56" Type="http://schemas.openxmlformats.org/officeDocument/2006/relationships/theme" Target="../theme/theme23.xml"/><Relationship Id="rId15" Type="http://schemas.openxmlformats.org/officeDocument/2006/relationships/slideLayout" Target="../slideLayouts/slideLayout798.xml"/><Relationship Id="rId14" Type="http://schemas.openxmlformats.org/officeDocument/2006/relationships/slideLayout" Target="../slideLayouts/slideLayout797.xml"/><Relationship Id="rId17" Type="http://schemas.openxmlformats.org/officeDocument/2006/relationships/slideLayout" Target="../slideLayouts/slideLayout800.xml"/><Relationship Id="rId16" Type="http://schemas.openxmlformats.org/officeDocument/2006/relationships/slideLayout" Target="../slideLayouts/slideLayout799.xml"/><Relationship Id="rId19" Type="http://schemas.openxmlformats.org/officeDocument/2006/relationships/slideLayout" Target="../slideLayouts/slideLayout802.xml"/><Relationship Id="rId18" Type="http://schemas.openxmlformats.org/officeDocument/2006/relationships/slideLayout" Target="../slideLayouts/slideLayout801.xml"/></Relationships>
</file>

<file path=ppt/slideMasters/_rels/slideMaster17.xml.rels><?xml version="1.0" encoding="UTF-8" standalone="yes"?><Relationships xmlns="http://schemas.openxmlformats.org/package/2006/relationships"><Relationship Id="rId40" Type="http://schemas.openxmlformats.org/officeDocument/2006/relationships/slideLayout" Target="../slideLayouts/slideLayout878.xml"/><Relationship Id="rId42" Type="http://schemas.openxmlformats.org/officeDocument/2006/relationships/slideLayout" Target="../slideLayouts/slideLayout880.xml"/><Relationship Id="rId41" Type="http://schemas.openxmlformats.org/officeDocument/2006/relationships/slideLayout" Target="../slideLayouts/slideLayout879.xml"/><Relationship Id="rId44" Type="http://schemas.openxmlformats.org/officeDocument/2006/relationships/slideLayout" Target="../slideLayouts/slideLayout882.xml"/><Relationship Id="rId43" Type="http://schemas.openxmlformats.org/officeDocument/2006/relationships/slideLayout" Target="../slideLayouts/slideLayout881.xml"/><Relationship Id="rId46" Type="http://schemas.openxmlformats.org/officeDocument/2006/relationships/slideLayout" Target="../slideLayouts/slideLayout884.xml"/><Relationship Id="rId45" Type="http://schemas.openxmlformats.org/officeDocument/2006/relationships/slideLayout" Target="../slideLayouts/slideLayout883.xml"/><Relationship Id="rId1" Type="http://schemas.openxmlformats.org/officeDocument/2006/relationships/slideLayout" Target="../slideLayouts/slideLayout839.xml"/><Relationship Id="rId2" Type="http://schemas.openxmlformats.org/officeDocument/2006/relationships/slideLayout" Target="../slideLayouts/slideLayout840.xml"/><Relationship Id="rId3" Type="http://schemas.openxmlformats.org/officeDocument/2006/relationships/slideLayout" Target="../slideLayouts/slideLayout841.xml"/><Relationship Id="rId4" Type="http://schemas.openxmlformats.org/officeDocument/2006/relationships/slideLayout" Target="../slideLayouts/slideLayout842.xml"/><Relationship Id="rId9" Type="http://schemas.openxmlformats.org/officeDocument/2006/relationships/slideLayout" Target="../slideLayouts/slideLayout847.xml"/><Relationship Id="rId48" Type="http://schemas.openxmlformats.org/officeDocument/2006/relationships/slideLayout" Target="../slideLayouts/slideLayout886.xml"/><Relationship Id="rId47" Type="http://schemas.openxmlformats.org/officeDocument/2006/relationships/slideLayout" Target="../slideLayouts/slideLayout885.xml"/><Relationship Id="rId49" Type="http://schemas.openxmlformats.org/officeDocument/2006/relationships/slideLayout" Target="../slideLayouts/slideLayout887.xml"/><Relationship Id="rId5" Type="http://schemas.openxmlformats.org/officeDocument/2006/relationships/slideLayout" Target="../slideLayouts/slideLayout843.xml"/><Relationship Id="rId6" Type="http://schemas.openxmlformats.org/officeDocument/2006/relationships/slideLayout" Target="../slideLayouts/slideLayout844.xml"/><Relationship Id="rId7" Type="http://schemas.openxmlformats.org/officeDocument/2006/relationships/slideLayout" Target="../slideLayouts/slideLayout845.xml"/><Relationship Id="rId8" Type="http://schemas.openxmlformats.org/officeDocument/2006/relationships/slideLayout" Target="../slideLayouts/slideLayout846.xml"/><Relationship Id="rId31" Type="http://schemas.openxmlformats.org/officeDocument/2006/relationships/slideLayout" Target="../slideLayouts/slideLayout869.xml"/><Relationship Id="rId30" Type="http://schemas.openxmlformats.org/officeDocument/2006/relationships/slideLayout" Target="../slideLayouts/slideLayout868.xml"/><Relationship Id="rId33" Type="http://schemas.openxmlformats.org/officeDocument/2006/relationships/slideLayout" Target="../slideLayouts/slideLayout871.xml"/><Relationship Id="rId32" Type="http://schemas.openxmlformats.org/officeDocument/2006/relationships/slideLayout" Target="../slideLayouts/slideLayout870.xml"/><Relationship Id="rId35" Type="http://schemas.openxmlformats.org/officeDocument/2006/relationships/slideLayout" Target="../slideLayouts/slideLayout873.xml"/><Relationship Id="rId34" Type="http://schemas.openxmlformats.org/officeDocument/2006/relationships/slideLayout" Target="../slideLayouts/slideLayout872.xml"/><Relationship Id="rId37" Type="http://schemas.openxmlformats.org/officeDocument/2006/relationships/slideLayout" Target="../slideLayouts/slideLayout875.xml"/><Relationship Id="rId36" Type="http://schemas.openxmlformats.org/officeDocument/2006/relationships/slideLayout" Target="../slideLayouts/slideLayout874.xml"/><Relationship Id="rId39" Type="http://schemas.openxmlformats.org/officeDocument/2006/relationships/slideLayout" Target="../slideLayouts/slideLayout877.xml"/><Relationship Id="rId38" Type="http://schemas.openxmlformats.org/officeDocument/2006/relationships/slideLayout" Target="../slideLayouts/slideLayout876.xml"/><Relationship Id="rId20" Type="http://schemas.openxmlformats.org/officeDocument/2006/relationships/slideLayout" Target="../slideLayouts/slideLayout858.xml"/><Relationship Id="rId22" Type="http://schemas.openxmlformats.org/officeDocument/2006/relationships/slideLayout" Target="../slideLayouts/slideLayout860.xml"/><Relationship Id="rId21" Type="http://schemas.openxmlformats.org/officeDocument/2006/relationships/slideLayout" Target="../slideLayouts/slideLayout859.xml"/><Relationship Id="rId24" Type="http://schemas.openxmlformats.org/officeDocument/2006/relationships/slideLayout" Target="../slideLayouts/slideLayout862.xml"/><Relationship Id="rId23" Type="http://schemas.openxmlformats.org/officeDocument/2006/relationships/slideLayout" Target="../slideLayouts/slideLayout861.xml"/><Relationship Id="rId26" Type="http://schemas.openxmlformats.org/officeDocument/2006/relationships/slideLayout" Target="../slideLayouts/slideLayout864.xml"/><Relationship Id="rId25" Type="http://schemas.openxmlformats.org/officeDocument/2006/relationships/slideLayout" Target="../slideLayouts/slideLayout863.xml"/><Relationship Id="rId28" Type="http://schemas.openxmlformats.org/officeDocument/2006/relationships/slideLayout" Target="../slideLayouts/slideLayout866.xml"/><Relationship Id="rId27" Type="http://schemas.openxmlformats.org/officeDocument/2006/relationships/slideLayout" Target="../slideLayouts/slideLayout865.xml"/><Relationship Id="rId29" Type="http://schemas.openxmlformats.org/officeDocument/2006/relationships/slideLayout" Target="../slideLayouts/slideLayout867.xml"/><Relationship Id="rId51" Type="http://schemas.openxmlformats.org/officeDocument/2006/relationships/slideLayout" Target="../slideLayouts/slideLayout889.xml"/><Relationship Id="rId50" Type="http://schemas.openxmlformats.org/officeDocument/2006/relationships/slideLayout" Target="../slideLayouts/slideLayout888.xml"/><Relationship Id="rId53" Type="http://schemas.openxmlformats.org/officeDocument/2006/relationships/slideLayout" Target="../slideLayouts/slideLayout891.xml"/><Relationship Id="rId52" Type="http://schemas.openxmlformats.org/officeDocument/2006/relationships/slideLayout" Target="../slideLayouts/slideLayout890.xml"/><Relationship Id="rId11" Type="http://schemas.openxmlformats.org/officeDocument/2006/relationships/slideLayout" Target="../slideLayouts/slideLayout849.xml"/><Relationship Id="rId55" Type="http://schemas.openxmlformats.org/officeDocument/2006/relationships/slideLayout" Target="../slideLayouts/slideLayout893.xml"/><Relationship Id="rId10" Type="http://schemas.openxmlformats.org/officeDocument/2006/relationships/slideLayout" Target="../slideLayouts/slideLayout848.xml"/><Relationship Id="rId54" Type="http://schemas.openxmlformats.org/officeDocument/2006/relationships/slideLayout" Target="../slideLayouts/slideLayout892.xml"/><Relationship Id="rId13" Type="http://schemas.openxmlformats.org/officeDocument/2006/relationships/slideLayout" Target="../slideLayouts/slideLayout851.xml"/><Relationship Id="rId12" Type="http://schemas.openxmlformats.org/officeDocument/2006/relationships/slideLayout" Target="../slideLayouts/slideLayout850.xml"/><Relationship Id="rId56" Type="http://schemas.openxmlformats.org/officeDocument/2006/relationships/theme" Target="../theme/theme6.xml"/><Relationship Id="rId15" Type="http://schemas.openxmlformats.org/officeDocument/2006/relationships/slideLayout" Target="../slideLayouts/slideLayout853.xml"/><Relationship Id="rId14" Type="http://schemas.openxmlformats.org/officeDocument/2006/relationships/slideLayout" Target="../slideLayouts/slideLayout852.xml"/><Relationship Id="rId17" Type="http://schemas.openxmlformats.org/officeDocument/2006/relationships/slideLayout" Target="../slideLayouts/slideLayout855.xml"/><Relationship Id="rId16" Type="http://schemas.openxmlformats.org/officeDocument/2006/relationships/slideLayout" Target="../slideLayouts/slideLayout854.xml"/><Relationship Id="rId19" Type="http://schemas.openxmlformats.org/officeDocument/2006/relationships/slideLayout" Target="../slideLayouts/slideLayout857.xml"/><Relationship Id="rId18" Type="http://schemas.openxmlformats.org/officeDocument/2006/relationships/slideLayout" Target="../slideLayouts/slideLayout856.xml"/></Relationships>
</file>

<file path=ppt/slideMasters/_rels/slideMaster18.xml.rels><?xml version="1.0" encoding="UTF-8" standalone="yes"?><Relationships xmlns="http://schemas.openxmlformats.org/package/2006/relationships"><Relationship Id="rId40" Type="http://schemas.openxmlformats.org/officeDocument/2006/relationships/slideLayout" Target="../slideLayouts/slideLayout933.xml"/><Relationship Id="rId42" Type="http://schemas.openxmlformats.org/officeDocument/2006/relationships/slideLayout" Target="../slideLayouts/slideLayout935.xml"/><Relationship Id="rId41" Type="http://schemas.openxmlformats.org/officeDocument/2006/relationships/slideLayout" Target="../slideLayouts/slideLayout934.xml"/><Relationship Id="rId44" Type="http://schemas.openxmlformats.org/officeDocument/2006/relationships/slideLayout" Target="../slideLayouts/slideLayout937.xml"/><Relationship Id="rId43" Type="http://schemas.openxmlformats.org/officeDocument/2006/relationships/slideLayout" Target="../slideLayouts/slideLayout936.xml"/><Relationship Id="rId46" Type="http://schemas.openxmlformats.org/officeDocument/2006/relationships/slideLayout" Target="../slideLayouts/slideLayout939.xml"/><Relationship Id="rId45" Type="http://schemas.openxmlformats.org/officeDocument/2006/relationships/slideLayout" Target="../slideLayouts/slideLayout938.xml"/><Relationship Id="rId1" Type="http://schemas.openxmlformats.org/officeDocument/2006/relationships/slideLayout" Target="../slideLayouts/slideLayout894.xml"/><Relationship Id="rId2" Type="http://schemas.openxmlformats.org/officeDocument/2006/relationships/slideLayout" Target="../slideLayouts/slideLayout895.xml"/><Relationship Id="rId3" Type="http://schemas.openxmlformats.org/officeDocument/2006/relationships/slideLayout" Target="../slideLayouts/slideLayout896.xml"/><Relationship Id="rId4" Type="http://schemas.openxmlformats.org/officeDocument/2006/relationships/slideLayout" Target="../slideLayouts/slideLayout897.xml"/><Relationship Id="rId9" Type="http://schemas.openxmlformats.org/officeDocument/2006/relationships/slideLayout" Target="../slideLayouts/slideLayout902.xml"/><Relationship Id="rId48" Type="http://schemas.openxmlformats.org/officeDocument/2006/relationships/slideLayout" Target="../slideLayouts/slideLayout941.xml"/><Relationship Id="rId47" Type="http://schemas.openxmlformats.org/officeDocument/2006/relationships/slideLayout" Target="../slideLayouts/slideLayout940.xml"/><Relationship Id="rId49" Type="http://schemas.openxmlformats.org/officeDocument/2006/relationships/slideLayout" Target="../slideLayouts/slideLayout942.xml"/><Relationship Id="rId5" Type="http://schemas.openxmlformats.org/officeDocument/2006/relationships/slideLayout" Target="../slideLayouts/slideLayout898.xml"/><Relationship Id="rId6" Type="http://schemas.openxmlformats.org/officeDocument/2006/relationships/slideLayout" Target="../slideLayouts/slideLayout899.xml"/><Relationship Id="rId7" Type="http://schemas.openxmlformats.org/officeDocument/2006/relationships/slideLayout" Target="../slideLayouts/slideLayout900.xml"/><Relationship Id="rId8" Type="http://schemas.openxmlformats.org/officeDocument/2006/relationships/slideLayout" Target="../slideLayouts/slideLayout901.xml"/><Relationship Id="rId31" Type="http://schemas.openxmlformats.org/officeDocument/2006/relationships/slideLayout" Target="../slideLayouts/slideLayout924.xml"/><Relationship Id="rId30" Type="http://schemas.openxmlformats.org/officeDocument/2006/relationships/slideLayout" Target="../slideLayouts/slideLayout923.xml"/><Relationship Id="rId33" Type="http://schemas.openxmlformats.org/officeDocument/2006/relationships/slideLayout" Target="../slideLayouts/slideLayout926.xml"/><Relationship Id="rId32" Type="http://schemas.openxmlformats.org/officeDocument/2006/relationships/slideLayout" Target="../slideLayouts/slideLayout925.xml"/><Relationship Id="rId35" Type="http://schemas.openxmlformats.org/officeDocument/2006/relationships/slideLayout" Target="../slideLayouts/slideLayout928.xml"/><Relationship Id="rId34" Type="http://schemas.openxmlformats.org/officeDocument/2006/relationships/slideLayout" Target="../slideLayouts/slideLayout927.xml"/><Relationship Id="rId37" Type="http://schemas.openxmlformats.org/officeDocument/2006/relationships/slideLayout" Target="../slideLayouts/slideLayout930.xml"/><Relationship Id="rId36" Type="http://schemas.openxmlformats.org/officeDocument/2006/relationships/slideLayout" Target="../slideLayouts/slideLayout929.xml"/><Relationship Id="rId39" Type="http://schemas.openxmlformats.org/officeDocument/2006/relationships/slideLayout" Target="../slideLayouts/slideLayout932.xml"/><Relationship Id="rId38" Type="http://schemas.openxmlformats.org/officeDocument/2006/relationships/slideLayout" Target="../slideLayouts/slideLayout931.xml"/><Relationship Id="rId20" Type="http://schemas.openxmlformats.org/officeDocument/2006/relationships/slideLayout" Target="../slideLayouts/slideLayout913.xml"/><Relationship Id="rId22" Type="http://schemas.openxmlformats.org/officeDocument/2006/relationships/slideLayout" Target="../slideLayouts/slideLayout915.xml"/><Relationship Id="rId21" Type="http://schemas.openxmlformats.org/officeDocument/2006/relationships/slideLayout" Target="../slideLayouts/slideLayout914.xml"/><Relationship Id="rId24" Type="http://schemas.openxmlformats.org/officeDocument/2006/relationships/slideLayout" Target="../slideLayouts/slideLayout917.xml"/><Relationship Id="rId23" Type="http://schemas.openxmlformats.org/officeDocument/2006/relationships/slideLayout" Target="../slideLayouts/slideLayout916.xml"/><Relationship Id="rId26" Type="http://schemas.openxmlformats.org/officeDocument/2006/relationships/slideLayout" Target="../slideLayouts/slideLayout919.xml"/><Relationship Id="rId25" Type="http://schemas.openxmlformats.org/officeDocument/2006/relationships/slideLayout" Target="../slideLayouts/slideLayout918.xml"/><Relationship Id="rId28" Type="http://schemas.openxmlformats.org/officeDocument/2006/relationships/slideLayout" Target="../slideLayouts/slideLayout921.xml"/><Relationship Id="rId27" Type="http://schemas.openxmlformats.org/officeDocument/2006/relationships/slideLayout" Target="../slideLayouts/slideLayout920.xml"/><Relationship Id="rId29" Type="http://schemas.openxmlformats.org/officeDocument/2006/relationships/slideLayout" Target="../slideLayouts/slideLayout922.xml"/><Relationship Id="rId51" Type="http://schemas.openxmlformats.org/officeDocument/2006/relationships/slideLayout" Target="../slideLayouts/slideLayout944.xml"/><Relationship Id="rId50" Type="http://schemas.openxmlformats.org/officeDocument/2006/relationships/slideLayout" Target="../slideLayouts/slideLayout943.xml"/><Relationship Id="rId53" Type="http://schemas.openxmlformats.org/officeDocument/2006/relationships/slideLayout" Target="../slideLayouts/slideLayout946.xml"/><Relationship Id="rId52" Type="http://schemas.openxmlformats.org/officeDocument/2006/relationships/slideLayout" Target="../slideLayouts/slideLayout945.xml"/><Relationship Id="rId11" Type="http://schemas.openxmlformats.org/officeDocument/2006/relationships/slideLayout" Target="../slideLayouts/slideLayout904.xml"/><Relationship Id="rId55" Type="http://schemas.openxmlformats.org/officeDocument/2006/relationships/slideLayout" Target="../slideLayouts/slideLayout948.xml"/><Relationship Id="rId10" Type="http://schemas.openxmlformats.org/officeDocument/2006/relationships/slideLayout" Target="../slideLayouts/slideLayout903.xml"/><Relationship Id="rId54" Type="http://schemas.openxmlformats.org/officeDocument/2006/relationships/slideLayout" Target="../slideLayouts/slideLayout947.xml"/><Relationship Id="rId13" Type="http://schemas.openxmlformats.org/officeDocument/2006/relationships/slideLayout" Target="../slideLayouts/slideLayout906.xml"/><Relationship Id="rId12" Type="http://schemas.openxmlformats.org/officeDocument/2006/relationships/slideLayout" Target="../slideLayouts/slideLayout905.xml"/><Relationship Id="rId56" Type="http://schemas.openxmlformats.org/officeDocument/2006/relationships/theme" Target="../theme/theme24.xml"/><Relationship Id="rId15" Type="http://schemas.openxmlformats.org/officeDocument/2006/relationships/slideLayout" Target="../slideLayouts/slideLayout908.xml"/><Relationship Id="rId14" Type="http://schemas.openxmlformats.org/officeDocument/2006/relationships/slideLayout" Target="../slideLayouts/slideLayout907.xml"/><Relationship Id="rId17" Type="http://schemas.openxmlformats.org/officeDocument/2006/relationships/slideLayout" Target="../slideLayouts/slideLayout910.xml"/><Relationship Id="rId16" Type="http://schemas.openxmlformats.org/officeDocument/2006/relationships/slideLayout" Target="../slideLayouts/slideLayout909.xml"/><Relationship Id="rId19" Type="http://schemas.openxmlformats.org/officeDocument/2006/relationships/slideLayout" Target="../slideLayouts/slideLayout912.xml"/><Relationship Id="rId18" Type="http://schemas.openxmlformats.org/officeDocument/2006/relationships/slideLayout" Target="../slideLayouts/slideLayout911.xml"/></Relationships>
</file>

<file path=ppt/slideMasters/_rels/slideMaster19.xml.rels><?xml version="1.0" encoding="UTF-8" standalone="yes"?><Relationships xmlns="http://schemas.openxmlformats.org/package/2006/relationships"><Relationship Id="rId40" Type="http://schemas.openxmlformats.org/officeDocument/2006/relationships/slideLayout" Target="../slideLayouts/slideLayout988.xml"/><Relationship Id="rId42" Type="http://schemas.openxmlformats.org/officeDocument/2006/relationships/slideLayout" Target="../slideLayouts/slideLayout990.xml"/><Relationship Id="rId41" Type="http://schemas.openxmlformats.org/officeDocument/2006/relationships/slideLayout" Target="../slideLayouts/slideLayout989.xml"/><Relationship Id="rId44" Type="http://schemas.openxmlformats.org/officeDocument/2006/relationships/slideLayout" Target="../slideLayouts/slideLayout992.xml"/><Relationship Id="rId43" Type="http://schemas.openxmlformats.org/officeDocument/2006/relationships/slideLayout" Target="../slideLayouts/slideLayout991.xml"/><Relationship Id="rId46" Type="http://schemas.openxmlformats.org/officeDocument/2006/relationships/slideLayout" Target="../slideLayouts/slideLayout994.xml"/><Relationship Id="rId45" Type="http://schemas.openxmlformats.org/officeDocument/2006/relationships/slideLayout" Target="../slideLayouts/slideLayout993.xml"/><Relationship Id="rId1" Type="http://schemas.openxmlformats.org/officeDocument/2006/relationships/slideLayout" Target="../slideLayouts/slideLayout949.xml"/><Relationship Id="rId2" Type="http://schemas.openxmlformats.org/officeDocument/2006/relationships/slideLayout" Target="../slideLayouts/slideLayout950.xml"/><Relationship Id="rId3" Type="http://schemas.openxmlformats.org/officeDocument/2006/relationships/slideLayout" Target="../slideLayouts/slideLayout951.xml"/><Relationship Id="rId4" Type="http://schemas.openxmlformats.org/officeDocument/2006/relationships/slideLayout" Target="../slideLayouts/slideLayout952.xml"/><Relationship Id="rId9" Type="http://schemas.openxmlformats.org/officeDocument/2006/relationships/slideLayout" Target="../slideLayouts/slideLayout957.xml"/><Relationship Id="rId48" Type="http://schemas.openxmlformats.org/officeDocument/2006/relationships/slideLayout" Target="../slideLayouts/slideLayout996.xml"/><Relationship Id="rId47" Type="http://schemas.openxmlformats.org/officeDocument/2006/relationships/slideLayout" Target="../slideLayouts/slideLayout995.xml"/><Relationship Id="rId49" Type="http://schemas.openxmlformats.org/officeDocument/2006/relationships/slideLayout" Target="../slideLayouts/slideLayout997.xml"/><Relationship Id="rId5" Type="http://schemas.openxmlformats.org/officeDocument/2006/relationships/slideLayout" Target="../slideLayouts/slideLayout953.xml"/><Relationship Id="rId6" Type="http://schemas.openxmlformats.org/officeDocument/2006/relationships/slideLayout" Target="../slideLayouts/slideLayout954.xml"/><Relationship Id="rId7" Type="http://schemas.openxmlformats.org/officeDocument/2006/relationships/slideLayout" Target="../slideLayouts/slideLayout955.xml"/><Relationship Id="rId8" Type="http://schemas.openxmlformats.org/officeDocument/2006/relationships/slideLayout" Target="../slideLayouts/slideLayout956.xml"/><Relationship Id="rId31" Type="http://schemas.openxmlformats.org/officeDocument/2006/relationships/slideLayout" Target="../slideLayouts/slideLayout979.xml"/><Relationship Id="rId30" Type="http://schemas.openxmlformats.org/officeDocument/2006/relationships/slideLayout" Target="../slideLayouts/slideLayout978.xml"/><Relationship Id="rId33" Type="http://schemas.openxmlformats.org/officeDocument/2006/relationships/slideLayout" Target="../slideLayouts/slideLayout981.xml"/><Relationship Id="rId32" Type="http://schemas.openxmlformats.org/officeDocument/2006/relationships/slideLayout" Target="../slideLayouts/slideLayout980.xml"/><Relationship Id="rId35" Type="http://schemas.openxmlformats.org/officeDocument/2006/relationships/slideLayout" Target="../slideLayouts/slideLayout983.xml"/><Relationship Id="rId34" Type="http://schemas.openxmlformats.org/officeDocument/2006/relationships/slideLayout" Target="../slideLayouts/slideLayout982.xml"/><Relationship Id="rId37" Type="http://schemas.openxmlformats.org/officeDocument/2006/relationships/slideLayout" Target="../slideLayouts/slideLayout985.xml"/><Relationship Id="rId36" Type="http://schemas.openxmlformats.org/officeDocument/2006/relationships/slideLayout" Target="../slideLayouts/slideLayout984.xml"/><Relationship Id="rId39" Type="http://schemas.openxmlformats.org/officeDocument/2006/relationships/slideLayout" Target="../slideLayouts/slideLayout987.xml"/><Relationship Id="rId38" Type="http://schemas.openxmlformats.org/officeDocument/2006/relationships/slideLayout" Target="../slideLayouts/slideLayout986.xml"/><Relationship Id="rId20" Type="http://schemas.openxmlformats.org/officeDocument/2006/relationships/slideLayout" Target="../slideLayouts/slideLayout968.xml"/><Relationship Id="rId22" Type="http://schemas.openxmlformats.org/officeDocument/2006/relationships/slideLayout" Target="../slideLayouts/slideLayout970.xml"/><Relationship Id="rId21" Type="http://schemas.openxmlformats.org/officeDocument/2006/relationships/slideLayout" Target="../slideLayouts/slideLayout969.xml"/><Relationship Id="rId24" Type="http://schemas.openxmlformats.org/officeDocument/2006/relationships/slideLayout" Target="../slideLayouts/slideLayout972.xml"/><Relationship Id="rId23" Type="http://schemas.openxmlformats.org/officeDocument/2006/relationships/slideLayout" Target="../slideLayouts/slideLayout971.xml"/><Relationship Id="rId26" Type="http://schemas.openxmlformats.org/officeDocument/2006/relationships/slideLayout" Target="../slideLayouts/slideLayout974.xml"/><Relationship Id="rId25" Type="http://schemas.openxmlformats.org/officeDocument/2006/relationships/slideLayout" Target="../slideLayouts/slideLayout973.xml"/><Relationship Id="rId28" Type="http://schemas.openxmlformats.org/officeDocument/2006/relationships/slideLayout" Target="../slideLayouts/slideLayout976.xml"/><Relationship Id="rId27" Type="http://schemas.openxmlformats.org/officeDocument/2006/relationships/slideLayout" Target="../slideLayouts/slideLayout975.xml"/><Relationship Id="rId29" Type="http://schemas.openxmlformats.org/officeDocument/2006/relationships/slideLayout" Target="../slideLayouts/slideLayout977.xml"/><Relationship Id="rId51" Type="http://schemas.openxmlformats.org/officeDocument/2006/relationships/slideLayout" Target="../slideLayouts/slideLayout999.xml"/><Relationship Id="rId50" Type="http://schemas.openxmlformats.org/officeDocument/2006/relationships/slideLayout" Target="../slideLayouts/slideLayout998.xml"/><Relationship Id="rId53" Type="http://schemas.openxmlformats.org/officeDocument/2006/relationships/slideLayout" Target="../slideLayouts/slideLayout1001.xml"/><Relationship Id="rId52" Type="http://schemas.openxmlformats.org/officeDocument/2006/relationships/slideLayout" Target="../slideLayouts/slideLayout1000.xml"/><Relationship Id="rId11" Type="http://schemas.openxmlformats.org/officeDocument/2006/relationships/slideLayout" Target="../slideLayouts/slideLayout959.xml"/><Relationship Id="rId55" Type="http://schemas.openxmlformats.org/officeDocument/2006/relationships/slideLayout" Target="../slideLayouts/slideLayout1003.xml"/><Relationship Id="rId10" Type="http://schemas.openxmlformats.org/officeDocument/2006/relationships/slideLayout" Target="../slideLayouts/slideLayout958.xml"/><Relationship Id="rId54" Type="http://schemas.openxmlformats.org/officeDocument/2006/relationships/slideLayout" Target="../slideLayouts/slideLayout1002.xml"/><Relationship Id="rId13" Type="http://schemas.openxmlformats.org/officeDocument/2006/relationships/slideLayout" Target="../slideLayouts/slideLayout961.xml"/><Relationship Id="rId12" Type="http://schemas.openxmlformats.org/officeDocument/2006/relationships/slideLayout" Target="../slideLayouts/slideLayout960.xml"/><Relationship Id="rId56" Type="http://schemas.openxmlformats.org/officeDocument/2006/relationships/theme" Target="../theme/theme20.xml"/><Relationship Id="rId15" Type="http://schemas.openxmlformats.org/officeDocument/2006/relationships/slideLayout" Target="../slideLayouts/slideLayout963.xml"/><Relationship Id="rId14" Type="http://schemas.openxmlformats.org/officeDocument/2006/relationships/slideLayout" Target="../slideLayouts/slideLayout962.xml"/><Relationship Id="rId17" Type="http://schemas.openxmlformats.org/officeDocument/2006/relationships/slideLayout" Target="../slideLayouts/slideLayout965.xml"/><Relationship Id="rId16" Type="http://schemas.openxmlformats.org/officeDocument/2006/relationships/slideLayout" Target="../slideLayouts/slideLayout964.xml"/><Relationship Id="rId19" Type="http://schemas.openxmlformats.org/officeDocument/2006/relationships/slideLayout" Target="../slideLayouts/slideLayout967.xml"/><Relationship Id="rId18" Type="http://schemas.openxmlformats.org/officeDocument/2006/relationships/slideLayout" Target="../slideLayouts/slideLayout966.xml"/></Relationships>
</file>

<file path=ppt/slideMasters/_rels/slideMaster20.xml.rels><?xml version="1.0" encoding="UTF-8" standalone="yes"?><Relationships xmlns="http://schemas.openxmlformats.org/package/2006/relationships"><Relationship Id="rId40" Type="http://schemas.openxmlformats.org/officeDocument/2006/relationships/slideLayout" Target="../slideLayouts/slideLayout1043.xml"/><Relationship Id="rId42" Type="http://schemas.openxmlformats.org/officeDocument/2006/relationships/slideLayout" Target="../slideLayouts/slideLayout1045.xml"/><Relationship Id="rId41" Type="http://schemas.openxmlformats.org/officeDocument/2006/relationships/slideLayout" Target="../slideLayouts/slideLayout1044.xml"/><Relationship Id="rId44" Type="http://schemas.openxmlformats.org/officeDocument/2006/relationships/slideLayout" Target="../slideLayouts/slideLayout1047.xml"/><Relationship Id="rId43" Type="http://schemas.openxmlformats.org/officeDocument/2006/relationships/slideLayout" Target="../slideLayouts/slideLayout1046.xml"/><Relationship Id="rId46" Type="http://schemas.openxmlformats.org/officeDocument/2006/relationships/slideLayout" Target="../slideLayouts/slideLayout1049.xml"/><Relationship Id="rId45" Type="http://schemas.openxmlformats.org/officeDocument/2006/relationships/slideLayout" Target="../slideLayouts/slideLayout1048.xml"/><Relationship Id="rId1" Type="http://schemas.openxmlformats.org/officeDocument/2006/relationships/slideLayout" Target="../slideLayouts/slideLayout1004.xml"/><Relationship Id="rId2" Type="http://schemas.openxmlformats.org/officeDocument/2006/relationships/slideLayout" Target="../slideLayouts/slideLayout1005.xml"/><Relationship Id="rId3" Type="http://schemas.openxmlformats.org/officeDocument/2006/relationships/slideLayout" Target="../slideLayouts/slideLayout1006.xml"/><Relationship Id="rId4" Type="http://schemas.openxmlformats.org/officeDocument/2006/relationships/slideLayout" Target="../slideLayouts/slideLayout1007.xml"/><Relationship Id="rId9" Type="http://schemas.openxmlformats.org/officeDocument/2006/relationships/slideLayout" Target="../slideLayouts/slideLayout1012.xml"/><Relationship Id="rId48" Type="http://schemas.openxmlformats.org/officeDocument/2006/relationships/slideLayout" Target="../slideLayouts/slideLayout1051.xml"/><Relationship Id="rId47" Type="http://schemas.openxmlformats.org/officeDocument/2006/relationships/slideLayout" Target="../slideLayouts/slideLayout1050.xml"/><Relationship Id="rId49" Type="http://schemas.openxmlformats.org/officeDocument/2006/relationships/slideLayout" Target="../slideLayouts/slideLayout1052.xml"/><Relationship Id="rId5" Type="http://schemas.openxmlformats.org/officeDocument/2006/relationships/slideLayout" Target="../slideLayouts/slideLayout1008.xml"/><Relationship Id="rId6" Type="http://schemas.openxmlformats.org/officeDocument/2006/relationships/slideLayout" Target="../slideLayouts/slideLayout1009.xml"/><Relationship Id="rId7" Type="http://schemas.openxmlformats.org/officeDocument/2006/relationships/slideLayout" Target="../slideLayouts/slideLayout1010.xml"/><Relationship Id="rId8" Type="http://schemas.openxmlformats.org/officeDocument/2006/relationships/slideLayout" Target="../slideLayouts/slideLayout1011.xml"/><Relationship Id="rId31" Type="http://schemas.openxmlformats.org/officeDocument/2006/relationships/slideLayout" Target="../slideLayouts/slideLayout1034.xml"/><Relationship Id="rId30" Type="http://schemas.openxmlformats.org/officeDocument/2006/relationships/slideLayout" Target="../slideLayouts/slideLayout1033.xml"/><Relationship Id="rId33" Type="http://schemas.openxmlformats.org/officeDocument/2006/relationships/slideLayout" Target="../slideLayouts/slideLayout1036.xml"/><Relationship Id="rId32" Type="http://schemas.openxmlformats.org/officeDocument/2006/relationships/slideLayout" Target="../slideLayouts/slideLayout1035.xml"/><Relationship Id="rId35" Type="http://schemas.openxmlformats.org/officeDocument/2006/relationships/slideLayout" Target="../slideLayouts/slideLayout1038.xml"/><Relationship Id="rId34" Type="http://schemas.openxmlformats.org/officeDocument/2006/relationships/slideLayout" Target="../slideLayouts/slideLayout1037.xml"/><Relationship Id="rId37" Type="http://schemas.openxmlformats.org/officeDocument/2006/relationships/slideLayout" Target="../slideLayouts/slideLayout1040.xml"/><Relationship Id="rId36" Type="http://schemas.openxmlformats.org/officeDocument/2006/relationships/slideLayout" Target="../slideLayouts/slideLayout1039.xml"/><Relationship Id="rId39" Type="http://schemas.openxmlformats.org/officeDocument/2006/relationships/slideLayout" Target="../slideLayouts/slideLayout1042.xml"/><Relationship Id="rId38" Type="http://schemas.openxmlformats.org/officeDocument/2006/relationships/slideLayout" Target="../slideLayouts/slideLayout1041.xml"/><Relationship Id="rId20" Type="http://schemas.openxmlformats.org/officeDocument/2006/relationships/slideLayout" Target="../slideLayouts/slideLayout1023.xml"/><Relationship Id="rId22" Type="http://schemas.openxmlformats.org/officeDocument/2006/relationships/slideLayout" Target="../slideLayouts/slideLayout1025.xml"/><Relationship Id="rId21" Type="http://schemas.openxmlformats.org/officeDocument/2006/relationships/slideLayout" Target="../slideLayouts/slideLayout1024.xml"/><Relationship Id="rId24" Type="http://schemas.openxmlformats.org/officeDocument/2006/relationships/slideLayout" Target="../slideLayouts/slideLayout1027.xml"/><Relationship Id="rId23" Type="http://schemas.openxmlformats.org/officeDocument/2006/relationships/slideLayout" Target="../slideLayouts/slideLayout1026.xml"/><Relationship Id="rId26" Type="http://schemas.openxmlformats.org/officeDocument/2006/relationships/slideLayout" Target="../slideLayouts/slideLayout1029.xml"/><Relationship Id="rId25" Type="http://schemas.openxmlformats.org/officeDocument/2006/relationships/slideLayout" Target="../slideLayouts/slideLayout1028.xml"/><Relationship Id="rId28" Type="http://schemas.openxmlformats.org/officeDocument/2006/relationships/slideLayout" Target="../slideLayouts/slideLayout1031.xml"/><Relationship Id="rId27" Type="http://schemas.openxmlformats.org/officeDocument/2006/relationships/slideLayout" Target="../slideLayouts/slideLayout1030.xml"/><Relationship Id="rId29" Type="http://schemas.openxmlformats.org/officeDocument/2006/relationships/slideLayout" Target="../slideLayouts/slideLayout1032.xml"/><Relationship Id="rId51" Type="http://schemas.openxmlformats.org/officeDocument/2006/relationships/slideLayout" Target="../slideLayouts/slideLayout1054.xml"/><Relationship Id="rId50" Type="http://schemas.openxmlformats.org/officeDocument/2006/relationships/slideLayout" Target="../slideLayouts/slideLayout1053.xml"/><Relationship Id="rId53" Type="http://schemas.openxmlformats.org/officeDocument/2006/relationships/slideLayout" Target="../slideLayouts/slideLayout1056.xml"/><Relationship Id="rId52" Type="http://schemas.openxmlformats.org/officeDocument/2006/relationships/slideLayout" Target="../slideLayouts/slideLayout1055.xml"/><Relationship Id="rId11" Type="http://schemas.openxmlformats.org/officeDocument/2006/relationships/slideLayout" Target="../slideLayouts/slideLayout1014.xml"/><Relationship Id="rId55" Type="http://schemas.openxmlformats.org/officeDocument/2006/relationships/slideLayout" Target="../slideLayouts/slideLayout1058.xml"/><Relationship Id="rId10" Type="http://schemas.openxmlformats.org/officeDocument/2006/relationships/slideLayout" Target="../slideLayouts/slideLayout1013.xml"/><Relationship Id="rId54" Type="http://schemas.openxmlformats.org/officeDocument/2006/relationships/slideLayout" Target="../slideLayouts/slideLayout1057.xml"/><Relationship Id="rId13" Type="http://schemas.openxmlformats.org/officeDocument/2006/relationships/slideLayout" Target="../slideLayouts/slideLayout1016.xml"/><Relationship Id="rId12" Type="http://schemas.openxmlformats.org/officeDocument/2006/relationships/slideLayout" Target="../slideLayouts/slideLayout1015.xml"/><Relationship Id="rId56" Type="http://schemas.openxmlformats.org/officeDocument/2006/relationships/theme" Target="../theme/theme17.xml"/><Relationship Id="rId15" Type="http://schemas.openxmlformats.org/officeDocument/2006/relationships/slideLayout" Target="../slideLayouts/slideLayout1018.xml"/><Relationship Id="rId14" Type="http://schemas.openxmlformats.org/officeDocument/2006/relationships/slideLayout" Target="../slideLayouts/slideLayout1017.xml"/><Relationship Id="rId17" Type="http://schemas.openxmlformats.org/officeDocument/2006/relationships/slideLayout" Target="../slideLayouts/slideLayout1020.xml"/><Relationship Id="rId16" Type="http://schemas.openxmlformats.org/officeDocument/2006/relationships/slideLayout" Target="../slideLayouts/slideLayout1019.xml"/><Relationship Id="rId19" Type="http://schemas.openxmlformats.org/officeDocument/2006/relationships/slideLayout" Target="../slideLayouts/slideLayout1022.xml"/><Relationship Id="rId18" Type="http://schemas.openxmlformats.org/officeDocument/2006/relationships/slideLayout" Target="../slideLayouts/slideLayout1021.xml"/></Relationships>
</file>

<file path=ppt/slideMasters/_rels/slideMaster21.xml.rels><?xml version="1.0" encoding="UTF-8" standalone="yes"?><Relationships xmlns="http://schemas.openxmlformats.org/package/2006/relationships"><Relationship Id="rId40" Type="http://schemas.openxmlformats.org/officeDocument/2006/relationships/slideLayout" Target="../slideLayouts/slideLayout1098.xml"/><Relationship Id="rId42" Type="http://schemas.openxmlformats.org/officeDocument/2006/relationships/slideLayout" Target="../slideLayouts/slideLayout1100.xml"/><Relationship Id="rId41" Type="http://schemas.openxmlformats.org/officeDocument/2006/relationships/slideLayout" Target="../slideLayouts/slideLayout1099.xml"/><Relationship Id="rId44" Type="http://schemas.openxmlformats.org/officeDocument/2006/relationships/slideLayout" Target="../slideLayouts/slideLayout1102.xml"/><Relationship Id="rId43" Type="http://schemas.openxmlformats.org/officeDocument/2006/relationships/slideLayout" Target="../slideLayouts/slideLayout1101.xml"/><Relationship Id="rId46" Type="http://schemas.openxmlformats.org/officeDocument/2006/relationships/slideLayout" Target="../slideLayouts/slideLayout1104.xml"/><Relationship Id="rId45" Type="http://schemas.openxmlformats.org/officeDocument/2006/relationships/slideLayout" Target="../slideLayouts/slideLayout1103.xml"/><Relationship Id="rId1" Type="http://schemas.openxmlformats.org/officeDocument/2006/relationships/slideLayout" Target="../slideLayouts/slideLayout1059.xml"/><Relationship Id="rId2" Type="http://schemas.openxmlformats.org/officeDocument/2006/relationships/slideLayout" Target="../slideLayouts/slideLayout1060.xml"/><Relationship Id="rId3" Type="http://schemas.openxmlformats.org/officeDocument/2006/relationships/slideLayout" Target="../slideLayouts/slideLayout1061.xml"/><Relationship Id="rId4" Type="http://schemas.openxmlformats.org/officeDocument/2006/relationships/slideLayout" Target="../slideLayouts/slideLayout1062.xml"/><Relationship Id="rId9" Type="http://schemas.openxmlformats.org/officeDocument/2006/relationships/slideLayout" Target="../slideLayouts/slideLayout1067.xml"/><Relationship Id="rId48" Type="http://schemas.openxmlformats.org/officeDocument/2006/relationships/slideLayout" Target="../slideLayouts/slideLayout1106.xml"/><Relationship Id="rId47" Type="http://schemas.openxmlformats.org/officeDocument/2006/relationships/slideLayout" Target="../slideLayouts/slideLayout1105.xml"/><Relationship Id="rId49" Type="http://schemas.openxmlformats.org/officeDocument/2006/relationships/slideLayout" Target="../slideLayouts/slideLayout1107.xml"/><Relationship Id="rId5" Type="http://schemas.openxmlformats.org/officeDocument/2006/relationships/slideLayout" Target="../slideLayouts/slideLayout1063.xml"/><Relationship Id="rId6" Type="http://schemas.openxmlformats.org/officeDocument/2006/relationships/slideLayout" Target="../slideLayouts/slideLayout1064.xml"/><Relationship Id="rId7" Type="http://schemas.openxmlformats.org/officeDocument/2006/relationships/slideLayout" Target="../slideLayouts/slideLayout1065.xml"/><Relationship Id="rId8" Type="http://schemas.openxmlformats.org/officeDocument/2006/relationships/slideLayout" Target="../slideLayouts/slideLayout1066.xml"/><Relationship Id="rId31" Type="http://schemas.openxmlformats.org/officeDocument/2006/relationships/slideLayout" Target="../slideLayouts/slideLayout1089.xml"/><Relationship Id="rId30" Type="http://schemas.openxmlformats.org/officeDocument/2006/relationships/slideLayout" Target="../slideLayouts/slideLayout1088.xml"/><Relationship Id="rId33" Type="http://schemas.openxmlformats.org/officeDocument/2006/relationships/slideLayout" Target="../slideLayouts/slideLayout1091.xml"/><Relationship Id="rId32" Type="http://schemas.openxmlformats.org/officeDocument/2006/relationships/slideLayout" Target="../slideLayouts/slideLayout1090.xml"/><Relationship Id="rId35" Type="http://schemas.openxmlformats.org/officeDocument/2006/relationships/slideLayout" Target="../slideLayouts/slideLayout1093.xml"/><Relationship Id="rId34" Type="http://schemas.openxmlformats.org/officeDocument/2006/relationships/slideLayout" Target="../slideLayouts/slideLayout1092.xml"/><Relationship Id="rId37" Type="http://schemas.openxmlformats.org/officeDocument/2006/relationships/slideLayout" Target="../slideLayouts/slideLayout1095.xml"/><Relationship Id="rId36" Type="http://schemas.openxmlformats.org/officeDocument/2006/relationships/slideLayout" Target="../slideLayouts/slideLayout1094.xml"/><Relationship Id="rId39" Type="http://schemas.openxmlformats.org/officeDocument/2006/relationships/slideLayout" Target="../slideLayouts/slideLayout1097.xml"/><Relationship Id="rId38" Type="http://schemas.openxmlformats.org/officeDocument/2006/relationships/slideLayout" Target="../slideLayouts/slideLayout1096.xml"/><Relationship Id="rId20" Type="http://schemas.openxmlformats.org/officeDocument/2006/relationships/slideLayout" Target="../slideLayouts/slideLayout1078.xml"/><Relationship Id="rId22" Type="http://schemas.openxmlformats.org/officeDocument/2006/relationships/slideLayout" Target="../slideLayouts/slideLayout1080.xml"/><Relationship Id="rId21" Type="http://schemas.openxmlformats.org/officeDocument/2006/relationships/slideLayout" Target="../slideLayouts/slideLayout1079.xml"/><Relationship Id="rId24" Type="http://schemas.openxmlformats.org/officeDocument/2006/relationships/slideLayout" Target="../slideLayouts/slideLayout1082.xml"/><Relationship Id="rId23" Type="http://schemas.openxmlformats.org/officeDocument/2006/relationships/slideLayout" Target="../slideLayouts/slideLayout1081.xml"/><Relationship Id="rId26" Type="http://schemas.openxmlformats.org/officeDocument/2006/relationships/slideLayout" Target="../slideLayouts/slideLayout1084.xml"/><Relationship Id="rId25" Type="http://schemas.openxmlformats.org/officeDocument/2006/relationships/slideLayout" Target="../slideLayouts/slideLayout1083.xml"/><Relationship Id="rId28" Type="http://schemas.openxmlformats.org/officeDocument/2006/relationships/slideLayout" Target="../slideLayouts/slideLayout1086.xml"/><Relationship Id="rId27" Type="http://schemas.openxmlformats.org/officeDocument/2006/relationships/slideLayout" Target="../slideLayouts/slideLayout1085.xml"/><Relationship Id="rId29" Type="http://schemas.openxmlformats.org/officeDocument/2006/relationships/slideLayout" Target="../slideLayouts/slideLayout1087.xml"/><Relationship Id="rId51" Type="http://schemas.openxmlformats.org/officeDocument/2006/relationships/slideLayout" Target="../slideLayouts/slideLayout1109.xml"/><Relationship Id="rId50" Type="http://schemas.openxmlformats.org/officeDocument/2006/relationships/slideLayout" Target="../slideLayouts/slideLayout1108.xml"/><Relationship Id="rId53" Type="http://schemas.openxmlformats.org/officeDocument/2006/relationships/slideLayout" Target="../slideLayouts/slideLayout1111.xml"/><Relationship Id="rId52" Type="http://schemas.openxmlformats.org/officeDocument/2006/relationships/slideLayout" Target="../slideLayouts/slideLayout1110.xml"/><Relationship Id="rId11" Type="http://schemas.openxmlformats.org/officeDocument/2006/relationships/slideLayout" Target="../slideLayouts/slideLayout1069.xml"/><Relationship Id="rId55" Type="http://schemas.openxmlformats.org/officeDocument/2006/relationships/slideLayout" Target="../slideLayouts/slideLayout1113.xml"/><Relationship Id="rId10" Type="http://schemas.openxmlformats.org/officeDocument/2006/relationships/slideLayout" Target="../slideLayouts/slideLayout1068.xml"/><Relationship Id="rId54" Type="http://schemas.openxmlformats.org/officeDocument/2006/relationships/slideLayout" Target="../slideLayouts/slideLayout1112.xml"/><Relationship Id="rId13" Type="http://schemas.openxmlformats.org/officeDocument/2006/relationships/slideLayout" Target="../slideLayouts/slideLayout1071.xml"/><Relationship Id="rId12" Type="http://schemas.openxmlformats.org/officeDocument/2006/relationships/slideLayout" Target="../slideLayouts/slideLayout1070.xml"/><Relationship Id="rId56" Type="http://schemas.openxmlformats.org/officeDocument/2006/relationships/theme" Target="../theme/theme7.xml"/><Relationship Id="rId15" Type="http://schemas.openxmlformats.org/officeDocument/2006/relationships/slideLayout" Target="../slideLayouts/slideLayout1073.xml"/><Relationship Id="rId14" Type="http://schemas.openxmlformats.org/officeDocument/2006/relationships/slideLayout" Target="../slideLayouts/slideLayout1072.xml"/><Relationship Id="rId17" Type="http://schemas.openxmlformats.org/officeDocument/2006/relationships/slideLayout" Target="../slideLayouts/slideLayout1075.xml"/><Relationship Id="rId16" Type="http://schemas.openxmlformats.org/officeDocument/2006/relationships/slideLayout" Target="../slideLayouts/slideLayout1074.xml"/><Relationship Id="rId19" Type="http://schemas.openxmlformats.org/officeDocument/2006/relationships/slideLayout" Target="../slideLayouts/slideLayout1077.xml"/><Relationship Id="rId18" Type="http://schemas.openxmlformats.org/officeDocument/2006/relationships/slideLayout" Target="../slideLayouts/slideLayout1076.xml"/></Relationships>
</file>

<file path=ppt/slideMasters/_rels/slideMaster22.xml.rels><?xml version="1.0" encoding="UTF-8" standalone="yes"?><Relationships xmlns="http://schemas.openxmlformats.org/package/2006/relationships"><Relationship Id="rId40" Type="http://schemas.openxmlformats.org/officeDocument/2006/relationships/slideLayout" Target="../slideLayouts/slideLayout1153.xml"/><Relationship Id="rId42" Type="http://schemas.openxmlformats.org/officeDocument/2006/relationships/slideLayout" Target="../slideLayouts/slideLayout1155.xml"/><Relationship Id="rId41" Type="http://schemas.openxmlformats.org/officeDocument/2006/relationships/slideLayout" Target="../slideLayouts/slideLayout1154.xml"/><Relationship Id="rId44" Type="http://schemas.openxmlformats.org/officeDocument/2006/relationships/slideLayout" Target="../slideLayouts/slideLayout1157.xml"/><Relationship Id="rId43" Type="http://schemas.openxmlformats.org/officeDocument/2006/relationships/slideLayout" Target="../slideLayouts/slideLayout1156.xml"/><Relationship Id="rId46" Type="http://schemas.openxmlformats.org/officeDocument/2006/relationships/slideLayout" Target="../slideLayouts/slideLayout1159.xml"/><Relationship Id="rId45" Type="http://schemas.openxmlformats.org/officeDocument/2006/relationships/slideLayout" Target="../slideLayouts/slideLayout1158.xml"/><Relationship Id="rId1" Type="http://schemas.openxmlformats.org/officeDocument/2006/relationships/slideLayout" Target="../slideLayouts/slideLayout1114.xml"/><Relationship Id="rId2" Type="http://schemas.openxmlformats.org/officeDocument/2006/relationships/slideLayout" Target="../slideLayouts/slideLayout1115.xml"/><Relationship Id="rId3" Type="http://schemas.openxmlformats.org/officeDocument/2006/relationships/slideLayout" Target="../slideLayouts/slideLayout1116.xml"/><Relationship Id="rId4" Type="http://schemas.openxmlformats.org/officeDocument/2006/relationships/slideLayout" Target="../slideLayouts/slideLayout1117.xml"/><Relationship Id="rId9" Type="http://schemas.openxmlformats.org/officeDocument/2006/relationships/slideLayout" Target="../slideLayouts/slideLayout1122.xml"/><Relationship Id="rId48" Type="http://schemas.openxmlformats.org/officeDocument/2006/relationships/slideLayout" Target="../slideLayouts/slideLayout1161.xml"/><Relationship Id="rId47" Type="http://schemas.openxmlformats.org/officeDocument/2006/relationships/slideLayout" Target="../slideLayouts/slideLayout1160.xml"/><Relationship Id="rId49" Type="http://schemas.openxmlformats.org/officeDocument/2006/relationships/slideLayout" Target="../slideLayouts/slideLayout1162.xml"/><Relationship Id="rId5" Type="http://schemas.openxmlformats.org/officeDocument/2006/relationships/slideLayout" Target="../slideLayouts/slideLayout1118.xml"/><Relationship Id="rId6" Type="http://schemas.openxmlformats.org/officeDocument/2006/relationships/slideLayout" Target="../slideLayouts/slideLayout1119.xml"/><Relationship Id="rId7" Type="http://schemas.openxmlformats.org/officeDocument/2006/relationships/slideLayout" Target="../slideLayouts/slideLayout1120.xml"/><Relationship Id="rId8" Type="http://schemas.openxmlformats.org/officeDocument/2006/relationships/slideLayout" Target="../slideLayouts/slideLayout1121.xml"/><Relationship Id="rId31" Type="http://schemas.openxmlformats.org/officeDocument/2006/relationships/slideLayout" Target="../slideLayouts/slideLayout1144.xml"/><Relationship Id="rId30" Type="http://schemas.openxmlformats.org/officeDocument/2006/relationships/slideLayout" Target="../slideLayouts/slideLayout1143.xml"/><Relationship Id="rId33" Type="http://schemas.openxmlformats.org/officeDocument/2006/relationships/slideLayout" Target="../slideLayouts/slideLayout1146.xml"/><Relationship Id="rId32" Type="http://schemas.openxmlformats.org/officeDocument/2006/relationships/slideLayout" Target="../slideLayouts/slideLayout1145.xml"/><Relationship Id="rId35" Type="http://schemas.openxmlformats.org/officeDocument/2006/relationships/slideLayout" Target="../slideLayouts/slideLayout1148.xml"/><Relationship Id="rId34" Type="http://schemas.openxmlformats.org/officeDocument/2006/relationships/slideLayout" Target="../slideLayouts/slideLayout1147.xml"/><Relationship Id="rId37" Type="http://schemas.openxmlformats.org/officeDocument/2006/relationships/slideLayout" Target="../slideLayouts/slideLayout1150.xml"/><Relationship Id="rId36" Type="http://schemas.openxmlformats.org/officeDocument/2006/relationships/slideLayout" Target="../slideLayouts/slideLayout1149.xml"/><Relationship Id="rId39" Type="http://schemas.openxmlformats.org/officeDocument/2006/relationships/slideLayout" Target="../slideLayouts/slideLayout1152.xml"/><Relationship Id="rId38" Type="http://schemas.openxmlformats.org/officeDocument/2006/relationships/slideLayout" Target="../slideLayouts/slideLayout1151.xml"/><Relationship Id="rId20" Type="http://schemas.openxmlformats.org/officeDocument/2006/relationships/slideLayout" Target="../slideLayouts/slideLayout1133.xml"/><Relationship Id="rId22" Type="http://schemas.openxmlformats.org/officeDocument/2006/relationships/slideLayout" Target="../slideLayouts/slideLayout1135.xml"/><Relationship Id="rId21" Type="http://schemas.openxmlformats.org/officeDocument/2006/relationships/slideLayout" Target="../slideLayouts/slideLayout1134.xml"/><Relationship Id="rId24" Type="http://schemas.openxmlformats.org/officeDocument/2006/relationships/slideLayout" Target="../slideLayouts/slideLayout1137.xml"/><Relationship Id="rId23" Type="http://schemas.openxmlformats.org/officeDocument/2006/relationships/slideLayout" Target="../slideLayouts/slideLayout1136.xml"/><Relationship Id="rId26" Type="http://schemas.openxmlformats.org/officeDocument/2006/relationships/slideLayout" Target="../slideLayouts/slideLayout1139.xml"/><Relationship Id="rId25" Type="http://schemas.openxmlformats.org/officeDocument/2006/relationships/slideLayout" Target="../slideLayouts/slideLayout1138.xml"/><Relationship Id="rId28" Type="http://schemas.openxmlformats.org/officeDocument/2006/relationships/slideLayout" Target="../slideLayouts/slideLayout1141.xml"/><Relationship Id="rId27" Type="http://schemas.openxmlformats.org/officeDocument/2006/relationships/slideLayout" Target="../slideLayouts/slideLayout1140.xml"/><Relationship Id="rId29" Type="http://schemas.openxmlformats.org/officeDocument/2006/relationships/slideLayout" Target="../slideLayouts/slideLayout1142.xml"/><Relationship Id="rId51" Type="http://schemas.openxmlformats.org/officeDocument/2006/relationships/slideLayout" Target="../slideLayouts/slideLayout1164.xml"/><Relationship Id="rId50" Type="http://schemas.openxmlformats.org/officeDocument/2006/relationships/slideLayout" Target="../slideLayouts/slideLayout1163.xml"/><Relationship Id="rId53" Type="http://schemas.openxmlformats.org/officeDocument/2006/relationships/slideLayout" Target="../slideLayouts/slideLayout1166.xml"/><Relationship Id="rId52" Type="http://schemas.openxmlformats.org/officeDocument/2006/relationships/slideLayout" Target="../slideLayouts/slideLayout1165.xml"/><Relationship Id="rId11" Type="http://schemas.openxmlformats.org/officeDocument/2006/relationships/slideLayout" Target="../slideLayouts/slideLayout1124.xml"/><Relationship Id="rId55" Type="http://schemas.openxmlformats.org/officeDocument/2006/relationships/slideLayout" Target="../slideLayouts/slideLayout1168.xml"/><Relationship Id="rId10" Type="http://schemas.openxmlformats.org/officeDocument/2006/relationships/slideLayout" Target="../slideLayouts/slideLayout1123.xml"/><Relationship Id="rId54" Type="http://schemas.openxmlformats.org/officeDocument/2006/relationships/slideLayout" Target="../slideLayouts/slideLayout1167.xml"/><Relationship Id="rId13" Type="http://schemas.openxmlformats.org/officeDocument/2006/relationships/slideLayout" Target="../slideLayouts/slideLayout1126.xml"/><Relationship Id="rId12" Type="http://schemas.openxmlformats.org/officeDocument/2006/relationships/slideLayout" Target="../slideLayouts/slideLayout1125.xml"/><Relationship Id="rId56" Type="http://schemas.openxmlformats.org/officeDocument/2006/relationships/theme" Target="../theme/theme25.xml"/><Relationship Id="rId15" Type="http://schemas.openxmlformats.org/officeDocument/2006/relationships/slideLayout" Target="../slideLayouts/slideLayout1128.xml"/><Relationship Id="rId14" Type="http://schemas.openxmlformats.org/officeDocument/2006/relationships/slideLayout" Target="../slideLayouts/slideLayout1127.xml"/><Relationship Id="rId17" Type="http://schemas.openxmlformats.org/officeDocument/2006/relationships/slideLayout" Target="../slideLayouts/slideLayout1130.xml"/><Relationship Id="rId16" Type="http://schemas.openxmlformats.org/officeDocument/2006/relationships/slideLayout" Target="../slideLayouts/slideLayout1129.xml"/><Relationship Id="rId19" Type="http://schemas.openxmlformats.org/officeDocument/2006/relationships/slideLayout" Target="../slideLayouts/slideLayout1132.xml"/><Relationship Id="rId18" Type="http://schemas.openxmlformats.org/officeDocument/2006/relationships/slideLayout" Target="../slideLayouts/slideLayout1131.xml"/></Relationships>
</file>

<file path=ppt/slideMasters/_rels/slideMaster23.xml.rels><?xml version="1.0" encoding="UTF-8" standalone="yes"?><Relationships xmlns="http://schemas.openxmlformats.org/package/2006/relationships"><Relationship Id="rId40" Type="http://schemas.openxmlformats.org/officeDocument/2006/relationships/slideLayout" Target="../slideLayouts/slideLayout1208.xml"/><Relationship Id="rId42" Type="http://schemas.openxmlformats.org/officeDocument/2006/relationships/slideLayout" Target="../slideLayouts/slideLayout1210.xml"/><Relationship Id="rId41" Type="http://schemas.openxmlformats.org/officeDocument/2006/relationships/slideLayout" Target="../slideLayouts/slideLayout1209.xml"/><Relationship Id="rId44" Type="http://schemas.openxmlformats.org/officeDocument/2006/relationships/slideLayout" Target="../slideLayouts/slideLayout1212.xml"/><Relationship Id="rId43" Type="http://schemas.openxmlformats.org/officeDocument/2006/relationships/slideLayout" Target="../slideLayouts/slideLayout1211.xml"/><Relationship Id="rId46" Type="http://schemas.openxmlformats.org/officeDocument/2006/relationships/slideLayout" Target="../slideLayouts/slideLayout1214.xml"/><Relationship Id="rId45" Type="http://schemas.openxmlformats.org/officeDocument/2006/relationships/slideLayout" Target="../slideLayouts/slideLayout1213.xml"/><Relationship Id="rId1" Type="http://schemas.openxmlformats.org/officeDocument/2006/relationships/slideLayout" Target="../slideLayouts/slideLayout1169.xml"/><Relationship Id="rId2" Type="http://schemas.openxmlformats.org/officeDocument/2006/relationships/slideLayout" Target="../slideLayouts/slideLayout1170.xml"/><Relationship Id="rId3" Type="http://schemas.openxmlformats.org/officeDocument/2006/relationships/slideLayout" Target="../slideLayouts/slideLayout1171.xml"/><Relationship Id="rId4" Type="http://schemas.openxmlformats.org/officeDocument/2006/relationships/slideLayout" Target="../slideLayouts/slideLayout1172.xml"/><Relationship Id="rId9" Type="http://schemas.openxmlformats.org/officeDocument/2006/relationships/slideLayout" Target="../slideLayouts/slideLayout1177.xml"/><Relationship Id="rId48" Type="http://schemas.openxmlformats.org/officeDocument/2006/relationships/slideLayout" Target="../slideLayouts/slideLayout1216.xml"/><Relationship Id="rId47" Type="http://schemas.openxmlformats.org/officeDocument/2006/relationships/slideLayout" Target="../slideLayouts/slideLayout1215.xml"/><Relationship Id="rId49" Type="http://schemas.openxmlformats.org/officeDocument/2006/relationships/slideLayout" Target="../slideLayouts/slideLayout1217.xml"/><Relationship Id="rId5" Type="http://schemas.openxmlformats.org/officeDocument/2006/relationships/slideLayout" Target="../slideLayouts/slideLayout1173.xml"/><Relationship Id="rId6" Type="http://schemas.openxmlformats.org/officeDocument/2006/relationships/slideLayout" Target="../slideLayouts/slideLayout1174.xml"/><Relationship Id="rId7" Type="http://schemas.openxmlformats.org/officeDocument/2006/relationships/slideLayout" Target="../slideLayouts/slideLayout1175.xml"/><Relationship Id="rId8" Type="http://schemas.openxmlformats.org/officeDocument/2006/relationships/slideLayout" Target="../slideLayouts/slideLayout1176.xml"/><Relationship Id="rId31" Type="http://schemas.openxmlformats.org/officeDocument/2006/relationships/slideLayout" Target="../slideLayouts/slideLayout1199.xml"/><Relationship Id="rId30" Type="http://schemas.openxmlformats.org/officeDocument/2006/relationships/slideLayout" Target="../slideLayouts/slideLayout1198.xml"/><Relationship Id="rId33" Type="http://schemas.openxmlformats.org/officeDocument/2006/relationships/slideLayout" Target="../slideLayouts/slideLayout1201.xml"/><Relationship Id="rId32" Type="http://schemas.openxmlformats.org/officeDocument/2006/relationships/slideLayout" Target="../slideLayouts/slideLayout1200.xml"/><Relationship Id="rId35" Type="http://schemas.openxmlformats.org/officeDocument/2006/relationships/slideLayout" Target="../slideLayouts/slideLayout1203.xml"/><Relationship Id="rId34" Type="http://schemas.openxmlformats.org/officeDocument/2006/relationships/slideLayout" Target="../slideLayouts/slideLayout1202.xml"/><Relationship Id="rId37" Type="http://schemas.openxmlformats.org/officeDocument/2006/relationships/slideLayout" Target="../slideLayouts/slideLayout1205.xml"/><Relationship Id="rId36" Type="http://schemas.openxmlformats.org/officeDocument/2006/relationships/slideLayout" Target="../slideLayouts/slideLayout1204.xml"/><Relationship Id="rId39" Type="http://schemas.openxmlformats.org/officeDocument/2006/relationships/slideLayout" Target="../slideLayouts/slideLayout1207.xml"/><Relationship Id="rId38" Type="http://schemas.openxmlformats.org/officeDocument/2006/relationships/slideLayout" Target="../slideLayouts/slideLayout1206.xml"/><Relationship Id="rId20" Type="http://schemas.openxmlformats.org/officeDocument/2006/relationships/slideLayout" Target="../slideLayouts/slideLayout1188.xml"/><Relationship Id="rId22" Type="http://schemas.openxmlformats.org/officeDocument/2006/relationships/slideLayout" Target="../slideLayouts/slideLayout1190.xml"/><Relationship Id="rId21" Type="http://schemas.openxmlformats.org/officeDocument/2006/relationships/slideLayout" Target="../slideLayouts/slideLayout1189.xml"/><Relationship Id="rId24" Type="http://schemas.openxmlformats.org/officeDocument/2006/relationships/slideLayout" Target="../slideLayouts/slideLayout1192.xml"/><Relationship Id="rId23" Type="http://schemas.openxmlformats.org/officeDocument/2006/relationships/slideLayout" Target="../slideLayouts/slideLayout1191.xml"/><Relationship Id="rId26" Type="http://schemas.openxmlformats.org/officeDocument/2006/relationships/slideLayout" Target="../slideLayouts/slideLayout1194.xml"/><Relationship Id="rId25" Type="http://schemas.openxmlformats.org/officeDocument/2006/relationships/slideLayout" Target="../slideLayouts/slideLayout1193.xml"/><Relationship Id="rId28" Type="http://schemas.openxmlformats.org/officeDocument/2006/relationships/slideLayout" Target="../slideLayouts/slideLayout1196.xml"/><Relationship Id="rId27" Type="http://schemas.openxmlformats.org/officeDocument/2006/relationships/slideLayout" Target="../slideLayouts/slideLayout1195.xml"/><Relationship Id="rId29" Type="http://schemas.openxmlformats.org/officeDocument/2006/relationships/slideLayout" Target="../slideLayouts/slideLayout1197.xml"/><Relationship Id="rId51" Type="http://schemas.openxmlformats.org/officeDocument/2006/relationships/slideLayout" Target="../slideLayouts/slideLayout1219.xml"/><Relationship Id="rId50" Type="http://schemas.openxmlformats.org/officeDocument/2006/relationships/slideLayout" Target="../slideLayouts/slideLayout1218.xml"/><Relationship Id="rId53" Type="http://schemas.openxmlformats.org/officeDocument/2006/relationships/slideLayout" Target="../slideLayouts/slideLayout1221.xml"/><Relationship Id="rId52" Type="http://schemas.openxmlformats.org/officeDocument/2006/relationships/slideLayout" Target="../slideLayouts/slideLayout1220.xml"/><Relationship Id="rId11" Type="http://schemas.openxmlformats.org/officeDocument/2006/relationships/slideLayout" Target="../slideLayouts/slideLayout1179.xml"/><Relationship Id="rId55" Type="http://schemas.openxmlformats.org/officeDocument/2006/relationships/slideLayout" Target="../slideLayouts/slideLayout1223.xml"/><Relationship Id="rId10" Type="http://schemas.openxmlformats.org/officeDocument/2006/relationships/slideLayout" Target="../slideLayouts/slideLayout1178.xml"/><Relationship Id="rId54" Type="http://schemas.openxmlformats.org/officeDocument/2006/relationships/slideLayout" Target="../slideLayouts/slideLayout1222.xml"/><Relationship Id="rId13" Type="http://schemas.openxmlformats.org/officeDocument/2006/relationships/slideLayout" Target="../slideLayouts/slideLayout1181.xml"/><Relationship Id="rId12" Type="http://schemas.openxmlformats.org/officeDocument/2006/relationships/slideLayout" Target="../slideLayouts/slideLayout1180.xml"/><Relationship Id="rId56" Type="http://schemas.openxmlformats.org/officeDocument/2006/relationships/theme" Target="../theme/theme2.xml"/><Relationship Id="rId15" Type="http://schemas.openxmlformats.org/officeDocument/2006/relationships/slideLayout" Target="../slideLayouts/slideLayout1183.xml"/><Relationship Id="rId14" Type="http://schemas.openxmlformats.org/officeDocument/2006/relationships/slideLayout" Target="../slideLayouts/slideLayout1182.xml"/><Relationship Id="rId17" Type="http://schemas.openxmlformats.org/officeDocument/2006/relationships/slideLayout" Target="../slideLayouts/slideLayout1185.xml"/><Relationship Id="rId16" Type="http://schemas.openxmlformats.org/officeDocument/2006/relationships/slideLayout" Target="../slideLayouts/slideLayout1184.xml"/><Relationship Id="rId19" Type="http://schemas.openxmlformats.org/officeDocument/2006/relationships/slideLayout" Target="../slideLayouts/slideLayout1187.xml"/><Relationship Id="rId18" Type="http://schemas.openxmlformats.org/officeDocument/2006/relationships/slideLayout" Target="../slideLayouts/slideLayout1186.xml"/></Relationships>
</file>

<file path=ppt/slideMasters/_rels/slideMaster24.xml.rels><?xml version="1.0" encoding="UTF-8" standalone="yes"?><Relationships xmlns="http://schemas.openxmlformats.org/package/2006/relationships"><Relationship Id="rId40" Type="http://schemas.openxmlformats.org/officeDocument/2006/relationships/slideLayout" Target="../slideLayouts/slideLayout1263.xml"/><Relationship Id="rId42" Type="http://schemas.openxmlformats.org/officeDocument/2006/relationships/slideLayout" Target="../slideLayouts/slideLayout1265.xml"/><Relationship Id="rId41" Type="http://schemas.openxmlformats.org/officeDocument/2006/relationships/slideLayout" Target="../slideLayouts/slideLayout1264.xml"/><Relationship Id="rId44" Type="http://schemas.openxmlformats.org/officeDocument/2006/relationships/slideLayout" Target="../slideLayouts/slideLayout1267.xml"/><Relationship Id="rId43" Type="http://schemas.openxmlformats.org/officeDocument/2006/relationships/slideLayout" Target="../slideLayouts/slideLayout1266.xml"/><Relationship Id="rId46" Type="http://schemas.openxmlformats.org/officeDocument/2006/relationships/slideLayout" Target="../slideLayouts/slideLayout1269.xml"/><Relationship Id="rId45" Type="http://schemas.openxmlformats.org/officeDocument/2006/relationships/slideLayout" Target="../slideLayouts/slideLayout1268.xml"/><Relationship Id="rId1" Type="http://schemas.openxmlformats.org/officeDocument/2006/relationships/slideLayout" Target="../slideLayouts/slideLayout1224.xml"/><Relationship Id="rId2" Type="http://schemas.openxmlformats.org/officeDocument/2006/relationships/slideLayout" Target="../slideLayouts/slideLayout1225.xml"/><Relationship Id="rId3" Type="http://schemas.openxmlformats.org/officeDocument/2006/relationships/slideLayout" Target="../slideLayouts/slideLayout1226.xml"/><Relationship Id="rId4" Type="http://schemas.openxmlformats.org/officeDocument/2006/relationships/slideLayout" Target="../slideLayouts/slideLayout1227.xml"/><Relationship Id="rId9" Type="http://schemas.openxmlformats.org/officeDocument/2006/relationships/slideLayout" Target="../slideLayouts/slideLayout1232.xml"/><Relationship Id="rId48" Type="http://schemas.openxmlformats.org/officeDocument/2006/relationships/slideLayout" Target="../slideLayouts/slideLayout1271.xml"/><Relationship Id="rId47" Type="http://schemas.openxmlformats.org/officeDocument/2006/relationships/slideLayout" Target="../slideLayouts/slideLayout1270.xml"/><Relationship Id="rId49" Type="http://schemas.openxmlformats.org/officeDocument/2006/relationships/slideLayout" Target="../slideLayouts/slideLayout1272.xml"/><Relationship Id="rId5" Type="http://schemas.openxmlformats.org/officeDocument/2006/relationships/slideLayout" Target="../slideLayouts/slideLayout1228.xml"/><Relationship Id="rId6" Type="http://schemas.openxmlformats.org/officeDocument/2006/relationships/slideLayout" Target="../slideLayouts/slideLayout1229.xml"/><Relationship Id="rId7" Type="http://schemas.openxmlformats.org/officeDocument/2006/relationships/slideLayout" Target="../slideLayouts/slideLayout1230.xml"/><Relationship Id="rId8" Type="http://schemas.openxmlformats.org/officeDocument/2006/relationships/slideLayout" Target="../slideLayouts/slideLayout1231.xml"/><Relationship Id="rId31" Type="http://schemas.openxmlformats.org/officeDocument/2006/relationships/slideLayout" Target="../slideLayouts/slideLayout1254.xml"/><Relationship Id="rId30" Type="http://schemas.openxmlformats.org/officeDocument/2006/relationships/slideLayout" Target="../slideLayouts/slideLayout1253.xml"/><Relationship Id="rId33" Type="http://schemas.openxmlformats.org/officeDocument/2006/relationships/slideLayout" Target="../slideLayouts/slideLayout1256.xml"/><Relationship Id="rId32" Type="http://schemas.openxmlformats.org/officeDocument/2006/relationships/slideLayout" Target="../slideLayouts/slideLayout1255.xml"/><Relationship Id="rId35" Type="http://schemas.openxmlformats.org/officeDocument/2006/relationships/slideLayout" Target="../slideLayouts/slideLayout1258.xml"/><Relationship Id="rId34" Type="http://schemas.openxmlformats.org/officeDocument/2006/relationships/slideLayout" Target="../slideLayouts/slideLayout1257.xml"/><Relationship Id="rId37" Type="http://schemas.openxmlformats.org/officeDocument/2006/relationships/slideLayout" Target="../slideLayouts/slideLayout1260.xml"/><Relationship Id="rId36" Type="http://schemas.openxmlformats.org/officeDocument/2006/relationships/slideLayout" Target="../slideLayouts/slideLayout1259.xml"/><Relationship Id="rId39" Type="http://schemas.openxmlformats.org/officeDocument/2006/relationships/slideLayout" Target="../slideLayouts/slideLayout1262.xml"/><Relationship Id="rId38" Type="http://schemas.openxmlformats.org/officeDocument/2006/relationships/slideLayout" Target="../slideLayouts/slideLayout1261.xml"/><Relationship Id="rId20" Type="http://schemas.openxmlformats.org/officeDocument/2006/relationships/slideLayout" Target="../slideLayouts/slideLayout1243.xml"/><Relationship Id="rId22" Type="http://schemas.openxmlformats.org/officeDocument/2006/relationships/slideLayout" Target="../slideLayouts/slideLayout1245.xml"/><Relationship Id="rId21" Type="http://schemas.openxmlformats.org/officeDocument/2006/relationships/slideLayout" Target="../slideLayouts/slideLayout1244.xml"/><Relationship Id="rId24" Type="http://schemas.openxmlformats.org/officeDocument/2006/relationships/slideLayout" Target="../slideLayouts/slideLayout1247.xml"/><Relationship Id="rId23" Type="http://schemas.openxmlformats.org/officeDocument/2006/relationships/slideLayout" Target="../slideLayouts/slideLayout1246.xml"/><Relationship Id="rId26" Type="http://schemas.openxmlformats.org/officeDocument/2006/relationships/slideLayout" Target="../slideLayouts/slideLayout1249.xml"/><Relationship Id="rId25" Type="http://schemas.openxmlformats.org/officeDocument/2006/relationships/slideLayout" Target="../slideLayouts/slideLayout1248.xml"/><Relationship Id="rId28" Type="http://schemas.openxmlformats.org/officeDocument/2006/relationships/slideLayout" Target="../slideLayouts/slideLayout1251.xml"/><Relationship Id="rId27" Type="http://schemas.openxmlformats.org/officeDocument/2006/relationships/slideLayout" Target="../slideLayouts/slideLayout1250.xml"/><Relationship Id="rId29" Type="http://schemas.openxmlformats.org/officeDocument/2006/relationships/slideLayout" Target="../slideLayouts/slideLayout1252.xml"/><Relationship Id="rId51" Type="http://schemas.openxmlformats.org/officeDocument/2006/relationships/slideLayout" Target="../slideLayouts/slideLayout1274.xml"/><Relationship Id="rId50" Type="http://schemas.openxmlformats.org/officeDocument/2006/relationships/slideLayout" Target="../slideLayouts/slideLayout1273.xml"/><Relationship Id="rId53" Type="http://schemas.openxmlformats.org/officeDocument/2006/relationships/slideLayout" Target="../slideLayouts/slideLayout1276.xml"/><Relationship Id="rId52" Type="http://schemas.openxmlformats.org/officeDocument/2006/relationships/slideLayout" Target="../slideLayouts/slideLayout1275.xml"/><Relationship Id="rId11" Type="http://schemas.openxmlformats.org/officeDocument/2006/relationships/slideLayout" Target="../slideLayouts/slideLayout1234.xml"/><Relationship Id="rId55" Type="http://schemas.openxmlformats.org/officeDocument/2006/relationships/slideLayout" Target="../slideLayouts/slideLayout1278.xml"/><Relationship Id="rId10" Type="http://schemas.openxmlformats.org/officeDocument/2006/relationships/slideLayout" Target="../slideLayouts/slideLayout1233.xml"/><Relationship Id="rId54" Type="http://schemas.openxmlformats.org/officeDocument/2006/relationships/slideLayout" Target="../slideLayouts/slideLayout1277.xml"/><Relationship Id="rId13" Type="http://schemas.openxmlformats.org/officeDocument/2006/relationships/slideLayout" Target="../slideLayouts/slideLayout1236.xml"/><Relationship Id="rId12" Type="http://schemas.openxmlformats.org/officeDocument/2006/relationships/slideLayout" Target="../slideLayouts/slideLayout1235.xml"/><Relationship Id="rId56" Type="http://schemas.openxmlformats.org/officeDocument/2006/relationships/theme" Target="../theme/theme13.xml"/><Relationship Id="rId15" Type="http://schemas.openxmlformats.org/officeDocument/2006/relationships/slideLayout" Target="../slideLayouts/slideLayout1238.xml"/><Relationship Id="rId14" Type="http://schemas.openxmlformats.org/officeDocument/2006/relationships/slideLayout" Target="../slideLayouts/slideLayout1237.xml"/><Relationship Id="rId17" Type="http://schemas.openxmlformats.org/officeDocument/2006/relationships/slideLayout" Target="../slideLayouts/slideLayout1240.xml"/><Relationship Id="rId16" Type="http://schemas.openxmlformats.org/officeDocument/2006/relationships/slideLayout" Target="../slideLayouts/slideLayout1239.xml"/><Relationship Id="rId19" Type="http://schemas.openxmlformats.org/officeDocument/2006/relationships/slideLayout" Target="../slideLayouts/slideLayout1242.xml"/><Relationship Id="rId18" Type="http://schemas.openxmlformats.org/officeDocument/2006/relationships/slideLayout" Target="../slideLayouts/slideLayout1241.xml"/></Relationships>
</file>

<file path=ppt/slideMasters/_rels/slideMaster25.xml.rels><?xml version="1.0" encoding="UTF-8" standalone="yes"?><Relationships xmlns="http://schemas.openxmlformats.org/package/2006/relationships"><Relationship Id="rId40" Type="http://schemas.openxmlformats.org/officeDocument/2006/relationships/slideLayout" Target="../slideLayouts/slideLayout1318.xml"/><Relationship Id="rId42" Type="http://schemas.openxmlformats.org/officeDocument/2006/relationships/slideLayout" Target="../slideLayouts/slideLayout1320.xml"/><Relationship Id="rId41" Type="http://schemas.openxmlformats.org/officeDocument/2006/relationships/slideLayout" Target="../slideLayouts/slideLayout1319.xml"/><Relationship Id="rId44" Type="http://schemas.openxmlformats.org/officeDocument/2006/relationships/slideLayout" Target="../slideLayouts/slideLayout1322.xml"/><Relationship Id="rId43" Type="http://schemas.openxmlformats.org/officeDocument/2006/relationships/slideLayout" Target="../slideLayouts/slideLayout1321.xml"/><Relationship Id="rId46" Type="http://schemas.openxmlformats.org/officeDocument/2006/relationships/slideLayout" Target="../slideLayouts/slideLayout1324.xml"/><Relationship Id="rId45" Type="http://schemas.openxmlformats.org/officeDocument/2006/relationships/slideLayout" Target="../slideLayouts/slideLayout1323.xml"/><Relationship Id="rId1" Type="http://schemas.openxmlformats.org/officeDocument/2006/relationships/slideLayout" Target="../slideLayouts/slideLayout1279.xml"/><Relationship Id="rId2" Type="http://schemas.openxmlformats.org/officeDocument/2006/relationships/slideLayout" Target="../slideLayouts/slideLayout1280.xml"/><Relationship Id="rId3" Type="http://schemas.openxmlformats.org/officeDocument/2006/relationships/slideLayout" Target="../slideLayouts/slideLayout1281.xml"/><Relationship Id="rId4" Type="http://schemas.openxmlformats.org/officeDocument/2006/relationships/slideLayout" Target="../slideLayouts/slideLayout1282.xml"/><Relationship Id="rId9" Type="http://schemas.openxmlformats.org/officeDocument/2006/relationships/slideLayout" Target="../slideLayouts/slideLayout1287.xml"/><Relationship Id="rId48" Type="http://schemas.openxmlformats.org/officeDocument/2006/relationships/slideLayout" Target="../slideLayouts/slideLayout1326.xml"/><Relationship Id="rId47" Type="http://schemas.openxmlformats.org/officeDocument/2006/relationships/slideLayout" Target="../slideLayouts/slideLayout1325.xml"/><Relationship Id="rId49" Type="http://schemas.openxmlformats.org/officeDocument/2006/relationships/slideLayout" Target="../slideLayouts/slideLayout1327.xml"/><Relationship Id="rId5" Type="http://schemas.openxmlformats.org/officeDocument/2006/relationships/slideLayout" Target="../slideLayouts/slideLayout1283.xml"/><Relationship Id="rId6" Type="http://schemas.openxmlformats.org/officeDocument/2006/relationships/slideLayout" Target="../slideLayouts/slideLayout1284.xml"/><Relationship Id="rId7" Type="http://schemas.openxmlformats.org/officeDocument/2006/relationships/slideLayout" Target="../slideLayouts/slideLayout1285.xml"/><Relationship Id="rId8" Type="http://schemas.openxmlformats.org/officeDocument/2006/relationships/slideLayout" Target="../slideLayouts/slideLayout1286.xml"/><Relationship Id="rId31" Type="http://schemas.openxmlformats.org/officeDocument/2006/relationships/slideLayout" Target="../slideLayouts/slideLayout1309.xml"/><Relationship Id="rId30" Type="http://schemas.openxmlformats.org/officeDocument/2006/relationships/slideLayout" Target="../slideLayouts/slideLayout1308.xml"/><Relationship Id="rId33" Type="http://schemas.openxmlformats.org/officeDocument/2006/relationships/slideLayout" Target="../slideLayouts/slideLayout1311.xml"/><Relationship Id="rId32" Type="http://schemas.openxmlformats.org/officeDocument/2006/relationships/slideLayout" Target="../slideLayouts/slideLayout1310.xml"/><Relationship Id="rId35" Type="http://schemas.openxmlformats.org/officeDocument/2006/relationships/slideLayout" Target="../slideLayouts/slideLayout1313.xml"/><Relationship Id="rId34" Type="http://schemas.openxmlformats.org/officeDocument/2006/relationships/slideLayout" Target="../slideLayouts/slideLayout1312.xml"/><Relationship Id="rId37" Type="http://schemas.openxmlformats.org/officeDocument/2006/relationships/slideLayout" Target="../slideLayouts/slideLayout1315.xml"/><Relationship Id="rId36" Type="http://schemas.openxmlformats.org/officeDocument/2006/relationships/slideLayout" Target="../slideLayouts/slideLayout1314.xml"/><Relationship Id="rId39" Type="http://schemas.openxmlformats.org/officeDocument/2006/relationships/slideLayout" Target="../slideLayouts/slideLayout1317.xml"/><Relationship Id="rId38" Type="http://schemas.openxmlformats.org/officeDocument/2006/relationships/slideLayout" Target="../slideLayouts/slideLayout1316.xml"/><Relationship Id="rId20" Type="http://schemas.openxmlformats.org/officeDocument/2006/relationships/slideLayout" Target="../slideLayouts/slideLayout1298.xml"/><Relationship Id="rId22" Type="http://schemas.openxmlformats.org/officeDocument/2006/relationships/slideLayout" Target="../slideLayouts/slideLayout1300.xml"/><Relationship Id="rId21" Type="http://schemas.openxmlformats.org/officeDocument/2006/relationships/slideLayout" Target="../slideLayouts/slideLayout1299.xml"/><Relationship Id="rId24" Type="http://schemas.openxmlformats.org/officeDocument/2006/relationships/slideLayout" Target="../slideLayouts/slideLayout1302.xml"/><Relationship Id="rId23" Type="http://schemas.openxmlformats.org/officeDocument/2006/relationships/slideLayout" Target="../slideLayouts/slideLayout1301.xml"/><Relationship Id="rId26" Type="http://schemas.openxmlformats.org/officeDocument/2006/relationships/slideLayout" Target="../slideLayouts/slideLayout1304.xml"/><Relationship Id="rId25" Type="http://schemas.openxmlformats.org/officeDocument/2006/relationships/slideLayout" Target="../slideLayouts/slideLayout1303.xml"/><Relationship Id="rId28" Type="http://schemas.openxmlformats.org/officeDocument/2006/relationships/slideLayout" Target="../slideLayouts/slideLayout1306.xml"/><Relationship Id="rId27" Type="http://schemas.openxmlformats.org/officeDocument/2006/relationships/slideLayout" Target="../slideLayouts/slideLayout1305.xml"/><Relationship Id="rId29" Type="http://schemas.openxmlformats.org/officeDocument/2006/relationships/slideLayout" Target="../slideLayouts/slideLayout1307.xml"/><Relationship Id="rId51" Type="http://schemas.openxmlformats.org/officeDocument/2006/relationships/slideLayout" Target="../slideLayouts/slideLayout1329.xml"/><Relationship Id="rId50" Type="http://schemas.openxmlformats.org/officeDocument/2006/relationships/slideLayout" Target="../slideLayouts/slideLayout1328.xml"/><Relationship Id="rId53" Type="http://schemas.openxmlformats.org/officeDocument/2006/relationships/slideLayout" Target="../slideLayouts/slideLayout1331.xml"/><Relationship Id="rId52" Type="http://schemas.openxmlformats.org/officeDocument/2006/relationships/slideLayout" Target="../slideLayouts/slideLayout1330.xml"/><Relationship Id="rId11" Type="http://schemas.openxmlformats.org/officeDocument/2006/relationships/slideLayout" Target="../slideLayouts/slideLayout1289.xml"/><Relationship Id="rId55" Type="http://schemas.openxmlformats.org/officeDocument/2006/relationships/slideLayout" Target="../slideLayouts/slideLayout1333.xml"/><Relationship Id="rId10" Type="http://schemas.openxmlformats.org/officeDocument/2006/relationships/slideLayout" Target="../slideLayouts/slideLayout1288.xml"/><Relationship Id="rId54" Type="http://schemas.openxmlformats.org/officeDocument/2006/relationships/slideLayout" Target="../slideLayouts/slideLayout1332.xml"/><Relationship Id="rId13" Type="http://schemas.openxmlformats.org/officeDocument/2006/relationships/slideLayout" Target="../slideLayouts/slideLayout1291.xml"/><Relationship Id="rId12" Type="http://schemas.openxmlformats.org/officeDocument/2006/relationships/slideLayout" Target="../slideLayouts/slideLayout1290.xml"/><Relationship Id="rId56" Type="http://schemas.openxmlformats.org/officeDocument/2006/relationships/theme" Target="../theme/theme14.xml"/><Relationship Id="rId15" Type="http://schemas.openxmlformats.org/officeDocument/2006/relationships/slideLayout" Target="../slideLayouts/slideLayout1293.xml"/><Relationship Id="rId14" Type="http://schemas.openxmlformats.org/officeDocument/2006/relationships/slideLayout" Target="../slideLayouts/slideLayout1292.xml"/><Relationship Id="rId17" Type="http://schemas.openxmlformats.org/officeDocument/2006/relationships/slideLayout" Target="../slideLayouts/slideLayout1295.xml"/><Relationship Id="rId16" Type="http://schemas.openxmlformats.org/officeDocument/2006/relationships/slideLayout" Target="../slideLayouts/slideLayout1294.xml"/><Relationship Id="rId19" Type="http://schemas.openxmlformats.org/officeDocument/2006/relationships/slideLayout" Target="../slideLayouts/slideLayout1297.xml"/><Relationship Id="rId18" Type="http://schemas.openxmlformats.org/officeDocument/2006/relationships/slideLayout" Target="../slideLayouts/slideLayout1296.xml"/></Relationships>
</file>

<file path=ppt/slideMasters/_rels/slideMaster26.xml.rels><?xml version="1.0" encoding="UTF-8" standalone="yes"?><Relationships xmlns="http://schemas.openxmlformats.org/package/2006/relationships"><Relationship Id="rId40" Type="http://schemas.openxmlformats.org/officeDocument/2006/relationships/slideLayout" Target="../slideLayouts/slideLayout1373.xml"/><Relationship Id="rId42" Type="http://schemas.openxmlformats.org/officeDocument/2006/relationships/slideLayout" Target="../slideLayouts/slideLayout1375.xml"/><Relationship Id="rId41" Type="http://schemas.openxmlformats.org/officeDocument/2006/relationships/slideLayout" Target="../slideLayouts/slideLayout1374.xml"/><Relationship Id="rId44" Type="http://schemas.openxmlformats.org/officeDocument/2006/relationships/slideLayout" Target="../slideLayouts/slideLayout1377.xml"/><Relationship Id="rId43" Type="http://schemas.openxmlformats.org/officeDocument/2006/relationships/slideLayout" Target="../slideLayouts/slideLayout1376.xml"/><Relationship Id="rId46" Type="http://schemas.openxmlformats.org/officeDocument/2006/relationships/slideLayout" Target="../slideLayouts/slideLayout1379.xml"/><Relationship Id="rId45" Type="http://schemas.openxmlformats.org/officeDocument/2006/relationships/slideLayout" Target="../slideLayouts/slideLayout1378.xml"/><Relationship Id="rId1" Type="http://schemas.openxmlformats.org/officeDocument/2006/relationships/slideLayout" Target="../slideLayouts/slideLayout1334.xml"/><Relationship Id="rId2" Type="http://schemas.openxmlformats.org/officeDocument/2006/relationships/slideLayout" Target="../slideLayouts/slideLayout1335.xml"/><Relationship Id="rId3" Type="http://schemas.openxmlformats.org/officeDocument/2006/relationships/slideLayout" Target="../slideLayouts/slideLayout1336.xml"/><Relationship Id="rId4" Type="http://schemas.openxmlformats.org/officeDocument/2006/relationships/slideLayout" Target="../slideLayouts/slideLayout1337.xml"/><Relationship Id="rId9" Type="http://schemas.openxmlformats.org/officeDocument/2006/relationships/slideLayout" Target="../slideLayouts/slideLayout1342.xml"/><Relationship Id="rId48" Type="http://schemas.openxmlformats.org/officeDocument/2006/relationships/slideLayout" Target="../slideLayouts/slideLayout1381.xml"/><Relationship Id="rId47" Type="http://schemas.openxmlformats.org/officeDocument/2006/relationships/slideLayout" Target="../slideLayouts/slideLayout1380.xml"/><Relationship Id="rId49" Type="http://schemas.openxmlformats.org/officeDocument/2006/relationships/slideLayout" Target="../slideLayouts/slideLayout1382.xml"/><Relationship Id="rId5" Type="http://schemas.openxmlformats.org/officeDocument/2006/relationships/slideLayout" Target="../slideLayouts/slideLayout1338.xml"/><Relationship Id="rId6" Type="http://schemas.openxmlformats.org/officeDocument/2006/relationships/slideLayout" Target="../slideLayouts/slideLayout1339.xml"/><Relationship Id="rId7" Type="http://schemas.openxmlformats.org/officeDocument/2006/relationships/slideLayout" Target="../slideLayouts/slideLayout1340.xml"/><Relationship Id="rId8" Type="http://schemas.openxmlformats.org/officeDocument/2006/relationships/slideLayout" Target="../slideLayouts/slideLayout1341.xml"/><Relationship Id="rId31" Type="http://schemas.openxmlformats.org/officeDocument/2006/relationships/slideLayout" Target="../slideLayouts/slideLayout1364.xml"/><Relationship Id="rId30" Type="http://schemas.openxmlformats.org/officeDocument/2006/relationships/slideLayout" Target="../slideLayouts/slideLayout1363.xml"/><Relationship Id="rId33" Type="http://schemas.openxmlformats.org/officeDocument/2006/relationships/slideLayout" Target="../slideLayouts/slideLayout1366.xml"/><Relationship Id="rId32" Type="http://schemas.openxmlformats.org/officeDocument/2006/relationships/slideLayout" Target="../slideLayouts/slideLayout1365.xml"/><Relationship Id="rId35" Type="http://schemas.openxmlformats.org/officeDocument/2006/relationships/slideLayout" Target="../slideLayouts/slideLayout1368.xml"/><Relationship Id="rId34" Type="http://schemas.openxmlformats.org/officeDocument/2006/relationships/slideLayout" Target="../slideLayouts/slideLayout1367.xml"/><Relationship Id="rId37" Type="http://schemas.openxmlformats.org/officeDocument/2006/relationships/slideLayout" Target="../slideLayouts/slideLayout1370.xml"/><Relationship Id="rId36" Type="http://schemas.openxmlformats.org/officeDocument/2006/relationships/slideLayout" Target="../slideLayouts/slideLayout1369.xml"/><Relationship Id="rId39" Type="http://schemas.openxmlformats.org/officeDocument/2006/relationships/slideLayout" Target="../slideLayouts/slideLayout1372.xml"/><Relationship Id="rId38" Type="http://schemas.openxmlformats.org/officeDocument/2006/relationships/slideLayout" Target="../slideLayouts/slideLayout1371.xml"/><Relationship Id="rId20" Type="http://schemas.openxmlformats.org/officeDocument/2006/relationships/slideLayout" Target="../slideLayouts/slideLayout1353.xml"/><Relationship Id="rId22" Type="http://schemas.openxmlformats.org/officeDocument/2006/relationships/slideLayout" Target="../slideLayouts/slideLayout1355.xml"/><Relationship Id="rId21" Type="http://schemas.openxmlformats.org/officeDocument/2006/relationships/slideLayout" Target="../slideLayouts/slideLayout1354.xml"/><Relationship Id="rId24" Type="http://schemas.openxmlformats.org/officeDocument/2006/relationships/slideLayout" Target="../slideLayouts/slideLayout1357.xml"/><Relationship Id="rId23" Type="http://schemas.openxmlformats.org/officeDocument/2006/relationships/slideLayout" Target="../slideLayouts/slideLayout1356.xml"/><Relationship Id="rId26" Type="http://schemas.openxmlformats.org/officeDocument/2006/relationships/slideLayout" Target="../slideLayouts/slideLayout1359.xml"/><Relationship Id="rId25" Type="http://schemas.openxmlformats.org/officeDocument/2006/relationships/slideLayout" Target="../slideLayouts/slideLayout1358.xml"/><Relationship Id="rId28" Type="http://schemas.openxmlformats.org/officeDocument/2006/relationships/slideLayout" Target="../slideLayouts/slideLayout1361.xml"/><Relationship Id="rId27" Type="http://schemas.openxmlformats.org/officeDocument/2006/relationships/slideLayout" Target="../slideLayouts/slideLayout1360.xml"/><Relationship Id="rId29" Type="http://schemas.openxmlformats.org/officeDocument/2006/relationships/slideLayout" Target="../slideLayouts/slideLayout1362.xml"/><Relationship Id="rId51" Type="http://schemas.openxmlformats.org/officeDocument/2006/relationships/slideLayout" Target="../slideLayouts/slideLayout1384.xml"/><Relationship Id="rId50" Type="http://schemas.openxmlformats.org/officeDocument/2006/relationships/slideLayout" Target="../slideLayouts/slideLayout1383.xml"/><Relationship Id="rId53" Type="http://schemas.openxmlformats.org/officeDocument/2006/relationships/slideLayout" Target="../slideLayouts/slideLayout1386.xml"/><Relationship Id="rId52" Type="http://schemas.openxmlformats.org/officeDocument/2006/relationships/slideLayout" Target="../slideLayouts/slideLayout1385.xml"/><Relationship Id="rId11" Type="http://schemas.openxmlformats.org/officeDocument/2006/relationships/slideLayout" Target="../slideLayouts/slideLayout1344.xml"/><Relationship Id="rId55" Type="http://schemas.openxmlformats.org/officeDocument/2006/relationships/slideLayout" Target="../slideLayouts/slideLayout1388.xml"/><Relationship Id="rId10" Type="http://schemas.openxmlformats.org/officeDocument/2006/relationships/slideLayout" Target="../slideLayouts/slideLayout1343.xml"/><Relationship Id="rId54" Type="http://schemas.openxmlformats.org/officeDocument/2006/relationships/slideLayout" Target="../slideLayouts/slideLayout1387.xml"/><Relationship Id="rId13" Type="http://schemas.openxmlformats.org/officeDocument/2006/relationships/slideLayout" Target="../slideLayouts/slideLayout1346.xml"/><Relationship Id="rId12" Type="http://schemas.openxmlformats.org/officeDocument/2006/relationships/slideLayout" Target="../slideLayouts/slideLayout1345.xml"/><Relationship Id="rId56" Type="http://schemas.openxmlformats.org/officeDocument/2006/relationships/theme" Target="../theme/theme4.xml"/><Relationship Id="rId15" Type="http://schemas.openxmlformats.org/officeDocument/2006/relationships/slideLayout" Target="../slideLayouts/slideLayout1348.xml"/><Relationship Id="rId14" Type="http://schemas.openxmlformats.org/officeDocument/2006/relationships/slideLayout" Target="../slideLayouts/slideLayout1347.xml"/><Relationship Id="rId17" Type="http://schemas.openxmlformats.org/officeDocument/2006/relationships/slideLayout" Target="../slideLayouts/slideLayout1350.xml"/><Relationship Id="rId16" Type="http://schemas.openxmlformats.org/officeDocument/2006/relationships/slideLayout" Target="../slideLayouts/slideLayout1349.xml"/><Relationship Id="rId19" Type="http://schemas.openxmlformats.org/officeDocument/2006/relationships/slideLayout" Target="../slideLayouts/slideLayout1352.xml"/><Relationship Id="rId18" Type="http://schemas.openxmlformats.org/officeDocument/2006/relationships/slideLayout" Target="../slideLayouts/slideLayout135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rmAutofit/>
          </a:bodyPr>
          <a:lstStyle>
            <a:lvl1pPr lvl="0">
              <a:spcBef>
                <a:spcPts val="0"/>
              </a:spcBef>
              <a:spcAft>
                <a:spcPts val="0"/>
              </a:spcAft>
              <a:buClr>
                <a:schemeClr val="dk1"/>
              </a:buClr>
              <a:buSzPts val="2800"/>
              <a:buNone/>
              <a:defRPr sz="2800">
                <a:solidFill>
                  <a:schemeClr val="dk1"/>
                </a:solidFill>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rmAutofit/>
          </a:bodyPr>
          <a:lstStyle>
            <a:lvl1pPr indent="-342900" lvl="0" marL="457200">
              <a:lnSpc>
                <a:spcPct val="115000"/>
              </a:lnSpc>
              <a:spcBef>
                <a:spcPts val="0"/>
              </a:spcBef>
              <a:spcAft>
                <a:spcPts val="0"/>
              </a:spcAft>
              <a:buClr>
                <a:schemeClr val="dk2"/>
              </a:buClr>
              <a:buSzPts val="1800"/>
              <a:buChar char="●"/>
              <a:defRPr sz="1800">
                <a:solidFill>
                  <a:schemeClr val="dk2"/>
                </a:solidFill>
              </a:defRPr>
            </a:lvl1pPr>
            <a:lvl2pPr indent="-317500" lvl="1" marL="914400">
              <a:lnSpc>
                <a:spcPct val="115000"/>
              </a:lnSpc>
              <a:spcBef>
                <a:spcPts val="0"/>
              </a:spcBef>
              <a:spcAft>
                <a:spcPts val="0"/>
              </a:spcAft>
              <a:buClr>
                <a:schemeClr val="dk2"/>
              </a:buClr>
              <a:buSzPts val="1400"/>
              <a:buChar char="○"/>
              <a:defRPr>
                <a:solidFill>
                  <a:schemeClr val="dk2"/>
                </a:solidFill>
              </a:defRPr>
            </a:lvl2pPr>
            <a:lvl3pPr indent="-317500" lvl="2" marL="1371600">
              <a:lnSpc>
                <a:spcPct val="115000"/>
              </a:lnSpc>
              <a:spcBef>
                <a:spcPts val="0"/>
              </a:spcBef>
              <a:spcAft>
                <a:spcPts val="0"/>
              </a:spcAft>
              <a:buClr>
                <a:schemeClr val="dk2"/>
              </a:buClr>
              <a:buSzPts val="1400"/>
              <a:buChar char="■"/>
              <a:defRPr>
                <a:solidFill>
                  <a:schemeClr val="dk2"/>
                </a:solidFill>
              </a:defRPr>
            </a:lvl3pPr>
            <a:lvl4pPr indent="-317500" lvl="3" marL="1828800">
              <a:lnSpc>
                <a:spcPct val="115000"/>
              </a:lnSpc>
              <a:spcBef>
                <a:spcPts val="0"/>
              </a:spcBef>
              <a:spcAft>
                <a:spcPts val="0"/>
              </a:spcAft>
              <a:buClr>
                <a:schemeClr val="dk2"/>
              </a:buClr>
              <a:buSzPts val="1400"/>
              <a:buChar char="●"/>
              <a:defRPr>
                <a:solidFill>
                  <a:schemeClr val="dk2"/>
                </a:solidFill>
              </a:defRPr>
            </a:lvl4pPr>
            <a:lvl5pPr indent="-317500" lvl="4" marL="2286000">
              <a:lnSpc>
                <a:spcPct val="115000"/>
              </a:lnSpc>
              <a:spcBef>
                <a:spcPts val="0"/>
              </a:spcBef>
              <a:spcAft>
                <a:spcPts val="0"/>
              </a:spcAft>
              <a:buClr>
                <a:schemeClr val="dk2"/>
              </a:buClr>
              <a:buSzPts val="1400"/>
              <a:buChar char="○"/>
              <a:defRPr>
                <a:solidFill>
                  <a:schemeClr val="dk2"/>
                </a:solidFill>
              </a:defRPr>
            </a:lvl5pPr>
            <a:lvl6pPr indent="-317500" lvl="5" marL="2743200">
              <a:lnSpc>
                <a:spcPct val="115000"/>
              </a:lnSpc>
              <a:spcBef>
                <a:spcPts val="0"/>
              </a:spcBef>
              <a:spcAft>
                <a:spcPts val="0"/>
              </a:spcAft>
              <a:buClr>
                <a:schemeClr val="dk2"/>
              </a:buClr>
              <a:buSzPts val="1400"/>
              <a:buChar char="■"/>
              <a:defRPr>
                <a:solidFill>
                  <a:schemeClr val="dk2"/>
                </a:solidFill>
              </a:defRPr>
            </a:lvl6pPr>
            <a:lvl7pPr indent="-317500" lvl="6" marL="3200400">
              <a:lnSpc>
                <a:spcPct val="115000"/>
              </a:lnSpc>
              <a:spcBef>
                <a:spcPts val="0"/>
              </a:spcBef>
              <a:spcAft>
                <a:spcPts val="0"/>
              </a:spcAft>
              <a:buClr>
                <a:schemeClr val="dk2"/>
              </a:buClr>
              <a:buSzPts val="1400"/>
              <a:buChar char="●"/>
              <a:defRPr>
                <a:solidFill>
                  <a:schemeClr val="dk2"/>
                </a:solidFill>
              </a:defRPr>
            </a:lvl7pPr>
            <a:lvl8pPr indent="-317500" lvl="7" marL="3657600">
              <a:lnSpc>
                <a:spcPct val="115000"/>
              </a:lnSpc>
              <a:spcBef>
                <a:spcPts val="0"/>
              </a:spcBef>
              <a:spcAft>
                <a:spcPts val="0"/>
              </a:spcAft>
              <a:buClr>
                <a:schemeClr val="dk2"/>
              </a:buClr>
              <a:buSzPts val="1400"/>
              <a:buChar char="○"/>
              <a:defRPr>
                <a:solidFill>
                  <a:schemeClr val="dk2"/>
                </a:solidFill>
              </a:defRPr>
            </a:lvl8pPr>
            <a:lvl9pPr indent="-317500" lvl="8" marL="4114800">
              <a:lnSpc>
                <a:spcPct val="115000"/>
              </a:lnSpc>
              <a:spcBef>
                <a:spcPts val="0"/>
              </a:spcBef>
              <a:spcAft>
                <a:spcPts val="0"/>
              </a:spcAft>
              <a:buClr>
                <a:schemeClr val="dk2"/>
              </a:buClr>
              <a:buSzPts val="1400"/>
              <a:buChar char="■"/>
              <a:defRPr>
                <a:solidFill>
                  <a:schemeClr val="dk2"/>
                </a:solidFill>
              </a:defRPr>
            </a:lvl9pPr>
          </a:lstStyle>
          <a:p/>
        </p:txBody>
      </p:sp>
      <p:sp>
        <p:nvSpPr>
          <p:cNvPr id="8" name="Google Shape;8;p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6" name="Shape 56"/>
        <p:cNvGrpSpPr/>
        <p:nvPr/>
      </p:nvGrpSpPr>
      <p:grpSpPr>
        <a:xfrm>
          <a:off x="0" y="0"/>
          <a:ext cx="0" cy="0"/>
          <a:chOff x="0" y="0"/>
          <a:chExt cx="0" cy="0"/>
        </a:xfrm>
      </p:grpSpPr>
      <p:sp>
        <p:nvSpPr>
          <p:cNvPr id="57" name="Google Shape;57;p15"/>
          <p:cNvSpPr txBox="1"/>
          <p:nvPr>
            <p:ph type="title"/>
          </p:nvPr>
        </p:nvSpPr>
        <p:spPr>
          <a:xfrm>
            <a:off x="713250" y="539525"/>
            <a:ext cx="77175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58" name="Google Shape;58;p15"/>
          <p:cNvSpPr txBox="1"/>
          <p:nvPr>
            <p:ph idx="1" type="body"/>
          </p:nvPr>
        </p:nvSpPr>
        <p:spPr>
          <a:xfrm>
            <a:off x="713250" y="1246975"/>
            <a:ext cx="7717500" cy="3357000"/>
          </a:xfrm>
          <a:prstGeom prst="rect">
            <a:avLst/>
          </a:prstGeom>
          <a:noFill/>
          <a:ln>
            <a:noFill/>
          </a:ln>
        </p:spPr>
        <p:txBody>
          <a:bodyPr anchorCtr="0" anchor="ctr"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
        <p:nvSpPr>
          <p:cNvPr id="59" name="Google Shape;59;p15"/>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 id="2147483675" r:id="rId15"/>
    <p:sldLayoutId id="2147483676" r:id="rId16"/>
    <p:sldLayoutId id="2147483677" r:id="rId17"/>
    <p:sldLayoutId id="2147483678" r:id="rId18"/>
    <p:sldLayoutId id="2147483679" r:id="rId19"/>
    <p:sldLayoutId id="2147483680" r:id="rId20"/>
    <p:sldLayoutId id="2147483681" r:id="rId21"/>
    <p:sldLayoutId id="2147483682" r:id="rId22"/>
    <p:sldLayoutId id="2147483683" r:id="rId23"/>
    <p:sldLayoutId id="2147483684" r:id="rId24"/>
    <p:sldLayoutId id="2147483685" r:id="rId25"/>
    <p:sldLayoutId id="2147483686" r:id="rId26"/>
    <p:sldLayoutId id="2147483687" r:id="rId27"/>
    <p:sldLayoutId id="2147483688" r:id="rId28"/>
    <p:sldLayoutId id="2147483689" r:id="rId29"/>
    <p:sldLayoutId id="2147483690" r:id="rId30"/>
    <p:sldLayoutId id="2147483691" r:id="rId31"/>
    <p:sldLayoutId id="2147483692" r:id="rId32"/>
    <p:sldLayoutId id="2147483693" r:id="rId33"/>
    <p:sldLayoutId id="2147483694" r:id="rId34"/>
    <p:sldLayoutId id="2147483695" r:id="rId35"/>
    <p:sldLayoutId id="2147483696" r:id="rId36"/>
    <p:sldLayoutId id="2147483697" r:id="rId37"/>
    <p:sldLayoutId id="2147483698" r:id="rId38"/>
    <p:sldLayoutId id="2147483699" r:id="rId39"/>
    <p:sldLayoutId id="2147483700" r:id="rId40"/>
    <p:sldLayoutId id="2147483701" r:id="rId41"/>
    <p:sldLayoutId id="2147483702" r:id="rId42"/>
    <p:sldLayoutId id="2147483703" r:id="rId43"/>
    <p:sldLayoutId id="2147483704" r:id="rId44"/>
    <p:sldLayoutId id="2147483705" r:id="rId45"/>
    <p:sldLayoutId id="2147483706" r:id="rId46"/>
    <p:sldLayoutId id="2147483707" r:id="rId47"/>
    <p:sldLayoutId id="2147483708" r:id="rId48"/>
    <p:sldLayoutId id="2147483709" r:id="rId49"/>
    <p:sldLayoutId id="2147483710" r:id="rId50"/>
    <p:sldLayoutId id="2147483711" r:id="rId51"/>
    <p:sldLayoutId id="2147483712" r:id="rId52"/>
    <p:sldLayoutId id="2147483713" r:id="rId53"/>
    <p:sldLayoutId id="2147483714" r:id="rId54"/>
    <p:sldLayoutId id="2147483715" r:id="rId5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493" name="Shape 493"/>
        <p:cNvGrpSpPr/>
        <p:nvPr/>
      </p:nvGrpSpPr>
      <p:grpSpPr>
        <a:xfrm>
          <a:off x="0" y="0"/>
          <a:ext cx="0" cy="0"/>
          <a:chOff x="0" y="0"/>
          <a:chExt cx="0" cy="0"/>
        </a:xfrm>
      </p:grpSpPr>
      <p:sp>
        <p:nvSpPr>
          <p:cNvPr id="494" name="Google Shape;494;p71"/>
          <p:cNvSpPr txBox="1"/>
          <p:nvPr>
            <p:ph type="title"/>
          </p:nvPr>
        </p:nvSpPr>
        <p:spPr>
          <a:xfrm>
            <a:off x="713250" y="539525"/>
            <a:ext cx="77175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495" name="Google Shape;495;p71"/>
          <p:cNvSpPr txBox="1"/>
          <p:nvPr>
            <p:ph idx="1" type="body"/>
          </p:nvPr>
        </p:nvSpPr>
        <p:spPr>
          <a:xfrm>
            <a:off x="713250" y="1246975"/>
            <a:ext cx="7717500" cy="3357000"/>
          </a:xfrm>
          <a:prstGeom prst="rect">
            <a:avLst/>
          </a:prstGeom>
          <a:noFill/>
          <a:ln>
            <a:noFill/>
          </a:ln>
        </p:spPr>
        <p:txBody>
          <a:bodyPr anchorCtr="0" anchor="ctr"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
        <p:nvSpPr>
          <p:cNvPr id="496" name="Google Shape;496;p7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716" r:id="rId1"/>
    <p:sldLayoutId id="2147483717" r:id="rId2"/>
    <p:sldLayoutId id="2147483718" r:id="rId3"/>
    <p:sldLayoutId id="2147483719" r:id="rId4"/>
    <p:sldLayoutId id="2147483720" r:id="rId5"/>
    <p:sldLayoutId id="2147483721" r:id="rId6"/>
    <p:sldLayoutId id="2147483722" r:id="rId7"/>
    <p:sldLayoutId id="2147483723" r:id="rId8"/>
    <p:sldLayoutId id="2147483724" r:id="rId9"/>
    <p:sldLayoutId id="2147483725" r:id="rId10"/>
    <p:sldLayoutId id="2147483726" r:id="rId11"/>
    <p:sldLayoutId id="2147483727" r:id="rId12"/>
    <p:sldLayoutId id="2147483728" r:id="rId13"/>
    <p:sldLayoutId id="2147483729" r:id="rId14"/>
    <p:sldLayoutId id="2147483730" r:id="rId15"/>
    <p:sldLayoutId id="2147483731" r:id="rId16"/>
    <p:sldLayoutId id="2147483732" r:id="rId17"/>
    <p:sldLayoutId id="2147483733" r:id="rId18"/>
    <p:sldLayoutId id="2147483734" r:id="rId19"/>
    <p:sldLayoutId id="2147483735" r:id="rId20"/>
    <p:sldLayoutId id="2147483736" r:id="rId21"/>
    <p:sldLayoutId id="2147483737" r:id="rId22"/>
    <p:sldLayoutId id="2147483738" r:id="rId23"/>
    <p:sldLayoutId id="2147483739" r:id="rId24"/>
    <p:sldLayoutId id="2147483740" r:id="rId25"/>
    <p:sldLayoutId id="2147483741" r:id="rId26"/>
    <p:sldLayoutId id="2147483742" r:id="rId27"/>
    <p:sldLayoutId id="2147483743" r:id="rId28"/>
    <p:sldLayoutId id="2147483744" r:id="rId29"/>
    <p:sldLayoutId id="2147483745" r:id="rId30"/>
    <p:sldLayoutId id="2147483746" r:id="rId31"/>
    <p:sldLayoutId id="2147483747" r:id="rId32"/>
    <p:sldLayoutId id="2147483748" r:id="rId33"/>
    <p:sldLayoutId id="2147483749" r:id="rId34"/>
    <p:sldLayoutId id="2147483750" r:id="rId35"/>
    <p:sldLayoutId id="2147483751" r:id="rId36"/>
    <p:sldLayoutId id="2147483752" r:id="rId37"/>
    <p:sldLayoutId id="2147483753" r:id="rId38"/>
    <p:sldLayoutId id="2147483754" r:id="rId39"/>
    <p:sldLayoutId id="2147483755" r:id="rId40"/>
    <p:sldLayoutId id="2147483756" r:id="rId41"/>
    <p:sldLayoutId id="2147483757" r:id="rId42"/>
    <p:sldLayoutId id="2147483758" r:id="rId43"/>
    <p:sldLayoutId id="2147483759" r:id="rId44"/>
    <p:sldLayoutId id="2147483760" r:id="rId45"/>
    <p:sldLayoutId id="2147483761" r:id="rId46"/>
    <p:sldLayoutId id="2147483762" r:id="rId47"/>
    <p:sldLayoutId id="2147483763" r:id="rId48"/>
    <p:sldLayoutId id="2147483764" r:id="rId49"/>
    <p:sldLayoutId id="2147483765" r:id="rId50"/>
    <p:sldLayoutId id="2147483766" r:id="rId51"/>
    <p:sldLayoutId id="2147483767" r:id="rId52"/>
    <p:sldLayoutId id="2147483768" r:id="rId53"/>
    <p:sldLayoutId id="2147483769" r:id="rId54"/>
    <p:sldLayoutId id="2147483770" r:id="rId5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930" name="Shape 930"/>
        <p:cNvGrpSpPr/>
        <p:nvPr/>
      </p:nvGrpSpPr>
      <p:grpSpPr>
        <a:xfrm>
          <a:off x="0" y="0"/>
          <a:ext cx="0" cy="0"/>
          <a:chOff x="0" y="0"/>
          <a:chExt cx="0" cy="0"/>
        </a:xfrm>
      </p:grpSpPr>
      <p:sp>
        <p:nvSpPr>
          <p:cNvPr id="931" name="Google Shape;931;p127"/>
          <p:cNvSpPr txBox="1"/>
          <p:nvPr>
            <p:ph type="title"/>
          </p:nvPr>
        </p:nvSpPr>
        <p:spPr>
          <a:xfrm>
            <a:off x="713250" y="539525"/>
            <a:ext cx="77175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932" name="Google Shape;932;p127"/>
          <p:cNvSpPr txBox="1"/>
          <p:nvPr>
            <p:ph idx="1" type="body"/>
          </p:nvPr>
        </p:nvSpPr>
        <p:spPr>
          <a:xfrm>
            <a:off x="713250" y="1246975"/>
            <a:ext cx="7717500" cy="3357000"/>
          </a:xfrm>
          <a:prstGeom prst="rect">
            <a:avLst/>
          </a:prstGeom>
          <a:noFill/>
          <a:ln>
            <a:noFill/>
          </a:ln>
        </p:spPr>
        <p:txBody>
          <a:bodyPr anchorCtr="0" anchor="ctr"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
        <p:nvSpPr>
          <p:cNvPr id="933" name="Google Shape;933;p127"/>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771" r:id="rId1"/>
    <p:sldLayoutId id="2147483772" r:id="rId2"/>
    <p:sldLayoutId id="2147483773" r:id="rId3"/>
    <p:sldLayoutId id="2147483774" r:id="rId4"/>
    <p:sldLayoutId id="2147483775" r:id="rId5"/>
    <p:sldLayoutId id="2147483776" r:id="rId6"/>
    <p:sldLayoutId id="2147483777" r:id="rId7"/>
    <p:sldLayoutId id="2147483778" r:id="rId8"/>
    <p:sldLayoutId id="2147483779" r:id="rId9"/>
    <p:sldLayoutId id="2147483780" r:id="rId10"/>
    <p:sldLayoutId id="2147483781" r:id="rId11"/>
    <p:sldLayoutId id="2147483782" r:id="rId12"/>
    <p:sldLayoutId id="2147483783" r:id="rId13"/>
    <p:sldLayoutId id="2147483784" r:id="rId14"/>
    <p:sldLayoutId id="2147483785" r:id="rId15"/>
    <p:sldLayoutId id="2147483786" r:id="rId16"/>
    <p:sldLayoutId id="2147483787" r:id="rId17"/>
    <p:sldLayoutId id="2147483788" r:id="rId18"/>
    <p:sldLayoutId id="2147483789" r:id="rId19"/>
    <p:sldLayoutId id="2147483790" r:id="rId20"/>
    <p:sldLayoutId id="2147483791" r:id="rId21"/>
    <p:sldLayoutId id="2147483792" r:id="rId22"/>
    <p:sldLayoutId id="2147483793" r:id="rId23"/>
    <p:sldLayoutId id="2147483794" r:id="rId24"/>
    <p:sldLayoutId id="2147483795" r:id="rId25"/>
    <p:sldLayoutId id="2147483796" r:id="rId26"/>
    <p:sldLayoutId id="2147483797" r:id="rId27"/>
    <p:sldLayoutId id="2147483798" r:id="rId28"/>
    <p:sldLayoutId id="2147483799" r:id="rId29"/>
    <p:sldLayoutId id="2147483800" r:id="rId30"/>
    <p:sldLayoutId id="2147483801" r:id="rId31"/>
    <p:sldLayoutId id="2147483802" r:id="rId32"/>
    <p:sldLayoutId id="2147483803" r:id="rId33"/>
    <p:sldLayoutId id="2147483804" r:id="rId34"/>
    <p:sldLayoutId id="2147483805" r:id="rId35"/>
    <p:sldLayoutId id="2147483806" r:id="rId36"/>
    <p:sldLayoutId id="2147483807" r:id="rId37"/>
    <p:sldLayoutId id="2147483808" r:id="rId38"/>
    <p:sldLayoutId id="2147483809" r:id="rId39"/>
    <p:sldLayoutId id="2147483810" r:id="rId40"/>
    <p:sldLayoutId id="2147483811" r:id="rId41"/>
    <p:sldLayoutId id="2147483812" r:id="rId42"/>
    <p:sldLayoutId id="2147483813" r:id="rId43"/>
    <p:sldLayoutId id="2147483814" r:id="rId44"/>
    <p:sldLayoutId id="2147483815" r:id="rId45"/>
    <p:sldLayoutId id="2147483816" r:id="rId46"/>
    <p:sldLayoutId id="2147483817" r:id="rId47"/>
    <p:sldLayoutId id="2147483818" r:id="rId48"/>
    <p:sldLayoutId id="2147483819" r:id="rId49"/>
    <p:sldLayoutId id="2147483820" r:id="rId50"/>
    <p:sldLayoutId id="2147483821" r:id="rId51"/>
    <p:sldLayoutId id="2147483822" r:id="rId52"/>
    <p:sldLayoutId id="2147483823" r:id="rId53"/>
    <p:sldLayoutId id="2147483824" r:id="rId54"/>
    <p:sldLayoutId id="2147483825" r:id="rId5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1367" name="Shape 1367"/>
        <p:cNvGrpSpPr/>
        <p:nvPr/>
      </p:nvGrpSpPr>
      <p:grpSpPr>
        <a:xfrm>
          <a:off x="0" y="0"/>
          <a:ext cx="0" cy="0"/>
          <a:chOff x="0" y="0"/>
          <a:chExt cx="0" cy="0"/>
        </a:xfrm>
      </p:grpSpPr>
      <p:sp>
        <p:nvSpPr>
          <p:cNvPr id="1368" name="Google Shape;1368;p183"/>
          <p:cNvSpPr txBox="1"/>
          <p:nvPr>
            <p:ph type="title"/>
          </p:nvPr>
        </p:nvSpPr>
        <p:spPr>
          <a:xfrm>
            <a:off x="713250" y="539525"/>
            <a:ext cx="77175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1369" name="Google Shape;1369;p183"/>
          <p:cNvSpPr txBox="1"/>
          <p:nvPr>
            <p:ph idx="1" type="body"/>
          </p:nvPr>
        </p:nvSpPr>
        <p:spPr>
          <a:xfrm>
            <a:off x="713250" y="1246975"/>
            <a:ext cx="7717500" cy="3357000"/>
          </a:xfrm>
          <a:prstGeom prst="rect">
            <a:avLst/>
          </a:prstGeom>
          <a:noFill/>
          <a:ln>
            <a:noFill/>
          </a:ln>
        </p:spPr>
        <p:txBody>
          <a:bodyPr anchorCtr="0" anchor="ctr"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
        <p:nvSpPr>
          <p:cNvPr id="1370" name="Google Shape;1370;p18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826" r:id="rId1"/>
    <p:sldLayoutId id="2147483827" r:id="rId2"/>
    <p:sldLayoutId id="2147483828" r:id="rId3"/>
    <p:sldLayoutId id="2147483829" r:id="rId4"/>
    <p:sldLayoutId id="2147483830" r:id="rId5"/>
    <p:sldLayoutId id="2147483831" r:id="rId6"/>
    <p:sldLayoutId id="2147483832" r:id="rId7"/>
    <p:sldLayoutId id="2147483833" r:id="rId8"/>
    <p:sldLayoutId id="2147483834" r:id="rId9"/>
    <p:sldLayoutId id="2147483835" r:id="rId10"/>
    <p:sldLayoutId id="2147483836" r:id="rId11"/>
    <p:sldLayoutId id="2147483837" r:id="rId12"/>
    <p:sldLayoutId id="2147483838" r:id="rId13"/>
    <p:sldLayoutId id="2147483839" r:id="rId14"/>
    <p:sldLayoutId id="2147483840" r:id="rId15"/>
    <p:sldLayoutId id="2147483841" r:id="rId16"/>
    <p:sldLayoutId id="2147483842" r:id="rId17"/>
    <p:sldLayoutId id="2147483843" r:id="rId18"/>
    <p:sldLayoutId id="2147483844" r:id="rId19"/>
    <p:sldLayoutId id="2147483845" r:id="rId20"/>
    <p:sldLayoutId id="2147483846" r:id="rId21"/>
    <p:sldLayoutId id="2147483847" r:id="rId22"/>
    <p:sldLayoutId id="2147483848" r:id="rId23"/>
    <p:sldLayoutId id="2147483849" r:id="rId24"/>
    <p:sldLayoutId id="2147483850" r:id="rId25"/>
    <p:sldLayoutId id="2147483851" r:id="rId26"/>
    <p:sldLayoutId id="2147483852" r:id="rId27"/>
    <p:sldLayoutId id="2147483853" r:id="rId28"/>
    <p:sldLayoutId id="2147483854" r:id="rId29"/>
    <p:sldLayoutId id="2147483855" r:id="rId30"/>
    <p:sldLayoutId id="2147483856" r:id="rId31"/>
    <p:sldLayoutId id="2147483857" r:id="rId32"/>
    <p:sldLayoutId id="2147483858" r:id="rId33"/>
    <p:sldLayoutId id="2147483859" r:id="rId34"/>
    <p:sldLayoutId id="2147483860" r:id="rId35"/>
    <p:sldLayoutId id="2147483861" r:id="rId36"/>
    <p:sldLayoutId id="2147483862" r:id="rId37"/>
    <p:sldLayoutId id="2147483863" r:id="rId38"/>
    <p:sldLayoutId id="2147483864" r:id="rId39"/>
    <p:sldLayoutId id="2147483865" r:id="rId40"/>
    <p:sldLayoutId id="2147483866" r:id="rId41"/>
    <p:sldLayoutId id="2147483867" r:id="rId42"/>
    <p:sldLayoutId id="2147483868" r:id="rId43"/>
    <p:sldLayoutId id="2147483869" r:id="rId44"/>
    <p:sldLayoutId id="2147483870" r:id="rId45"/>
    <p:sldLayoutId id="2147483871" r:id="rId46"/>
    <p:sldLayoutId id="2147483872" r:id="rId47"/>
    <p:sldLayoutId id="2147483873" r:id="rId48"/>
    <p:sldLayoutId id="2147483874" r:id="rId49"/>
    <p:sldLayoutId id="2147483875" r:id="rId50"/>
    <p:sldLayoutId id="2147483876" r:id="rId51"/>
    <p:sldLayoutId id="2147483877" r:id="rId52"/>
    <p:sldLayoutId id="2147483878" r:id="rId53"/>
    <p:sldLayoutId id="2147483879" r:id="rId54"/>
    <p:sldLayoutId id="2147483880" r:id="rId5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1804" name="Shape 1804"/>
        <p:cNvGrpSpPr/>
        <p:nvPr/>
      </p:nvGrpSpPr>
      <p:grpSpPr>
        <a:xfrm>
          <a:off x="0" y="0"/>
          <a:ext cx="0" cy="0"/>
          <a:chOff x="0" y="0"/>
          <a:chExt cx="0" cy="0"/>
        </a:xfrm>
      </p:grpSpPr>
      <p:sp>
        <p:nvSpPr>
          <p:cNvPr id="1805" name="Google Shape;1805;p239"/>
          <p:cNvSpPr txBox="1"/>
          <p:nvPr>
            <p:ph type="title"/>
          </p:nvPr>
        </p:nvSpPr>
        <p:spPr>
          <a:xfrm>
            <a:off x="713250" y="539525"/>
            <a:ext cx="77175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1806" name="Google Shape;1806;p239"/>
          <p:cNvSpPr txBox="1"/>
          <p:nvPr>
            <p:ph idx="1" type="body"/>
          </p:nvPr>
        </p:nvSpPr>
        <p:spPr>
          <a:xfrm>
            <a:off x="713250" y="1246975"/>
            <a:ext cx="7717500" cy="3357000"/>
          </a:xfrm>
          <a:prstGeom prst="rect">
            <a:avLst/>
          </a:prstGeom>
          <a:noFill/>
          <a:ln>
            <a:noFill/>
          </a:ln>
        </p:spPr>
        <p:txBody>
          <a:bodyPr anchorCtr="0" anchor="ctr"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
        <p:nvSpPr>
          <p:cNvPr id="1807" name="Google Shape;1807;p239"/>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881" r:id="rId1"/>
    <p:sldLayoutId id="2147483882" r:id="rId2"/>
    <p:sldLayoutId id="2147483883" r:id="rId3"/>
    <p:sldLayoutId id="2147483884" r:id="rId4"/>
    <p:sldLayoutId id="2147483885" r:id="rId5"/>
    <p:sldLayoutId id="2147483886" r:id="rId6"/>
    <p:sldLayoutId id="2147483887" r:id="rId7"/>
    <p:sldLayoutId id="2147483888" r:id="rId8"/>
    <p:sldLayoutId id="2147483889" r:id="rId9"/>
    <p:sldLayoutId id="2147483890" r:id="rId10"/>
    <p:sldLayoutId id="2147483891" r:id="rId11"/>
    <p:sldLayoutId id="2147483892" r:id="rId12"/>
    <p:sldLayoutId id="2147483893" r:id="rId13"/>
    <p:sldLayoutId id="2147483894" r:id="rId14"/>
    <p:sldLayoutId id="2147483895" r:id="rId15"/>
    <p:sldLayoutId id="2147483896" r:id="rId16"/>
    <p:sldLayoutId id="2147483897" r:id="rId17"/>
    <p:sldLayoutId id="2147483898" r:id="rId18"/>
    <p:sldLayoutId id="2147483899" r:id="rId19"/>
    <p:sldLayoutId id="2147483900" r:id="rId20"/>
    <p:sldLayoutId id="2147483901" r:id="rId21"/>
    <p:sldLayoutId id="2147483902" r:id="rId22"/>
    <p:sldLayoutId id="2147483903" r:id="rId23"/>
    <p:sldLayoutId id="2147483904" r:id="rId24"/>
    <p:sldLayoutId id="2147483905" r:id="rId25"/>
    <p:sldLayoutId id="2147483906" r:id="rId26"/>
    <p:sldLayoutId id="2147483907" r:id="rId27"/>
    <p:sldLayoutId id="2147483908" r:id="rId28"/>
    <p:sldLayoutId id="2147483909" r:id="rId29"/>
    <p:sldLayoutId id="2147483910" r:id="rId30"/>
    <p:sldLayoutId id="2147483911" r:id="rId31"/>
    <p:sldLayoutId id="2147483912" r:id="rId32"/>
    <p:sldLayoutId id="2147483913" r:id="rId33"/>
    <p:sldLayoutId id="2147483914" r:id="rId34"/>
    <p:sldLayoutId id="2147483915" r:id="rId35"/>
    <p:sldLayoutId id="2147483916" r:id="rId36"/>
    <p:sldLayoutId id="2147483917" r:id="rId37"/>
    <p:sldLayoutId id="2147483918" r:id="rId38"/>
    <p:sldLayoutId id="2147483919" r:id="rId39"/>
    <p:sldLayoutId id="2147483920" r:id="rId40"/>
    <p:sldLayoutId id="2147483921" r:id="rId41"/>
    <p:sldLayoutId id="2147483922" r:id="rId42"/>
    <p:sldLayoutId id="2147483923" r:id="rId43"/>
    <p:sldLayoutId id="2147483924" r:id="rId44"/>
    <p:sldLayoutId id="2147483925" r:id="rId45"/>
    <p:sldLayoutId id="2147483926" r:id="rId46"/>
    <p:sldLayoutId id="2147483927" r:id="rId47"/>
    <p:sldLayoutId id="2147483928" r:id="rId48"/>
    <p:sldLayoutId id="2147483929" r:id="rId49"/>
    <p:sldLayoutId id="2147483930" r:id="rId50"/>
    <p:sldLayoutId id="2147483931" r:id="rId51"/>
    <p:sldLayoutId id="2147483932" r:id="rId52"/>
    <p:sldLayoutId id="2147483933" r:id="rId53"/>
    <p:sldLayoutId id="2147483934" r:id="rId54"/>
    <p:sldLayoutId id="2147483935" r:id="rId5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2241" name="Shape 2241"/>
        <p:cNvGrpSpPr/>
        <p:nvPr/>
      </p:nvGrpSpPr>
      <p:grpSpPr>
        <a:xfrm>
          <a:off x="0" y="0"/>
          <a:ext cx="0" cy="0"/>
          <a:chOff x="0" y="0"/>
          <a:chExt cx="0" cy="0"/>
        </a:xfrm>
      </p:grpSpPr>
      <p:sp>
        <p:nvSpPr>
          <p:cNvPr id="2242" name="Google Shape;2242;p295"/>
          <p:cNvSpPr txBox="1"/>
          <p:nvPr>
            <p:ph type="title"/>
          </p:nvPr>
        </p:nvSpPr>
        <p:spPr>
          <a:xfrm>
            <a:off x="713250" y="539525"/>
            <a:ext cx="77175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2243" name="Google Shape;2243;p295"/>
          <p:cNvSpPr txBox="1"/>
          <p:nvPr>
            <p:ph idx="1" type="body"/>
          </p:nvPr>
        </p:nvSpPr>
        <p:spPr>
          <a:xfrm>
            <a:off x="713250" y="1246975"/>
            <a:ext cx="7717500" cy="3357000"/>
          </a:xfrm>
          <a:prstGeom prst="rect">
            <a:avLst/>
          </a:prstGeom>
          <a:noFill/>
          <a:ln>
            <a:noFill/>
          </a:ln>
        </p:spPr>
        <p:txBody>
          <a:bodyPr anchorCtr="0" anchor="ctr"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
        <p:nvSpPr>
          <p:cNvPr id="2244" name="Google Shape;2244;p295"/>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936" r:id="rId1"/>
    <p:sldLayoutId id="2147483937" r:id="rId2"/>
    <p:sldLayoutId id="2147483938" r:id="rId3"/>
    <p:sldLayoutId id="2147483939" r:id="rId4"/>
    <p:sldLayoutId id="2147483940" r:id="rId5"/>
    <p:sldLayoutId id="2147483941" r:id="rId6"/>
    <p:sldLayoutId id="2147483942" r:id="rId7"/>
    <p:sldLayoutId id="2147483943" r:id="rId8"/>
    <p:sldLayoutId id="2147483944" r:id="rId9"/>
    <p:sldLayoutId id="2147483945" r:id="rId10"/>
    <p:sldLayoutId id="2147483946" r:id="rId11"/>
    <p:sldLayoutId id="2147483947" r:id="rId12"/>
    <p:sldLayoutId id="2147483948" r:id="rId13"/>
    <p:sldLayoutId id="2147483949" r:id="rId14"/>
    <p:sldLayoutId id="2147483950" r:id="rId15"/>
    <p:sldLayoutId id="2147483951" r:id="rId16"/>
    <p:sldLayoutId id="2147483952" r:id="rId17"/>
    <p:sldLayoutId id="2147483953" r:id="rId18"/>
    <p:sldLayoutId id="2147483954" r:id="rId19"/>
    <p:sldLayoutId id="2147483955" r:id="rId20"/>
    <p:sldLayoutId id="2147483956" r:id="rId21"/>
    <p:sldLayoutId id="2147483957" r:id="rId22"/>
    <p:sldLayoutId id="2147483958" r:id="rId23"/>
    <p:sldLayoutId id="2147483959" r:id="rId24"/>
    <p:sldLayoutId id="2147483960" r:id="rId25"/>
    <p:sldLayoutId id="2147483961" r:id="rId26"/>
    <p:sldLayoutId id="2147483962" r:id="rId27"/>
    <p:sldLayoutId id="2147483963" r:id="rId28"/>
    <p:sldLayoutId id="2147483964" r:id="rId29"/>
    <p:sldLayoutId id="2147483965" r:id="rId30"/>
    <p:sldLayoutId id="2147483966" r:id="rId31"/>
    <p:sldLayoutId id="2147483967" r:id="rId32"/>
    <p:sldLayoutId id="2147483968" r:id="rId33"/>
    <p:sldLayoutId id="2147483969" r:id="rId34"/>
    <p:sldLayoutId id="2147483970" r:id="rId35"/>
    <p:sldLayoutId id="2147483971" r:id="rId36"/>
    <p:sldLayoutId id="2147483972" r:id="rId37"/>
    <p:sldLayoutId id="2147483973" r:id="rId38"/>
    <p:sldLayoutId id="2147483974" r:id="rId39"/>
    <p:sldLayoutId id="2147483975" r:id="rId40"/>
    <p:sldLayoutId id="2147483976" r:id="rId41"/>
    <p:sldLayoutId id="2147483977" r:id="rId42"/>
    <p:sldLayoutId id="2147483978" r:id="rId43"/>
    <p:sldLayoutId id="2147483979" r:id="rId44"/>
    <p:sldLayoutId id="2147483980" r:id="rId45"/>
    <p:sldLayoutId id="2147483981" r:id="rId46"/>
    <p:sldLayoutId id="2147483982" r:id="rId47"/>
    <p:sldLayoutId id="2147483983" r:id="rId48"/>
    <p:sldLayoutId id="2147483984" r:id="rId49"/>
    <p:sldLayoutId id="2147483985" r:id="rId50"/>
    <p:sldLayoutId id="2147483986" r:id="rId51"/>
    <p:sldLayoutId id="2147483987" r:id="rId52"/>
    <p:sldLayoutId id="2147483988" r:id="rId53"/>
    <p:sldLayoutId id="2147483989" r:id="rId54"/>
    <p:sldLayoutId id="2147483990" r:id="rId5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8.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2678" name="Shape 2678"/>
        <p:cNvGrpSpPr/>
        <p:nvPr/>
      </p:nvGrpSpPr>
      <p:grpSpPr>
        <a:xfrm>
          <a:off x="0" y="0"/>
          <a:ext cx="0" cy="0"/>
          <a:chOff x="0" y="0"/>
          <a:chExt cx="0" cy="0"/>
        </a:xfrm>
      </p:grpSpPr>
      <p:sp>
        <p:nvSpPr>
          <p:cNvPr id="2679" name="Google Shape;2679;p351"/>
          <p:cNvSpPr txBox="1"/>
          <p:nvPr>
            <p:ph type="title"/>
          </p:nvPr>
        </p:nvSpPr>
        <p:spPr>
          <a:xfrm>
            <a:off x="713250" y="539525"/>
            <a:ext cx="77175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2680" name="Google Shape;2680;p351"/>
          <p:cNvSpPr txBox="1"/>
          <p:nvPr>
            <p:ph idx="1" type="body"/>
          </p:nvPr>
        </p:nvSpPr>
        <p:spPr>
          <a:xfrm>
            <a:off x="713250" y="1246975"/>
            <a:ext cx="7717500" cy="3357000"/>
          </a:xfrm>
          <a:prstGeom prst="rect">
            <a:avLst/>
          </a:prstGeom>
          <a:noFill/>
          <a:ln>
            <a:noFill/>
          </a:ln>
        </p:spPr>
        <p:txBody>
          <a:bodyPr anchorCtr="0" anchor="ctr"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
        <p:nvSpPr>
          <p:cNvPr id="2681" name="Google Shape;2681;p35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991" r:id="rId1"/>
    <p:sldLayoutId id="2147483992" r:id="rId2"/>
    <p:sldLayoutId id="2147483993" r:id="rId3"/>
    <p:sldLayoutId id="2147483994" r:id="rId4"/>
    <p:sldLayoutId id="2147483995" r:id="rId5"/>
    <p:sldLayoutId id="2147483996" r:id="rId6"/>
    <p:sldLayoutId id="2147483997" r:id="rId7"/>
    <p:sldLayoutId id="2147483998" r:id="rId8"/>
    <p:sldLayoutId id="2147483999" r:id="rId9"/>
    <p:sldLayoutId id="2147484000" r:id="rId10"/>
    <p:sldLayoutId id="2147484001" r:id="rId11"/>
    <p:sldLayoutId id="2147484002" r:id="rId12"/>
    <p:sldLayoutId id="2147484003" r:id="rId13"/>
    <p:sldLayoutId id="2147484004" r:id="rId14"/>
    <p:sldLayoutId id="2147484005" r:id="rId15"/>
    <p:sldLayoutId id="2147484006" r:id="rId16"/>
    <p:sldLayoutId id="2147484007" r:id="rId17"/>
    <p:sldLayoutId id="2147484008" r:id="rId18"/>
    <p:sldLayoutId id="2147484009" r:id="rId19"/>
    <p:sldLayoutId id="2147484010" r:id="rId20"/>
    <p:sldLayoutId id="2147484011" r:id="rId21"/>
    <p:sldLayoutId id="2147484012" r:id="rId22"/>
    <p:sldLayoutId id="2147484013" r:id="rId23"/>
    <p:sldLayoutId id="2147484014" r:id="rId24"/>
    <p:sldLayoutId id="2147484015" r:id="rId25"/>
    <p:sldLayoutId id="2147484016" r:id="rId26"/>
    <p:sldLayoutId id="2147484017" r:id="rId27"/>
    <p:sldLayoutId id="2147484018" r:id="rId28"/>
    <p:sldLayoutId id="2147484019" r:id="rId29"/>
    <p:sldLayoutId id="2147484020" r:id="rId30"/>
    <p:sldLayoutId id="2147484021" r:id="rId31"/>
    <p:sldLayoutId id="2147484022" r:id="rId32"/>
    <p:sldLayoutId id="2147484023" r:id="rId33"/>
    <p:sldLayoutId id="2147484024" r:id="rId34"/>
    <p:sldLayoutId id="2147484025" r:id="rId35"/>
    <p:sldLayoutId id="2147484026" r:id="rId36"/>
    <p:sldLayoutId id="2147484027" r:id="rId37"/>
    <p:sldLayoutId id="2147484028" r:id="rId38"/>
    <p:sldLayoutId id="2147484029" r:id="rId39"/>
    <p:sldLayoutId id="2147484030" r:id="rId40"/>
    <p:sldLayoutId id="2147484031" r:id="rId41"/>
    <p:sldLayoutId id="2147484032" r:id="rId42"/>
    <p:sldLayoutId id="2147484033" r:id="rId43"/>
    <p:sldLayoutId id="2147484034" r:id="rId44"/>
    <p:sldLayoutId id="2147484035" r:id="rId45"/>
    <p:sldLayoutId id="2147484036" r:id="rId46"/>
    <p:sldLayoutId id="2147484037" r:id="rId47"/>
    <p:sldLayoutId id="2147484038" r:id="rId48"/>
    <p:sldLayoutId id="2147484039" r:id="rId49"/>
    <p:sldLayoutId id="2147484040" r:id="rId50"/>
    <p:sldLayoutId id="2147484041" r:id="rId51"/>
    <p:sldLayoutId id="2147484042" r:id="rId52"/>
    <p:sldLayoutId id="2147484043" r:id="rId53"/>
    <p:sldLayoutId id="2147484044" r:id="rId54"/>
    <p:sldLayoutId id="2147484045" r:id="rId5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9.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3115" name="Shape 3115"/>
        <p:cNvGrpSpPr/>
        <p:nvPr/>
      </p:nvGrpSpPr>
      <p:grpSpPr>
        <a:xfrm>
          <a:off x="0" y="0"/>
          <a:ext cx="0" cy="0"/>
          <a:chOff x="0" y="0"/>
          <a:chExt cx="0" cy="0"/>
        </a:xfrm>
      </p:grpSpPr>
      <p:sp>
        <p:nvSpPr>
          <p:cNvPr id="3116" name="Google Shape;3116;p407"/>
          <p:cNvSpPr txBox="1"/>
          <p:nvPr>
            <p:ph type="title"/>
          </p:nvPr>
        </p:nvSpPr>
        <p:spPr>
          <a:xfrm>
            <a:off x="713250" y="539525"/>
            <a:ext cx="77175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3117" name="Google Shape;3117;p407"/>
          <p:cNvSpPr txBox="1"/>
          <p:nvPr>
            <p:ph idx="1" type="body"/>
          </p:nvPr>
        </p:nvSpPr>
        <p:spPr>
          <a:xfrm>
            <a:off x="713250" y="1246975"/>
            <a:ext cx="7717500" cy="3357000"/>
          </a:xfrm>
          <a:prstGeom prst="rect">
            <a:avLst/>
          </a:prstGeom>
          <a:noFill/>
          <a:ln>
            <a:noFill/>
          </a:ln>
        </p:spPr>
        <p:txBody>
          <a:bodyPr anchorCtr="0" anchor="ctr"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
        <p:nvSpPr>
          <p:cNvPr id="3118" name="Google Shape;3118;p407"/>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046" r:id="rId1"/>
    <p:sldLayoutId id="2147484047" r:id="rId2"/>
    <p:sldLayoutId id="2147484048" r:id="rId3"/>
    <p:sldLayoutId id="2147484049" r:id="rId4"/>
    <p:sldLayoutId id="2147484050" r:id="rId5"/>
    <p:sldLayoutId id="2147484051" r:id="rId6"/>
    <p:sldLayoutId id="2147484052" r:id="rId7"/>
    <p:sldLayoutId id="2147484053" r:id="rId8"/>
    <p:sldLayoutId id="2147484054" r:id="rId9"/>
    <p:sldLayoutId id="2147484055" r:id="rId10"/>
    <p:sldLayoutId id="2147484056" r:id="rId11"/>
    <p:sldLayoutId id="2147484057" r:id="rId12"/>
    <p:sldLayoutId id="2147484058" r:id="rId13"/>
    <p:sldLayoutId id="2147484059" r:id="rId14"/>
    <p:sldLayoutId id="2147484060" r:id="rId15"/>
    <p:sldLayoutId id="2147484061" r:id="rId16"/>
    <p:sldLayoutId id="2147484062" r:id="rId17"/>
    <p:sldLayoutId id="2147484063" r:id="rId18"/>
    <p:sldLayoutId id="2147484064" r:id="rId19"/>
    <p:sldLayoutId id="2147484065" r:id="rId20"/>
    <p:sldLayoutId id="2147484066" r:id="rId21"/>
    <p:sldLayoutId id="2147484067" r:id="rId22"/>
    <p:sldLayoutId id="2147484068" r:id="rId23"/>
    <p:sldLayoutId id="2147484069" r:id="rId24"/>
    <p:sldLayoutId id="2147484070" r:id="rId25"/>
    <p:sldLayoutId id="2147484071" r:id="rId26"/>
    <p:sldLayoutId id="2147484072" r:id="rId27"/>
    <p:sldLayoutId id="2147484073" r:id="rId28"/>
    <p:sldLayoutId id="2147484074" r:id="rId29"/>
    <p:sldLayoutId id="2147484075" r:id="rId30"/>
    <p:sldLayoutId id="2147484076" r:id="rId31"/>
    <p:sldLayoutId id="2147484077" r:id="rId32"/>
    <p:sldLayoutId id="2147484078" r:id="rId33"/>
    <p:sldLayoutId id="2147484079" r:id="rId34"/>
    <p:sldLayoutId id="2147484080" r:id="rId35"/>
    <p:sldLayoutId id="2147484081" r:id="rId36"/>
    <p:sldLayoutId id="2147484082" r:id="rId37"/>
    <p:sldLayoutId id="2147484083" r:id="rId38"/>
    <p:sldLayoutId id="2147484084" r:id="rId39"/>
    <p:sldLayoutId id="2147484085" r:id="rId40"/>
    <p:sldLayoutId id="2147484086" r:id="rId41"/>
    <p:sldLayoutId id="2147484087" r:id="rId42"/>
    <p:sldLayoutId id="2147484088" r:id="rId43"/>
    <p:sldLayoutId id="2147484089" r:id="rId44"/>
    <p:sldLayoutId id="2147484090" r:id="rId45"/>
    <p:sldLayoutId id="2147484091" r:id="rId46"/>
    <p:sldLayoutId id="2147484092" r:id="rId47"/>
    <p:sldLayoutId id="2147484093" r:id="rId48"/>
    <p:sldLayoutId id="2147484094" r:id="rId49"/>
    <p:sldLayoutId id="2147484095" r:id="rId50"/>
    <p:sldLayoutId id="2147484096" r:id="rId51"/>
    <p:sldLayoutId id="2147484097" r:id="rId52"/>
    <p:sldLayoutId id="2147484098" r:id="rId53"/>
    <p:sldLayoutId id="2147484099" r:id="rId54"/>
    <p:sldLayoutId id="2147484100" r:id="rId5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10.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3552" name="Shape 3552"/>
        <p:cNvGrpSpPr/>
        <p:nvPr/>
      </p:nvGrpSpPr>
      <p:grpSpPr>
        <a:xfrm>
          <a:off x="0" y="0"/>
          <a:ext cx="0" cy="0"/>
          <a:chOff x="0" y="0"/>
          <a:chExt cx="0" cy="0"/>
        </a:xfrm>
      </p:grpSpPr>
      <p:sp>
        <p:nvSpPr>
          <p:cNvPr id="3553" name="Google Shape;3553;p463"/>
          <p:cNvSpPr txBox="1"/>
          <p:nvPr>
            <p:ph type="title"/>
          </p:nvPr>
        </p:nvSpPr>
        <p:spPr>
          <a:xfrm>
            <a:off x="713250" y="539525"/>
            <a:ext cx="77175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3554" name="Google Shape;3554;p463"/>
          <p:cNvSpPr txBox="1"/>
          <p:nvPr>
            <p:ph idx="1" type="body"/>
          </p:nvPr>
        </p:nvSpPr>
        <p:spPr>
          <a:xfrm>
            <a:off x="713250" y="1246975"/>
            <a:ext cx="7717500" cy="3357000"/>
          </a:xfrm>
          <a:prstGeom prst="rect">
            <a:avLst/>
          </a:prstGeom>
          <a:noFill/>
          <a:ln>
            <a:noFill/>
          </a:ln>
        </p:spPr>
        <p:txBody>
          <a:bodyPr anchorCtr="0" anchor="ctr"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
        <p:nvSpPr>
          <p:cNvPr id="3555" name="Google Shape;3555;p46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101" r:id="rId1"/>
    <p:sldLayoutId id="2147484102" r:id="rId2"/>
    <p:sldLayoutId id="2147484103" r:id="rId3"/>
    <p:sldLayoutId id="2147484104" r:id="rId4"/>
    <p:sldLayoutId id="2147484105" r:id="rId5"/>
    <p:sldLayoutId id="2147484106" r:id="rId6"/>
    <p:sldLayoutId id="2147484107" r:id="rId7"/>
    <p:sldLayoutId id="2147484108" r:id="rId8"/>
    <p:sldLayoutId id="2147484109" r:id="rId9"/>
    <p:sldLayoutId id="2147484110" r:id="rId10"/>
    <p:sldLayoutId id="2147484111" r:id="rId11"/>
    <p:sldLayoutId id="2147484112" r:id="rId12"/>
    <p:sldLayoutId id="2147484113" r:id="rId13"/>
    <p:sldLayoutId id="2147484114" r:id="rId14"/>
    <p:sldLayoutId id="2147484115" r:id="rId15"/>
    <p:sldLayoutId id="2147484116" r:id="rId16"/>
    <p:sldLayoutId id="2147484117" r:id="rId17"/>
    <p:sldLayoutId id="2147484118" r:id="rId18"/>
    <p:sldLayoutId id="2147484119" r:id="rId19"/>
    <p:sldLayoutId id="2147484120" r:id="rId20"/>
    <p:sldLayoutId id="2147484121" r:id="rId21"/>
    <p:sldLayoutId id="2147484122" r:id="rId22"/>
    <p:sldLayoutId id="2147484123" r:id="rId23"/>
    <p:sldLayoutId id="2147484124" r:id="rId24"/>
    <p:sldLayoutId id="2147484125" r:id="rId25"/>
    <p:sldLayoutId id="2147484126" r:id="rId26"/>
    <p:sldLayoutId id="2147484127" r:id="rId27"/>
    <p:sldLayoutId id="2147484128" r:id="rId28"/>
    <p:sldLayoutId id="2147484129" r:id="rId29"/>
    <p:sldLayoutId id="2147484130" r:id="rId30"/>
    <p:sldLayoutId id="2147484131" r:id="rId31"/>
    <p:sldLayoutId id="2147484132" r:id="rId32"/>
    <p:sldLayoutId id="2147484133" r:id="rId33"/>
    <p:sldLayoutId id="2147484134" r:id="rId34"/>
    <p:sldLayoutId id="2147484135" r:id="rId35"/>
    <p:sldLayoutId id="2147484136" r:id="rId36"/>
    <p:sldLayoutId id="2147484137" r:id="rId37"/>
    <p:sldLayoutId id="2147484138" r:id="rId38"/>
    <p:sldLayoutId id="2147484139" r:id="rId39"/>
    <p:sldLayoutId id="2147484140" r:id="rId40"/>
    <p:sldLayoutId id="2147484141" r:id="rId41"/>
    <p:sldLayoutId id="2147484142" r:id="rId42"/>
    <p:sldLayoutId id="2147484143" r:id="rId43"/>
    <p:sldLayoutId id="2147484144" r:id="rId44"/>
    <p:sldLayoutId id="2147484145" r:id="rId45"/>
    <p:sldLayoutId id="2147484146" r:id="rId46"/>
    <p:sldLayoutId id="2147484147" r:id="rId47"/>
    <p:sldLayoutId id="2147484148" r:id="rId48"/>
    <p:sldLayoutId id="2147484149" r:id="rId49"/>
    <p:sldLayoutId id="2147484150" r:id="rId50"/>
    <p:sldLayoutId id="2147484151" r:id="rId51"/>
    <p:sldLayoutId id="2147484152" r:id="rId52"/>
    <p:sldLayoutId id="2147484153" r:id="rId53"/>
    <p:sldLayoutId id="2147484154" r:id="rId54"/>
    <p:sldLayoutId id="2147484155" r:id="rId5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1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3989" name="Shape 3989"/>
        <p:cNvGrpSpPr/>
        <p:nvPr/>
      </p:nvGrpSpPr>
      <p:grpSpPr>
        <a:xfrm>
          <a:off x="0" y="0"/>
          <a:ext cx="0" cy="0"/>
          <a:chOff x="0" y="0"/>
          <a:chExt cx="0" cy="0"/>
        </a:xfrm>
      </p:grpSpPr>
      <p:sp>
        <p:nvSpPr>
          <p:cNvPr id="3990" name="Google Shape;3990;p519"/>
          <p:cNvSpPr txBox="1"/>
          <p:nvPr>
            <p:ph type="title"/>
          </p:nvPr>
        </p:nvSpPr>
        <p:spPr>
          <a:xfrm>
            <a:off x="713250" y="539525"/>
            <a:ext cx="77175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3991" name="Google Shape;3991;p519"/>
          <p:cNvSpPr txBox="1"/>
          <p:nvPr>
            <p:ph idx="1" type="body"/>
          </p:nvPr>
        </p:nvSpPr>
        <p:spPr>
          <a:xfrm>
            <a:off x="713250" y="1246975"/>
            <a:ext cx="7717500" cy="3357000"/>
          </a:xfrm>
          <a:prstGeom prst="rect">
            <a:avLst/>
          </a:prstGeom>
          <a:noFill/>
          <a:ln>
            <a:noFill/>
          </a:ln>
        </p:spPr>
        <p:txBody>
          <a:bodyPr anchorCtr="0" anchor="ctr"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
        <p:nvSpPr>
          <p:cNvPr id="3992" name="Google Shape;3992;p519"/>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156" r:id="rId1"/>
    <p:sldLayoutId id="2147484157" r:id="rId2"/>
    <p:sldLayoutId id="2147484158" r:id="rId3"/>
    <p:sldLayoutId id="2147484159" r:id="rId4"/>
    <p:sldLayoutId id="2147484160" r:id="rId5"/>
    <p:sldLayoutId id="2147484161" r:id="rId6"/>
    <p:sldLayoutId id="2147484162" r:id="rId7"/>
    <p:sldLayoutId id="2147484163" r:id="rId8"/>
    <p:sldLayoutId id="2147484164" r:id="rId9"/>
    <p:sldLayoutId id="2147484165" r:id="rId10"/>
    <p:sldLayoutId id="2147484166" r:id="rId11"/>
    <p:sldLayoutId id="2147484167" r:id="rId12"/>
    <p:sldLayoutId id="2147484168" r:id="rId13"/>
    <p:sldLayoutId id="2147484169" r:id="rId14"/>
    <p:sldLayoutId id="2147484170" r:id="rId15"/>
    <p:sldLayoutId id="2147484171" r:id="rId16"/>
    <p:sldLayoutId id="2147484172" r:id="rId17"/>
    <p:sldLayoutId id="2147484173" r:id="rId18"/>
    <p:sldLayoutId id="2147484174" r:id="rId19"/>
    <p:sldLayoutId id="2147484175" r:id="rId20"/>
    <p:sldLayoutId id="2147484176" r:id="rId21"/>
    <p:sldLayoutId id="2147484177" r:id="rId22"/>
    <p:sldLayoutId id="2147484178" r:id="rId23"/>
    <p:sldLayoutId id="2147484179" r:id="rId24"/>
    <p:sldLayoutId id="2147484180" r:id="rId25"/>
    <p:sldLayoutId id="2147484181" r:id="rId26"/>
    <p:sldLayoutId id="2147484182" r:id="rId27"/>
    <p:sldLayoutId id="2147484183" r:id="rId28"/>
    <p:sldLayoutId id="2147484184" r:id="rId29"/>
    <p:sldLayoutId id="2147484185" r:id="rId30"/>
    <p:sldLayoutId id="2147484186" r:id="rId31"/>
    <p:sldLayoutId id="2147484187" r:id="rId32"/>
    <p:sldLayoutId id="2147484188" r:id="rId33"/>
    <p:sldLayoutId id="2147484189" r:id="rId34"/>
    <p:sldLayoutId id="2147484190" r:id="rId35"/>
    <p:sldLayoutId id="2147484191" r:id="rId36"/>
    <p:sldLayoutId id="2147484192" r:id="rId37"/>
    <p:sldLayoutId id="2147484193" r:id="rId38"/>
    <p:sldLayoutId id="2147484194" r:id="rId39"/>
    <p:sldLayoutId id="2147484195" r:id="rId40"/>
    <p:sldLayoutId id="2147484196" r:id="rId41"/>
    <p:sldLayoutId id="2147484197" r:id="rId42"/>
    <p:sldLayoutId id="2147484198" r:id="rId43"/>
    <p:sldLayoutId id="2147484199" r:id="rId44"/>
    <p:sldLayoutId id="2147484200" r:id="rId45"/>
    <p:sldLayoutId id="2147484201" r:id="rId46"/>
    <p:sldLayoutId id="2147484202" r:id="rId47"/>
    <p:sldLayoutId id="2147484203" r:id="rId48"/>
    <p:sldLayoutId id="2147484204" r:id="rId49"/>
    <p:sldLayoutId id="2147484205" r:id="rId50"/>
    <p:sldLayoutId id="2147484206" r:id="rId51"/>
    <p:sldLayoutId id="2147484207" r:id="rId52"/>
    <p:sldLayoutId id="2147484208" r:id="rId53"/>
    <p:sldLayoutId id="2147484209" r:id="rId54"/>
    <p:sldLayoutId id="2147484210" r:id="rId5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1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4426" name="Shape 4426"/>
        <p:cNvGrpSpPr/>
        <p:nvPr/>
      </p:nvGrpSpPr>
      <p:grpSpPr>
        <a:xfrm>
          <a:off x="0" y="0"/>
          <a:ext cx="0" cy="0"/>
          <a:chOff x="0" y="0"/>
          <a:chExt cx="0" cy="0"/>
        </a:xfrm>
      </p:grpSpPr>
      <p:sp>
        <p:nvSpPr>
          <p:cNvPr id="4427" name="Google Shape;4427;p575"/>
          <p:cNvSpPr txBox="1"/>
          <p:nvPr>
            <p:ph type="title"/>
          </p:nvPr>
        </p:nvSpPr>
        <p:spPr>
          <a:xfrm>
            <a:off x="713250" y="539525"/>
            <a:ext cx="77175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4428" name="Google Shape;4428;p575"/>
          <p:cNvSpPr txBox="1"/>
          <p:nvPr>
            <p:ph idx="1" type="body"/>
          </p:nvPr>
        </p:nvSpPr>
        <p:spPr>
          <a:xfrm>
            <a:off x="713250" y="1246975"/>
            <a:ext cx="7717500" cy="3357000"/>
          </a:xfrm>
          <a:prstGeom prst="rect">
            <a:avLst/>
          </a:prstGeom>
          <a:noFill/>
          <a:ln>
            <a:noFill/>
          </a:ln>
        </p:spPr>
        <p:txBody>
          <a:bodyPr anchorCtr="0" anchor="ctr"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
        <p:nvSpPr>
          <p:cNvPr id="4429" name="Google Shape;4429;p575"/>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211" r:id="rId1"/>
    <p:sldLayoutId id="2147484212" r:id="rId2"/>
    <p:sldLayoutId id="2147484213" r:id="rId3"/>
    <p:sldLayoutId id="2147484214" r:id="rId4"/>
    <p:sldLayoutId id="2147484215" r:id="rId5"/>
    <p:sldLayoutId id="2147484216" r:id="rId6"/>
    <p:sldLayoutId id="2147484217" r:id="rId7"/>
    <p:sldLayoutId id="2147484218" r:id="rId8"/>
    <p:sldLayoutId id="2147484219" r:id="rId9"/>
    <p:sldLayoutId id="2147484220" r:id="rId10"/>
    <p:sldLayoutId id="2147484221" r:id="rId11"/>
    <p:sldLayoutId id="2147484222" r:id="rId12"/>
    <p:sldLayoutId id="2147484223" r:id="rId13"/>
    <p:sldLayoutId id="2147484224" r:id="rId14"/>
    <p:sldLayoutId id="2147484225" r:id="rId15"/>
    <p:sldLayoutId id="2147484226" r:id="rId16"/>
    <p:sldLayoutId id="2147484227" r:id="rId17"/>
    <p:sldLayoutId id="2147484228" r:id="rId18"/>
    <p:sldLayoutId id="2147484229" r:id="rId19"/>
    <p:sldLayoutId id="2147484230" r:id="rId20"/>
    <p:sldLayoutId id="2147484231" r:id="rId21"/>
    <p:sldLayoutId id="2147484232" r:id="rId22"/>
    <p:sldLayoutId id="2147484233" r:id="rId23"/>
    <p:sldLayoutId id="2147484234" r:id="rId24"/>
    <p:sldLayoutId id="2147484235" r:id="rId25"/>
    <p:sldLayoutId id="2147484236" r:id="rId26"/>
    <p:sldLayoutId id="2147484237" r:id="rId27"/>
    <p:sldLayoutId id="2147484238" r:id="rId28"/>
    <p:sldLayoutId id="2147484239" r:id="rId29"/>
    <p:sldLayoutId id="2147484240" r:id="rId30"/>
    <p:sldLayoutId id="2147484241" r:id="rId31"/>
    <p:sldLayoutId id="2147484242" r:id="rId32"/>
    <p:sldLayoutId id="2147484243" r:id="rId33"/>
    <p:sldLayoutId id="2147484244" r:id="rId34"/>
    <p:sldLayoutId id="2147484245" r:id="rId35"/>
    <p:sldLayoutId id="2147484246" r:id="rId36"/>
    <p:sldLayoutId id="2147484247" r:id="rId37"/>
    <p:sldLayoutId id="2147484248" r:id="rId38"/>
    <p:sldLayoutId id="2147484249" r:id="rId39"/>
    <p:sldLayoutId id="2147484250" r:id="rId40"/>
    <p:sldLayoutId id="2147484251" r:id="rId41"/>
    <p:sldLayoutId id="2147484252" r:id="rId42"/>
    <p:sldLayoutId id="2147484253" r:id="rId43"/>
    <p:sldLayoutId id="2147484254" r:id="rId44"/>
    <p:sldLayoutId id="2147484255" r:id="rId45"/>
    <p:sldLayoutId id="2147484256" r:id="rId46"/>
    <p:sldLayoutId id="2147484257" r:id="rId47"/>
    <p:sldLayoutId id="2147484258" r:id="rId48"/>
    <p:sldLayoutId id="2147484259" r:id="rId49"/>
    <p:sldLayoutId id="2147484260" r:id="rId50"/>
    <p:sldLayoutId id="2147484261" r:id="rId51"/>
    <p:sldLayoutId id="2147484262" r:id="rId52"/>
    <p:sldLayoutId id="2147484263" r:id="rId53"/>
    <p:sldLayoutId id="2147484264" r:id="rId54"/>
    <p:sldLayoutId id="2147484265" r:id="rId5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1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4863" name="Shape 4863"/>
        <p:cNvGrpSpPr/>
        <p:nvPr/>
      </p:nvGrpSpPr>
      <p:grpSpPr>
        <a:xfrm>
          <a:off x="0" y="0"/>
          <a:ext cx="0" cy="0"/>
          <a:chOff x="0" y="0"/>
          <a:chExt cx="0" cy="0"/>
        </a:xfrm>
      </p:grpSpPr>
      <p:sp>
        <p:nvSpPr>
          <p:cNvPr id="4864" name="Google Shape;4864;p631"/>
          <p:cNvSpPr txBox="1"/>
          <p:nvPr>
            <p:ph type="title"/>
          </p:nvPr>
        </p:nvSpPr>
        <p:spPr>
          <a:xfrm>
            <a:off x="713250" y="539525"/>
            <a:ext cx="77175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4865" name="Google Shape;4865;p631"/>
          <p:cNvSpPr txBox="1"/>
          <p:nvPr>
            <p:ph idx="1" type="body"/>
          </p:nvPr>
        </p:nvSpPr>
        <p:spPr>
          <a:xfrm>
            <a:off x="713250" y="1246975"/>
            <a:ext cx="7717500" cy="3357000"/>
          </a:xfrm>
          <a:prstGeom prst="rect">
            <a:avLst/>
          </a:prstGeom>
          <a:noFill/>
          <a:ln>
            <a:noFill/>
          </a:ln>
        </p:spPr>
        <p:txBody>
          <a:bodyPr anchorCtr="0" anchor="ctr"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
        <p:nvSpPr>
          <p:cNvPr id="4866" name="Google Shape;4866;p63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266" r:id="rId1"/>
    <p:sldLayoutId id="2147484267" r:id="rId2"/>
    <p:sldLayoutId id="2147484268" r:id="rId3"/>
    <p:sldLayoutId id="2147484269" r:id="rId4"/>
    <p:sldLayoutId id="2147484270" r:id="rId5"/>
    <p:sldLayoutId id="2147484271" r:id="rId6"/>
    <p:sldLayoutId id="2147484272" r:id="rId7"/>
    <p:sldLayoutId id="2147484273" r:id="rId8"/>
    <p:sldLayoutId id="2147484274" r:id="rId9"/>
    <p:sldLayoutId id="2147484275" r:id="rId10"/>
    <p:sldLayoutId id="2147484276" r:id="rId11"/>
    <p:sldLayoutId id="2147484277" r:id="rId12"/>
    <p:sldLayoutId id="2147484278" r:id="rId13"/>
    <p:sldLayoutId id="2147484279" r:id="rId14"/>
    <p:sldLayoutId id="2147484280" r:id="rId15"/>
    <p:sldLayoutId id="2147484281" r:id="rId16"/>
    <p:sldLayoutId id="2147484282" r:id="rId17"/>
    <p:sldLayoutId id="2147484283" r:id="rId18"/>
    <p:sldLayoutId id="2147484284" r:id="rId19"/>
    <p:sldLayoutId id="2147484285" r:id="rId20"/>
    <p:sldLayoutId id="2147484286" r:id="rId21"/>
    <p:sldLayoutId id="2147484287" r:id="rId22"/>
    <p:sldLayoutId id="2147484288" r:id="rId23"/>
    <p:sldLayoutId id="2147484289" r:id="rId24"/>
    <p:sldLayoutId id="2147484290" r:id="rId25"/>
    <p:sldLayoutId id="2147484291" r:id="rId26"/>
    <p:sldLayoutId id="2147484292" r:id="rId27"/>
    <p:sldLayoutId id="2147484293" r:id="rId28"/>
    <p:sldLayoutId id="2147484294" r:id="rId29"/>
    <p:sldLayoutId id="2147484295" r:id="rId30"/>
    <p:sldLayoutId id="2147484296" r:id="rId31"/>
    <p:sldLayoutId id="2147484297" r:id="rId32"/>
    <p:sldLayoutId id="2147484298" r:id="rId33"/>
    <p:sldLayoutId id="2147484299" r:id="rId34"/>
    <p:sldLayoutId id="2147484300" r:id="rId35"/>
    <p:sldLayoutId id="2147484301" r:id="rId36"/>
    <p:sldLayoutId id="2147484302" r:id="rId37"/>
    <p:sldLayoutId id="2147484303" r:id="rId38"/>
    <p:sldLayoutId id="2147484304" r:id="rId39"/>
    <p:sldLayoutId id="2147484305" r:id="rId40"/>
    <p:sldLayoutId id="2147484306" r:id="rId41"/>
    <p:sldLayoutId id="2147484307" r:id="rId42"/>
    <p:sldLayoutId id="2147484308" r:id="rId43"/>
    <p:sldLayoutId id="2147484309" r:id="rId44"/>
    <p:sldLayoutId id="2147484310" r:id="rId45"/>
    <p:sldLayoutId id="2147484311" r:id="rId46"/>
    <p:sldLayoutId id="2147484312" r:id="rId47"/>
    <p:sldLayoutId id="2147484313" r:id="rId48"/>
    <p:sldLayoutId id="2147484314" r:id="rId49"/>
    <p:sldLayoutId id="2147484315" r:id="rId50"/>
    <p:sldLayoutId id="2147484316" r:id="rId51"/>
    <p:sldLayoutId id="2147484317" r:id="rId52"/>
    <p:sldLayoutId id="2147484318" r:id="rId53"/>
    <p:sldLayoutId id="2147484319" r:id="rId54"/>
    <p:sldLayoutId id="2147484320" r:id="rId5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14.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300" name="Shape 5300"/>
        <p:cNvGrpSpPr/>
        <p:nvPr/>
      </p:nvGrpSpPr>
      <p:grpSpPr>
        <a:xfrm>
          <a:off x="0" y="0"/>
          <a:ext cx="0" cy="0"/>
          <a:chOff x="0" y="0"/>
          <a:chExt cx="0" cy="0"/>
        </a:xfrm>
      </p:grpSpPr>
      <p:sp>
        <p:nvSpPr>
          <p:cNvPr id="5301" name="Google Shape;5301;p687"/>
          <p:cNvSpPr txBox="1"/>
          <p:nvPr>
            <p:ph type="title"/>
          </p:nvPr>
        </p:nvSpPr>
        <p:spPr>
          <a:xfrm>
            <a:off x="713250" y="539525"/>
            <a:ext cx="7717500" cy="5727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rtl="0">
              <a:spcBef>
                <a:spcPts val="0"/>
              </a:spcBef>
              <a:spcAft>
                <a:spcPts val="0"/>
              </a:spcAft>
              <a:buClr>
                <a:schemeClr val="dk1"/>
              </a:buClr>
              <a:buSzPts val="2800"/>
              <a:buNone/>
              <a:defRPr sz="2800">
                <a:solidFill>
                  <a:schemeClr val="dk1"/>
                </a:solidFill>
              </a:defRPr>
            </a:lvl2pPr>
            <a:lvl3pPr lvl="2" rtl="0">
              <a:spcBef>
                <a:spcPts val="0"/>
              </a:spcBef>
              <a:spcAft>
                <a:spcPts val="0"/>
              </a:spcAft>
              <a:buClr>
                <a:schemeClr val="dk1"/>
              </a:buClr>
              <a:buSzPts val="2800"/>
              <a:buNone/>
              <a:defRPr sz="2800">
                <a:solidFill>
                  <a:schemeClr val="dk1"/>
                </a:solidFill>
              </a:defRPr>
            </a:lvl3pPr>
            <a:lvl4pPr lvl="3" rtl="0">
              <a:spcBef>
                <a:spcPts val="0"/>
              </a:spcBef>
              <a:spcAft>
                <a:spcPts val="0"/>
              </a:spcAft>
              <a:buClr>
                <a:schemeClr val="dk1"/>
              </a:buClr>
              <a:buSzPts val="2800"/>
              <a:buNone/>
              <a:defRPr sz="2800">
                <a:solidFill>
                  <a:schemeClr val="dk1"/>
                </a:solidFill>
              </a:defRPr>
            </a:lvl4pPr>
            <a:lvl5pPr lvl="4" rtl="0">
              <a:spcBef>
                <a:spcPts val="0"/>
              </a:spcBef>
              <a:spcAft>
                <a:spcPts val="0"/>
              </a:spcAft>
              <a:buClr>
                <a:schemeClr val="dk1"/>
              </a:buClr>
              <a:buSzPts val="2800"/>
              <a:buNone/>
              <a:defRPr sz="2800">
                <a:solidFill>
                  <a:schemeClr val="dk1"/>
                </a:solidFill>
              </a:defRPr>
            </a:lvl5pPr>
            <a:lvl6pPr lvl="5" rtl="0">
              <a:spcBef>
                <a:spcPts val="0"/>
              </a:spcBef>
              <a:spcAft>
                <a:spcPts val="0"/>
              </a:spcAft>
              <a:buClr>
                <a:schemeClr val="dk1"/>
              </a:buClr>
              <a:buSzPts val="2800"/>
              <a:buNone/>
              <a:defRPr sz="2800">
                <a:solidFill>
                  <a:schemeClr val="dk1"/>
                </a:solidFill>
              </a:defRPr>
            </a:lvl6pPr>
            <a:lvl7pPr lvl="6" rtl="0">
              <a:spcBef>
                <a:spcPts val="0"/>
              </a:spcBef>
              <a:spcAft>
                <a:spcPts val="0"/>
              </a:spcAft>
              <a:buClr>
                <a:schemeClr val="dk1"/>
              </a:buClr>
              <a:buSzPts val="2800"/>
              <a:buNone/>
              <a:defRPr sz="2800">
                <a:solidFill>
                  <a:schemeClr val="dk1"/>
                </a:solidFill>
              </a:defRPr>
            </a:lvl7pPr>
            <a:lvl8pPr lvl="7" rtl="0">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5302" name="Google Shape;5302;p687"/>
          <p:cNvSpPr txBox="1"/>
          <p:nvPr>
            <p:ph idx="1" type="body"/>
          </p:nvPr>
        </p:nvSpPr>
        <p:spPr>
          <a:xfrm>
            <a:off x="713250" y="1246975"/>
            <a:ext cx="7717500" cy="3357000"/>
          </a:xfrm>
          <a:prstGeom prst="rect">
            <a:avLst/>
          </a:prstGeom>
          <a:noFill/>
          <a:ln>
            <a:noFill/>
          </a:ln>
        </p:spPr>
        <p:txBody>
          <a:bodyPr anchorCtr="0" anchor="ctr" bIns="91425" lIns="91425" spcFirstLastPara="1" rIns="91425" wrap="square" tIns="91425">
            <a:noAutofit/>
          </a:bodyPr>
          <a:lstStyle>
            <a:lvl1pPr indent="-342900" lvl="0" marL="457200" rtl="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indent="-317500" lvl="1" marL="914400" rtl="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rtl="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rtl="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rtl="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rtl="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rtl="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rtl="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
        <p:nvSpPr>
          <p:cNvPr id="5303" name="Google Shape;5303;p687"/>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321" r:id="rId1"/>
    <p:sldLayoutId id="2147484322" r:id="rId2"/>
    <p:sldLayoutId id="2147484323" r:id="rId3"/>
    <p:sldLayoutId id="2147484324" r:id="rId4"/>
    <p:sldLayoutId id="2147484325" r:id="rId5"/>
    <p:sldLayoutId id="2147484326" r:id="rId6"/>
    <p:sldLayoutId id="2147484327" r:id="rId7"/>
    <p:sldLayoutId id="2147484328" r:id="rId8"/>
    <p:sldLayoutId id="2147484329" r:id="rId9"/>
    <p:sldLayoutId id="2147484330" r:id="rId10"/>
    <p:sldLayoutId id="2147484331" r:id="rId11"/>
    <p:sldLayoutId id="2147484332" r:id="rId12"/>
    <p:sldLayoutId id="2147484333" r:id="rId13"/>
    <p:sldLayoutId id="2147484334" r:id="rId14"/>
    <p:sldLayoutId id="2147484335" r:id="rId15"/>
    <p:sldLayoutId id="2147484336" r:id="rId16"/>
    <p:sldLayoutId id="2147484337" r:id="rId17"/>
    <p:sldLayoutId id="2147484338" r:id="rId18"/>
    <p:sldLayoutId id="2147484339" r:id="rId19"/>
    <p:sldLayoutId id="2147484340" r:id="rId20"/>
    <p:sldLayoutId id="2147484341" r:id="rId21"/>
    <p:sldLayoutId id="2147484342" r:id="rId22"/>
    <p:sldLayoutId id="2147484343" r:id="rId23"/>
    <p:sldLayoutId id="2147484344" r:id="rId24"/>
    <p:sldLayoutId id="2147484345" r:id="rId25"/>
    <p:sldLayoutId id="2147484346" r:id="rId26"/>
    <p:sldLayoutId id="2147484347" r:id="rId27"/>
    <p:sldLayoutId id="2147484348" r:id="rId28"/>
    <p:sldLayoutId id="2147484349" r:id="rId29"/>
    <p:sldLayoutId id="2147484350" r:id="rId30"/>
    <p:sldLayoutId id="2147484351" r:id="rId31"/>
    <p:sldLayoutId id="2147484352" r:id="rId32"/>
    <p:sldLayoutId id="2147484353" r:id="rId33"/>
    <p:sldLayoutId id="2147484354" r:id="rId34"/>
    <p:sldLayoutId id="2147484355" r:id="rId35"/>
    <p:sldLayoutId id="2147484356" r:id="rId36"/>
    <p:sldLayoutId id="2147484357" r:id="rId37"/>
    <p:sldLayoutId id="2147484358" r:id="rId38"/>
    <p:sldLayoutId id="2147484359" r:id="rId39"/>
    <p:sldLayoutId id="2147484360" r:id="rId40"/>
    <p:sldLayoutId id="2147484361" r:id="rId41"/>
    <p:sldLayoutId id="2147484362" r:id="rId42"/>
    <p:sldLayoutId id="2147484363" r:id="rId43"/>
    <p:sldLayoutId id="2147484364" r:id="rId44"/>
    <p:sldLayoutId id="2147484365" r:id="rId45"/>
    <p:sldLayoutId id="2147484366" r:id="rId46"/>
    <p:sldLayoutId id="2147484367" r:id="rId47"/>
    <p:sldLayoutId id="2147484368" r:id="rId48"/>
    <p:sldLayoutId id="2147484369" r:id="rId49"/>
    <p:sldLayoutId id="2147484370" r:id="rId50"/>
    <p:sldLayoutId id="2147484371" r:id="rId51"/>
    <p:sldLayoutId id="2147484372" r:id="rId52"/>
    <p:sldLayoutId id="2147484373" r:id="rId53"/>
    <p:sldLayoutId id="2147484374" r:id="rId54"/>
    <p:sldLayoutId id="2147484375" r:id="rId5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15.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737" name="Shape 5737"/>
        <p:cNvGrpSpPr/>
        <p:nvPr/>
      </p:nvGrpSpPr>
      <p:grpSpPr>
        <a:xfrm>
          <a:off x="0" y="0"/>
          <a:ext cx="0" cy="0"/>
          <a:chOff x="0" y="0"/>
          <a:chExt cx="0" cy="0"/>
        </a:xfrm>
      </p:grpSpPr>
      <p:sp>
        <p:nvSpPr>
          <p:cNvPr id="5738" name="Google Shape;5738;p743"/>
          <p:cNvSpPr txBox="1"/>
          <p:nvPr>
            <p:ph type="title"/>
          </p:nvPr>
        </p:nvSpPr>
        <p:spPr>
          <a:xfrm>
            <a:off x="713250" y="539525"/>
            <a:ext cx="77175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5739" name="Google Shape;5739;p743"/>
          <p:cNvSpPr txBox="1"/>
          <p:nvPr>
            <p:ph idx="1" type="body"/>
          </p:nvPr>
        </p:nvSpPr>
        <p:spPr>
          <a:xfrm>
            <a:off x="713250" y="1246975"/>
            <a:ext cx="7717500" cy="3357000"/>
          </a:xfrm>
          <a:prstGeom prst="rect">
            <a:avLst/>
          </a:prstGeom>
          <a:noFill/>
          <a:ln>
            <a:noFill/>
          </a:ln>
        </p:spPr>
        <p:txBody>
          <a:bodyPr anchorCtr="0" anchor="ctr"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
        <p:nvSpPr>
          <p:cNvPr id="5740" name="Google Shape;5740;p74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376" r:id="rId1"/>
    <p:sldLayoutId id="2147484377" r:id="rId2"/>
    <p:sldLayoutId id="2147484378" r:id="rId3"/>
    <p:sldLayoutId id="2147484379" r:id="rId4"/>
    <p:sldLayoutId id="2147484380" r:id="rId5"/>
    <p:sldLayoutId id="2147484381" r:id="rId6"/>
    <p:sldLayoutId id="2147484382" r:id="rId7"/>
    <p:sldLayoutId id="2147484383" r:id="rId8"/>
    <p:sldLayoutId id="2147484384" r:id="rId9"/>
    <p:sldLayoutId id="2147484385" r:id="rId10"/>
    <p:sldLayoutId id="2147484386" r:id="rId11"/>
    <p:sldLayoutId id="2147484387" r:id="rId12"/>
    <p:sldLayoutId id="2147484388" r:id="rId13"/>
    <p:sldLayoutId id="2147484389" r:id="rId14"/>
    <p:sldLayoutId id="2147484390" r:id="rId15"/>
    <p:sldLayoutId id="2147484391" r:id="rId16"/>
    <p:sldLayoutId id="2147484392" r:id="rId17"/>
    <p:sldLayoutId id="2147484393" r:id="rId18"/>
    <p:sldLayoutId id="2147484394" r:id="rId19"/>
    <p:sldLayoutId id="2147484395" r:id="rId20"/>
    <p:sldLayoutId id="2147484396" r:id="rId21"/>
    <p:sldLayoutId id="2147484397" r:id="rId22"/>
    <p:sldLayoutId id="2147484398" r:id="rId23"/>
    <p:sldLayoutId id="2147484399" r:id="rId24"/>
    <p:sldLayoutId id="2147484400" r:id="rId25"/>
    <p:sldLayoutId id="2147484401" r:id="rId26"/>
    <p:sldLayoutId id="2147484402" r:id="rId27"/>
    <p:sldLayoutId id="2147484403" r:id="rId28"/>
    <p:sldLayoutId id="2147484404" r:id="rId29"/>
    <p:sldLayoutId id="2147484405" r:id="rId30"/>
    <p:sldLayoutId id="2147484406" r:id="rId31"/>
    <p:sldLayoutId id="2147484407" r:id="rId32"/>
    <p:sldLayoutId id="2147484408" r:id="rId33"/>
    <p:sldLayoutId id="2147484409" r:id="rId34"/>
    <p:sldLayoutId id="2147484410" r:id="rId35"/>
    <p:sldLayoutId id="2147484411" r:id="rId36"/>
    <p:sldLayoutId id="2147484412" r:id="rId37"/>
    <p:sldLayoutId id="2147484413" r:id="rId38"/>
    <p:sldLayoutId id="2147484414" r:id="rId39"/>
    <p:sldLayoutId id="2147484415" r:id="rId40"/>
    <p:sldLayoutId id="2147484416" r:id="rId41"/>
    <p:sldLayoutId id="2147484417" r:id="rId42"/>
    <p:sldLayoutId id="2147484418" r:id="rId43"/>
    <p:sldLayoutId id="2147484419" r:id="rId44"/>
    <p:sldLayoutId id="2147484420" r:id="rId45"/>
    <p:sldLayoutId id="2147484421" r:id="rId46"/>
    <p:sldLayoutId id="2147484422" r:id="rId47"/>
    <p:sldLayoutId id="2147484423" r:id="rId48"/>
    <p:sldLayoutId id="2147484424" r:id="rId49"/>
    <p:sldLayoutId id="2147484425" r:id="rId50"/>
    <p:sldLayoutId id="2147484426" r:id="rId51"/>
    <p:sldLayoutId id="2147484427" r:id="rId52"/>
    <p:sldLayoutId id="2147484428" r:id="rId53"/>
    <p:sldLayoutId id="2147484429" r:id="rId54"/>
    <p:sldLayoutId id="2147484430" r:id="rId5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16.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6174" name="Shape 6174"/>
        <p:cNvGrpSpPr/>
        <p:nvPr/>
      </p:nvGrpSpPr>
      <p:grpSpPr>
        <a:xfrm>
          <a:off x="0" y="0"/>
          <a:ext cx="0" cy="0"/>
          <a:chOff x="0" y="0"/>
          <a:chExt cx="0" cy="0"/>
        </a:xfrm>
      </p:grpSpPr>
      <p:sp>
        <p:nvSpPr>
          <p:cNvPr id="6175" name="Google Shape;6175;p799"/>
          <p:cNvSpPr txBox="1"/>
          <p:nvPr>
            <p:ph type="title"/>
          </p:nvPr>
        </p:nvSpPr>
        <p:spPr>
          <a:xfrm>
            <a:off x="713250" y="539525"/>
            <a:ext cx="77175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6176" name="Google Shape;6176;p799"/>
          <p:cNvSpPr txBox="1"/>
          <p:nvPr>
            <p:ph idx="1" type="body"/>
          </p:nvPr>
        </p:nvSpPr>
        <p:spPr>
          <a:xfrm>
            <a:off x="713250" y="1246975"/>
            <a:ext cx="7717500" cy="3357000"/>
          </a:xfrm>
          <a:prstGeom prst="rect">
            <a:avLst/>
          </a:prstGeom>
          <a:noFill/>
          <a:ln>
            <a:noFill/>
          </a:ln>
        </p:spPr>
        <p:txBody>
          <a:bodyPr anchorCtr="0" anchor="ctr"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
        <p:nvSpPr>
          <p:cNvPr id="6177" name="Google Shape;6177;p799"/>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431" r:id="rId1"/>
    <p:sldLayoutId id="2147484432" r:id="rId2"/>
    <p:sldLayoutId id="2147484433" r:id="rId3"/>
    <p:sldLayoutId id="2147484434" r:id="rId4"/>
    <p:sldLayoutId id="2147484435" r:id="rId5"/>
    <p:sldLayoutId id="2147484436" r:id="rId6"/>
    <p:sldLayoutId id="2147484437" r:id="rId7"/>
    <p:sldLayoutId id="2147484438" r:id="rId8"/>
    <p:sldLayoutId id="2147484439" r:id="rId9"/>
    <p:sldLayoutId id="2147484440" r:id="rId10"/>
    <p:sldLayoutId id="2147484441" r:id="rId11"/>
    <p:sldLayoutId id="2147484442" r:id="rId12"/>
    <p:sldLayoutId id="2147484443" r:id="rId13"/>
    <p:sldLayoutId id="2147484444" r:id="rId14"/>
    <p:sldLayoutId id="2147484445" r:id="rId15"/>
    <p:sldLayoutId id="2147484446" r:id="rId16"/>
    <p:sldLayoutId id="2147484447" r:id="rId17"/>
    <p:sldLayoutId id="2147484448" r:id="rId18"/>
    <p:sldLayoutId id="2147484449" r:id="rId19"/>
    <p:sldLayoutId id="2147484450" r:id="rId20"/>
    <p:sldLayoutId id="2147484451" r:id="rId21"/>
    <p:sldLayoutId id="2147484452" r:id="rId22"/>
    <p:sldLayoutId id="2147484453" r:id="rId23"/>
    <p:sldLayoutId id="2147484454" r:id="rId24"/>
    <p:sldLayoutId id="2147484455" r:id="rId25"/>
    <p:sldLayoutId id="2147484456" r:id="rId26"/>
    <p:sldLayoutId id="2147484457" r:id="rId27"/>
    <p:sldLayoutId id="2147484458" r:id="rId28"/>
    <p:sldLayoutId id="2147484459" r:id="rId29"/>
    <p:sldLayoutId id="2147484460" r:id="rId30"/>
    <p:sldLayoutId id="2147484461" r:id="rId31"/>
    <p:sldLayoutId id="2147484462" r:id="rId32"/>
    <p:sldLayoutId id="2147484463" r:id="rId33"/>
    <p:sldLayoutId id="2147484464" r:id="rId34"/>
    <p:sldLayoutId id="2147484465" r:id="rId35"/>
    <p:sldLayoutId id="2147484466" r:id="rId36"/>
    <p:sldLayoutId id="2147484467" r:id="rId37"/>
    <p:sldLayoutId id="2147484468" r:id="rId38"/>
    <p:sldLayoutId id="2147484469" r:id="rId39"/>
    <p:sldLayoutId id="2147484470" r:id="rId40"/>
    <p:sldLayoutId id="2147484471" r:id="rId41"/>
    <p:sldLayoutId id="2147484472" r:id="rId42"/>
    <p:sldLayoutId id="2147484473" r:id="rId43"/>
    <p:sldLayoutId id="2147484474" r:id="rId44"/>
    <p:sldLayoutId id="2147484475" r:id="rId45"/>
    <p:sldLayoutId id="2147484476" r:id="rId46"/>
    <p:sldLayoutId id="2147484477" r:id="rId47"/>
    <p:sldLayoutId id="2147484478" r:id="rId48"/>
    <p:sldLayoutId id="2147484479" r:id="rId49"/>
    <p:sldLayoutId id="2147484480" r:id="rId50"/>
    <p:sldLayoutId id="2147484481" r:id="rId51"/>
    <p:sldLayoutId id="2147484482" r:id="rId52"/>
    <p:sldLayoutId id="2147484483" r:id="rId53"/>
    <p:sldLayoutId id="2147484484" r:id="rId54"/>
    <p:sldLayoutId id="2147484485" r:id="rId5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17.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6611" name="Shape 6611"/>
        <p:cNvGrpSpPr/>
        <p:nvPr/>
      </p:nvGrpSpPr>
      <p:grpSpPr>
        <a:xfrm>
          <a:off x="0" y="0"/>
          <a:ext cx="0" cy="0"/>
          <a:chOff x="0" y="0"/>
          <a:chExt cx="0" cy="0"/>
        </a:xfrm>
      </p:grpSpPr>
      <p:sp>
        <p:nvSpPr>
          <p:cNvPr id="6612" name="Google Shape;6612;p855"/>
          <p:cNvSpPr txBox="1"/>
          <p:nvPr>
            <p:ph type="title"/>
          </p:nvPr>
        </p:nvSpPr>
        <p:spPr>
          <a:xfrm>
            <a:off x="713250" y="539525"/>
            <a:ext cx="77175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6613" name="Google Shape;6613;p855"/>
          <p:cNvSpPr txBox="1"/>
          <p:nvPr>
            <p:ph idx="1" type="body"/>
          </p:nvPr>
        </p:nvSpPr>
        <p:spPr>
          <a:xfrm>
            <a:off x="713250" y="1246975"/>
            <a:ext cx="7717500" cy="3357000"/>
          </a:xfrm>
          <a:prstGeom prst="rect">
            <a:avLst/>
          </a:prstGeom>
          <a:noFill/>
          <a:ln>
            <a:noFill/>
          </a:ln>
        </p:spPr>
        <p:txBody>
          <a:bodyPr anchorCtr="0" anchor="ctr"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
        <p:nvSpPr>
          <p:cNvPr id="6614" name="Google Shape;6614;p855"/>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486" r:id="rId1"/>
    <p:sldLayoutId id="2147484487" r:id="rId2"/>
    <p:sldLayoutId id="2147484488" r:id="rId3"/>
    <p:sldLayoutId id="2147484489" r:id="rId4"/>
    <p:sldLayoutId id="2147484490" r:id="rId5"/>
    <p:sldLayoutId id="2147484491" r:id="rId6"/>
    <p:sldLayoutId id="2147484492" r:id="rId7"/>
    <p:sldLayoutId id="2147484493" r:id="rId8"/>
    <p:sldLayoutId id="2147484494" r:id="rId9"/>
    <p:sldLayoutId id="2147484495" r:id="rId10"/>
    <p:sldLayoutId id="2147484496" r:id="rId11"/>
    <p:sldLayoutId id="2147484497" r:id="rId12"/>
    <p:sldLayoutId id="2147484498" r:id="rId13"/>
    <p:sldLayoutId id="2147484499" r:id="rId14"/>
    <p:sldLayoutId id="2147484500" r:id="rId15"/>
    <p:sldLayoutId id="2147484501" r:id="rId16"/>
    <p:sldLayoutId id="2147484502" r:id="rId17"/>
    <p:sldLayoutId id="2147484503" r:id="rId18"/>
    <p:sldLayoutId id="2147484504" r:id="rId19"/>
    <p:sldLayoutId id="2147484505" r:id="rId20"/>
    <p:sldLayoutId id="2147484506" r:id="rId21"/>
    <p:sldLayoutId id="2147484507" r:id="rId22"/>
    <p:sldLayoutId id="2147484508" r:id="rId23"/>
    <p:sldLayoutId id="2147484509" r:id="rId24"/>
    <p:sldLayoutId id="2147484510" r:id="rId25"/>
    <p:sldLayoutId id="2147484511" r:id="rId26"/>
    <p:sldLayoutId id="2147484512" r:id="rId27"/>
    <p:sldLayoutId id="2147484513" r:id="rId28"/>
    <p:sldLayoutId id="2147484514" r:id="rId29"/>
    <p:sldLayoutId id="2147484515" r:id="rId30"/>
    <p:sldLayoutId id="2147484516" r:id="rId31"/>
    <p:sldLayoutId id="2147484517" r:id="rId32"/>
    <p:sldLayoutId id="2147484518" r:id="rId33"/>
    <p:sldLayoutId id="2147484519" r:id="rId34"/>
    <p:sldLayoutId id="2147484520" r:id="rId35"/>
    <p:sldLayoutId id="2147484521" r:id="rId36"/>
    <p:sldLayoutId id="2147484522" r:id="rId37"/>
    <p:sldLayoutId id="2147484523" r:id="rId38"/>
    <p:sldLayoutId id="2147484524" r:id="rId39"/>
    <p:sldLayoutId id="2147484525" r:id="rId40"/>
    <p:sldLayoutId id="2147484526" r:id="rId41"/>
    <p:sldLayoutId id="2147484527" r:id="rId42"/>
    <p:sldLayoutId id="2147484528" r:id="rId43"/>
    <p:sldLayoutId id="2147484529" r:id="rId44"/>
    <p:sldLayoutId id="2147484530" r:id="rId45"/>
    <p:sldLayoutId id="2147484531" r:id="rId46"/>
    <p:sldLayoutId id="2147484532" r:id="rId47"/>
    <p:sldLayoutId id="2147484533" r:id="rId48"/>
    <p:sldLayoutId id="2147484534" r:id="rId49"/>
    <p:sldLayoutId id="2147484535" r:id="rId50"/>
    <p:sldLayoutId id="2147484536" r:id="rId51"/>
    <p:sldLayoutId id="2147484537" r:id="rId52"/>
    <p:sldLayoutId id="2147484538" r:id="rId53"/>
    <p:sldLayoutId id="2147484539" r:id="rId54"/>
    <p:sldLayoutId id="2147484540" r:id="rId5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18.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7048" name="Shape 7048"/>
        <p:cNvGrpSpPr/>
        <p:nvPr/>
      </p:nvGrpSpPr>
      <p:grpSpPr>
        <a:xfrm>
          <a:off x="0" y="0"/>
          <a:ext cx="0" cy="0"/>
          <a:chOff x="0" y="0"/>
          <a:chExt cx="0" cy="0"/>
        </a:xfrm>
      </p:grpSpPr>
      <p:sp>
        <p:nvSpPr>
          <p:cNvPr id="7049" name="Google Shape;7049;p911"/>
          <p:cNvSpPr txBox="1"/>
          <p:nvPr>
            <p:ph type="title"/>
          </p:nvPr>
        </p:nvSpPr>
        <p:spPr>
          <a:xfrm>
            <a:off x="713250" y="539525"/>
            <a:ext cx="77175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7050" name="Google Shape;7050;p911"/>
          <p:cNvSpPr txBox="1"/>
          <p:nvPr>
            <p:ph idx="1" type="body"/>
          </p:nvPr>
        </p:nvSpPr>
        <p:spPr>
          <a:xfrm>
            <a:off x="713250" y="1246975"/>
            <a:ext cx="7717500" cy="3357000"/>
          </a:xfrm>
          <a:prstGeom prst="rect">
            <a:avLst/>
          </a:prstGeom>
          <a:noFill/>
          <a:ln>
            <a:noFill/>
          </a:ln>
        </p:spPr>
        <p:txBody>
          <a:bodyPr anchorCtr="0" anchor="ctr"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
        <p:nvSpPr>
          <p:cNvPr id="7051" name="Google Shape;7051;p91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541" r:id="rId1"/>
    <p:sldLayoutId id="2147484542" r:id="rId2"/>
    <p:sldLayoutId id="2147484543" r:id="rId3"/>
    <p:sldLayoutId id="2147484544" r:id="rId4"/>
    <p:sldLayoutId id="2147484545" r:id="rId5"/>
    <p:sldLayoutId id="2147484546" r:id="rId6"/>
    <p:sldLayoutId id="2147484547" r:id="rId7"/>
    <p:sldLayoutId id="2147484548" r:id="rId8"/>
    <p:sldLayoutId id="2147484549" r:id="rId9"/>
    <p:sldLayoutId id="2147484550" r:id="rId10"/>
    <p:sldLayoutId id="2147484551" r:id="rId11"/>
    <p:sldLayoutId id="2147484552" r:id="rId12"/>
    <p:sldLayoutId id="2147484553" r:id="rId13"/>
    <p:sldLayoutId id="2147484554" r:id="rId14"/>
    <p:sldLayoutId id="2147484555" r:id="rId15"/>
    <p:sldLayoutId id="2147484556" r:id="rId16"/>
    <p:sldLayoutId id="2147484557" r:id="rId17"/>
    <p:sldLayoutId id="2147484558" r:id="rId18"/>
    <p:sldLayoutId id="2147484559" r:id="rId19"/>
    <p:sldLayoutId id="2147484560" r:id="rId20"/>
    <p:sldLayoutId id="2147484561" r:id="rId21"/>
    <p:sldLayoutId id="2147484562" r:id="rId22"/>
    <p:sldLayoutId id="2147484563" r:id="rId23"/>
    <p:sldLayoutId id="2147484564" r:id="rId24"/>
    <p:sldLayoutId id="2147484565" r:id="rId25"/>
    <p:sldLayoutId id="2147484566" r:id="rId26"/>
    <p:sldLayoutId id="2147484567" r:id="rId27"/>
    <p:sldLayoutId id="2147484568" r:id="rId28"/>
    <p:sldLayoutId id="2147484569" r:id="rId29"/>
    <p:sldLayoutId id="2147484570" r:id="rId30"/>
    <p:sldLayoutId id="2147484571" r:id="rId31"/>
    <p:sldLayoutId id="2147484572" r:id="rId32"/>
    <p:sldLayoutId id="2147484573" r:id="rId33"/>
    <p:sldLayoutId id="2147484574" r:id="rId34"/>
    <p:sldLayoutId id="2147484575" r:id="rId35"/>
    <p:sldLayoutId id="2147484576" r:id="rId36"/>
    <p:sldLayoutId id="2147484577" r:id="rId37"/>
    <p:sldLayoutId id="2147484578" r:id="rId38"/>
    <p:sldLayoutId id="2147484579" r:id="rId39"/>
    <p:sldLayoutId id="2147484580" r:id="rId40"/>
    <p:sldLayoutId id="2147484581" r:id="rId41"/>
    <p:sldLayoutId id="2147484582" r:id="rId42"/>
    <p:sldLayoutId id="2147484583" r:id="rId43"/>
    <p:sldLayoutId id="2147484584" r:id="rId44"/>
    <p:sldLayoutId id="2147484585" r:id="rId45"/>
    <p:sldLayoutId id="2147484586" r:id="rId46"/>
    <p:sldLayoutId id="2147484587" r:id="rId47"/>
    <p:sldLayoutId id="2147484588" r:id="rId48"/>
    <p:sldLayoutId id="2147484589" r:id="rId49"/>
    <p:sldLayoutId id="2147484590" r:id="rId50"/>
    <p:sldLayoutId id="2147484591" r:id="rId51"/>
    <p:sldLayoutId id="2147484592" r:id="rId52"/>
    <p:sldLayoutId id="2147484593" r:id="rId53"/>
    <p:sldLayoutId id="2147484594" r:id="rId54"/>
    <p:sldLayoutId id="2147484595" r:id="rId5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19.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7485" name="Shape 7485"/>
        <p:cNvGrpSpPr/>
        <p:nvPr/>
      </p:nvGrpSpPr>
      <p:grpSpPr>
        <a:xfrm>
          <a:off x="0" y="0"/>
          <a:ext cx="0" cy="0"/>
          <a:chOff x="0" y="0"/>
          <a:chExt cx="0" cy="0"/>
        </a:xfrm>
      </p:grpSpPr>
      <p:sp>
        <p:nvSpPr>
          <p:cNvPr id="7486" name="Google Shape;7486;p967"/>
          <p:cNvSpPr txBox="1"/>
          <p:nvPr>
            <p:ph type="title"/>
          </p:nvPr>
        </p:nvSpPr>
        <p:spPr>
          <a:xfrm>
            <a:off x="713250" y="539525"/>
            <a:ext cx="77175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7487" name="Google Shape;7487;p967"/>
          <p:cNvSpPr txBox="1"/>
          <p:nvPr>
            <p:ph idx="1" type="body"/>
          </p:nvPr>
        </p:nvSpPr>
        <p:spPr>
          <a:xfrm>
            <a:off x="713250" y="1246975"/>
            <a:ext cx="7717500" cy="3357000"/>
          </a:xfrm>
          <a:prstGeom prst="rect">
            <a:avLst/>
          </a:prstGeom>
          <a:noFill/>
          <a:ln>
            <a:noFill/>
          </a:ln>
        </p:spPr>
        <p:txBody>
          <a:bodyPr anchorCtr="0" anchor="ctr"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
        <p:nvSpPr>
          <p:cNvPr id="7488" name="Google Shape;7488;p967"/>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596" r:id="rId1"/>
    <p:sldLayoutId id="2147484597" r:id="rId2"/>
    <p:sldLayoutId id="2147484598" r:id="rId3"/>
    <p:sldLayoutId id="2147484599" r:id="rId4"/>
    <p:sldLayoutId id="2147484600" r:id="rId5"/>
    <p:sldLayoutId id="2147484601" r:id="rId6"/>
    <p:sldLayoutId id="2147484602" r:id="rId7"/>
    <p:sldLayoutId id="2147484603" r:id="rId8"/>
    <p:sldLayoutId id="2147484604" r:id="rId9"/>
    <p:sldLayoutId id="2147484605" r:id="rId10"/>
    <p:sldLayoutId id="2147484606" r:id="rId11"/>
    <p:sldLayoutId id="2147484607" r:id="rId12"/>
    <p:sldLayoutId id="2147484608" r:id="rId13"/>
    <p:sldLayoutId id="2147484609" r:id="rId14"/>
    <p:sldLayoutId id="2147484610" r:id="rId15"/>
    <p:sldLayoutId id="2147484611" r:id="rId16"/>
    <p:sldLayoutId id="2147484612" r:id="rId17"/>
    <p:sldLayoutId id="2147484613" r:id="rId18"/>
    <p:sldLayoutId id="2147484614" r:id="rId19"/>
    <p:sldLayoutId id="2147484615" r:id="rId20"/>
    <p:sldLayoutId id="2147484616" r:id="rId21"/>
    <p:sldLayoutId id="2147484617" r:id="rId22"/>
    <p:sldLayoutId id="2147484618" r:id="rId23"/>
    <p:sldLayoutId id="2147484619" r:id="rId24"/>
    <p:sldLayoutId id="2147484620" r:id="rId25"/>
    <p:sldLayoutId id="2147484621" r:id="rId26"/>
    <p:sldLayoutId id="2147484622" r:id="rId27"/>
    <p:sldLayoutId id="2147484623" r:id="rId28"/>
    <p:sldLayoutId id="2147484624" r:id="rId29"/>
    <p:sldLayoutId id="2147484625" r:id="rId30"/>
    <p:sldLayoutId id="2147484626" r:id="rId31"/>
    <p:sldLayoutId id="2147484627" r:id="rId32"/>
    <p:sldLayoutId id="2147484628" r:id="rId33"/>
    <p:sldLayoutId id="2147484629" r:id="rId34"/>
    <p:sldLayoutId id="2147484630" r:id="rId35"/>
    <p:sldLayoutId id="2147484631" r:id="rId36"/>
    <p:sldLayoutId id="2147484632" r:id="rId37"/>
    <p:sldLayoutId id="2147484633" r:id="rId38"/>
    <p:sldLayoutId id="2147484634" r:id="rId39"/>
    <p:sldLayoutId id="2147484635" r:id="rId40"/>
    <p:sldLayoutId id="2147484636" r:id="rId41"/>
    <p:sldLayoutId id="2147484637" r:id="rId42"/>
    <p:sldLayoutId id="2147484638" r:id="rId43"/>
    <p:sldLayoutId id="2147484639" r:id="rId44"/>
    <p:sldLayoutId id="2147484640" r:id="rId45"/>
    <p:sldLayoutId id="2147484641" r:id="rId46"/>
    <p:sldLayoutId id="2147484642" r:id="rId47"/>
    <p:sldLayoutId id="2147484643" r:id="rId48"/>
    <p:sldLayoutId id="2147484644" r:id="rId49"/>
    <p:sldLayoutId id="2147484645" r:id="rId50"/>
    <p:sldLayoutId id="2147484646" r:id="rId51"/>
    <p:sldLayoutId id="2147484647" r:id="rId52"/>
    <p:sldLayoutId id="2147484648" r:id="rId53"/>
    <p:sldLayoutId id="2147484649" r:id="rId54"/>
    <p:sldLayoutId id="2147484650" r:id="rId5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0.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7922" name="Shape 7922"/>
        <p:cNvGrpSpPr/>
        <p:nvPr/>
      </p:nvGrpSpPr>
      <p:grpSpPr>
        <a:xfrm>
          <a:off x="0" y="0"/>
          <a:ext cx="0" cy="0"/>
          <a:chOff x="0" y="0"/>
          <a:chExt cx="0" cy="0"/>
        </a:xfrm>
      </p:grpSpPr>
      <p:sp>
        <p:nvSpPr>
          <p:cNvPr id="7923" name="Google Shape;7923;p1023"/>
          <p:cNvSpPr txBox="1"/>
          <p:nvPr>
            <p:ph type="title"/>
          </p:nvPr>
        </p:nvSpPr>
        <p:spPr>
          <a:xfrm>
            <a:off x="713250" y="539525"/>
            <a:ext cx="77175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7924" name="Google Shape;7924;p1023"/>
          <p:cNvSpPr txBox="1"/>
          <p:nvPr>
            <p:ph idx="1" type="body"/>
          </p:nvPr>
        </p:nvSpPr>
        <p:spPr>
          <a:xfrm>
            <a:off x="713250" y="1246975"/>
            <a:ext cx="7717500" cy="3357000"/>
          </a:xfrm>
          <a:prstGeom prst="rect">
            <a:avLst/>
          </a:prstGeom>
          <a:noFill/>
          <a:ln>
            <a:noFill/>
          </a:ln>
        </p:spPr>
        <p:txBody>
          <a:bodyPr anchorCtr="0" anchor="ctr"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
        <p:nvSpPr>
          <p:cNvPr id="7925" name="Google Shape;7925;p102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651" r:id="rId1"/>
    <p:sldLayoutId id="2147484652" r:id="rId2"/>
    <p:sldLayoutId id="2147484653" r:id="rId3"/>
    <p:sldLayoutId id="2147484654" r:id="rId4"/>
    <p:sldLayoutId id="2147484655" r:id="rId5"/>
    <p:sldLayoutId id="2147484656" r:id="rId6"/>
    <p:sldLayoutId id="2147484657" r:id="rId7"/>
    <p:sldLayoutId id="2147484658" r:id="rId8"/>
    <p:sldLayoutId id="2147484659" r:id="rId9"/>
    <p:sldLayoutId id="2147484660" r:id="rId10"/>
    <p:sldLayoutId id="2147484661" r:id="rId11"/>
    <p:sldLayoutId id="2147484662" r:id="rId12"/>
    <p:sldLayoutId id="2147484663" r:id="rId13"/>
    <p:sldLayoutId id="2147484664" r:id="rId14"/>
    <p:sldLayoutId id="2147484665" r:id="rId15"/>
    <p:sldLayoutId id="2147484666" r:id="rId16"/>
    <p:sldLayoutId id="2147484667" r:id="rId17"/>
    <p:sldLayoutId id="2147484668" r:id="rId18"/>
    <p:sldLayoutId id="2147484669" r:id="rId19"/>
    <p:sldLayoutId id="2147484670" r:id="rId20"/>
    <p:sldLayoutId id="2147484671" r:id="rId21"/>
    <p:sldLayoutId id="2147484672" r:id="rId22"/>
    <p:sldLayoutId id="2147484673" r:id="rId23"/>
    <p:sldLayoutId id="2147484674" r:id="rId24"/>
    <p:sldLayoutId id="2147484675" r:id="rId25"/>
    <p:sldLayoutId id="2147484676" r:id="rId26"/>
    <p:sldLayoutId id="2147484677" r:id="rId27"/>
    <p:sldLayoutId id="2147484678" r:id="rId28"/>
    <p:sldLayoutId id="2147484679" r:id="rId29"/>
    <p:sldLayoutId id="2147484680" r:id="rId30"/>
    <p:sldLayoutId id="2147484681" r:id="rId31"/>
    <p:sldLayoutId id="2147484682" r:id="rId32"/>
    <p:sldLayoutId id="2147484683" r:id="rId33"/>
    <p:sldLayoutId id="2147484684" r:id="rId34"/>
    <p:sldLayoutId id="2147484685" r:id="rId35"/>
    <p:sldLayoutId id="2147484686" r:id="rId36"/>
    <p:sldLayoutId id="2147484687" r:id="rId37"/>
    <p:sldLayoutId id="2147484688" r:id="rId38"/>
    <p:sldLayoutId id="2147484689" r:id="rId39"/>
    <p:sldLayoutId id="2147484690" r:id="rId40"/>
    <p:sldLayoutId id="2147484691" r:id="rId41"/>
    <p:sldLayoutId id="2147484692" r:id="rId42"/>
    <p:sldLayoutId id="2147484693" r:id="rId43"/>
    <p:sldLayoutId id="2147484694" r:id="rId44"/>
    <p:sldLayoutId id="2147484695" r:id="rId45"/>
    <p:sldLayoutId id="2147484696" r:id="rId46"/>
    <p:sldLayoutId id="2147484697" r:id="rId47"/>
    <p:sldLayoutId id="2147484698" r:id="rId48"/>
    <p:sldLayoutId id="2147484699" r:id="rId49"/>
    <p:sldLayoutId id="2147484700" r:id="rId50"/>
    <p:sldLayoutId id="2147484701" r:id="rId51"/>
    <p:sldLayoutId id="2147484702" r:id="rId52"/>
    <p:sldLayoutId id="2147484703" r:id="rId53"/>
    <p:sldLayoutId id="2147484704" r:id="rId54"/>
    <p:sldLayoutId id="2147484705" r:id="rId5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8359" name="Shape 8359"/>
        <p:cNvGrpSpPr/>
        <p:nvPr/>
      </p:nvGrpSpPr>
      <p:grpSpPr>
        <a:xfrm>
          <a:off x="0" y="0"/>
          <a:ext cx="0" cy="0"/>
          <a:chOff x="0" y="0"/>
          <a:chExt cx="0" cy="0"/>
        </a:xfrm>
      </p:grpSpPr>
      <p:sp>
        <p:nvSpPr>
          <p:cNvPr id="8360" name="Google Shape;8360;p1079"/>
          <p:cNvSpPr txBox="1"/>
          <p:nvPr>
            <p:ph type="title"/>
          </p:nvPr>
        </p:nvSpPr>
        <p:spPr>
          <a:xfrm>
            <a:off x="713250" y="539525"/>
            <a:ext cx="77175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8361" name="Google Shape;8361;p1079"/>
          <p:cNvSpPr txBox="1"/>
          <p:nvPr>
            <p:ph idx="1" type="body"/>
          </p:nvPr>
        </p:nvSpPr>
        <p:spPr>
          <a:xfrm>
            <a:off x="713250" y="1246975"/>
            <a:ext cx="7717500" cy="3357000"/>
          </a:xfrm>
          <a:prstGeom prst="rect">
            <a:avLst/>
          </a:prstGeom>
          <a:noFill/>
          <a:ln>
            <a:noFill/>
          </a:ln>
        </p:spPr>
        <p:txBody>
          <a:bodyPr anchorCtr="0" anchor="ctr"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
        <p:nvSpPr>
          <p:cNvPr id="8362" name="Google Shape;8362;p1079"/>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706" r:id="rId1"/>
    <p:sldLayoutId id="2147484707" r:id="rId2"/>
    <p:sldLayoutId id="2147484708" r:id="rId3"/>
    <p:sldLayoutId id="2147484709" r:id="rId4"/>
    <p:sldLayoutId id="2147484710" r:id="rId5"/>
    <p:sldLayoutId id="2147484711" r:id="rId6"/>
    <p:sldLayoutId id="2147484712" r:id="rId7"/>
    <p:sldLayoutId id="2147484713" r:id="rId8"/>
    <p:sldLayoutId id="2147484714" r:id="rId9"/>
    <p:sldLayoutId id="2147484715" r:id="rId10"/>
    <p:sldLayoutId id="2147484716" r:id="rId11"/>
    <p:sldLayoutId id="2147484717" r:id="rId12"/>
    <p:sldLayoutId id="2147484718" r:id="rId13"/>
    <p:sldLayoutId id="2147484719" r:id="rId14"/>
    <p:sldLayoutId id="2147484720" r:id="rId15"/>
    <p:sldLayoutId id="2147484721" r:id="rId16"/>
    <p:sldLayoutId id="2147484722" r:id="rId17"/>
    <p:sldLayoutId id="2147484723" r:id="rId18"/>
    <p:sldLayoutId id="2147484724" r:id="rId19"/>
    <p:sldLayoutId id="2147484725" r:id="rId20"/>
    <p:sldLayoutId id="2147484726" r:id="rId21"/>
    <p:sldLayoutId id="2147484727" r:id="rId22"/>
    <p:sldLayoutId id="2147484728" r:id="rId23"/>
    <p:sldLayoutId id="2147484729" r:id="rId24"/>
    <p:sldLayoutId id="2147484730" r:id="rId25"/>
    <p:sldLayoutId id="2147484731" r:id="rId26"/>
    <p:sldLayoutId id="2147484732" r:id="rId27"/>
    <p:sldLayoutId id="2147484733" r:id="rId28"/>
    <p:sldLayoutId id="2147484734" r:id="rId29"/>
    <p:sldLayoutId id="2147484735" r:id="rId30"/>
    <p:sldLayoutId id="2147484736" r:id="rId31"/>
    <p:sldLayoutId id="2147484737" r:id="rId32"/>
    <p:sldLayoutId id="2147484738" r:id="rId33"/>
    <p:sldLayoutId id="2147484739" r:id="rId34"/>
    <p:sldLayoutId id="2147484740" r:id="rId35"/>
    <p:sldLayoutId id="2147484741" r:id="rId36"/>
    <p:sldLayoutId id="2147484742" r:id="rId37"/>
    <p:sldLayoutId id="2147484743" r:id="rId38"/>
    <p:sldLayoutId id="2147484744" r:id="rId39"/>
    <p:sldLayoutId id="2147484745" r:id="rId40"/>
    <p:sldLayoutId id="2147484746" r:id="rId41"/>
    <p:sldLayoutId id="2147484747" r:id="rId42"/>
    <p:sldLayoutId id="2147484748" r:id="rId43"/>
    <p:sldLayoutId id="2147484749" r:id="rId44"/>
    <p:sldLayoutId id="2147484750" r:id="rId45"/>
    <p:sldLayoutId id="2147484751" r:id="rId46"/>
    <p:sldLayoutId id="2147484752" r:id="rId47"/>
    <p:sldLayoutId id="2147484753" r:id="rId48"/>
    <p:sldLayoutId id="2147484754" r:id="rId49"/>
    <p:sldLayoutId id="2147484755" r:id="rId50"/>
    <p:sldLayoutId id="2147484756" r:id="rId51"/>
    <p:sldLayoutId id="2147484757" r:id="rId52"/>
    <p:sldLayoutId id="2147484758" r:id="rId53"/>
    <p:sldLayoutId id="2147484759" r:id="rId54"/>
    <p:sldLayoutId id="2147484760" r:id="rId5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8796" name="Shape 8796"/>
        <p:cNvGrpSpPr/>
        <p:nvPr/>
      </p:nvGrpSpPr>
      <p:grpSpPr>
        <a:xfrm>
          <a:off x="0" y="0"/>
          <a:ext cx="0" cy="0"/>
          <a:chOff x="0" y="0"/>
          <a:chExt cx="0" cy="0"/>
        </a:xfrm>
      </p:grpSpPr>
      <p:sp>
        <p:nvSpPr>
          <p:cNvPr id="8797" name="Google Shape;8797;p1135"/>
          <p:cNvSpPr txBox="1"/>
          <p:nvPr>
            <p:ph type="title"/>
          </p:nvPr>
        </p:nvSpPr>
        <p:spPr>
          <a:xfrm>
            <a:off x="713250" y="539525"/>
            <a:ext cx="77175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8798" name="Google Shape;8798;p1135"/>
          <p:cNvSpPr txBox="1"/>
          <p:nvPr>
            <p:ph idx="1" type="body"/>
          </p:nvPr>
        </p:nvSpPr>
        <p:spPr>
          <a:xfrm>
            <a:off x="713250" y="1246975"/>
            <a:ext cx="7717500" cy="3357000"/>
          </a:xfrm>
          <a:prstGeom prst="rect">
            <a:avLst/>
          </a:prstGeom>
          <a:noFill/>
          <a:ln>
            <a:noFill/>
          </a:ln>
        </p:spPr>
        <p:txBody>
          <a:bodyPr anchorCtr="0" anchor="ctr"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
        <p:nvSpPr>
          <p:cNvPr id="8799" name="Google Shape;8799;p1135"/>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761" r:id="rId1"/>
    <p:sldLayoutId id="2147484762" r:id="rId2"/>
    <p:sldLayoutId id="2147484763" r:id="rId3"/>
    <p:sldLayoutId id="2147484764" r:id="rId4"/>
    <p:sldLayoutId id="2147484765" r:id="rId5"/>
    <p:sldLayoutId id="2147484766" r:id="rId6"/>
    <p:sldLayoutId id="2147484767" r:id="rId7"/>
    <p:sldLayoutId id="2147484768" r:id="rId8"/>
    <p:sldLayoutId id="2147484769" r:id="rId9"/>
    <p:sldLayoutId id="2147484770" r:id="rId10"/>
    <p:sldLayoutId id="2147484771" r:id="rId11"/>
    <p:sldLayoutId id="2147484772" r:id="rId12"/>
    <p:sldLayoutId id="2147484773" r:id="rId13"/>
    <p:sldLayoutId id="2147484774" r:id="rId14"/>
    <p:sldLayoutId id="2147484775" r:id="rId15"/>
    <p:sldLayoutId id="2147484776" r:id="rId16"/>
    <p:sldLayoutId id="2147484777" r:id="rId17"/>
    <p:sldLayoutId id="2147484778" r:id="rId18"/>
    <p:sldLayoutId id="2147484779" r:id="rId19"/>
    <p:sldLayoutId id="2147484780" r:id="rId20"/>
    <p:sldLayoutId id="2147484781" r:id="rId21"/>
    <p:sldLayoutId id="2147484782" r:id="rId22"/>
    <p:sldLayoutId id="2147484783" r:id="rId23"/>
    <p:sldLayoutId id="2147484784" r:id="rId24"/>
    <p:sldLayoutId id="2147484785" r:id="rId25"/>
    <p:sldLayoutId id="2147484786" r:id="rId26"/>
    <p:sldLayoutId id="2147484787" r:id="rId27"/>
    <p:sldLayoutId id="2147484788" r:id="rId28"/>
    <p:sldLayoutId id="2147484789" r:id="rId29"/>
    <p:sldLayoutId id="2147484790" r:id="rId30"/>
    <p:sldLayoutId id="2147484791" r:id="rId31"/>
    <p:sldLayoutId id="2147484792" r:id="rId32"/>
    <p:sldLayoutId id="2147484793" r:id="rId33"/>
    <p:sldLayoutId id="2147484794" r:id="rId34"/>
    <p:sldLayoutId id="2147484795" r:id="rId35"/>
    <p:sldLayoutId id="2147484796" r:id="rId36"/>
    <p:sldLayoutId id="2147484797" r:id="rId37"/>
    <p:sldLayoutId id="2147484798" r:id="rId38"/>
    <p:sldLayoutId id="2147484799" r:id="rId39"/>
    <p:sldLayoutId id="2147484800" r:id="rId40"/>
    <p:sldLayoutId id="2147484801" r:id="rId41"/>
    <p:sldLayoutId id="2147484802" r:id="rId42"/>
    <p:sldLayoutId id="2147484803" r:id="rId43"/>
    <p:sldLayoutId id="2147484804" r:id="rId44"/>
    <p:sldLayoutId id="2147484805" r:id="rId45"/>
    <p:sldLayoutId id="2147484806" r:id="rId46"/>
    <p:sldLayoutId id="2147484807" r:id="rId47"/>
    <p:sldLayoutId id="2147484808" r:id="rId48"/>
    <p:sldLayoutId id="2147484809" r:id="rId49"/>
    <p:sldLayoutId id="2147484810" r:id="rId50"/>
    <p:sldLayoutId id="2147484811" r:id="rId51"/>
    <p:sldLayoutId id="2147484812" r:id="rId52"/>
    <p:sldLayoutId id="2147484813" r:id="rId53"/>
    <p:sldLayoutId id="2147484814" r:id="rId54"/>
    <p:sldLayoutId id="2147484815" r:id="rId5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9233" name="Shape 9233"/>
        <p:cNvGrpSpPr/>
        <p:nvPr/>
      </p:nvGrpSpPr>
      <p:grpSpPr>
        <a:xfrm>
          <a:off x="0" y="0"/>
          <a:ext cx="0" cy="0"/>
          <a:chOff x="0" y="0"/>
          <a:chExt cx="0" cy="0"/>
        </a:xfrm>
      </p:grpSpPr>
      <p:sp>
        <p:nvSpPr>
          <p:cNvPr id="9234" name="Google Shape;9234;p1191"/>
          <p:cNvSpPr txBox="1"/>
          <p:nvPr>
            <p:ph type="title"/>
          </p:nvPr>
        </p:nvSpPr>
        <p:spPr>
          <a:xfrm>
            <a:off x="713250" y="539525"/>
            <a:ext cx="77175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9235" name="Google Shape;9235;p1191"/>
          <p:cNvSpPr txBox="1"/>
          <p:nvPr>
            <p:ph idx="1" type="body"/>
          </p:nvPr>
        </p:nvSpPr>
        <p:spPr>
          <a:xfrm>
            <a:off x="713250" y="1246975"/>
            <a:ext cx="7717500" cy="3357000"/>
          </a:xfrm>
          <a:prstGeom prst="rect">
            <a:avLst/>
          </a:prstGeom>
          <a:noFill/>
          <a:ln>
            <a:noFill/>
          </a:ln>
        </p:spPr>
        <p:txBody>
          <a:bodyPr anchorCtr="0" anchor="ctr"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
        <p:nvSpPr>
          <p:cNvPr id="9236" name="Google Shape;9236;p119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816" r:id="rId1"/>
    <p:sldLayoutId id="2147484817" r:id="rId2"/>
    <p:sldLayoutId id="2147484818" r:id="rId3"/>
    <p:sldLayoutId id="2147484819" r:id="rId4"/>
    <p:sldLayoutId id="2147484820" r:id="rId5"/>
    <p:sldLayoutId id="2147484821" r:id="rId6"/>
    <p:sldLayoutId id="2147484822" r:id="rId7"/>
    <p:sldLayoutId id="2147484823" r:id="rId8"/>
    <p:sldLayoutId id="2147484824" r:id="rId9"/>
    <p:sldLayoutId id="2147484825" r:id="rId10"/>
    <p:sldLayoutId id="2147484826" r:id="rId11"/>
    <p:sldLayoutId id="2147484827" r:id="rId12"/>
    <p:sldLayoutId id="2147484828" r:id="rId13"/>
    <p:sldLayoutId id="2147484829" r:id="rId14"/>
    <p:sldLayoutId id="2147484830" r:id="rId15"/>
    <p:sldLayoutId id="2147484831" r:id="rId16"/>
    <p:sldLayoutId id="2147484832" r:id="rId17"/>
    <p:sldLayoutId id="2147484833" r:id="rId18"/>
    <p:sldLayoutId id="2147484834" r:id="rId19"/>
    <p:sldLayoutId id="2147484835" r:id="rId20"/>
    <p:sldLayoutId id="2147484836" r:id="rId21"/>
    <p:sldLayoutId id="2147484837" r:id="rId22"/>
    <p:sldLayoutId id="2147484838" r:id="rId23"/>
    <p:sldLayoutId id="2147484839" r:id="rId24"/>
    <p:sldLayoutId id="2147484840" r:id="rId25"/>
    <p:sldLayoutId id="2147484841" r:id="rId26"/>
    <p:sldLayoutId id="2147484842" r:id="rId27"/>
    <p:sldLayoutId id="2147484843" r:id="rId28"/>
    <p:sldLayoutId id="2147484844" r:id="rId29"/>
    <p:sldLayoutId id="2147484845" r:id="rId30"/>
    <p:sldLayoutId id="2147484846" r:id="rId31"/>
    <p:sldLayoutId id="2147484847" r:id="rId32"/>
    <p:sldLayoutId id="2147484848" r:id="rId33"/>
    <p:sldLayoutId id="2147484849" r:id="rId34"/>
    <p:sldLayoutId id="2147484850" r:id="rId35"/>
    <p:sldLayoutId id="2147484851" r:id="rId36"/>
    <p:sldLayoutId id="2147484852" r:id="rId37"/>
    <p:sldLayoutId id="2147484853" r:id="rId38"/>
    <p:sldLayoutId id="2147484854" r:id="rId39"/>
    <p:sldLayoutId id="2147484855" r:id="rId40"/>
    <p:sldLayoutId id="2147484856" r:id="rId41"/>
    <p:sldLayoutId id="2147484857" r:id="rId42"/>
    <p:sldLayoutId id="2147484858" r:id="rId43"/>
    <p:sldLayoutId id="2147484859" r:id="rId44"/>
    <p:sldLayoutId id="2147484860" r:id="rId45"/>
    <p:sldLayoutId id="2147484861" r:id="rId46"/>
    <p:sldLayoutId id="2147484862" r:id="rId47"/>
    <p:sldLayoutId id="2147484863" r:id="rId48"/>
    <p:sldLayoutId id="2147484864" r:id="rId49"/>
    <p:sldLayoutId id="2147484865" r:id="rId50"/>
    <p:sldLayoutId id="2147484866" r:id="rId51"/>
    <p:sldLayoutId id="2147484867" r:id="rId52"/>
    <p:sldLayoutId id="2147484868" r:id="rId53"/>
    <p:sldLayoutId id="2147484869" r:id="rId54"/>
    <p:sldLayoutId id="2147484870" r:id="rId5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4.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9670" name="Shape 9670"/>
        <p:cNvGrpSpPr/>
        <p:nvPr/>
      </p:nvGrpSpPr>
      <p:grpSpPr>
        <a:xfrm>
          <a:off x="0" y="0"/>
          <a:ext cx="0" cy="0"/>
          <a:chOff x="0" y="0"/>
          <a:chExt cx="0" cy="0"/>
        </a:xfrm>
      </p:grpSpPr>
      <p:sp>
        <p:nvSpPr>
          <p:cNvPr id="9671" name="Google Shape;9671;p1247"/>
          <p:cNvSpPr txBox="1"/>
          <p:nvPr>
            <p:ph type="title"/>
          </p:nvPr>
        </p:nvSpPr>
        <p:spPr>
          <a:xfrm>
            <a:off x="713250" y="539525"/>
            <a:ext cx="77175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9672" name="Google Shape;9672;p1247"/>
          <p:cNvSpPr txBox="1"/>
          <p:nvPr>
            <p:ph idx="1" type="body"/>
          </p:nvPr>
        </p:nvSpPr>
        <p:spPr>
          <a:xfrm>
            <a:off x="713250" y="1246975"/>
            <a:ext cx="7717500" cy="3357000"/>
          </a:xfrm>
          <a:prstGeom prst="rect">
            <a:avLst/>
          </a:prstGeom>
          <a:noFill/>
          <a:ln>
            <a:noFill/>
          </a:ln>
        </p:spPr>
        <p:txBody>
          <a:bodyPr anchorCtr="0" anchor="ctr"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
        <p:nvSpPr>
          <p:cNvPr id="9673" name="Google Shape;9673;p1247"/>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871" r:id="rId1"/>
    <p:sldLayoutId id="2147484872" r:id="rId2"/>
    <p:sldLayoutId id="2147484873" r:id="rId3"/>
    <p:sldLayoutId id="2147484874" r:id="rId4"/>
    <p:sldLayoutId id="2147484875" r:id="rId5"/>
    <p:sldLayoutId id="2147484876" r:id="rId6"/>
    <p:sldLayoutId id="2147484877" r:id="rId7"/>
    <p:sldLayoutId id="2147484878" r:id="rId8"/>
    <p:sldLayoutId id="2147484879" r:id="rId9"/>
    <p:sldLayoutId id="2147484880" r:id="rId10"/>
    <p:sldLayoutId id="2147484881" r:id="rId11"/>
    <p:sldLayoutId id="2147484882" r:id="rId12"/>
    <p:sldLayoutId id="2147484883" r:id="rId13"/>
    <p:sldLayoutId id="2147484884" r:id="rId14"/>
    <p:sldLayoutId id="2147484885" r:id="rId15"/>
    <p:sldLayoutId id="2147484886" r:id="rId16"/>
    <p:sldLayoutId id="2147484887" r:id="rId17"/>
    <p:sldLayoutId id="2147484888" r:id="rId18"/>
    <p:sldLayoutId id="2147484889" r:id="rId19"/>
    <p:sldLayoutId id="2147484890" r:id="rId20"/>
    <p:sldLayoutId id="2147484891" r:id="rId21"/>
    <p:sldLayoutId id="2147484892" r:id="rId22"/>
    <p:sldLayoutId id="2147484893" r:id="rId23"/>
    <p:sldLayoutId id="2147484894" r:id="rId24"/>
    <p:sldLayoutId id="2147484895" r:id="rId25"/>
    <p:sldLayoutId id="2147484896" r:id="rId26"/>
    <p:sldLayoutId id="2147484897" r:id="rId27"/>
    <p:sldLayoutId id="2147484898" r:id="rId28"/>
    <p:sldLayoutId id="2147484899" r:id="rId29"/>
    <p:sldLayoutId id="2147484900" r:id="rId30"/>
    <p:sldLayoutId id="2147484901" r:id="rId31"/>
    <p:sldLayoutId id="2147484902" r:id="rId32"/>
    <p:sldLayoutId id="2147484903" r:id="rId33"/>
    <p:sldLayoutId id="2147484904" r:id="rId34"/>
    <p:sldLayoutId id="2147484905" r:id="rId35"/>
    <p:sldLayoutId id="2147484906" r:id="rId36"/>
    <p:sldLayoutId id="2147484907" r:id="rId37"/>
    <p:sldLayoutId id="2147484908" r:id="rId38"/>
    <p:sldLayoutId id="2147484909" r:id="rId39"/>
    <p:sldLayoutId id="2147484910" r:id="rId40"/>
    <p:sldLayoutId id="2147484911" r:id="rId41"/>
    <p:sldLayoutId id="2147484912" r:id="rId42"/>
    <p:sldLayoutId id="2147484913" r:id="rId43"/>
    <p:sldLayoutId id="2147484914" r:id="rId44"/>
    <p:sldLayoutId id="2147484915" r:id="rId45"/>
    <p:sldLayoutId id="2147484916" r:id="rId46"/>
    <p:sldLayoutId id="2147484917" r:id="rId47"/>
    <p:sldLayoutId id="2147484918" r:id="rId48"/>
    <p:sldLayoutId id="2147484919" r:id="rId49"/>
    <p:sldLayoutId id="2147484920" r:id="rId50"/>
    <p:sldLayoutId id="2147484921" r:id="rId51"/>
    <p:sldLayoutId id="2147484922" r:id="rId52"/>
    <p:sldLayoutId id="2147484923" r:id="rId53"/>
    <p:sldLayoutId id="2147484924" r:id="rId54"/>
    <p:sldLayoutId id="2147484925" r:id="rId5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5.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10107" name="Shape 10107"/>
        <p:cNvGrpSpPr/>
        <p:nvPr/>
      </p:nvGrpSpPr>
      <p:grpSpPr>
        <a:xfrm>
          <a:off x="0" y="0"/>
          <a:ext cx="0" cy="0"/>
          <a:chOff x="0" y="0"/>
          <a:chExt cx="0" cy="0"/>
        </a:xfrm>
      </p:grpSpPr>
      <p:sp>
        <p:nvSpPr>
          <p:cNvPr id="10108" name="Google Shape;10108;p1303"/>
          <p:cNvSpPr txBox="1"/>
          <p:nvPr>
            <p:ph type="title"/>
          </p:nvPr>
        </p:nvSpPr>
        <p:spPr>
          <a:xfrm>
            <a:off x="713250" y="539525"/>
            <a:ext cx="77175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10109" name="Google Shape;10109;p1303"/>
          <p:cNvSpPr txBox="1"/>
          <p:nvPr>
            <p:ph idx="1" type="body"/>
          </p:nvPr>
        </p:nvSpPr>
        <p:spPr>
          <a:xfrm>
            <a:off x="713250" y="1246975"/>
            <a:ext cx="7717500" cy="3357000"/>
          </a:xfrm>
          <a:prstGeom prst="rect">
            <a:avLst/>
          </a:prstGeom>
          <a:noFill/>
          <a:ln>
            <a:noFill/>
          </a:ln>
        </p:spPr>
        <p:txBody>
          <a:bodyPr anchorCtr="0" anchor="ctr"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
        <p:nvSpPr>
          <p:cNvPr id="10110" name="Google Shape;10110;p130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926" r:id="rId1"/>
    <p:sldLayoutId id="2147484927" r:id="rId2"/>
    <p:sldLayoutId id="2147484928" r:id="rId3"/>
    <p:sldLayoutId id="2147484929" r:id="rId4"/>
    <p:sldLayoutId id="2147484930" r:id="rId5"/>
    <p:sldLayoutId id="2147484931" r:id="rId6"/>
    <p:sldLayoutId id="2147484932" r:id="rId7"/>
    <p:sldLayoutId id="2147484933" r:id="rId8"/>
    <p:sldLayoutId id="2147484934" r:id="rId9"/>
    <p:sldLayoutId id="2147484935" r:id="rId10"/>
    <p:sldLayoutId id="2147484936" r:id="rId11"/>
    <p:sldLayoutId id="2147484937" r:id="rId12"/>
    <p:sldLayoutId id="2147484938" r:id="rId13"/>
    <p:sldLayoutId id="2147484939" r:id="rId14"/>
    <p:sldLayoutId id="2147484940" r:id="rId15"/>
    <p:sldLayoutId id="2147484941" r:id="rId16"/>
    <p:sldLayoutId id="2147484942" r:id="rId17"/>
    <p:sldLayoutId id="2147484943" r:id="rId18"/>
    <p:sldLayoutId id="2147484944" r:id="rId19"/>
    <p:sldLayoutId id="2147484945" r:id="rId20"/>
    <p:sldLayoutId id="2147484946" r:id="rId21"/>
    <p:sldLayoutId id="2147484947" r:id="rId22"/>
    <p:sldLayoutId id="2147484948" r:id="rId23"/>
    <p:sldLayoutId id="2147484949" r:id="rId24"/>
    <p:sldLayoutId id="2147484950" r:id="rId25"/>
    <p:sldLayoutId id="2147484951" r:id="rId26"/>
    <p:sldLayoutId id="2147484952" r:id="rId27"/>
    <p:sldLayoutId id="2147484953" r:id="rId28"/>
    <p:sldLayoutId id="2147484954" r:id="rId29"/>
    <p:sldLayoutId id="2147484955" r:id="rId30"/>
    <p:sldLayoutId id="2147484956" r:id="rId31"/>
    <p:sldLayoutId id="2147484957" r:id="rId32"/>
    <p:sldLayoutId id="2147484958" r:id="rId33"/>
    <p:sldLayoutId id="2147484959" r:id="rId34"/>
    <p:sldLayoutId id="2147484960" r:id="rId35"/>
    <p:sldLayoutId id="2147484961" r:id="rId36"/>
    <p:sldLayoutId id="2147484962" r:id="rId37"/>
    <p:sldLayoutId id="2147484963" r:id="rId38"/>
    <p:sldLayoutId id="2147484964" r:id="rId39"/>
    <p:sldLayoutId id="2147484965" r:id="rId40"/>
    <p:sldLayoutId id="2147484966" r:id="rId41"/>
    <p:sldLayoutId id="2147484967" r:id="rId42"/>
    <p:sldLayoutId id="2147484968" r:id="rId43"/>
    <p:sldLayoutId id="2147484969" r:id="rId44"/>
    <p:sldLayoutId id="2147484970" r:id="rId45"/>
    <p:sldLayoutId id="2147484971" r:id="rId46"/>
    <p:sldLayoutId id="2147484972" r:id="rId47"/>
    <p:sldLayoutId id="2147484973" r:id="rId48"/>
    <p:sldLayoutId id="2147484974" r:id="rId49"/>
    <p:sldLayoutId id="2147484975" r:id="rId50"/>
    <p:sldLayoutId id="2147484976" r:id="rId51"/>
    <p:sldLayoutId id="2147484977" r:id="rId52"/>
    <p:sldLayoutId id="2147484978" r:id="rId53"/>
    <p:sldLayoutId id="2147484979" r:id="rId54"/>
    <p:sldLayoutId id="2147484980" r:id="rId5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6.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10544" name="Shape 10544"/>
        <p:cNvGrpSpPr/>
        <p:nvPr/>
      </p:nvGrpSpPr>
      <p:grpSpPr>
        <a:xfrm>
          <a:off x="0" y="0"/>
          <a:ext cx="0" cy="0"/>
          <a:chOff x="0" y="0"/>
          <a:chExt cx="0" cy="0"/>
        </a:xfrm>
      </p:grpSpPr>
      <p:sp>
        <p:nvSpPr>
          <p:cNvPr id="10545" name="Google Shape;10545;p1359"/>
          <p:cNvSpPr txBox="1"/>
          <p:nvPr>
            <p:ph type="title"/>
          </p:nvPr>
        </p:nvSpPr>
        <p:spPr>
          <a:xfrm>
            <a:off x="713250" y="539525"/>
            <a:ext cx="77175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2800"/>
              <a:buFont typeface="Alfa Slab One"/>
              <a:buNone/>
              <a:defRPr sz="2800">
                <a:solidFill>
                  <a:schemeClr val="dk1"/>
                </a:solidFill>
                <a:latin typeface="Alfa Slab One"/>
                <a:ea typeface="Alfa Slab One"/>
                <a:cs typeface="Alfa Slab One"/>
                <a:sym typeface="Alfa Slab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10546" name="Google Shape;10546;p1359"/>
          <p:cNvSpPr txBox="1"/>
          <p:nvPr>
            <p:ph idx="1" type="body"/>
          </p:nvPr>
        </p:nvSpPr>
        <p:spPr>
          <a:xfrm>
            <a:off x="713250" y="1246975"/>
            <a:ext cx="7717500" cy="3357000"/>
          </a:xfrm>
          <a:prstGeom prst="rect">
            <a:avLst/>
          </a:prstGeom>
          <a:noFill/>
          <a:ln>
            <a:noFill/>
          </a:ln>
        </p:spPr>
        <p:txBody>
          <a:bodyPr anchorCtr="0" anchor="ctr"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
        <p:nvSpPr>
          <p:cNvPr id="10547" name="Google Shape;10547;p1359"/>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981" r:id="rId1"/>
    <p:sldLayoutId id="2147484982" r:id="rId2"/>
    <p:sldLayoutId id="2147484983" r:id="rId3"/>
    <p:sldLayoutId id="2147484984" r:id="rId4"/>
    <p:sldLayoutId id="2147484985" r:id="rId5"/>
    <p:sldLayoutId id="2147484986" r:id="rId6"/>
    <p:sldLayoutId id="2147484987" r:id="rId7"/>
    <p:sldLayoutId id="2147484988" r:id="rId8"/>
    <p:sldLayoutId id="2147484989" r:id="rId9"/>
    <p:sldLayoutId id="2147484990" r:id="rId10"/>
    <p:sldLayoutId id="2147484991" r:id="rId11"/>
    <p:sldLayoutId id="2147484992" r:id="rId12"/>
    <p:sldLayoutId id="2147484993" r:id="rId13"/>
    <p:sldLayoutId id="2147484994" r:id="rId14"/>
    <p:sldLayoutId id="2147484995" r:id="rId15"/>
    <p:sldLayoutId id="2147484996" r:id="rId16"/>
    <p:sldLayoutId id="2147484997" r:id="rId17"/>
    <p:sldLayoutId id="2147484998" r:id="rId18"/>
    <p:sldLayoutId id="2147484999" r:id="rId19"/>
    <p:sldLayoutId id="2147485000" r:id="rId20"/>
    <p:sldLayoutId id="2147485001" r:id="rId21"/>
    <p:sldLayoutId id="2147485002" r:id="rId22"/>
    <p:sldLayoutId id="2147485003" r:id="rId23"/>
    <p:sldLayoutId id="2147485004" r:id="rId24"/>
    <p:sldLayoutId id="2147485005" r:id="rId25"/>
    <p:sldLayoutId id="2147485006" r:id="rId26"/>
    <p:sldLayoutId id="2147485007" r:id="rId27"/>
    <p:sldLayoutId id="2147485008" r:id="rId28"/>
    <p:sldLayoutId id="2147485009" r:id="rId29"/>
    <p:sldLayoutId id="2147485010" r:id="rId30"/>
    <p:sldLayoutId id="2147485011" r:id="rId31"/>
    <p:sldLayoutId id="2147485012" r:id="rId32"/>
    <p:sldLayoutId id="2147485013" r:id="rId33"/>
    <p:sldLayoutId id="2147485014" r:id="rId34"/>
    <p:sldLayoutId id="2147485015" r:id="rId35"/>
    <p:sldLayoutId id="2147485016" r:id="rId36"/>
    <p:sldLayoutId id="2147485017" r:id="rId37"/>
    <p:sldLayoutId id="2147485018" r:id="rId38"/>
    <p:sldLayoutId id="2147485019" r:id="rId39"/>
    <p:sldLayoutId id="2147485020" r:id="rId40"/>
    <p:sldLayoutId id="2147485021" r:id="rId41"/>
    <p:sldLayoutId id="2147485022" r:id="rId42"/>
    <p:sldLayoutId id="2147485023" r:id="rId43"/>
    <p:sldLayoutId id="2147485024" r:id="rId44"/>
    <p:sldLayoutId id="2147485025" r:id="rId45"/>
    <p:sldLayoutId id="2147485026" r:id="rId46"/>
    <p:sldLayoutId id="2147485027" r:id="rId47"/>
    <p:sldLayoutId id="2147485028" r:id="rId48"/>
    <p:sldLayoutId id="2147485029" r:id="rId49"/>
    <p:sldLayoutId id="2147485030" r:id="rId50"/>
    <p:sldLayoutId id="2147485031" r:id="rId51"/>
    <p:sldLayoutId id="2147485032" r:id="rId52"/>
    <p:sldLayoutId id="2147485033" r:id="rId53"/>
    <p:sldLayoutId id="2147485034" r:id="rId54"/>
    <p:sldLayoutId id="2147485035" r:id="rId5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81.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80.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4.xml"/><Relationship Id="rId2" Type="http://schemas.openxmlformats.org/officeDocument/2006/relationships/notesSlide" Target="../notesSlides/notesSlide5.xml"/><Relationship Id="rId3" Type="http://schemas.openxmlformats.org/officeDocument/2006/relationships/image" Target="../media/image12.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14.xml"/><Relationship Id="rId2" Type="http://schemas.openxmlformats.org/officeDocument/2006/relationships/notesSlide" Target="../notesSlides/notesSlide6.xml"/><Relationship Id="rId3" Type="http://schemas.openxmlformats.org/officeDocument/2006/relationships/image" Target="../media/image9.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14.xml"/><Relationship Id="rId2" Type="http://schemas.openxmlformats.org/officeDocument/2006/relationships/notesSlide" Target="../notesSlides/notesSlide7.xml"/><Relationship Id="rId3" Type="http://schemas.openxmlformats.org/officeDocument/2006/relationships/image" Target="../media/image13.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49.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7.xml"/><Relationship Id="rId2" Type="http://schemas.openxmlformats.org/officeDocument/2006/relationships/notesSlide" Target="../notesSlides/notesSlide9.xml"/><Relationship Id="rId3" Type="http://schemas.openxmlformats.org/officeDocument/2006/relationships/image" Target="../media/image5.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212.xml"/><Relationship Id="rId2" Type="http://schemas.openxmlformats.org/officeDocument/2006/relationships/notesSlide" Target="../notesSlides/notesSlide10.xml"/><Relationship Id="rId3" Type="http://schemas.openxmlformats.org/officeDocument/2006/relationships/image" Target="../media/image7.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36.xml"/><Relationship Id="rId2" Type="http://schemas.openxmlformats.org/officeDocument/2006/relationships/notesSlide" Target="../notesSlides/notesSlide11.xml"/><Relationship Id="rId3" Type="http://schemas.openxmlformats.org/officeDocument/2006/relationships/image" Target="../media/image40.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42.xml"/><Relationship Id="rId2" Type="http://schemas.openxmlformats.org/officeDocument/2006/relationships/notesSlide" Target="../notesSlides/notesSlide12.xml"/><Relationship Id="rId3" Type="http://schemas.openxmlformats.org/officeDocument/2006/relationships/image" Target="../media/image6.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8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90.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27.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03.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60.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40.xml"/><Relationship Id="rId2" Type="http://schemas.openxmlformats.org/officeDocument/2006/relationships/notesSlide" Target="../notesSlides/notesSlide18.xml"/><Relationship Id="rId3" Type="http://schemas.openxmlformats.org/officeDocument/2006/relationships/image" Target="../media/image30.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364.xml"/><Relationship Id="rId2" Type="http://schemas.openxmlformats.org/officeDocument/2006/relationships/notesSlide" Target="../notesSlides/notesSlide19.xml"/><Relationship Id="rId3" Type="http://schemas.openxmlformats.org/officeDocument/2006/relationships/image" Target="../media/image14.png"/><Relationship Id="rId4" Type="http://schemas.openxmlformats.org/officeDocument/2006/relationships/image" Target="../media/image21.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364.xml"/><Relationship Id="rId2" Type="http://schemas.openxmlformats.org/officeDocument/2006/relationships/notesSlide" Target="../notesSlides/notesSlide20.xml"/><Relationship Id="rId3" Type="http://schemas.openxmlformats.org/officeDocument/2006/relationships/image" Target="../media/image16.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364.xml"/><Relationship Id="rId2" Type="http://schemas.openxmlformats.org/officeDocument/2006/relationships/notesSlide" Target="../notesSlides/notesSlide21.xml"/><Relationship Id="rId3" Type="http://schemas.openxmlformats.org/officeDocument/2006/relationships/image" Target="../media/image15.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40.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86.xml"/><Relationship Id="rId2" Type="http://schemas.openxmlformats.org/officeDocument/2006/relationships/notesSlide" Target="../notesSlides/notesSlide23.xml"/><Relationship Id="rId3" Type="http://schemas.openxmlformats.org/officeDocument/2006/relationships/image" Target="../media/image3.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68.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813.xml"/><Relationship Id="rId2" Type="http://schemas.openxmlformats.org/officeDocument/2006/relationships/notesSlide" Target="../notesSlides/notesSlide25.xml"/><Relationship Id="rId3" Type="http://schemas.openxmlformats.org/officeDocument/2006/relationships/image" Target="../media/image2.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68.xml"/><Relationship Id="rId2" Type="http://schemas.openxmlformats.org/officeDocument/2006/relationships/notesSlide" Target="../notesSlides/notesSlide26.xml"/><Relationship Id="rId3" Type="http://schemas.openxmlformats.org/officeDocument/2006/relationships/image" Target="../media/image26.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364.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813.xml"/><Relationship Id="rId2" Type="http://schemas.openxmlformats.org/officeDocument/2006/relationships/notesSlide" Target="../notesSlides/notesSlide28.xml"/><Relationship Id="rId3" Type="http://schemas.openxmlformats.org/officeDocument/2006/relationships/image" Target="../media/image20.png"/><Relationship Id="rId4" Type="http://schemas.openxmlformats.org/officeDocument/2006/relationships/image" Target="../media/image2.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364.xml"/><Relationship Id="rId2" Type="http://schemas.openxmlformats.org/officeDocument/2006/relationships/notesSlide" Target="../notesSlides/notesSlide29.xml"/><Relationship Id="rId3" Type="http://schemas.openxmlformats.org/officeDocument/2006/relationships/image" Target="../media/image17.png"/><Relationship Id="rId4" Type="http://schemas.openxmlformats.org/officeDocument/2006/relationships/image" Target="../media/image25.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646.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33.xml"/><Relationship Id="rId2" Type="http://schemas.openxmlformats.org/officeDocument/2006/relationships/notesSlide" Target="../notesSlides/notesSlide31.xml"/><Relationship Id="rId3" Type="http://schemas.openxmlformats.org/officeDocument/2006/relationships/image" Target="../media/image18.png"/><Relationship Id="rId4" Type="http://schemas.openxmlformats.org/officeDocument/2006/relationships/image" Target="../media/image19.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858.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844.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813.xml"/><Relationship Id="rId2" Type="http://schemas.openxmlformats.org/officeDocument/2006/relationships/notesSlide" Target="../notesSlides/notesSlide34.xml"/><Relationship Id="rId3" Type="http://schemas.openxmlformats.org/officeDocument/2006/relationships/image" Target="../media/image32.png"/><Relationship Id="rId4" Type="http://schemas.openxmlformats.org/officeDocument/2006/relationships/image" Target="../media/image22.png"/><Relationship Id="rId5" Type="http://schemas.openxmlformats.org/officeDocument/2006/relationships/image" Target="../media/image27.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093.xml"/><Relationship Id="rId2" Type="http://schemas.openxmlformats.org/officeDocument/2006/relationships/notesSlide" Target="../notesSlides/notesSlide35.xml"/><Relationship Id="rId3" Type="http://schemas.openxmlformats.org/officeDocument/2006/relationships/image" Target="../media/image33.png"/><Relationship Id="rId4" Type="http://schemas.openxmlformats.org/officeDocument/2006/relationships/image" Target="../media/image23.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98.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33.xml"/><Relationship Id="rId2" Type="http://schemas.openxmlformats.org/officeDocument/2006/relationships/notesSlide" Target="../notesSlides/notesSlide37.xml"/><Relationship Id="rId3" Type="http://schemas.openxmlformats.org/officeDocument/2006/relationships/image" Target="../media/image34.jp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998.xml"/><Relationship Id="rId2" Type="http://schemas.openxmlformats.org/officeDocument/2006/relationships/notesSlide" Target="../notesSlides/notesSlide38.xml"/><Relationship Id="rId3" Type="http://schemas.openxmlformats.org/officeDocument/2006/relationships/image" Target="../media/image24.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912.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937.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325.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32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90.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90.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912.xml"/><Relationship Id="rId2" Type="http://schemas.openxmlformats.org/officeDocument/2006/relationships/notesSlide" Target="../notesSlides/notesSlide45.xml"/><Relationship Id="rId3" Type="http://schemas.openxmlformats.org/officeDocument/2006/relationships/image" Target="../media/image43.png"/><Relationship Id="rId4" Type="http://schemas.openxmlformats.org/officeDocument/2006/relationships/image" Target="../media/image31.png"/><Relationship Id="rId9" Type="http://schemas.openxmlformats.org/officeDocument/2006/relationships/image" Target="../media/image36.png"/><Relationship Id="rId5" Type="http://schemas.openxmlformats.org/officeDocument/2006/relationships/image" Target="../media/image42.png"/><Relationship Id="rId6" Type="http://schemas.openxmlformats.org/officeDocument/2006/relationships/image" Target="../media/image29.png"/><Relationship Id="rId7" Type="http://schemas.openxmlformats.org/officeDocument/2006/relationships/image" Target="../media/image35.png"/><Relationship Id="rId8" Type="http://schemas.openxmlformats.org/officeDocument/2006/relationships/image" Target="../media/image39.png"/><Relationship Id="rId20" Type="http://schemas.openxmlformats.org/officeDocument/2006/relationships/image" Target="../media/image44.png"/><Relationship Id="rId22" Type="http://schemas.openxmlformats.org/officeDocument/2006/relationships/image" Target="../media/image58.png"/><Relationship Id="rId21" Type="http://schemas.openxmlformats.org/officeDocument/2006/relationships/image" Target="../media/image56.png"/><Relationship Id="rId24" Type="http://schemas.openxmlformats.org/officeDocument/2006/relationships/image" Target="../media/image52.png"/><Relationship Id="rId23" Type="http://schemas.openxmlformats.org/officeDocument/2006/relationships/image" Target="../media/image49.png"/><Relationship Id="rId26" Type="http://schemas.openxmlformats.org/officeDocument/2006/relationships/image" Target="../media/image53.png"/><Relationship Id="rId25" Type="http://schemas.openxmlformats.org/officeDocument/2006/relationships/image" Target="../media/image57.png"/><Relationship Id="rId11" Type="http://schemas.openxmlformats.org/officeDocument/2006/relationships/image" Target="../media/image38.png"/><Relationship Id="rId10" Type="http://schemas.openxmlformats.org/officeDocument/2006/relationships/image" Target="../media/image37.png"/><Relationship Id="rId13" Type="http://schemas.openxmlformats.org/officeDocument/2006/relationships/image" Target="../media/image41.png"/><Relationship Id="rId12" Type="http://schemas.openxmlformats.org/officeDocument/2006/relationships/image" Target="../media/image46.png"/><Relationship Id="rId15" Type="http://schemas.openxmlformats.org/officeDocument/2006/relationships/image" Target="../media/image47.png"/><Relationship Id="rId14" Type="http://schemas.openxmlformats.org/officeDocument/2006/relationships/image" Target="../media/image45.png"/><Relationship Id="rId17" Type="http://schemas.openxmlformats.org/officeDocument/2006/relationships/image" Target="../media/image48.png"/><Relationship Id="rId16" Type="http://schemas.openxmlformats.org/officeDocument/2006/relationships/image" Target="../media/image50.png"/><Relationship Id="rId19" Type="http://schemas.openxmlformats.org/officeDocument/2006/relationships/image" Target="../media/image54.png"/><Relationship Id="rId18" Type="http://schemas.openxmlformats.org/officeDocument/2006/relationships/image" Target="../media/image55.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912.xml"/><Relationship Id="rId2" Type="http://schemas.openxmlformats.org/officeDocument/2006/relationships/notesSlide" Target="../notesSlides/notesSlide47.xml"/><Relationship Id="rId3" Type="http://schemas.openxmlformats.org/officeDocument/2006/relationships/image" Target="../media/image59.jp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84" name="Shape 10984"/>
        <p:cNvGrpSpPr/>
        <p:nvPr/>
      </p:nvGrpSpPr>
      <p:grpSpPr>
        <a:xfrm>
          <a:off x="0" y="0"/>
          <a:ext cx="0" cy="0"/>
          <a:chOff x="0" y="0"/>
          <a:chExt cx="0" cy="0"/>
        </a:xfrm>
      </p:grpSpPr>
      <p:sp>
        <p:nvSpPr>
          <p:cNvPr id="10985" name="Google Shape;10985;p1415"/>
          <p:cNvSpPr txBox="1"/>
          <p:nvPr>
            <p:ph type="ctrTitle"/>
          </p:nvPr>
        </p:nvSpPr>
        <p:spPr>
          <a:xfrm>
            <a:off x="2048825" y="1052000"/>
            <a:ext cx="5046300" cy="103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NBA All-Star Prediction</a:t>
            </a:r>
            <a:endParaRPr/>
          </a:p>
        </p:txBody>
      </p:sp>
      <p:sp>
        <p:nvSpPr>
          <p:cNvPr id="10986" name="Google Shape;10986;p1415"/>
          <p:cNvSpPr txBox="1"/>
          <p:nvPr>
            <p:ph idx="2" type="subTitle"/>
          </p:nvPr>
        </p:nvSpPr>
        <p:spPr>
          <a:xfrm>
            <a:off x="2048850" y="3766675"/>
            <a:ext cx="5046300" cy="62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Helvetica Neue"/>
                <a:ea typeface="Helvetica Neue"/>
                <a:cs typeface="Helvetica Neue"/>
                <a:sym typeface="Helvetica Neue"/>
              </a:rPr>
              <a:t>Evelyn Ling, Ian Lin, Isaac Lei, </a:t>
            </a:r>
            <a:endParaRPr>
              <a:latin typeface="Helvetica Neue"/>
              <a:ea typeface="Helvetica Neue"/>
              <a:cs typeface="Helvetica Neue"/>
              <a:sym typeface="Helvetica Neue"/>
            </a:endParaRPr>
          </a:p>
          <a:p>
            <a:pPr indent="0" lvl="0" marL="0" rtl="0" algn="ctr">
              <a:lnSpc>
                <a:spcPct val="50000"/>
              </a:lnSpc>
              <a:spcBef>
                <a:spcPts val="1200"/>
              </a:spcBef>
              <a:spcAft>
                <a:spcPts val="0"/>
              </a:spcAft>
              <a:buNone/>
            </a:pPr>
            <a:r>
              <a:rPr lang="en">
                <a:latin typeface="Helvetica Neue"/>
                <a:ea typeface="Helvetica Neue"/>
                <a:cs typeface="Helvetica Neue"/>
                <a:sym typeface="Helvetica Neue"/>
              </a:rPr>
              <a:t>Kai-ying Chen, Millie You, Wharton Lin </a:t>
            </a:r>
            <a:endParaRPr>
              <a:latin typeface="Helvetica Neue"/>
              <a:ea typeface="Helvetica Neue"/>
              <a:cs typeface="Helvetica Neue"/>
              <a:sym typeface="Helvetica Neue"/>
            </a:endParaRPr>
          </a:p>
          <a:p>
            <a:pPr indent="0" lvl="0" marL="0" rtl="0" algn="ctr">
              <a:spcBef>
                <a:spcPts val="1200"/>
              </a:spcBef>
              <a:spcAft>
                <a:spcPts val="1200"/>
              </a:spcAft>
              <a:buNone/>
            </a:pPr>
            <a:r>
              <a:t/>
            </a:r>
            <a:endParaRPr>
              <a:latin typeface="Helvetica Neue"/>
              <a:ea typeface="Helvetica Neue"/>
              <a:cs typeface="Helvetica Neue"/>
              <a:sym typeface="Helvetica Neue"/>
            </a:endParaRPr>
          </a:p>
        </p:txBody>
      </p:sp>
      <p:grpSp>
        <p:nvGrpSpPr>
          <p:cNvPr id="10987" name="Google Shape;10987;p1415"/>
          <p:cNvGrpSpPr/>
          <p:nvPr/>
        </p:nvGrpSpPr>
        <p:grpSpPr>
          <a:xfrm>
            <a:off x="4259475" y="2709406"/>
            <a:ext cx="624975" cy="624950"/>
            <a:chOff x="4259475" y="2709406"/>
            <a:chExt cx="624975" cy="624950"/>
          </a:xfrm>
        </p:grpSpPr>
        <p:sp>
          <p:nvSpPr>
            <p:cNvPr id="10988" name="Google Shape;10988;p1415"/>
            <p:cNvSpPr/>
            <p:nvPr/>
          </p:nvSpPr>
          <p:spPr>
            <a:xfrm>
              <a:off x="4275975" y="2725906"/>
              <a:ext cx="591950" cy="592400"/>
            </a:xfrm>
            <a:custGeom>
              <a:rect b="b" l="l" r="r" t="t"/>
              <a:pathLst>
                <a:path extrusionOk="0" h="23696" w="23678">
                  <a:moveTo>
                    <a:pt x="11848" y="0"/>
                  </a:moveTo>
                  <a:cubicBezTo>
                    <a:pt x="5300" y="0"/>
                    <a:pt x="1" y="5300"/>
                    <a:pt x="1" y="11848"/>
                  </a:cubicBezTo>
                  <a:cubicBezTo>
                    <a:pt x="1" y="18378"/>
                    <a:pt x="5300" y="23695"/>
                    <a:pt x="11848" y="23695"/>
                  </a:cubicBezTo>
                  <a:cubicBezTo>
                    <a:pt x="18379" y="23695"/>
                    <a:pt x="23678" y="18378"/>
                    <a:pt x="23678" y="11848"/>
                  </a:cubicBezTo>
                  <a:cubicBezTo>
                    <a:pt x="23678" y="5300"/>
                    <a:pt x="18379" y="0"/>
                    <a:pt x="118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1415"/>
            <p:cNvSpPr/>
            <p:nvPr/>
          </p:nvSpPr>
          <p:spPr>
            <a:xfrm>
              <a:off x="4259475" y="2709406"/>
              <a:ext cx="624975" cy="624950"/>
            </a:xfrm>
            <a:custGeom>
              <a:rect b="b" l="l" r="r" t="t"/>
              <a:pathLst>
                <a:path extrusionOk="0" h="24998" w="24999">
                  <a:moveTo>
                    <a:pt x="12508" y="1321"/>
                  </a:moveTo>
                  <a:cubicBezTo>
                    <a:pt x="14364" y="1321"/>
                    <a:pt x="16130" y="1785"/>
                    <a:pt x="17683" y="2587"/>
                  </a:cubicBezTo>
                  <a:cubicBezTo>
                    <a:pt x="16666" y="6852"/>
                    <a:pt x="14524" y="11045"/>
                    <a:pt x="12223" y="14631"/>
                  </a:cubicBezTo>
                  <a:cubicBezTo>
                    <a:pt x="11063" y="13650"/>
                    <a:pt x="10296" y="12098"/>
                    <a:pt x="9992" y="10117"/>
                  </a:cubicBezTo>
                  <a:cubicBezTo>
                    <a:pt x="9903" y="9510"/>
                    <a:pt x="9867" y="8904"/>
                    <a:pt x="9867" y="8261"/>
                  </a:cubicBezTo>
                  <a:cubicBezTo>
                    <a:pt x="9867" y="6067"/>
                    <a:pt x="10403" y="3694"/>
                    <a:pt x="11420" y="1392"/>
                  </a:cubicBezTo>
                  <a:cubicBezTo>
                    <a:pt x="11420" y="1392"/>
                    <a:pt x="11420" y="1374"/>
                    <a:pt x="11420" y="1374"/>
                  </a:cubicBezTo>
                  <a:cubicBezTo>
                    <a:pt x="11777" y="1338"/>
                    <a:pt x="12133" y="1321"/>
                    <a:pt x="12508" y="1321"/>
                  </a:cubicBezTo>
                  <a:close/>
                  <a:moveTo>
                    <a:pt x="18646" y="3158"/>
                  </a:moveTo>
                  <a:cubicBezTo>
                    <a:pt x="21073" y="4764"/>
                    <a:pt x="22839" y="7262"/>
                    <a:pt x="23446" y="10188"/>
                  </a:cubicBezTo>
                  <a:cubicBezTo>
                    <a:pt x="22322" y="11901"/>
                    <a:pt x="20948" y="13311"/>
                    <a:pt x="19449" y="14310"/>
                  </a:cubicBezTo>
                  <a:cubicBezTo>
                    <a:pt x="18038" y="15254"/>
                    <a:pt x="16620" y="15734"/>
                    <a:pt x="15313" y="15734"/>
                  </a:cubicBezTo>
                  <a:cubicBezTo>
                    <a:pt x="14620" y="15734"/>
                    <a:pt x="13959" y="15599"/>
                    <a:pt x="13347" y="15327"/>
                  </a:cubicBezTo>
                  <a:cubicBezTo>
                    <a:pt x="13258" y="15291"/>
                    <a:pt x="13186" y="15256"/>
                    <a:pt x="13097" y="15220"/>
                  </a:cubicBezTo>
                  <a:cubicBezTo>
                    <a:pt x="15434" y="11634"/>
                    <a:pt x="17575" y="7423"/>
                    <a:pt x="18646" y="3158"/>
                  </a:cubicBezTo>
                  <a:close/>
                  <a:moveTo>
                    <a:pt x="10171" y="1553"/>
                  </a:moveTo>
                  <a:cubicBezTo>
                    <a:pt x="8975" y="4514"/>
                    <a:pt x="8529" y="7601"/>
                    <a:pt x="8940" y="10278"/>
                  </a:cubicBezTo>
                  <a:cubicBezTo>
                    <a:pt x="9279" y="12579"/>
                    <a:pt x="10224" y="14399"/>
                    <a:pt x="11616" y="15523"/>
                  </a:cubicBezTo>
                  <a:cubicBezTo>
                    <a:pt x="11295" y="16005"/>
                    <a:pt x="10974" y="16451"/>
                    <a:pt x="10653" y="16897"/>
                  </a:cubicBezTo>
                  <a:cubicBezTo>
                    <a:pt x="8636" y="15541"/>
                    <a:pt x="7155" y="14060"/>
                    <a:pt x="6103" y="12758"/>
                  </a:cubicBezTo>
                  <a:cubicBezTo>
                    <a:pt x="4069" y="10206"/>
                    <a:pt x="3248" y="7797"/>
                    <a:pt x="2945" y="6673"/>
                  </a:cubicBezTo>
                  <a:cubicBezTo>
                    <a:pt x="4533" y="4104"/>
                    <a:pt x="7120" y="2213"/>
                    <a:pt x="10171" y="1553"/>
                  </a:cubicBezTo>
                  <a:close/>
                  <a:moveTo>
                    <a:pt x="2249" y="8047"/>
                  </a:moveTo>
                  <a:cubicBezTo>
                    <a:pt x="2713" y="9385"/>
                    <a:pt x="3605" y="11312"/>
                    <a:pt x="5228" y="13364"/>
                  </a:cubicBezTo>
                  <a:cubicBezTo>
                    <a:pt x="6549" y="15042"/>
                    <a:pt x="8155" y="16523"/>
                    <a:pt x="10010" y="17772"/>
                  </a:cubicBezTo>
                  <a:cubicBezTo>
                    <a:pt x="9707" y="18200"/>
                    <a:pt x="9386" y="18610"/>
                    <a:pt x="9082" y="18985"/>
                  </a:cubicBezTo>
                  <a:cubicBezTo>
                    <a:pt x="7976" y="18432"/>
                    <a:pt x="6656" y="17932"/>
                    <a:pt x="5103" y="17575"/>
                  </a:cubicBezTo>
                  <a:cubicBezTo>
                    <a:pt x="3962" y="17308"/>
                    <a:pt x="2998" y="17040"/>
                    <a:pt x="2159" y="16772"/>
                  </a:cubicBezTo>
                  <a:cubicBezTo>
                    <a:pt x="1606" y="15452"/>
                    <a:pt x="1303" y="14007"/>
                    <a:pt x="1303" y="12508"/>
                  </a:cubicBezTo>
                  <a:cubicBezTo>
                    <a:pt x="1303" y="10920"/>
                    <a:pt x="1642" y="9403"/>
                    <a:pt x="2249" y="8047"/>
                  </a:cubicBezTo>
                  <a:close/>
                  <a:moveTo>
                    <a:pt x="23660" y="11741"/>
                  </a:moveTo>
                  <a:cubicBezTo>
                    <a:pt x="23678" y="11991"/>
                    <a:pt x="23696" y="12258"/>
                    <a:pt x="23696" y="12508"/>
                  </a:cubicBezTo>
                  <a:cubicBezTo>
                    <a:pt x="23696" y="15809"/>
                    <a:pt x="22250" y="18771"/>
                    <a:pt x="19984" y="20823"/>
                  </a:cubicBezTo>
                  <a:cubicBezTo>
                    <a:pt x="16505" y="20002"/>
                    <a:pt x="13739" y="18806"/>
                    <a:pt x="11563" y="17486"/>
                  </a:cubicBezTo>
                  <a:cubicBezTo>
                    <a:pt x="11884" y="17040"/>
                    <a:pt x="12187" y="16594"/>
                    <a:pt x="12508" y="16112"/>
                  </a:cubicBezTo>
                  <a:cubicBezTo>
                    <a:pt x="12633" y="16184"/>
                    <a:pt x="12776" y="16255"/>
                    <a:pt x="12901" y="16308"/>
                  </a:cubicBezTo>
                  <a:cubicBezTo>
                    <a:pt x="13658" y="16646"/>
                    <a:pt x="14468" y="16813"/>
                    <a:pt x="15309" y="16813"/>
                  </a:cubicBezTo>
                  <a:cubicBezTo>
                    <a:pt x="16827" y="16813"/>
                    <a:pt x="18449" y="16270"/>
                    <a:pt x="20056" y="15202"/>
                  </a:cubicBezTo>
                  <a:cubicBezTo>
                    <a:pt x="21376" y="14328"/>
                    <a:pt x="22589" y="13150"/>
                    <a:pt x="23660" y="11741"/>
                  </a:cubicBezTo>
                  <a:close/>
                  <a:moveTo>
                    <a:pt x="2820" y="18093"/>
                  </a:moveTo>
                  <a:cubicBezTo>
                    <a:pt x="3426" y="18271"/>
                    <a:pt x="4104" y="18450"/>
                    <a:pt x="4854" y="18628"/>
                  </a:cubicBezTo>
                  <a:cubicBezTo>
                    <a:pt x="6228" y="18931"/>
                    <a:pt x="7387" y="19377"/>
                    <a:pt x="8387" y="19859"/>
                  </a:cubicBezTo>
                  <a:cubicBezTo>
                    <a:pt x="7726" y="20644"/>
                    <a:pt x="7102" y="21340"/>
                    <a:pt x="6531" y="21965"/>
                  </a:cubicBezTo>
                  <a:cubicBezTo>
                    <a:pt x="4996" y="20983"/>
                    <a:pt x="3712" y="19663"/>
                    <a:pt x="2820" y="18093"/>
                  </a:cubicBezTo>
                  <a:close/>
                  <a:moveTo>
                    <a:pt x="10920" y="18360"/>
                  </a:moveTo>
                  <a:cubicBezTo>
                    <a:pt x="11170" y="18521"/>
                    <a:pt x="11438" y="18681"/>
                    <a:pt x="11705" y="18842"/>
                  </a:cubicBezTo>
                  <a:cubicBezTo>
                    <a:pt x="13846" y="20038"/>
                    <a:pt x="16255" y="20983"/>
                    <a:pt x="18914" y="21661"/>
                  </a:cubicBezTo>
                  <a:cubicBezTo>
                    <a:pt x="17486" y="22660"/>
                    <a:pt x="15827" y="23338"/>
                    <a:pt x="14043" y="23588"/>
                  </a:cubicBezTo>
                  <a:lnTo>
                    <a:pt x="14168" y="23517"/>
                  </a:lnTo>
                  <a:cubicBezTo>
                    <a:pt x="14114" y="23392"/>
                    <a:pt x="12990" y="21304"/>
                    <a:pt x="10028" y="19520"/>
                  </a:cubicBezTo>
                  <a:cubicBezTo>
                    <a:pt x="10331" y="19145"/>
                    <a:pt x="10617" y="18753"/>
                    <a:pt x="10920" y="18360"/>
                  </a:cubicBezTo>
                  <a:close/>
                  <a:moveTo>
                    <a:pt x="9350" y="20377"/>
                  </a:moveTo>
                  <a:cubicBezTo>
                    <a:pt x="11473" y="21626"/>
                    <a:pt x="12580" y="23053"/>
                    <a:pt x="13008" y="23677"/>
                  </a:cubicBezTo>
                  <a:cubicBezTo>
                    <a:pt x="12847" y="23695"/>
                    <a:pt x="12669" y="23695"/>
                    <a:pt x="12508" y="23695"/>
                  </a:cubicBezTo>
                  <a:cubicBezTo>
                    <a:pt x="10706" y="23695"/>
                    <a:pt x="8993" y="23267"/>
                    <a:pt x="7494" y="22500"/>
                  </a:cubicBezTo>
                  <a:cubicBezTo>
                    <a:pt x="8065" y="21875"/>
                    <a:pt x="8690" y="21162"/>
                    <a:pt x="9350" y="20377"/>
                  </a:cubicBezTo>
                  <a:close/>
                  <a:moveTo>
                    <a:pt x="12508" y="0"/>
                  </a:moveTo>
                  <a:cubicBezTo>
                    <a:pt x="5603" y="0"/>
                    <a:pt x="0" y="5621"/>
                    <a:pt x="0" y="12508"/>
                  </a:cubicBezTo>
                  <a:cubicBezTo>
                    <a:pt x="0" y="19395"/>
                    <a:pt x="5603" y="24998"/>
                    <a:pt x="12508" y="24998"/>
                  </a:cubicBezTo>
                  <a:cubicBezTo>
                    <a:pt x="19395" y="24998"/>
                    <a:pt x="24998" y="19395"/>
                    <a:pt x="24998" y="12508"/>
                  </a:cubicBezTo>
                  <a:cubicBezTo>
                    <a:pt x="24998" y="5621"/>
                    <a:pt x="19395" y="0"/>
                    <a:pt x="125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0" name="Google Shape;10990;p1415"/>
          <p:cNvGrpSpPr/>
          <p:nvPr/>
        </p:nvGrpSpPr>
        <p:grpSpPr>
          <a:xfrm>
            <a:off x="5150900" y="2709406"/>
            <a:ext cx="624975" cy="624950"/>
            <a:chOff x="5150900" y="2709406"/>
            <a:chExt cx="624975" cy="624950"/>
          </a:xfrm>
        </p:grpSpPr>
        <p:sp>
          <p:nvSpPr>
            <p:cNvPr id="10991" name="Google Shape;10991;p1415"/>
            <p:cNvSpPr/>
            <p:nvPr/>
          </p:nvSpPr>
          <p:spPr>
            <a:xfrm flipH="1" rot="10800000">
              <a:off x="5167400" y="2725456"/>
              <a:ext cx="591950" cy="592400"/>
            </a:xfrm>
            <a:custGeom>
              <a:rect b="b" l="l" r="r" t="t"/>
              <a:pathLst>
                <a:path extrusionOk="0" h="23696" w="23678">
                  <a:moveTo>
                    <a:pt x="11848" y="0"/>
                  </a:moveTo>
                  <a:cubicBezTo>
                    <a:pt x="5300" y="0"/>
                    <a:pt x="1" y="5300"/>
                    <a:pt x="1" y="11848"/>
                  </a:cubicBezTo>
                  <a:cubicBezTo>
                    <a:pt x="1" y="18378"/>
                    <a:pt x="5300" y="23695"/>
                    <a:pt x="11848" y="23695"/>
                  </a:cubicBezTo>
                  <a:cubicBezTo>
                    <a:pt x="18379" y="23695"/>
                    <a:pt x="23678" y="18378"/>
                    <a:pt x="23678" y="11848"/>
                  </a:cubicBezTo>
                  <a:cubicBezTo>
                    <a:pt x="23678" y="5300"/>
                    <a:pt x="18379" y="0"/>
                    <a:pt x="118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1415"/>
            <p:cNvSpPr/>
            <p:nvPr/>
          </p:nvSpPr>
          <p:spPr>
            <a:xfrm flipH="1" rot="10800000">
              <a:off x="5150900" y="2709406"/>
              <a:ext cx="624975" cy="624950"/>
            </a:xfrm>
            <a:custGeom>
              <a:rect b="b" l="l" r="r" t="t"/>
              <a:pathLst>
                <a:path extrusionOk="0" h="24998" w="24999">
                  <a:moveTo>
                    <a:pt x="12508" y="1321"/>
                  </a:moveTo>
                  <a:cubicBezTo>
                    <a:pt x="14364" y="1321"/>
                    <a:pt x="16130" y="1785"/>
                    <a:pt x="17683" y="2587"/>
                  </a:cubicBezTo>
                  <a:cubicBezTo>
                    <a:pt x="16666" y="6852"/>
                    <a:pt x="14524" y="11045"/>
                    <a:pt x="12223" y="14631"/>
                  </a:cubicBezTo>
                  <a:cubicBezTo>
                    <a:pt x="11063" y="13650"/>
                    <a:pt x="10296" y="12098"/>
                    <a:pt x="9992" y="10117"/>
                  </a:cubicBezTo>
                  <a:cubicBezTo>
                    <a:pt x="9903" y="9510"/>
                    <a:pt x="9867" y="8904"/>
                    <a:pt x="9867" y="8261"/>
                  </a:cubicBezTo>
                  <a:cubicBezTo>
                    <a:pt x="9867" y="6067"/>
                    <a:pt x="10403" y="3694"/>
                    <a:pt x="11420" y="1392"/>
                  </a:cubicBezTo>
                  <a:cubicBezTo>
                    <a:pt x="11420" y="1392"/>
                    <a:pt x="11420" y="1374"/>
                    <a:pt x="11420" y="1374"/>
                  </a:cubicBezTo>
                  <a:cubicBezTo>
                    <a:pt x="11777" y="1338"/>
                    <a:pt x="12133" y="1321"/>
                    <a:pt x="12508" y="1321"/>
                  </a:cubicBezTo>
                  <a:close/>
                  <a:moveTo>
                    <a:pt x="18646" y="3158"/>
                  </a:moveTo>
                  <a:cubicBezTo>
                    <a:pt x="21073" y="4764"/>
                    <a:pt x="22839" y="7262"/>
                    <a:pt x="23446" y="10188"/>
                  </a:cubicBezTo>
                  <a:cubicBezTo>
                    <a:pt x="22322" y="11901"/>
                    <a:pt x="20948" y="13311"/>
                    <a:pt x="19449" y="14310"/>
                  </a:cubicBezTo>
                  <a:cubicBezTo>
                    <a:pt x="18038" y="15254"/>
                    <a:pt x="16620" y="15734"/>
                    <a:pt x="15313" y="15734"/>
                  </a:cubicBezTo>
                  <a:cubicBezTo>
                    <a:pt x="14620" y="15734"/>
                    <a:pt x="13959" y="15599"/>
                    <a:pt x="13347" y="15327"/>
                  </a:cubicBezTo>
                  <a:cubicBezTo>
                    <a:pt x="13258" y="15291"/>
                    <a:pt x="13186" y="15256"/>
                    <a:pt x="13097" y="15220"/>
                  </a:cubicBezTo>
                  <a:cubicBezTo>
                    <a:pt x="15434" y="11634"/>
                    <a:pt x="17575" y="7423"/>
                    <a:pt x="18646" y="3158"/>
                  </a:cubicBezTo>
                  <a:close/>
                  <a:moveTo>
                    <a:pt x="10171" y="1553"/>
                  </a:moveTo>
                  <a:cubicBezTo>
                    <a:pt x="8975" y="4514"/>
                    <a:pt x="8529" y="7601"/>
                    <a:pt x="8940" y="10278"/>
                  </a:cubicBezTo>
                  <a:cubicBezTo>
                    <a:pt x="9279" y="12579"/>
                    <a:pt x="10224" y="14399"/>
                    <a:pt x="11616" y="15523"/>
                  </a:cubicBezTo>
                  <a:cubicBezTo>
                    <a:pt x="11295" y="16005"/>
                    <a:pt x="10974" y="16451"/>
                    <a:pt x="10653" y="16897"/>
                  </a:cubicBezTo>
                  <a:cubicBezTo>
                    <a:pt x="8636" y="15541"/>
                    <a:pt x="7155" y="14060"/>
                    <a:pt x="6103" y="12758"/>
                  </a:cubicBezTo>
                  <a:cubicBezTo>
                    <a:pt x="4069" y="10206"/>
                    <a:pt x="3248" y="7797"/>
                    <a:pt x="2945" y="6673"/>
                  </a:cubicBezTo>
                  <a:cubicBezTo>
                    <a:pt x="4533" y="4104"/>
                    <a:pt x="7120" y="2213"/>
                    <a:pt x="10171" y="1553"/>
                  </a:cubicBezTo>
                  <a:close/>
                  <a:moveTo>
                    <a:pt x="2249" y="8047"/>
                  </a:moveTo>
                  <a:cubicBezTo>
                    <a:pt x="2713" y="9385"/>
                    <a:pt x="3605" y="11312"/>
                    <a:pt x="5228" y="13364"/>
                  </a:cubicBezTo>
                  <a:cubicBezTo>
                    <a:pt x="6549" y="15042"/>
                    <a:pt x="8155" y="16523"/>
                    <a:pt x="10010" y="17772"/>
                  </a:cubicBezTo>
                  <a:cubicBezTo>
                    <a:pt x="9707" y="18200"/>
                    <a:pt x="9386" y="18610"/>
                    <a:pt x="9082" y="18985"/>
                  </a:cubicBezTo>
                  <a:cubicBezTo>
                    <a:pt x="7976" y="18432"/>
                    <a:pt x="6656" y="17932"/>
                    <a:pt x="5103" y="17575"/>
                  </a:cubicBezTo>
                  <a:cubicBezTo>
                    <a:pt x="3962" y="17308"/>
                    <a:pt x="2998" y="17040"/>
                    <a:pt x="2159" y="16772"/>
                  </a:cubicBezTo>
                  <a:cubicBezTo>
                    <a:pt x="1606" y="15452"/>
                    <a:pt x="1303" y="14007"/>
                    <a:pt x="1303" y="12508"/>
                  </a:cubicBezTo>
                  <a:cubicBezTo>
                    <a:pt x="1303" y="10920"/>
                    <a:pt x="1642" y="9403"/>
                    <a:pt x="2249" y="8047"/>
                  </a:cubicBezTo>
                  <a:close/>
                  <a:moveTo>
                    <a:pt x="23660" y="11741"/>
                  </a:moveTo>
                  <a:cubicBezTo>
                    <a:pt x="23678" y="11991"/>
                    <a:pt x="23696" y="12258"/>
                    <a:pt x="23696" y="12508"/>
                  </a:cubicBezTo>
                  <a:cubicBezTo>
                    <a:pt x="23696" y="15809"/>
                    <a:pt x="22250" y="18771"/>
                    <a:pt x="19984" y="20823"/>
                  </a:cubicBezTo>
                  <a:cubicBezTo>
                    <a:pt x="16505" y="20002"/>
                    <a:pt x="13739" y="18806"/>
                    <a:pt x="11563" y="17486"/>
                  </a:cubicBezTo>
                  <a:cubicBezTo>
                    <a:pt x="11884" y="17040"/>
                    <a:pt x="12187" y="16594"/>
                    <a:pt x="12508" y="16112"/>
                  </a:cubicBezTo>
                  <a:cubicBezTo>
                    <a:pt x="12633" y="16184"/>
                    <a:pt x="12776" y="16255"/>
                    <a:pt x="12901" y="16308"/>
                  </a:cubicBezTo>
                  <a:cubicBezTo>
                    <a:pt x="13658" y="16646"/>
                    <a:pt x="14468" y="16813"/>
                    <a:pt x="15309" y="16813"/>
                  </a:cubicBezTo>
                  <a:cubicBezTo>
                    <a:pt x="16827" y="16813"/>
                    <a:pt x="18449" y="16270"/>
                    <a:pt x="20056" y="15202"/>
                  </a:cubicBezTo>
                  <a:cubicBezTo>
                    <a:pt x="21376" y="14328"/>
                    <a:pt x="22589" y="13150"/>
                    <a:pt x="23660" y="11741"/>
                  </a:cubicBezTo>
                  <a:close/>
                  <a:moveTo>
                    <a:pt x="2820" y="18093"/>
                  </a:moveTo>
                  <a:cubicBezTo>
                    <a:pt x="3426" y="18271"/>
                    <a:pt x="4104" y="18450"/>
                    <a:pt x="4854" y="18628"/>
                  </a:cubicBezTo>
                  <a:cubicBezTo>
                    <a:pt x="6228" y="18931"/>
                    <a:pt x="7387" y="19377"/>
                    <a:pt x="8387" y="19859"/>
                  </a:cubicBezTo>
                  <a:cubicBezTo>
                    <a:pt x="7726" y="20644"/>
                    <a:pt x="7102" y="21340"/>
                    <a:pt x="6531" y="21965"/>
                  </a:cubicBezTo>
                  <a:cubicBezTo>
                    <a:pt x="4996" y="20983"/>
                    <a:pt x="3712" y="19663"/>
                    <a:pt x="2820" y="18093"/>
                  </a:cubicBezTo>
                  <a:close/>
                  <a:moveTo>
                    <a:pt x="10920" y="18360"/>
                  </a:moveTo>
                  <a:cubicBezTo>
                    <a:pt x="11170" y="18521"/>
                    <a:pt x="11438" y="18681"/>
                    <a:pt x="11705" y="18842"/>
                  </a:cubicBezTo>
                  <a:cubicBezTo>
                    <a:pt x="13846" y="20038"/>
                    <a:pt x="16255" y="20983"/>
                    <a:pt x="18914" y="21661"/>
                  </a:cubicBezTo>
                  <a:cubicBezTo>
                    <a:pt x="17486" y="22660"/>
                    <a:pt x="15827" y="23338"/>
                    <a:pt x="14043" y="23588"/>
                  </a:cubicBezTo>
                  <a:lnTo>
                    <a:pt x="14168" y="23517"/>
                  </a:lnTo>
                  <a:cubicBezTo>
                    <a:pt x="14114" y="23392"/>
                    <a:pt x="12990" y="21304"/>
                    <a:pt x="10028" y="19520"/>
                  </a:cubicBezTo>
                  <a:cubicBezTo>
                    <a:pt x="10331" y="19145"/>
                    <a:pt x="10617" y="18753"/>
                    <a:pt x="10920" y="18360"/>
                  </a:cubicBezTo>
                  <a:close/>
                  <a:moveTo>
                    <a:pt x="9350" y="20377"/>
                  </a:moveTo>
                  <a:cubicBezTo>
                    <a:pt x="11473" y="21626"/>
                    <a:pt x="12580" y="23053"/>
                    <a:pt x="13008" y="23677"/>
                  </a:cubicBezTo>
                  <a:cubicBezTo>
                    <a:pt x="12847" y="23695"/>
                    <a:pt x="12669" y="23695"/>
                    <a:pt x="12508" y="23695"/>
                  </a:cubicBezTo>
                  <a:cubicBezTo>
                    <a:pt x="10706" y="23695"/>
                    <a:pt x="8993" y="23267"/>
                    <a:pt x="7494" y="22500"/>
                  </a:cubicBezTo>
                  <a:cubicBezTo>
                    <a:pt x="8065" y="21875"/>
                    <a:pt x="8690" y="21162"/>
                    <a:pt x="9350" y="20377"/>
                  </a:cubicBezTo>
                  <a:close/>
                  <a:moveTo>
                    <a:pt x="12508" y="0"/>
                  </a:moveTo>
                  <a:cubicBezTo>
                    <a:pt x="5603" y="0"/>
                    <a:pt x="0" y="5621"/>
                    <a:pt x="0" y="12508"/>
                  </a:cubicBezTo>
                  <a:cubicBezTo>
                    <a:pt x="0" y="19395"/>
                    <a:pt x="5603" y="24998"/>
                    <a:pt x="12508" y="24998"/>
                  </a:cubicBezTo>
                  <a:cubicBezTo>
                    <a:pt x="19395" y="24998"/>
                    <a:pt x="24998" y="19395"/>
                    <a:pt x="24998" y="12508"/>
                  </a:cubicBezTo>
                  <a:cubicBezTo>
                    <a:pt x="24998" y="5621"/>
                    <a:pt x="19395" y="0"/>
                    <a:pt x="125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3" name="Google Shape;10993;p1415"/>
          <p:cNvGrpSpPr/>
          <p:nvPr/>
        </p:nvGrpSpPr>
        <p:grpSpPr>
          <a:xfrm>
            <a:off x="3368050" y="2709406"/>
            <a:ext cx="624975" cy="624950"/>
            <a:chOff x="3368050" y="2709406"/>
            <a:chExt cx="624975" cy="624950"/>
          </a:xfrm>
        </p:grpSpPr>
        <p:sp>
          <p:nvSpPr>
            <p:cNvPr id="10994" name="Google Shape;10994;p1415"/>
            <p:cNvSpPr/>
            <p:nvPr/>
          </p:nvSpPr>
          <p:spPr>
            <a:xfrm flipH="1">
              <a:off x="3384575" y="2725906"/>
              <a:ext cx="591950" cy="592400"/>
            </a:xfrm>
            <a:custGeom>
              <a:rect b="b" l="l" r="r" t="t"/>
              <a:pathLst>
                <a:path extrusionOk="0" h="23696" w="23678">
                  <a:moveTo>
                    <a:pt x="11848" y="0"/>
                  </a:moveTo>
                  <a:cubicBezTo>
                    <a:pt x="5300" y="0"/>
                    <a:pt x="1" y="5300"/>
                    <a:pt x="1" y="11848"/>
                  </a:cubicBezTo>
                  <a:cubicBezTo>
                    <a:pt x="1" y="18378"/>
                    <a:pt x="5300" y="23695"/>
                    <a:pt x="11848" y="23695"/>
                  </a:cubicBezTo>
                  <a:cubicBezTo>
                    <a:pt x="18379" y="23695"/>
                    <a:pt x="23678" y="18378"/>
                    <a:pt x="23678" y="11848"/>
                  </a:cubicBezTo>
                  <a:cubicBezTo>
                    <a:pt x="23678" y="5300"/>
                    <a:pt x="18379" y="0"/>
                    <a:pt x="118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1415"/>
            <p:cNvSpPr/>
            <p:nvPr/>
          </p:nvSpPr>
          <p:spPr>
            <a:xfrm flipH="1">
              <a:off x="3368050" y="2709406"/>
              <a:ext cx="624975" cy="624950"/>
            </a:xfrm>
            <a:custGeom>
              <a:rect b="b" l="l" r="r" t="t"/>
              <a:pathLst>
                <a:path extrusionOk="0" h="24998" w="24999">
                  <a:moveTo>
                    <a:pt x="12508" y="1321"/>
                  </a:moveTo>
                  <a:cubicBezTo>
                    <a:pt x="14364" y="1321"/>
                    <a:pt x="16130" y="1785"/>
                    <a:pt x="17683" y="2587"/>
                  </a:cubicBezTo>
                  <a:cubicBezTo>
                    <a:pt x="16666" y="6852"/>
                    <a:pt x="14524" y="11045"/>
                    <a:pt x="12223" y="14631"/>
                  </a:cubicBezTo>
                  <a:cubicBezTo>
                    <a:pt x="11063" y="13650"/>
                    <a:pt x="10296" y="12098"/>
                    <a:pt x="9992" y="10117"/>
                  </a:cubicBezTo>
                  <a:cubicBezTo>
                    <a:pt x="9903" y="9510"/>
                    <a:pt x="9867" y="8904"/>
                    <a:pt x="9867" y="8261"/>
                  </a:cubicBezTo>
                  <a:cubicBezTo>
                    <a:pt x="9867" y="6067"/>
                    <a:pt x="10403" y="3694"/>
                    <a:pt x="11420" y="1392"/>
                  </a:cubicBezTo>
                  <a:cubicBezTo>
                    <a:pt x="11420" y="1392"/>
                    <a:pt x="11420" y="1374"/>
                    <a:pt x="11420" y="1374"/>
                  </a:cubicBezTo>
                  <a:cubicBezTo>
                    <a:pt x="11777" y="1338"/>
                    <a:pt x="12133" y="1321"/>
                    <a:pt x="12508" y="1321"/>
                  </a:cubicBezTo>
                  <a:close/>
                  <a:moveTo>
                    <a:pt x="18646" y="3158"/>
                  </a:moveTo>
                  <a:cubicBezTo>
                    <a:pt x="21073" y="4764"/>
                    <a:pt x="22839" y="7262"/>
                    <a:pt x="23446" y="10188"/>
                  </a:cubicBezTo>
                  <a:cubicBezTo>
                    <a:pt x="22322" y="11901"/>
                    <a:pt x="20948" y="13311"/>
                    <a:pt x="19449" y="14310"/>
                  </a:cubicBezTo>
                  <a:cubicBezTo>
                    <a:pt x="18038" y="15254"/>
                    <a:pt x="16620" y="15734"/>
                    <a:pt x="15313" y="15734"/>
                  </a:cubicBezTo>
                  <a:cubicBezTo>
                    <a:pt x="14620" y="15734"/>
                    <a:pt x="13959" y="15599"/>
                    <a:pt x="13347" y="15327"/>
                  </a:cubicBezTo>
                  <a:cubicBezTo>
                    <a:pt x="13258" y="15291"/>
                    <a:pt x="13186" y="15256"/>
                    <a:pt x="13097" y="15220"/>
                  </a:cubicBezTo>
                  <a:cubicBezTo>
                    <a:pt x="15434" y="11634"/>
                    <a:pt x="17575" y="7423"/>
                    <a:pt x="18646" y="3158"/>
                  </a:cubicBezTo>
                  <a:close/>
                  <a:moveTo>
                    <a:pt x="10171" y="1553"/>
                  </a:moveTo>
                  <a:cubicBezTo>
                    <a:pt x="8975" y="4514"/>
                    <a:pt x="8529" y="7601"/>
                    <a:pt x="8940" y="10278"/>
                  </a:cubicBezTo>
                  <a:cubicBezTo>
                    <a:pt x="9279" y="12579"/>
                    <a:pt x="10224" y="14399"/>
                    <a:pt x="11616" y="15523"/>
                  </a:cubicBezTo>
                  <a:cubicBezTo>
                    <a:pt x="11295" y="16005"/>
                    <a:pt x="10974" y="16451"/>
                    <a:pt x="10653" y="16897"/>
                  </a:cubicBezTo>
                  <a:cubicBezTo>
                    <a:pt x="8636" y="15541"/>
                    <a:pt x="7155" y="14060"/>
                    <a:pt x="6103" y="12758"/>
                  </a:cubicBezTo>
                  <a:cubicBezTo>
                    <a:pt x="4069" y="10206"/>
                    <a:pt x="3248" y="7797"/>
                    <a:pt x="2945" y="6673"/>
                  </a:cubicBezTo>
                  <a:cubicBezTo>
                    <a:pt x="4533" y="4104"/>
                    <a:pt x="7120" y="2213"/>
                    <a:pt x="10171" y="1553"/>
                  </a:cubicBezTo>
                  <a:close/>
                  <a:moveTo>
                    <a:pt x="2249" y="8047"/>
                  </a:moveTo>
                  <a:cubicBezTo>
                    <a:pt x="2713" y="9385"/>
                    <a:pt x="3605" y="11312"/>
                    <a:pt x="5228" y="13364"/>
                  </a:cubicBezTo>
                  <a:cubicBezTo>
                    <a:pt x="6549" y="15042"/>
                    <a:pt x="8155" y="16523"/>
                    <a:pt x="10010" y="17772"/>
                  </a:cubicBezTo>
                  <a:cubicBezTo>
                    <a:pt x="9707" y="18200"/>
                    <a:pt x="9386" y="18610"/>
                    <a:pt x="9082" y="18985"/>
                  </a:cubicBezTo>
                  <a:cubicBezTo>
                    <a:pt x="7976" y="18432"/>
                    <a:pt x="6656" y="17932"/>
                    <a:pt x="5103" y="17575"/>
                  </a:cubicBezTo>
                  <a:cubicBezTo>
                    <a:pt x="3962" y="17308"/>
                    <a:pt x="2998" y="17040"/>
                    <a:pt x="2159" y="16772"/>
                  </a:cubicBezTo>
                  <a:cubicBezTo>
                    <a:pt x="1606" y="15452"/>
                    <a:pt x="1303" y="14007"/>
                    <a:pt x="1303" y="12508"/>
                  </a:cubicBezTo>
                  <a:cubicBezTo>
                    <a:pt x="1303" y="10920"/>
                    <a:pt x="1642" y="9403"/>
                    <a:pt x="2249" y="8047"/>
                  </a:cubicBezTo>
                  <a:close/>
                  <a:moveTo>
                    <a:pt x="23660" y="11741"/>
                  </a:moveTo>
                  <a:cubicBezTo>
                    <a:pt x="23678" y="11991"/>
                    <a:pt x="23696" y="12258"/>
                    <a:pt x="23696" y="12508"/>
                  </a:cubicBezTo>
                  <a:cubicBezTo>
                    <a:pt x="23696" y="15809"/>
                    <a:pt x="22250" y="18771"/>
                    <a:pt x="19984" y="20823"/>
                  </a:cubicBezTo>
                  <a:cubicBezTo>
                    <a:pt x="16505" y="20002"/>
                    <a:pt x="13739" y="18806"/>
                    <a:pt x="11563" y="17486"/>
                  </a:cubicBezTo>
                  <a:cubicBezTo>
                    <a:pt x="11884" y="17040"/>
                    <a:pt x="12187" y="16594"/>
                    <a:pt x="12508" y="16112"/>
                  </a:cubicBezTo>
                  <a:cubicBezTo>
                    <a:pt x="12633" y="16184"/>
                    <a:pt x="12776" y="16255"/>
                    <a:pt x="12901" y="16308"/>
                  </a:cubicBezTo>
                  <a:cubicBezTo>
                    <a:pt x="13658" y="16646"/>
                    <a:pt x="14468" y="16813"/>
                    <a:pt x="15309" y="16813"/>
                  </a:cubicBezTo>
                  <a:cubicBezTo>
                    <a:pt x="16827" y="16813"/>
                    <a:pt x="18449" y="16270"/>
                    <a:pt x="20056" y="15202"/>
                  </a:cubicBezTo>
                  <a:cubicBezTo>
                    <a:pt x="21376" y="14328"/>
                    <a:pt x="22589" y="13150"/>
                    <a:pt x="23660" y="11741"/>
                  </a:cubicBezTo>
                  <a:close/>
                  <a:moveTo>
                    <a:pt x="2820" y="18093"/>
                  </a:moveTo>
                  <a:cubicBezTo>
                    <a:pt x="3426" y="18271"/>
                    <a:pt x="4104" y="18450"/>
                    <a:pt x="4854" y="18628"/>
                  </a:cubicBezTo>
                  <a:cubicBezTo>
                    <a:pt x="6228" y="18931"/>
                    <a:pt x="7387" y="19377"/>
                    <a:pt x="8387" y="19859"/>
                  </a:cubicBezTo>
                  <a:cubicBezTo>
                    <a:pt x="7726" y="20644"/>
                    <a:pt x="7102" y="21340"/>
                    <a:pt x="6531" y="21965"/>
                  </a:cubicBezTo>
                  <a:cubicBezTo>
                    <a:pt x="4996" y="20983"/>
                    <a:pt x="3712" y="19663"/>
                    <a:pt x="2820" y="18093"/>
                  </a:cubicBezTo>
                  <a:close/>
                  <a:moveTo>
                    <a:pt x="10920" y="18360"/>
                  </a:moveTo>
                  <a:cubicBezTo>
                    <a:pt x="11170" y="18521"/>
                    <a:pt x="11438" y="18681"/>
                    <a:pt x="11705" y="18842"/>
                  </a:cubicBezTo>
                  <a:cubicBezTo>
                    <a:pt x="13846" y="20038"/>
                    <a:pt x="16255" y="20983"/>
                    <a:pt x="18914" y="21661"/>
                  </a:cubicBezTo>
                  <a:cubicBezTo>
                    <a:pt x="17486" y="22660"/>
                    <a:pt x="15827" y="23338"/>
                    <a:pt x="14043" y="23588"/>
                  </a:cubicBezTo>
                  <a:lnTo>
                    <a:pt x="14168" y="23517"/>
                  </a:lnTo>
                  <a:cubicBezTo>
                    <a:pt x="14114" y="23392"/>
                    <a:pt x="12990" y="21304"/>
                    <a:pt x="10028" y="19520"/>
                  </a:cubicBezTo>
                  <a:cubicBezTo>
                    <a:pt x="10331" y="19145"/>
                    <a:pt x="10617" y="18753"/>
                    <a:pt x="10920" y="18360"/>
                  </a:cubicBezTo>
                  <a:close/>
                  <a:moveTo>
                    <a:pt x="9350" y="20377"/>
                  </a:moveTo>
                  <a:cubicBezTo>
                    <a:pt x="11473" y="21626"/>
                    <a:pt x="12580" y="23053"/>
                    <a:pt x="13008" y="23677"/>
                  </a:cubicBezTo>
                  <a:cubicBezTo>
                    <a:pt x="12847" y="23695"/>
                    <a:pt x="12669" y="23695"/>
                    <a:pt x="12508" y="23695"/>
                  </a:cubicBezTo>
                  <a:cubicBezTo>
                    <a:pt x="10706" y="23695"/>
                    <a:pt x="8993" y="23267"/>
                    <a:pt x="7494" y="22500"/>
                  </a:cubicBezTo>
                  <a:cubicBezTo>
                    <a:pt x="8065" y="21875"/>
                    <a:pt x="8690" y="21162"/>
                    <a:pt x="9350" y="20377"/>
                  </a:cubicBezTo>
                  <a:close/>
                  <a:moveTo>
                    <a:pt x="12508" y="0"/>
                  </a:moveTo>
                  <a:cubicBezTo>
                    <a:pt x="5603" y="0"/>
                    <a:pt x="0" y="5621"/>
                    <a:pt x="0" y="12508"/>
                  </a:cubicBezTo>
                  <a:cubicBezTo>
                    <a:pt x="0" y="19395"/>
                    <a:pt x="5603" y="24998"/>
                    <a:pt x="12508" y="24998"/>
                  </a:cubicBezTo>
                  <a:cubicBezTo>
                    <a:pt x="19395" y="24998"/>
                    <a:pt x="24998" y="19395"/>
                    <a:pt x="24998" y="12508"/>
                  </a:cubicBezTo>
                  <a:cubicBezTo>
                    <a:pt x="24998" y="5621"/>
                    <a:pt x="19395" y="0"/>
                    <a:pt x="125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6" name="Google Shape;10996;p1415"/>
          <p:cNvGrpSpPr/>
          <p:nvPr/>
        </p:nvGrpSpPr>
        <p:grpSpPr>
          <a:xfrm>
            <a:off x="7129475" y="1270475"/>
            <a:ext cx="2602500" cy="2602500"/>
            <a:chOff x="7129475" y="1270500"/>
            <a:chExt cx="2602500" cy="2602500"/>
          </a:xfrm>
        </p:grpSpPr>
        <p:sp>
          <p:nvSpPr>
            <p:cNvPr id="10997" name="Google Shape;10997;p1415"/>
            <p:cNvSpPr/>
            <p:nvPr/>
          </p:nvSpPr>
          <p:spPr>
            <a:xfrm>
              <a:off x="7415177" y="2348213"/>
              <a:ext cx="446959" cy="447020"/>
            </a:xfrm>
            <a:custGeom>
              <a:rect b="b" l="l" r="r" t="t"/>
              <a:pathLst>
                <a:path extrusionOk="0" h="24232" w="24232">
                  <a:moveTo>
                    <a:pt x="12152" y="1"/>
                  </a:moveTo>
                  <a:lnTo>
                    <a:pt x="12152" y="1785"/>
                  </a:lnTo>
                  <a:cubicBezTo>
                    <a:pt x="13240" y="1803"/>
                    <a:pt x="14311" y="1964"/>
                    <a:pt x="15346" y="2303"/>
                  </a:cubicBezTo>
                  <a:lnTo>
                    <a:pt x="15899" y="608"/>
                  </a:lnTo>
                  <a:cubicBezTo>
                    <a:pt x="14685" y="215"/>
                    <a:pt x="13436" y="19"/>
                    <a:pt x="12152" y="1"/>
                  </a:cubicBezTo>
                  <a:close/>
                  <a:moveTo>
                    <a:pt x="8423" y="590"/>
                  </a:moveTo>
                  <a:cubicBezTo>
                    <a:pt x="7209" y="982"/>
                    <a:pt x="6067" y="1553"/>
                    <a:pt x="5033" y="2303"/>
                  </a:cubicBezTo>
                  <a:lnTo>
                    <a:pt x="6085" y="3748"/>
                  </a:lnTo>
                  <a:cubicBezTo>
                    <a:pt x="6960" y="3106"/>
                    <a:pt x="7923" y="2624"/>
                    <a:pt x="8958" y="2285"/>
                  </a:cubicBezTo>
                  <a:lnTo>
                    <a:pt x="8423" y="590"/>
                  </a:lnTo>
                  <a:close/>
                  <a:moveTo>
                    <a:pt x="19271" y="2338"/>
                  </a:moveTo>
                  <a:lnTo>
                    <a:pt x="18218" y="3784"/>
                  </a:lnTo>
                  <a:cubicBezTo>
                    <a:pt x="19093" y="4426"/>
                    <a:pt x="19860" y="5193"/>
                    <a:pt x="20502" y="6067"/>
                  </a:cubicBezTo>
                  <a:lnTo>
                    <a:pt x="21947" y="5033"/>
                  </a:lnTo>
                  <a:cubicBezTo>
                    <a:pt x="21198" y="3998"/>
                    <a:pt x="20288" y="3088"/>
                    <a:pt x="19271" y="2338"/>
                  </a:cubicBezTo>
                  <a:close/>
                  <a:moveTo>
                    <a:pt x="2338" y="4961"/>
                  </a:moveTo>
                  <a:cubicBezTo>
                    <a:pt x="1589" y="5996"/>
                    <a:pt x="1000" y="7138"/>
                    <a:pt x="608" y="8333"/>
                  </a:cubicBezTo>
                  <a:lnTo>
                    <a:pt x="2303" y="8887"/>
                  </a:lnTo>
                  <a:cubicBezTo>
                    <a:pt x="2642" y="7870"/>
                    <a:pt x="3141" y="6906"/>
                    <a:pt x="3784" y="6014"/>
                  </a:cubicBezTo>
                  <a:lnTo>
                    <a:pt x="2338" y="4961"/>
                  </a:lnTo>
                  <a:close/>
                  <a:moveTo>
                    <a:pt x="23660" y="8405"/>
                  </a:moveTo>
                  <a:lnTo>
                    <a:pt x="21965" y="8958"/>
                  </a:lnTo>
                  <a:cubicBezTo>
                    <a:pt x="22286" y="9975"/>
                    <a:pt x="22447" y="11046"/>
                    <a:pt x="22447" y="12116"/>
                  </a:cubicBezTo>
                  <a:lnTo>
                    <a:pt x="22447" y="12152"/>
                  </a:lnTo>
                  <a:lnTo>
                    <a:pt x="24231" y="12116"/>
                  </a:lnTo>
                  <a:cubicBezTo>
                    <a:pt x="24231" y="10849"/>
                    <a:pt x="24035" y="9600"/>
                    <a:pt x="23660" y="8405"/>
                  </a:cubicBezTo>
                  <a:close/>
                  <a:moveTo>
                    <a:pt x="1" y="12080"/>
                  </a:moveTo>
                  <a:lnTo>
                    <a:pt x="1" y="12116"/>
                  </a:lnTo>
                  <a:cubicBezTo>
                    <a:pt x="1" y="13401"/>
                    <a:pt x="197" y="14668"/>
                    <a:pt x="590" y="15863"/>
                  </a:cubicBezTo>
                  <a:lnTo>
                    <a:pt x="2303" y="15310"/>
                  </a:lnTo>
                  <a:cubicBezTo>
                    <a:pt x="1964" y="14293"/>
                    <a:pt x="1785" y="13222"/>
                    <a:pt x="1785" y="12116"/>
                  </a:cubicBezTo>
                  <a:lnTo>
                    <a:pt x="1785" y="12080"/>
                  </a:lnTo>
                  <a:close/>
                  <a:moveTo>
                    <a:pt x="21947" y="15328"/>
                  </a:moveTo>
                  <a:cubicBezTo>
                    <a:pt x="21608" y="16363"/>
                    <a:pt x="21109" y="17326"/>
                    <a:pt x="20466" y="18200"/>
                  </a:cubicBezTo>
                  <a:lnTo>
                    <a:pt x="21912" y="19253"/>
                  </a:lnTo>
                  <a:cubicBezTo>
                    <a:pt x="22661" y="18236"/>
                    <a:pt x="23250" y="17094"/>
                    <a:pt x="23642" y="15881"/>
                  </a:cubicBezTo>
                  <a:lnTo>
                    <a:pt x="21947" y="15328"/>
                  </a:lnTo>
                  <a:close/>
                  <a:moveTo>
                    <a:pt x="3766" y="18200"/>
                  </a:moveTo>
                  <a:lnTo>
                    <a:pt x="2320" y="19235"/>
                  </a:lnTo>
                  <a:cubicBezTo>
                    <a:pt x="3070" y="20270"/>
                    <a:pt x="3962" y="21180"/>
                    <a:pt x="4997" y="21930"/>
                  </a:cubicBezTo>
                  <a:lnTo>
                    <a:pt x="6050" y="20484"/>
                  </a:lnTo>
                  <a:cubicBezTo>
                    <a:pt x="5175" y="19842"/>
                    <a:pt x="4408" y="19075"/>
                    <a:pt x="3766" y="18200"/>
                  </a:cubicBezTo>
                  <a:close/>
                  <a:moveTo>
                    <a:pt x="18183" y="20484"/>
                  </a:moveTo>
                  <a:cubicBezTo>
                    <a:pt x="17308" y="21127"/>
                    <a:pt x="16327" y="21626"/>
                    <a:pt x="15310" y="21947"/>
                  </a:cubicBezTo>
                  <a:lnTo>
                    <a:pt x="15845" y="23660"/>
                  </a:lnTo>
                  <a:cubicBezTo>
                    <a:pt x="17059" y="23268"/>
                    <a:pt x="18200" y="22679"/>
                    <a:pt x="19235" y="21930"/>
                  </a:cubicBezTo>
                  <a:lnTo>
                    <a:pt x="18183" y="20484"/>
                  </a:lnTo>
                  <a:close/>
                  <a:moveTo>
                    <a:pt x="8922" y="21947"/>
                  </a:moveTo>
                  <a:lnTo>
                    <a:pt x="8369" y="23642"/>
                  </a:lnTo>
                  <a:cubicBezTo>
                    <a:pt x="9582" y="24035"/>
                    <a:pt x="10831" y="24231"/>
                    <a:pt x="12116" y="24231"/>
                  </a:cubicBezTo>
                  <a:lnTo>
                    <a:pt x="12116" y="22447"/>
                  </a:lnTo>
                  <a:cubicBezTo>
                    <a:pt x="11028" y="22447"/>
                    <a:pt x="9939" y="22286"/>
                    <a:pt x="8922" y="219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1415"/>
            <p:cNvSpPr/>
            <p:nvPr/>
          </p:nvSpPr>
          <p:spPr>
            <a:xfrm rot="5400000">
              <a:off x="7129475" y="1270500"/>
              <a:ext cx="2602500" cy="2602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1415"/>
            <p:cNvSpPr/>
            <p:nvPr/>
          </p:nvSpPr>
          <p:spPr>
            <a:xfrm>
              <a:off x="7661825" y="2348250"/>
              <a:ext cx="768900" cy="4470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0" name="Google Shape;11000;p1415"/>
          <p:cNvGrpSpPr/>
          <p:nvPr/>
        </p:nvGrpSpPr>
        <p:grpSpPr>
          <a:xfrm flipH="1">
            <a:off x="-588025" y="1270425"/>
            <a:ext cx="2602500" cy="2602500"/>
            <a:chOff x="7129475" y="1270500"/>
            <a:chExt cx="2602500" cy="2602500"/>
          </a:xfrm>
        </p:grpSpPr>
        <p:sp>
          <p:nvSpPr>
            <p:cNvPr id="11001" name="Google Shape;11001;p1415"/>
            <p:cNvSpPr/>
            <p:nvPr/>
          </p:nvSpPr>
          <p:spPr>
            <a:xfrm>
              <a:off x="7415177" y="2348213"/>
              <a:ext cx="446959" cy="447020"/>
            </a:xfrm>
            <a:custGeom>
              <a:rect b="b" l="l" r="r" t="t"/>
              <a:pathLst>
                <a:path extrusionOk="0" h="24232" w="24232">
                  <a:moveTo>
                    <a:pt x="12152" y="1"/>
                  </a:moveTo>
                  <a:lnTo>
                    <a:pt x="12152" y="1785"/>
                  </a:lnTo>
                  <a:cubicBezTo>
                    <a:pt x="13240" y="1803"/>
                    <a:pt x="14311" y="1964"/>
                    <a:pt x="15346" y="2303"/>
                  </a:cubicBezTo>
                  <a:lnTo>
                    <a:pt x="15899" y="608"/>
                  </a:lnTo>
                  <a:cubicBezTo>
                    <a:pt x="14685" y="215"/>
                    <a:pt x="13436" y="19"/>
                    <a:pt x="12152" y="1"/>
                  </a:cubicBezTo>
                  <a:close/>
                  <a:moveTo>
                    <a:pt x="8423" y="590"/>
                  </a:moveTo>
                  <a:cubicBezTo>
                    <a:pt x="7209" y="982"/>
                    <a:pt x="6067" y="1553"/>
                    <a:pt x="5033" y="2303"/>
                  </a:cubicBezTo>
                  <a:lnTo>
                    <a:pt x="6085" y="3748"/>
                  </a:lnTo>
                  <a:cubicBezTo>
                    <a:pt x="6960" y="3106"/>
                    <a:pt x="7923" y="2624"/>
                    <a:pt x="8958" y="2285"/>
                  </a:cubicBezTo>
                  <a:lnTo>
                    <a:pt x="8423" y="590"/>
                  </a:lnTo>
                  <a:close/>
                  <a:moveTo>
                    <a:pt x="19271" y="2338"/>
                  </a:moveTo>
                  <a:lnTo>
                    <a:pt x="18218" y="3784"/>
                  </a:lnTo>
                  <a:cubicBezTo>
                    <a:pt x="19093" y="4426"/>
                    <a:pt x="19860" y="5193"/>
                    <a:pt x="20502" y="6067"/>
                  </a:cubicBezTo>
                  <a:lnTo>
                    <a:pt x="21947" y="5033"/>
                  </a:lnTo>
                  <a:cubicBezTo>
                    <a:pt x="21198" y="3998"/>
                    <a:pt x="20288" y="3088"/>
                    <a:pt x="19271" y="2338"/>
                  </a:cubicBezTo>
                  <a:close/>
                  <a:moveTo>
                    <a:pt x="2338" y="4961"/>
                  </a:moveTo>
                  <a:cubicBezTo>
                    <a:pt x="1589" y="5996"/>
                    <a:pt x="1000" y="7138"/>
                    <a:pt x="608" y="8333"/>
                  </a:cubicBezTo>
                  <a:lnTo>
                    <a:pt x="2303" y="8887"/>
                  </a:lnTo>
                  <a:cubicBezTo>
                    <a:pt x="2642" y="7870"/>
                    <a:pt x="3141" y="6906"/>
                    <a:pt x="3784" y="6014"/>
                  </a:cubicBezTo>
                  <a:lnTo>
                    <a:pt x="2338" y="4961"/>
                  </a:lnTo>
                  <a:close/>
                  <a:moveTo>
                    <a:pt x="23660" y="8405"/>
                  </a:moveTo>
                  <a:lnTo>
                    <a:pt x="21965" y="8958"/>
                  </a:lnTo>
                  <a:cubicBezTo>
                    <a:pt x="22286" y="9975"/>
                    <a:pt x="22447" y="11046"/>
                    <a:pt x="22447" y="12116"/>
                  </a:cubicBezTo>
                  <a:lnTo>
                    <a:pt x="22447" y="12152"/>
                  </a:lnTo>
                  <a:lnTo>
                    <a:pt x="24231" y="12116"/>
                  </a:lnTo>
                  <a:cubicBezTo>
                    <a:pt x="24231" y="10849"/>
                    <a:pt x="24035" y="9600"/>
                    <a:pt x="23660" y="8405"/>
                  </a:cubicBezTo>
                  <a:close/>
                  <a:moveTo>
                    <a:pt x="1" y="12080"/>
                  </a:moveTo>
                  <a:lnTo>
                    <a:pt x="1" y="12116"/>
                  </a:lnTo>
                  <a:cubicBezTo>
                    <a:pt x="1" y="13401"/>
                    <a:pt x="197" y="14668"/>
                    <a:pt x="590" y="15863"/>
                  </a:cubicBezTo>
                  <a:lnTo>
                    <a:pt x="2303" y="15310"/>
                  </a:lnTo>
                  <a:cubicBezTo>
                    <a:pt x="1964" y="14293"/>
                    <a:pt x="1785" y="13222"/>
                    <a:pt x="1785" y="12116"/>
                  </a:cubicBezTo>
                  <a:lnTo>
                    <a:pt x="1785" y="12080"/>
                  </a:lnTo>
                  <a:close/>
                  <a:moveTo>
                    <a:pt x="21947" y="15328"/>
                  </a:moveTo>
                  <a:cubicBezTo>
                    <a:pt x="21608" y="16363"/>
                    <a:pt x="21109" y="17326"/>
                    <a:pt x="20466" y="18200"/>
                  </a:cubicBezTo>
                  <a:lnTo>
                    <a:pt x="21912" y="19253"/>
                  </a:lnTo>
                  <a:cubicBezTo>
                    <a:pt x="22661" y="18236"/>
                    <a:pt x="23250" y="17094"/>
                    <a:pt x="23642" y="15881"/>
                  </a:cubicBezTo>
                  <a:lnTo>
                    <a:pt x="21947" y="15328"/>
                  </a:lnTo>
                  <a:close/>
                  <a:moveTo>
                    <a:pt x="3766" y="18200"/>
                  </a:moveTo>
                  <a:lnTo>
                    <a:pt x="2320" y="19235"/>
                  </a:lnTo>
                  <a:cubicBezTo>
                    <a:pt x="3070" y="20270"/>
                    <a:pt x="3962" y="21180"/>
                    <a:pt x="4997" y="21930"/>
                  </a:cubicBezTo>
                  <a:lnTo>
                    <a:pt x="6050" y="20484"/>
                  </a:lnTo>
                  <a:cubicBezTo>
                    <a:pt x="5175" y="19842"/>
                    <a:pt x="4408" y="19075"/>
                    <a:pt x="3766" y="18200"/>
                  </a:cubicBezTo>
                  <a:close/>
                  <a:moveTo>
                    <a:pt x="18183" y="20484"/>
                  </a:moveTo>
                  <a:cubicBezTo>
                    <a:pt x="17308" y="21127"/>
                    <a:pt x="16327" y="21626"/>
                    <a:pt x="15310" y="21947"/>
                  </a:cubicBezTo>
                  <a:lnTo>
                    <a:pt x="15845" y="23660"/>
                  </a:lnTo>
                  <a:cubicBezTo>
                    <a:pt x="17059" y="23268"/>
                    <a:pt x="18200" y="22679"/>
                    <a:pt x="19235" y="21930"/>
                  </a:cubicBezTo>
                  <a:lnTo>
                    <a:pt x="18183" y="20484"/>
                  </a:lnTo>
                  <a:close/>
                  <a:moveTo>
                    <a:pt x="8922" y="21947"/>
                  </a:moveTo>
                  <a:lnTo>
                    <a:pt x="8369" y="23642"/>
                  </a:lnTo>
                  <a:cubicBezTo>
                    <a:pt x="9582" y="24035"/>
                    <a:pt x="10831" y="24231"/>
                    <a:pt x="12116" y="24231"/>
                  </a:cubicBezTo>
                  <a:lnTo>
                    <a:pt x="12116" y="22447"/>
                  </a:lnTo>
                  <a:cubicBezTo>
                    <a:pt x="11028" y="22447"/>
                    <a:pt x="9939" y="22286"/>
                    <a:pt x="8922" y="219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1415"/>
            <p:cNvSpPr/>
            <p:nvPr/>
          </p:nvSpPr>
          <p:spPr>
            <a:xfrm rot="5400000">
              <a:off x="7129475" y="1270500"/>
              <a:ext cx="2602500" cy="2602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1415"/>
            <p:cNvSpPr/>
            <p:nvPr/>
          </p:nvSpPr>
          <p:spPr>
            <a:xfrm>
              <a:off x="7661825" y="2348250"/>
              <a:ext cx="768900" cy="4470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7" name="Shape 11067"/>
        <p:cNvGrpSpPr/>
        <p:nvPr/>
      </p:nvGrpSpPr>
      <p:grpSpPr>
        <a:xfrm>
          <a:off x="0" y="0"/>
          <a:ext cx="0" cy="0"/>
          <a:chOff x="0" y="0"/>
          <a:chExt cx="0" cy="0"/>
        </a:xfrm>
      </p:grpSpPr>
      <p:sp>
        <p:nvSpPr>
          <p:cNvPr id="11068" name="Google Shape;11068;p1417"/>
          <p:cNvSpPr txBox="1"/>
          <p:nvPr>
            <p:ph type="title"/>
          </p:nvPr>
        </p:nvSpPr>
        <p:spPr>
          <a:xfrm>
            <a:off x="713250" y="615725"/>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Game Plan</a:t>
            </a:r>
            <a:endParaRPr/>
          </a:p>
        </p:txBody>
      </p:sp>
      <p:sp>
        <p:nvSpPr>
          <p:cNvPr id="11069" name="Google Shape;11069;p1417"/>
          <p:cNvSpPr txBox="1"/>
          <p:nvPr>
            <p:ph idx="2" type="subTitle"/>
          </p:nvPr>
        </p:nvSpPr>
        <p:spPr>
          <a:xfrm>
            <a:off x="1982988" y="1818250"/>
            <a:ext cx="2447400" cy="5187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sz="2000"/>
              <a:t>Introduction</a:t>
            </a:r>
            <a:endParaRPr sz="2000"/>
          </a:p>
        </p:txBody>
      </p:sp>
      <p:sp>
        <p:nvSpPr>
          <p:cNvPr id="11070" name="Google Shape;11070;p1417"/>
          <p:cNvSpPr txBox="1"/>
          <p:nvPr>
            <p:ph idx="3" type="title"/>
          </p:nvPr>
        </p:nvSpPr>
        <p:spPr>
          <a:xfrm>
            <a:off x="819799" y="1818250"/>
            <a:ext cx="833400" cy="51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1071" name="Google Shape;11071;p1417"/>
          <p:cNvSpPr txBox="1"/>
          <p:nvPr>
            <p:ph idx="5" type="subTitle"/>
          </p:nvPr>
        </p:nvSpPr>
        <p:spPr>
          <a:xfrm>
            <a:off x="4733638" y="1818250"/>
            <a:ext cx="2447400" cy="518700"/>
          </a:xfrm>
          <a:prstGeom prst="rect">
            <a:avLst/>
          </a:prstGeom>
        </p:spPr>
        <p:txBody>
          <a:bodyPr anchorCtr="0" anchor="ctr" bIns="91425" lIns="91425" spcFirstLastPara="1" rIns="91425" wrap="square" tIns="91425">
            <a:noAutofit/>
          </a:bodyPr>
          <a:lstStyle/>
          <a:p>
            <a:pPr indent="0" lvl="0" marL="0" rtl="0" algn="r">
              <a:spcBef>
                <a:spcPts val="0"/>
              </a:spcBef>
              <a:spcAft>
                <a:spcPts val="1200"/>
              </a:spcAft>
              <a:buNone/>
            </a:pPr>
            <a:r>
              <a:rPr lang="en" sz="2000"/>
              <a:t>Datasets</a:t>
            </a:r>
            <a:endParaRPr sz="2000"/>
          </a:p>
        </p:txBody>
      </p:sp>
      <p:sp>
        <p:nvSpPr>
          <p:cNvPr id="11072" name="Google Shape;11072;p1417"/>
          <p:cNvSpPr txBox="1"/>
          <p:nvPr>
            <p:ph idx="6" type="title"/>
          </p:nvPr>
        </p:nvSpPr>
        <p:spPr>
          <a:xfrm>
            <a:off x="7484299" y="1818250"/>
            <a:ext cx="833400" cy="51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1073" name="Google Shape;11073;p1417"/>
          <p:cNvSpPr txBox="1"/>
          <p:nvPr>
            <p:ph idx="8" type="subTitle"/>
          </p:nvPr>
        </p:nvSpPr>
        <p:spPr>
          <a:xfrm>
            <a:off x="2068463" y="3464500"/>
            <a:ext cx="2447400" cy="51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sz="2000"/>
          </a:p>
          <a:p>
            <a:pPr indent="0" lvl="0" marL="0" rtl="0" algn="l">
              <a:spcBef>
                <a:spcPts val="1200"/>
              </a:spcBef>
              <a:spcAft>
                <a:spcPts val="0"/>
              </a:spcAft>
              <a:buNone/>
            </a:pPr>
            <a:r>
              <a:rPr lang="en" sz="2000"/>
              <a:t>Methods &amp; Results</a:t>
            </a:r>
            <a:endParaRPr sz="2000"/>
          </a:p>
          <a:p>
            <a:pPr indent="0" lvl="0" marL="0" rtl="0" algn="l">
              <a:spcBef>
                <a:spcPts val="1200"/>
              </a:spcBef>
              <a:spcAft>
                <a:spcPts val="1200"/>
              </a:spcAft>
              <a:buNone/>
            </a:pPr>
            <a:r>
              <a:t/>
            </a:r>
            <a:endParaRPr sz="2000"/>
          </a:p>
        </p:txBody>
      </p:sp>
      <p:sp>
        <p:nvSpPr>
          <p:cNvPr id="11074" name="Google Shape;11074;p1417"/>
          <p:cNvSpPr txBox="1"/>
          <p:nvPr>
            <p:ph idx="9" type="title"/>
          </p:nvPr>
        </p:nvSpPr>
        <p:spPr>
          <a:xfrm>
            <a:off x="819800" y="3464500"/>
            <a:ext cx="833400" cy="51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1075" name="Google Shape;11075;p1417"/>
          <p:cNvSpPr txBox="1"/>
          <p:nvPr>
            <p:ph idx="14" type="subTitle"/>
          </p:nvPr>
        </p:nvSpPr>
        <p:spPr>
          <a:xfrm>
            <a:off x="4778550" y="3475800"/>
            <a:ext cx="2447400" cy="518700"/>
          </a:xfrm>
          <a:prstGeom prst="rect">
            <a:avLst/>
          </a:prstGeom>
        </p:spPr>
        <p:txBody>
          <a:bodyPr anchorCtr="0" anchor="ctr" bIns="91425" lIns="91425" spcFirstLastPara="1" rIns="91425" wrap="square" tIns="91425">
            <a:noAutofit/>
          </a:bodyPr>
          <a:lstStyle/>
          <a:p>
            <a:pPr indent="0" lvl="0" marL="0" rtl="0" algn="r">
              <a:spcBef>
                <a:spcPts val="0"/>
              </a:spcBef>
              <a:spcAft>
                <a:spcPts val="1200"/>
              </a:spcAft>
              <a:buNone/>
            </a:pPr>
            <a:r>
              <a:rPr lang="en" sz="2000"/>
              <a:t>Conclusions</a:t>
            </a:r>
            <a:endParaRPr sz="2000"/>
          </a:p>
        </p:txBody>
      </p:sp>
      <p:sp>
        <p:nvSpPr>
          <p:cNvPr id="11076" name="Google Shape;11076;p1417"/>
          <p:cNvSpPr txBox="1"/>
          <p:nvPr>
            <p:ph idx="15" type="title"/>
          </p:nvPr>
        </p:nvSpPr>
        <p:spPr>
          <a:xfrm>
            <a:off x="7488624" y="3475788"/>
            <a:ext cx="833400" cy="51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grpSp>
        <p:nvGrpSpPr>
          <p:cNvPr id="11077" name="Google Shape;11077;p1417"/>
          <p:cNvGrpSpPr/>
          <p:nvPr/>
        </p:nvGrpSpPr>
        <p:grpSpPr>
          <a:xfrm>
            <a:off x="7660352" y="1008657"/>
            <a:ext cx="463990" cy="463990"/>
            <a:chOff x="3365800" y="1183425"/>
            <a:chExt cx="261300" cy="261300"/>
          </a:xfrm>
        </p:grpSpPr>
        <p:cxnSp>
          <p:nvCxnSpPr>
            <p:cNvPr id="11078" name="Google Shape;11078;p1417"/>
            <p:cNvCxnSpPr/>
            <p:nvPr/>
          </p:nvCxnSpPr>
          <p:spPr>
            <a:xfrm>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cxnSp>
          <p:nvCxnSpPr>
            <p:cNvPr id="11079" name="Google Shape;11079;p1417"/>
            <p:cNvCxnSpPr/>
            <p:nvPr/>
          </p:nvCxnSpPr>
          <p:spPr>
            <a:xfrm flipH="1">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grpSp>
      <p:sp>
        <p:nvSpPr>
          <p:cNvPr id="11080" name="Google Shape;11080;p1417"/>
          <p:cNvSpPr/>
          <p:nvPr/>
        </p:nvSpPr>
        <p:spPr>
          <a:xfrm rot="-5400000">
            <a:off x="988275" y="981602"/>
            <a:ext cx="518100" cy="5181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1" name="Google Shape;11081;p1417"/>
          <p:cNvGrpSpPr/>
          <p:nvPr/>
        </p:nvGrpSpPr>
        <p:grpSpPr>
          <a:xfrm>
            <a:off x="1015327" y="2678107"/>
            <a:ext cx="463990" cy="463990"/>
            <a:chOff x="3365800" y="1183425"/>
            <a:chExt cx="261300" cy="261300"/>
          </a:xfrm>
        </p:grpSpPr>
        <p:cxnSp>
          <p:nvCxnSpPr>
            <p:cNvPr id="11082" name="Google Shape;11082;p1417"/>
            <p:cNvCxnSpPr/>
            <p:nvPr/>
          </p:nvCxnSpPr>
          <p:spPr>
            <a:xfrm>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cxnSp>
          <p:nvCxnSpPr>
            <p:cNvPr id="11083" name="Google Shape;11083;p1417"/>
            <p:cNvCxnSpPr/>
            <p:nvPr/>
          </p:nvCxnSpPr>
          <p:spPr>
            <a:xfrm flipH="1">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grpSp>
      <p:sp>
        <p:nvSpPr>
          <p:cNvPr id="11084" name="Google Shape;11084;p1417"/>
          <p:cNvSpPr/>
          <p:nvPr/>
        </p:nvSpPr>
        <p:spPr>
          <a:xfrm rot="-5400000">
            <a:off x="7633300" y="2647327"/>
            <a:ext cx="518100" cy="5181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88" name="Shape 11088"/>
        <p:cNvGrpSpPr/>
        <p:nvPr/>
      </p:nvGrpSpPr>
      <p:grpSpPr>
        <a:xfrm>
          <a:off x="0" y="0"/>
          <a:ext cx="0" cy="0"/>
          <a:chOff x="0" y="0"/>
          <a:chExt cx="0" cy="0"/>
        </a:xfrm>
      </p:grpSpPr>
      <p:sp>
        <p:nvSpPr>
          <p:cNvPr id="11089" name="Google Shape;11089;p1418"/>
          <p:cNvSpPr txBox="1"/>
          <p:nvPr>
            <p:ph type="title"/>
          </p:nvPr>
        </p:nvSpPr>
        <p:spPr>
          <a:xfrm>
            <a:off x="2971613" y="1574875"/>
            <a:ext cx="5351100" cy="166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1090" name="Google Shape;11090;p1418"/>
          <p:cNvSpPr txBox="1"/>
          <p:nvPr>
            <p:ph idx="2" type="title"/>
          </p:nvPr>
        </p:nvSpPr>
        <p:spPr>
          <a:xfrm>
            <a:off x="821288" y="1574875"/>
            <a:ext cx="2150400" cy="166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grpSp>
        <p:nvGrpSpPr>
          <p:cNvPr id="11091" name="Google Shape;11091;p1418"/>
          <p:cNvGrpSpPr/>
          <p:nvPr/>
        </p:nvGrpSpPr>
        <p:grpSpPr>
          <a:xfrm flipH="1" rot="-480853">
            <a:off x="1094867" y="945649"/>
            <a:ext cx="2244318" cy="593320"/>
            <a:chOff x="5239200" y="684775"/>
            <a:chExt cx="2244620" cy="593400"/>
          </a:xfrm>
        </p:grpSpPr>
        <p:sp>
          <p:nvSpPr>
            <p:cNvPr id="11092" name="Google Shape;11092;p1418"/>
            <p:cNvSpPr/>
            <p:nvPr/>
          </p:nvSpPr>
          <p:spPr>
            <a:xfrm>
              <a:off x="5239200" y="684775"/>
              <a:ext cx="485400" cy="4854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3" name="Google Shape;11093;p1418"/>
            <p:cNvGrpSpPr/>
            <p:nvPr/>
          </p:nvGrpSpPr>
          <p:grpSpPr>
            <a:xfrm>
              <a:off x="7083744" y="860634"/>
              <a:ext cx="400076" cy="400103"/>
              <a:chOff x="3365800" y="1183425"/>
              <a:chExt cx="261300" cy="261300"/>
            </a:xfrm>
          </p:grpSpPr>
          <p:cxnSp>
            <p:nvCxnSpPr>
              <p:cNvPr id="11094" name="Google Shape;11094;p1418"/>
              <p:cNvCxnSpPr/>
              <p:nvPr/>
            </p:nvCxnSpPr>
            <p:spPr>
              <a:xfrm>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cxnSp>
            <p:nvCxnSpPr>
              <p:cNvPr id="11095" name="Google Shape;11095;p1418"/>
              <p:cNvCxnSpPr/>
              <p:nvPr/>
            </p:nvCxnSpPr>
            <p:spPr>
              <a:xfrm flipH="1">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grpSp>
        <p:cxnSp>
          <p:nvCxnSpPr>
            <p:cNvPr id="11096" name="Google Shape;11096;p1418"/>
            <p:cNvCxnSpPr>
              <a:stCxn id="11092" idx="6"/>
            </p:cNvCxnSpPr>
            <p:nvPr/>
          </p:nvCxnSpPr>
          <p:spPr>
            <a:xfrm rot="-480828">
              <a:off x="5741900" y="819387"/>
              <a:ext cx="1525699" cy="354176"/>
            </a:xfrm>
            <a:prstGeom prst="straightConnector1">
              <a:avLst/>
            </a:prstGeom>
            <a:noFill/>
            <a:ln cap="flat" cmpd="sng" w="38100">
              <a:solidFill>
                <a:schemeClr val="accent1"/>
              </a:solidFill>
              <a:prstDash val="dash"/>
              <a:round/>
              <a:headEnd len="med" w="med" type="none"/>
              <a:tailEnd len="med" w="med" type="none"/>
            </a:ln>
          </p:spPr>
        </p:cxnSp>
      </p:grpSp>
      <p:grpSp>
        <p:nvGrpSpPr>
          <p:cNvPr id="11097" name="Google Shape;11097;p1418"/>
          <p:cNvGrpSpPr/>
          <p:nvPr/>
        </p:nvGrpSpPr>
        <p:grpSpPr>
          <a:xfrm>
            <a:off x="7060467" y="3071525"/>
            <a:ext cx="1053116" cy="1314669"/>
            <a:chOff x="5763974" y="1622902"/>
            <a:chExt cx="1764308" cy="2202495"/>
          </a:xfrm>
        </p:grpSpPr>
        <p:sp>
          <p:nvSpPr>
            <p:cNvPr id="11098" name="Google Shape;11098;p1418"/>
            <p:cNvSpPr/>
            <p:nvPr/>
          </p:nvSpPr>
          <p:spPr>
            <a:xfrm>
              <a:off x="5763974" y="1705585"/>
              <a:ext cx="489597" cy="591299"/>
            </a:xfrm>
            <a:custGeom>
              <a:rect b="b" l="l" r="r" t="t"/>
              <a:pathLst>
                <a:path extrusionOk="0" h="11099" w="9190">
                  <a:moveTo>
                    <a:pt x="6834" y="1"/>
                  </a:moveTo>
                  <a:lnTo>
                    <a:pt x="5996" y="233"/>
                  </a:lnTo>
                  <a:cubicBezTo>
                    <a:pt x="5996" y="233"/>
                    <a:pt x="7976" y="9011"/>
                    <a:pt x="0" y="10153"/>
                  </a:cubicBezTo>
                  <a:lnTo>
                    <a:pt x="161" y="11099"/>
                  </a:lnTo>
                  <a:cubicBezTo>
                    <a:pt x="9189" y="8815"/>
                    <a:pt x="6834" y="1"/>
                    <a:pt x="6834" y="1"/>
                  </a:cubicBezTo>
                  <a:close/>
                </a:path>
              </a:pathLst>
            </a:custGeom>
            <a:solidFill>
              <a:srgbClr val="F9A350"/>
            </a:solidFill>
            <a:ln>
              <a:noFill/>
            </a:ln>
          </p:spPr>
          <p:txBody>
            <a:bodyPr anchorCtr="0" anchor="ctr" bIns="54575" lIns="54575" spcFirstLastPara="1" rIns="54575" wrap="square" tIns="54575">
              <a:noAutofit/>
            </a:bodyPr>
            <a:lstStyle/>
            <a:p>
              <a:pPr indent="0" lvl="0" marL="0" rtl="0" algn="l">
                <a:spcBef>
                  <a:spcPts val="0"/>
                </a:spcBef>
                <a:spcAft>
                  <a:spcPts val="0"/>
                </a:spcAft>
                <a:buNone/>
              </a:pPr>
              <a:r>
                <a:t/>
              </a:r>
              <a:endParaRPr/>
            </a:p>
          </p:txBody>
        </p:sp>
        <p:sp>
          <p:nvSpPr>
            <p:cNvPr id="11099" name="Google Shape;11099;p1418"/>
            <p:cNvSpPr/>
            <p:nvPr/>
          </p:nvSpPr>
          <p:spPr>
            <a:xfrm>
              <a:off x="6354261" y="1622902"/>
              <a:ext cx="586558" cy="241602"/>
            </a:xfrm>
            <a:custGeom>
              <a:rect b="b" l="l" r="r" t="t"/>
              <a:pathLst>
                <a:path extrusionOk="0" h="4535" w="11010">
                  <a:moveTo>
                    <a:pt x="911" y="0"/>
                  </a:moveTo>
                  <a:lnTo>
                    <a:pt x="1" y="304"/>
                  </a:lnTo>
                  <a:cubicBezTo>
                    <a:pt x="1499" y="4136"/>
                    <a:pt x="4103" y="4533"/>
                    <a:pt x="5155" y="4533"/>
                  </a:cubicBezTo>
                  <a:cubicBezTo>
                    <a:pt x="5180" y="4533"/>
                    <a:pt x="5205" y="4533"/>
                    <a:pt x="5229" y="4532"/>
                  </a:cubicBezTo>
                  <a:cubicBezTo>
                    <a:pt x="5425" y="4532"/>
                    <a:pt x="5496" y="4515"/>
                    <a:pt x="5496" y="4515"/>
                  </a:cubicBezTo>
                  <a:cubicBezTo>
                    <a:pt x="5496" y="4515"/>
                    <a:pt x="5626" y="4534"/>
                    <a:pt x="5849" y="4534"/>
                  </a:cubicBezTo>
                  <a:cubicBezTo>
                    <a:pt x="6811" y="4534"/>
                    <a:pt x="9504" y="4170"/>
                    <a:pt x="11010" y="304"/>
                  </a:cubicBezTo>
                  <a:lnTo>
                    <a:pt x="10064" y="0"/>
                  </a:lnTo>
                  <a:cubicBezTo>
                    <a:pt x="8867" y="3428"/>
                    <a:pt x="6477" y="3704"/>
                    <a:pt x="5737" y="3704"/>
                  </a:cubicBezTo>
                  <a:cubicBezTo>
                    <a:pt x="5595" y="3704"/>
                    <a:pt x="5514" y="3694"/>
                    <a:pt x="5514" y="3694"/>
                  </a:cubicBezTo>
                  <a:lnTo>
                    <a:pt x="5229" y="3694"/>
                  </a:lnTo>
                  <a:cubicBezTo>
                    <a:pt x="4426" y="3676"/>
                    <a:pt x="2088" y="3319"/>
                    <a:pt x="911" y="0"/>
                  </a:cubicBezTo>
                  <a:close/>
                </a:path>
              </a:pathLst>
            </a:custGeom>
            <a:solidFill>
              <a:srgbClr val="F9A350"/>
            </a:solidFill>
            <a:ln>
              <a:noFill/>
            </a:ln>
          </p:spPr>
          <p:txBody>
            <a:bodyPr anchorCtr="0" anchor="ctr" bIns="54575" lIns="54575" spcFirstLastPara="1" rIns="54575" wrap="square" tIns="54575">
              <a:noAutofit/>
            </a:bodyPr>
            <a:lstStyle/>
            <a:p>
              <a:pPr indent="0" lvl="0" marL="0" rtl="0" algn="l">
                <a:spcBef>
                  <a:spcPts val="0"/>
                </a:spcBef>
                <a:spcAft>
                  <a:spcPts val="0"/>
                </a:spcAft>
                <a:buNone/>
              </a:pPr>
              <a:r>
                <a:t/>
              </a:r>
              <a:endParaRPr/>
            </a:p>
          </p:txBody>
        </p:sp>
        <p:sp>
          <p:nvSpPr>
            <p:cNvPr id="11100" name="Google Shape;11100;p1418"/>
            <p:cNvSpPr/>
            <p:nvPr/>
          </p:nvSpPr>
          <p:spPr>
            <a:xfrm>
              <a:off x="7038685" y="1705585"/>
              <a:ext cx="489597" cy="591299"/>
            </a:xfrm>
            <a:custGeom>
              <a:rect b="b" l="l" r="r" t="t"/>
              <a:pathLst>
                <a:path extrusionOk="0" h="11099" w="9190">
                  <a:moveTo>
                    <a:pt x="2356" y="1"/>
                  </a:moveTo>
                  <a:cubicBezTo>
                    <a:pt x="2356" y="1"/>
                    <a:pt x="0" y="8815"/>
                    <a:pt x="9029" y="11099"/>
                  </a:cubicBezTo>
                  <a:lnTo>
                    <a:pt x="9189" y="10153"/>
                  </a:lnTo>
                  <a:cubicBezTo>
                    <a:pt x="1214" y="9011"/>
                    <a:pt x="3194" y="233"/>
                    <a:pt x="3194" y="233"/>
                  </a:cubicBezTo>
                  <a:lnTo>
                    <a:pt x="2356" y="1"/>
                  </a:lnTo>
                  <a:close/>
                </a:path>
              </a:pathLst>
            </a:custGeom>
            <a:solidFill>
              <a:srgbClr val="F9A350"/>
            </a:solidFill>
            <a:ln>
              <a:noFill/>
            </a:ln>
          </p:spPr>
          <p:txBody>
            <a:bodyPr anchorCtr="0" anchor="ctr" bIns="54575" lIns="54575" spcFirstLastPara="1" rIns="54575" wrap="square" tIns="54575">
              <a:noAutofit/>
            </a:bodyPr>
            <a:lstStyle/>
            <a:p>
              <a:pPr indent="0" lvl="0" marL="0" rtl="0" algn="l">
                <a:spcBef>
                  <a:spcPts val="0"/>
                </a:spcBef>
                <a:spcAft>
                  <a:spcPts val="0"/>
                </a:spcAft>
                <a:buNone/>
              </a:pPr>
              <a:r>
                <a:t/>
              </a:r>
              <a:endParaRPr/>
            </a:p>
          </p:txBody>
        </p:sp>
        <p:sp>
          <p:nvSpPr>
            <p:cNvPr id="11101" name="Google Shape;11101;p1418"/>
            <p:cNvSpPr/>
            <p:nvPr/>
          </p:nvSpPr>
          <p:spPr>
            <a:xfrm>
              <a:off x="5773457" y="1639045"/>
              <a:ext cx="1746248" cy="711061"/>
            </a:xfrm>
            <a:custGeom>
              <a:rect b="b" l="l" r="r" t="t"/>
              <a:pathLst>
                <a:path extrusionOk="0" h="13347" w="32778">
                  <a:moveTo>
                    <a:pt x="10903" y="1"/>
                  </a:moveTo>
                  <a:lnTo>
                    <a:pt x="6674" y="1250"/>
                  </a:lnTo>
                  <a:cubicBezTo>
                    <a:pt x="6674" y="1250"/>
                    <a:pt x="9029" y="10064"/>
                    <a:pt x="1" y="12348"/>
                  </a:cubicBezTo>
                  <a:lnTo>
                    <a:pt x="161" y="13347"/>
                  </a:lnTo>
                  <a:cubicBezTo>
                    <a:pt x="10046" y="11866"/>
                    <a:pt x="7352" y="1053"/>
                    <a:pt x="7352" y="1053"/>
                  </a:cubicBezTo>
                  <a:lnTo>
                    <a:pt x="10278" y="197"/>
                  </a:lnTo>
                  <a:cubicBezTo>
                    <a:pt x="11552" y="4785"/>
                    <a:pt x="14975" y="5211"/>
                    <a:pt x="16060" y="5211"/>
                  </a:cubicBezTo>
                  <a:cubicBezTo>
                    <a:pt x="16085" y="5211"/>
                    <a:pt x="16108" y="5211"/>
                    <a:pt x="16131" y="5211"/>
                  </a:cubicBezTo>
                  <a:cubicBezTo>
                    <a:pt x="16327" y="5211"/>
                    <a:pt x="16398" y="5193"/>
                    <a:pt x="16398" y="5193"/>
                  </a:cubicBezTo>
                  <a:cubicBezTo>
                    <a:pt x="16398" y="5193"/>
                    <a:pt x="16531" y="5209"/>
                    <a:pt x="16758" y="5209"/>
                  </a:cubicBezTo>
                  <a:cubicBezTo>
                    <a:pt x="17866" y="5209"/>
                    <a:pt x="21230" y="4816"/>
                    <a:pt x="22518" y="197"/>
                  </a:cubicBezTo>
                  <a:lnTo>
                    <a:pt x="25409" y="1053"/>
                  </a:lnTo>
                  <a:cubicBezTo>
                    <a:pt x="25409" y="1053"/>
                    <a:pt x="22715" y="11866"/>
                    <a:pt x="32617" y="13347"/>
                  </a:cubicBezTo>
                  <a:lnTo>
                    <a:pt x="32778" y="12348"/>
                  </a:lnTo>
                  <a:cubicBezTo>
                    <a:pt x="23749" y="10064"/>
                    <a:pt x="26105" y="1250"/>
                    <a:pt x="26105" y="1250"/>
                  </a:cubicBezTo>
                  <a:lnTo>
                    <a:pt x="21912" y="1"/>
                  </a:lnTo>
                  <a:cubicBezTo>
                    <a:pt x="20406" y="3867"/>
                    <a:pt x="17713" y="4231"/>
                    <a:pt x="16751" y="4231"/>
                  </a:cubicBezTo>
                  <a:cubicBezTo>
                    <a:pt x="16528" y="4231"/>
                    <a:pt x="16398" y="4212"/>
                    <a:pt x="16398" y="4212"/>
                  </a:cubicBezTo>
                  <a:cubicBezTo>
                    <a:pt x="16398" y="4212"/>
                    <a:pt x="16327" y="4229"/>
                    <a:pt x="16131" y="4229"/>
                  </a:cubicBezTo>
                  <a:cubicBezTo>
                    <a:pt x="16107" y="4230"/>
                    <a:pt x="16082" y="4230"/>
                    <a:pt x="16057" y="4230"/>
                  </a:cubicBezTo>
                  <a:cubicBezTo>
                    <a:pt x="15004" y="4230"/>
                    <a:pt x="12384" y="3833"/>
                    <a:pt x="10903" y="1"/>
                  </a:cubicBezTo>
                  <a:close/>
                </a:path>
              </a:pathLst>
            </a:custGeom>
            <a:solidFill>
              <a:srgbClr val="E95E24"/>
            </a:solidFill>
            <a:ln>
              <a:noFill/>
            </a:ln>
          </p:spPr>
          <p:txBody>
            <a:bodyPr anchorCtr="0" anchor="ctr" bIns="54575" lIns="54575" spcFirstLastPara="1" rIns="54575" wrap="square" tIns="54575">
              <a:noAutofit/>
            </a:bodyPr>
            <a:lstStyle/>
            <a:p>
              <a:pPr indent="0" lvl="0" marL="0" rtl="0" algn="l">
                <a:spcBef>
                  <a:spcPts val="0"/>
                </a:spcBef>
                <a:spcAft>
                  <a:spcPts val="0"/>
                </a:spcAft>
                <a:buNone/>
              </a:pPr>
              <a:r>
                <a:t/>
              </a:r>
              <a:endParaRPr/>
            </a:p>
          </p:txBody>
        </p:sp>
        <p:sp>
          <p:nvSpPr>
            <p:cNvPr id="11102" name="Google Shape;11102;p1418"/>
            <p:cNvSpPr/>
            <p:nvPr/>
          </p:nvSpPr>
          <p:spPr>
            <a:xfrm>
              <a:off x="5782034" y="1649486"/>
              <a:ext cx="1728188" cy="2062808"/>
            </a:xfrm>
            <a:custGeom>
              <a:rect b="b" l="l" r="r" t="t"/>
              <a:pathLst>
                <a:path extrusionOk="0" h="38720" w="32439">
                  <a:moveTo>
                    <a:pt x="10117" y="1"/>
                  </a:moveTo>
                  <a:lnTo>
                    <a:pt x="7209" y="857"/>
                  </a:lnTo>
                  <a:cubicBezTo>
                    <a:pt x="7209" y="857"/>
                    <a:pt x="9903" y="11670"/>
                    <a:pt x="0" y="13151"/>
                  </a:cubicBezTo>
                  <a:lnTo>
                    <a:pt x="2266" y="26801"/>
                  </a:lnTo>
                  <a:lnTo>
                    <a:pt x="1303" y="36471"/>
                  </a:lnTo>
                  <a:cubicBezTo>
                    <a:pt x="1892" y="36757"/>
                    <a:pt x="6031" y="38666"/>
                    <a:pt x="15970" y="38719"/>
                  </a:cubicBezTo>
                  <a:lnTo>
                    <a:pt x="16237" y="38719"/>
                  </a:lnTo>
                  <a:cubicBezTo>
                    <a:pt x="26354" y="38719"/>
                    <a:pt x="30565" y="36775"/>
                    <a:pt x="31172" y="36471"/>
                  </a:cubicBezTo>
                  <a:lnTo>
                    <a:pt x="30172" y="26801"/>
                  </a:lnTo>
                  <a:lnTo>
                    <a:pt x="32438" y="13151"/>
                  </a:lnTo>
                  <a:cubicBezTo>
                    <a:pt x="22554" y="11670"/>
                    <a:pt x="25248" y="857"/>
                    <a:pt x="25248" y="857"/>
                  </a:cubicBezTo>
                  <a:lnTo>
                    <a:pt x="22339" y="1"/>
                  </a:lnTo>
                  <a:cubicBezTo>
                    <a:pt x="21066" y="4620"/>
                    <a:pt x="17704" y="5013"/>
                    <a:pt x="16597" y="5013"/>
                  </a:cubicBezTo>
                  <a:cubicBezTo>
                    <a:pt x="16370" y="5013"/>
                    <a:pt x="16237" y="4997"/>
                    <a:pt x="16237" y="4997"/>
                  </a:cubicBezTo>
                  <a:cubicBezTo>
                    <a:pt x="16237" y="4997"/>
                    <a:pt x="16166" y="5015"/>
                    <a:pt x="15970" y="5015"/>
                  </a:cubicBezTo>
                  <a:cubicBezTo>
                    <a:pt x="15947" y="5015"/>
                    <a:pt x="15924" y="5015"/>
                    <a:pt x="15899" y="5015"/>
                  </a:cubicBezTo>
                  <a:cubicBezTo>
                    <a:pt x="14814" y="5015"/>
                    <a:pt x="11391" y="4589"/>
                    <a:pt x="10117" y="1"/>
                  </a:cubicBezTo>
                  <a:close/>
                </a:path>
              </a:pathLst>
            </a:custGeom>
            <a:solidFill>
              <a:srgbClr val="F9A350"/>
            </a:solidFill>
            <a:ln>
              <a:noFill/>
            </a:ln>
          </p:spPr>
          <p:txBody>
            <a:bodyPr anchorCtr="0" anchor="ctr" bIns="54575" lIns="54575" spcFirstLastPara="1" rIns="54575" wrap="square" tIns="54575">
              <a:noAutofit/>
            </a:bodyPr>
            <a:lstStyle/>
            <a:p>
              <a:pPr indent="0" lvl="0" marL="0" rtl="0" algn="l">
                <a:spcBef>
                  <a:spcPts val="0"/>
                </a:spcBef>
                <a:spcAft>
                  <a:spcPts val="0"/>
                </a:spcAft>
                <a:buNone/>
              </a:pPr>
              <a:r>
                <a:t/>
              </a:r>
              <a:endParaRPr/>
            </a:p>
          </p:txBody>
        </p:sp>
        <p:sp>
          <p:nvSpPr>
            <p:cNvPr id="11103" name="Google Shape;11103;p1418"/>
            <p:cNvSpPr/>
            <p:nvPr/>
          </p:nvSpPr>
          <p:spPr>
            <a:xfrm>
              <a:off x="7446452" y="3626682"/>
              <a:ext cx="1971" cy="20031"/>
            </a:xfrm>
            <a:custGeom>
              <a:rect b="b" l="l" r="r" t="t"/>
              <a:pathLst>
                <a:path extrusionOk="0" h="376" w="37">
                  <a:moveTo>
                    <a:pt x="1" y="1"/>
                  </a:moveTo>
                  <a:cubicBezTo>
                    <a:pt x="1" y="126"/>
                    <a:pt x="19" y="268"/>
                    <a:pt x="37" y="375"/>
                  </a:cubicBezTo>
                  <a:lnTo>
                    <a:pt x="1" y="1"/>
                  </a:lnTo>
                  <a:close/>
                </a:path>
              </a:pathLst>
            </a:custGeom>
            <a:solidFill>
              <a:srgbClr val="F17726"/>
            </a:solidFill>
            <a:ln>
              <a:noFill/>
            </a:ln>
          </p:spPr>
          <p:txBody>
            <a:bodyPr anchorCtr="0" anchor="ctr" bIns="54575" lIns="54575" spcFirstLastPara="1" rIns="54575" wrap="square" tIns="54575">
              <a:noAutofit/>
            </a:bodyPr>
            <a:lstStyle/>
            <a:p>
              <a:pPr indent="0" lvl="0" marL="0" rtl="0" algn="l">
                <a:spcBef>
                  <a:spcPts val="0"/>
                </a:spcBef>
                <a:spcAft>
                  <a:spcPts val="0"/>
                </a:spcAft>
                <a:buNone/>
              </a:pPr>
              <a:r>
                <a:t/>
              </a:r>
              <a:endParaRPr/>
            </a:p>
          </p:txBody>
        </p:sp>
        <p:sp>
          <p:nvSpPr>
            <p:cNvPr id="11104" name="Google Shape;11104;p1418"/>
            <p:cNvSpPr/>
            <p:nvPr/>
          </p:nvSpPr>
          <p:spPr>
            <a:xfrm>
              <a:off x="5835256" y="3646660"/>
              <a:ext cx="1623609" cy="178738"/>
            </a:xfrm>
            <a:custGeom>
              <a:rect b="b" l="l" r="r" t="t"/>
              <a:pathLst>
                <a:path extrusionOk="0" h="3355" w="30476">
                  <a:moveTo>
                    <a:pt x="179" y="0"/>
                  </a:moveTo>
                  <a:lnTo>
                    <a:pt x="1" y="875"/>
                  </a:lnTo>
                  <a:cubicBezTo>
                    <a:pt x="1" y="875"/>
                    <a:pt x="4229" y="3301"/>
                    <a:pt x="14971" y="3355"/>
                  </a:cubicBezTo>
                  <a:lnTo>
                    <a:pt x="15238" y="3355"/>
                  </a:lnTo>
                  <a:cubicBezTo>
                    <a:pt x="26122" y="3355"/>
                    <a:pt x="30476" y="875"/>
                    <a:pt x="30476" y="875"/>
                  </a:cubicBezTo>
                  <a:lnTo>
                    <a:pt x="30280" y="0"/>
                  </a:lnTo>
                  <a:cubicBezTo>
                    <a:pt x="30280" y="0"/>
                    <a:pt x="25266" y="2338"/>
                    <a:pt x="15238" y="2338"/>
                  </a:cubicBezTo>
                  <a:lnTo>
                    <a:pt x="14971" y="2338"/>
                  </a:lnTo>
                  <a:cubicBezTo>
                    <a:pt x="5032" y="2284"/>
                    <a:pt x="179" y="0"/>
                    <a:pt x="179" y="0"/>
                  </a:cubicBezTo>
                  <a:close/>
                </a:path>
              </a:pathLst>
            </a:custGeom>
            <a:solidFill>
              <a:srgbClr val="F9A350"/>
            </a:solidFill>
            <a:ln>
              <a:noFill/>
            </a:ln>
          </p:spPr>
          <p:txBody>
            <a:bodyPr anchorCtr="0" anchor="ctr" bIns="54575" lIns="54575" spcFirstLastPara="1" rIns="54575" wrap="square" tIns="54575">
              <a:noAutofit/>
            </a:bodyPr>
            <a:lstStyle/>
            <a:p>
              <a:pPr indent="0" lvl="0" marL="0" rtl="0" algn="l">
                <a:spcBef>
                  <a:spcPts val="0"/>
                </a:spcBef>
                <a:spcAft>
                  <a:spcPts val="0"/>
                </a:spcAft>
                <a:buNone/>
              </a:pPr>
              <a:r>
                <a:t/>
              </a:r>
              <a:endParaRPr/>
            </a:p>
          </p:txBody>
        </p:sp>
        <p:sp>
          <p:nvSpPr>
            <p:cNvPr id="11105" name="Google Shape;11105;p1418"/>
            <p:cNvSpPr/>
            <p:nvPr/>
          </p:nvSpPr>
          <p:spPr>
            <a:xfrm>
              <a:off x="7442669" y="3591520"/>
              <a:ext cx="3836" cy="35215"/>
            </a:xfrm>
            <a:custGeom>
              <a:rect b="b" l="l" r="r" t="t"/>
              <a:pathLst>
                <a:path extrusionOk="0" h="661" w="72">
                  <a:moveTo>
                    <a:pt x="18" y="0"/>
                  </a:moveTo>
                  <a:cubicBezTo>
                    <a:pt x="18" y="0"/>
                    <a:pt x="1" y="18"/>
                    <a:pt x="1" y="18"/>
                  </a:cubicBezTo>
                  <a:lnTo>
                    <a:pt x="72" y="661"/>
                  </a:lnTo>
                  <a:cubicBezTo>
                    <a:pt x="54" y="447"/>
                    <a:pt x="36" y="232"/>
                    <a:pt x="18" y="0"/>
                  </a:cubicBezTo>
                  <a:close/>
                </a:path>
              </a:pathLst>
            </a:custGeom>
            <a:solidFill>
              <a:srgbClr val="F17726"/>
            </a:solidFill>
            <a:ln>
              <a:noFill/>
            </a:ln>
          </p:spPr>
          <p:txBody>
            <a:bodyPr anchorCtr="0" anchor="ctr" bIns="54575" lIns="54575" spcFirstLastPara="1" rIns="54575" wrap="square" tIns="54575">
              <a:noAutofit/>
            </a:bodyPr>
            <a:lstStyle/>
            <a:p>
              <a:pPr indent="0" lvl="0" marL="0" rtl="0" algn="l">
                <a:spcBef>
                  <a:spcPts val="0"/>
                </a:spcBef>
                <a:spcAft>
                  <a:spcPts val="0"/>
                </a:spcAft>
                <a:buNone/>
              </a:pPr>
              <a:r>
                <a:t/>
              </a:r>
              <a:endParaRPr/>
            </a:p>
          </p:txBody>
        </p:sp>
        <p:sp>
          <p:nvSpPr>
            <p:cNvPr id="11106" name="Google Shape;11106;p1418"/>
            <p:cNvSpPr/>
            <p:nvPr/>
          </p:nvSpPr>
          <p:spPr>
            <a:xfrm>
              <a:off x="5845698" y="3592479"/>
              <a:ext cx="1603684" cy="178738"/>
            </a:xfrm>
            <a:custGeom>
              <a:rect b="b" l="l" r="r" t="t"/>
              <a:pathLst>
                <a:path extrusionOk="0" h="3355" w="30102">
                  <a:moveTo>
                    <a:pt x="90" y="0"/>
                  </a:moveTo>
                  <a:lnTo>
                    <a:pt x="19" y="643"/>
                  </a:lnTo>
                  <a:cubicBezTo>
                    <a:pt x="1" y="768"/>
                    <a:pt x="19" y="910"/>
                    <a:pt x="1" y="1017"/>
                  </a:cubicBezTo>
                  <a:cubicBezTo>
                    <a:pt x="1" y="1017"/>
                    <a:pt x="4836" y="3301"/>
                    <a:pt x="14775" y="3355"/>
                  </a:cubicBezTo>
                  <a:lnTo>
                    <a:pt x="15042" y="3355"/>
                  </a:lnTo>
                  <a:cubicBezTo>
                    <a:pt x="25070" y="3355"/>
                    <a:pt x="30101" y="1017"/>
                    <a:pt x="30101" y="1017"/>
                  </a:cubicBezTo>
                  <a:cubicBezTo>
                    <a:pt x="30084" y="910"/>
                    <a:pt x="30066" y="768"/>
                    <a:pt x="30048" y="643"/>
                  </a:cubicBezTo>
                  <a:lnTo>
                    <a:pt x="29994" y="0"/>
                  </a:lnTo>
                  <a:cubicBezTo>
                    <a:pt x="29388" y="304"/>
                    <a:pt x="25159" y="2248"/>
                    <a:pt x="15042" y="2248"/>
                  </a:cubicBezTo>
                  <a:lnTo>
                    <a:pt x="14775" y="2248"/>
                  </a:lnTo>
                  <a:cubicBezTo>
                    <a:pt x="4836" y="2195"/>
                    <a:pt x="697" y="286"/>
                    <a:pt x="90" y="0"/>
                  </a:cubicBezTo>
                  <a:close/>
                </a:path>
              </a:pathLst>
            </a:custGeom>
            <a:solidFill>
              <a:srgbClr val="E95E24"/>
            </a:solidFill>
            <a:ln>
              <a:noFill/>
            </a:ln>
          </p:spPr>
          <p:txBody>
            <a:bodyPr anchorCtr="0" anchor="ctr" bIns="54575" lIns="54575" spcFirstLastPara="1" rIns="54575" wrap="square" tIns="54575">
              <a:noAutofit/>
            </a:bodyPr>
            <a:lstStyle/>
            <a:p>
              <a:pPr indent="0" lvl="0" marL="0" rtl="0" algn="l">
                <a:spcBef>
                  <a:spcPts val="0"/>
                </a:spcBef>
                <a:spcAft>
                  <a:spcPts val="0"/>
                </a:spcAft>
                <a:buNone/>
              </a:pPr>
              <a:r>
                <a:t/>
              </a:r>
              <a:endParaRPr/>
            </a:p>
          </p:txBody>
        </p:sp>
        <p:sp>
          <p:nvSpPr>
            <p:cNvPr id="11107" name="Google Shape;11107;p1418"/>
            <p:cNvSpPr/>
            <p:nvPr/>
          </p:nvSpPr>
          <p:spPr>
            <a:xfrm>
              <a:off x="6125179" y="2428047"/>
              <a:ext cx="457259" cy="656881"/>
            </a:xfrm>
            <a:custGeom>
              <a:rect b="b" l="l" r="r" t="t"/>
              <a:pathLst>
                <a:path extrusionOk="0" h="12330" w="8583">
                  <a:moveTo>
                    <a:pt x="4336" y="1802"/>
                  </a:moveTo>
                  <a:cubicBezTo>
                    <a:pt x="5550" y="1802"/>
                    <a:pt x="6388" y="2748"/>
                    <a:pt x="6388" y="6120"/>
                  </a:cubicBezTo>
                  <a:cubicBezTo>
                    <a:pt x="6388" y="9635"/>
                    <a:pt x="5514" y="10545"/>
                    <a:pt x="4301" y="10545"/>
                  </a:cubicBezTo>
                  <a:cubicBezTo>
                    <a:pt x="3034" y="10545"/>
                    <a:pt x="2231" y="9546"/>
                    <a:pt x="2231" y="6352"/>
                  </a:cubicBezTo>
                  <a:cubicBezTo>
                    <a:pt x="2231" y="2855"/>
                    <a:pt x="3034" y="1802"/>
                    <a:pt x="4336" y="1802"/>
                  </a:cubicBezTo>
                  <a:close/>
                  <a:moveTo>
                    <a:pt x="4390" y="0"/>
                  </a:moveTo>
                  <a:cubicBezTo>
                    <a:pt x="1749" y="0"/>
                    <a:pt x="1" y="1891"/>
                    <a:pt x="1" y="6156"/>
                  </a:cubicBezTo>
                  <a:cubicBezTo>
                    <a:pt x="1" y="10456"/>
                    <a:pt x="1428" y="12329"/>
                    <a:pt x="4247" y="12329"/>
                  </a:cubicBezTo>
                  <a:cubicBezTo>
                    <a:pt x="7066" y="12329"/>
                    <a:pt x="8583" y="10456"/>
                    <a:pt x="8583" y="6084"/>
                  </a:cubicBezTo>
                  <a:cubicBezTo>
                    <a:pt x="8583" y="1713"/>
                    <a:pt x="6977" y="0"/>
                    <a:pt x="4390" y="0"/>
                  </a:cubicBezTo>
                  <a:close/>
                </a:path>
              </a:pathLst>
            </a:custGeom>
            <a:solidFill>
              <a:srgbClr val="FFFFFF"/>
            </a:solidFill>
            <a:ln>
              <a:noFill/>
            </a:ln>
          </p:spPr>
          <p:txBody>
            <a:bodyPr anchorCtr="0" anchor="ctr" bIns="54575" lIns="54575" spcFirstLastPara="1" rIns="54575" wrap="square" tIns="54575">
              <a:noAutofit/>
            </a:bodyPr>
            <a:lstStyle/>
            <a:p>
              <a:pPr indent="0" lvl="0" marL="0" rtl="0" algn="l">
                <a:spcBef>
                  <a:spcPts val="0"/>
                </a:spcBef>
                <a:spcAft>
                  <a:spcPts val="0"/>
                </a:spcAft>
                <a:buNone/>
              </a:pPr>
              <a:r>
                <a:t/>
              </a:r>
              <a:endParaRPr/>
            </a:p>
          </p:txBody>
        </p:sp>
        <p:sp>
          <p:nvSpPr>
            <p:cNvPr id="11108" name="Google Shape;11108;p1418"/>
            <p:cNvSpPr/>
            <p:nvPr/>
          </p:nvSpPr>
          <p:spPr>
            <a:xfrm>
              <a:off x="6703106" y="2428047"/>
              <a:ext cx="436376" cy="657840"/>
            </a:xfrm>
            <a:custGeom>
              <a:rect b="b" l="l" r="r" t="t"/>
              <a:pathLst>
                <a:path extrusionOk="0" h="12348" w="8191">
                  <a:moveTo>
                    <a:pt x="4069" y="1570"/>
                  </a:moveTo>
                  <a:cubicBezTo>
                    <a:pt x="4997" y="1570"/>
                    <a:pt x="5639" y="2070"/>
                    <a:pt x="5639" y="2873"/>
                  </a:cubicBezTo>
                  <a:cubicBezTo>
                    <a:pt x="5639" y="3711"/>
                    <a:pt x="4943" y="4514"/>
                    <a:pt x="4301" y="4943"/>
                  </a:cubicBezTo>
                  <a:cubicBezTo>
                    <a:pt x="3320" y="4443"/>
                    <a:pt x="2535" y="3818"/>
                    <a:pt x="2535" y="2962"/>
                  </a:cubicBezTo>
                  <a:cubicBezTo>
                    <a:pt x="2535" y="2177"/>
                    <a:pt x="3213" y="1570"/>
                    <a:pt x="4069" y="1570"/>
                  </a:cubicBezTo>
                  <a:close/>
                  <a:moveTo>
                    <a:pt x="3784" y="6727"/>
                  </a:moveTo>
                  <a:cubicBezTo>
                    <a:pt x="4926" y="7316"/>
                    <a:pt x="5836" y="7904"/>
                    <a:pt x="5836" y="8993"/>
                  </a:cubicBezTo>
                  <a:cubicBezTo>
                    <a:pt x="5836" y="10028"/>
                    <a:pt x="5140" y="10670"/>
                    <a:pt x="3998" y="10670"/>
                  </a:cubicBezTo>
                  <a:cubicBezTo>
                    <a:pt x="2767" y="10670"/>
                    <a:pt x="2178" y="9885"/>
                    <a:pt x="2178" y="9046"/>
                  </a:cubicBezTo>
                  <a:cubicBezTo>
                    <a:pt x="2178" y="7940"/>
                    <a:pt x="2909" y="7298"/>
                    <a:pt x="3784" y="6727"/>
                  </a:cubicBezTo>
                  <a:close/>
                  <a:moveTo>
                    <a:pt x="4140" y="0"/>
                  </a:moveTo>
                  <a:cubicBezTo>
                    <a:pt x="1857" y="0"/>
                    <a:pt x="394" y="1338"/>
                    <a:pt x="394" y="3087"/>
                  </a:cubicBezTo>
                  <a:cubicBezTo>
                    <a:pt x="394" y="4461"/>
                    <a:pt x="1393" y="5299"/>
                    <a:pt x="2267" y="5835"/>
                  </a:cubicBezTo>
                  <a:cubicBezTo>
                    <a:pt x="1339" y="6370"/>
                    <a:pt x="1" y="7476"/>
                    <a:pt x="1" y="9207"/>
                  </a:cubicBezTo>
                  <a:cubicBezTo>
                    <a:pt x="1" y="10652"/>
                    <a:pt x="911" y="12347"/>
                    <a:pt x="3998" y="12347"/>
                  </a:cubicBezTo>
                  <a:cubicBezTo>
                    <a:pt x="6942" y="12347"/>
                    <a:pt x="8191" y="10741"/>
                    <a:pt x="8191" y="8939"/>
                  </a:cubicBezTo>
                  <a:cubicBezTo>
                    <a:pt x="8191" y="7601"/>
                    <a:pt x="7316" y="6513"/>
                    <a:pt x="5943" y="5728"/>
                  </a:cubicBezTo>
                  <a:cubicBezTo>
                    <a:pt x="6870" y="4943"/>
                    <a:pt x="7691" y="4015"/>
                    <a:pt x="7691" y="2766"/>
                  </a:cubicBezTo>
                  <a:cubicBezTo>
                    <a:pt x="7691" y="1374"/>
                    <a:pt x="6710" y="0"/>
                    <a:pt x="4140" y="0"/>
                  </a:cubicBezTo>
                  <a:close/>
                </a:path>
              </a:pathLst>
            </a:custGeom>
            <a:solidFill>
              <a:srgbClr val="FFFFFF"/>
            </a:solidFill>
            <a:ln>
              <a:noFill/>
            </a:ln>
          </p:spPr>
          <p:txBody>
            <a:bodyPr anchorCtr="0" anchor="ctr" bIns="54575" lIns="54575" spcFirstLastPara="1" rIns="54575" wrap="square" tIns="5457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2" name="Shape 11112"/>
        <p:cNvGrpSpPr/>
        <p:nvPr/>
      </p:nvGrpSpPr>
      <p:grpSpPr>
        <a:xfrm>
          <a:off x="0" y="0"/>
          <a:ext cx="0" cy="0"/>
          <a:chOff x="0" y="0"/>
          <a:chExt cx="0" cy="0"/>
        </a:xfrm>
      </p:grpSpPr>
      <p:sp>
        <p:nvSpPr>
          <p:cNvPr id="11113" name="Google Shape;11113;p141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Question</a:t>
            </a:r>
            <a:endParaRPr/>
          </a:p>
        </p:txBody>
      </p:sp>
      <p:grpSp>
        <p:nvGrpSpPr>
          <p:cNvPr id="11114" name="Google Shape;11114;p1419"/>
          <p:cNvGrpSpPr/>
          <p:nvPr/>
        </p:nvGrpSpPr>
        <p:grpSpPr>
          <a:xfrm>
            <a:off x="7277723" y="1723610"/>
            <a:ext cx="2306075" cy="2306075"/>
            <a:chOff x="7129475" y="1270500"/>
            <a:chExt cx="2602500" cy="2602500"/>
          </a:xfrm>
        </p:grpSpPr>
        <p:sp>
          <p:nvSpPr>
            <p:cNvPr id="11115" name="Google Shape;11115;p1419"/>
            <p:cNvSpPr/>
            <p:nvPr/>
          </p:nvSpPr>
          <p:spPr>
            <a:xfrm>
              <a:off x="7415177" y="2348213"/>
              <a:ext cx="446959" cy="447020"/>
            </a:xfrm>
            <a:custGeom>
              <a:rect b="b" l="l" r="r" t="t"/>
              <a:pathLst>
                <a:path extrusionOk="0" h="24232" w="24232">
                  <a:moveTo>
                    <a:pt x="12152" y="1"/>
                  </a:moveTo>
                  <a:lnTo>
                    <a:pt x="12152" y="1785"/>
                  </a:lnTo>
                  <a:cubicBezTo>
                    <a:pt x="13240" y="1803"/>
                    <a:pt x="14311" y="1964"/>
                    <a:pt x="15346" y="2303"/>
                  </a:cubicBezTo>
                  <a:lnTo>
                    <a:pt x="15899" y="608"/>
                  </a:lnTo>
                  <a:cubicBezTo>
                    <a:pt x="14685" y="215"/>
                    <a:pt x="13436" y="19"/>
                    <a:pt x="12152" y="1"/>
                  </a:cubicBezTo>
                  <a:close/>
                  <a:moveTo>
                    <a:pt x="8423" y="590"/>
                  </a:moveTo>
                  <a:cubicBezTo>
                    <a:pt x="7209" y="982"/>
                    <a:pt x="6067" y="1553"/>
                    <a:pt x="5033" y="2303"/>
                  </a:cubicBezTo>
                  <a:lnTo>
                    <a:pt x="6085" y="3748"/>
                  </a:lnTo>
                  <a:cubicBezTo>
                    <a:pt x="6960" y="3106"/>
                    <a:pt x="7923" y="2624"/>
                    <a:pt x="8958" y="2285"/>
                  </a:cubicBezTo>
                  <a:lnTo>
                    <a:pt x="8423" y="590"/>
                  </a:lnTo>
                  <a:close/>
                  <a:moveTo>
                    <a:pt x="19271" y="2338"/>
                  </a:moveTo>
                  <a:lnTo>
                    <a:pt x="18218" y="3784"/>
                  </a:lnTo>
                  <a:cubicBezTo>
                    <a:pt x="19093" y="4426"/>
                    <a:pt x="19860" y="5193"/>
                    <a:pt x="20502" y="6067"/>
                  </a:cubicBezTo>
                  <a:lnTo>
                    <a:pt x="21947" y="5033"/>
                  </a:lnTo>
                  <a:cubicBezTo>
                    <a:pt x="21198" y="3998"/>
                    <a:pt x="20288" y="3088"/>
                    <a:pt x="19271" y="2338"/>
                  </a:cubicBezTo>
                  <a:close/>
                  <a:moveTo>
                    <a:pt x="2338" y="4961"/>
                  </a:moveTo>
                  <a:cubicBezTo>
                    <a:pt x="1589" y="5996"/>
                    <a:pt x="1000" y="7138"/>
                    <a:pt x="608" y="8333"/>
                  </a:cubicBezTo>
                  <a:lnTo>
                    <a:pt x="2303" y="8887"/>
                  </a:lnTo>
                  <a:cubicBezTo>
                    <a:pt x="2642" y="7870"/>
                    <a:pt x="3141" y="6906"/>
                    <a:pt x="3784" y="6014"/>
                  </a:cubicBezTo>
                  <a:lnTo>
                    <a:pt x="2338" y="4961"/>
                  </a:lnTo>
                  <a:close/>
                  <a:moveTo>
                    <a:pt x="23660" y="8405"/>
                  </a:moveTo>
                  <a:lnTo>
                    <a:pt x="21965" y="8958"/>
                  </a:lnTo>
                  <a:cubicBezTo>
                    <a:pt x="22286" y="9975"/>
                    <a:pt x="22447" y="11046"/>
                    <a:pt x="22447" y="12116"/>
                  </a:cubicBezTo>
                  <a:lnTo>
                    <a:pt x="22447" y="12152"/>
                  </a:lnTo>
                  <a:lnTo>
                    <a:pt x="24231" y="12116"/>
                  </a:lnTo>
                  <a:cubicBezTo>
                    <a:pt x="24231" y="10849"/>
                    <a:pt x="24035" y="9600"/>
                    <a:pt x="23660" y="8405"/>
                  </a:cubicBezTo>
                  <a:close/>
                  <a:moveTo>
                    <a:pt x="1" y="12080"/>
                  </a:moveTo>
                  <a:lnTo>
                    <a:pt x="1" y="12116"/>
                  </a:lnTo>
                  <a:cubicBezTo>
                    <a:pt x="1" y="13401"/>
                    <a:pt x="197" y="14668"/>
                    <a:pt x="590" y="15863"/>
                  </a:cubicBezTo>
                  <a:lnTo>
                    <a:pt x="2303" y="15310"/>
                  </a:lnTo>
                  <a:cubicBezTo>
                    <a:pt x="1964" y="14293"/>
                    <a:pt x="1785" y="13222"/>
                    <a:pt x="1785" y="12116"/>
                  </a:cubicBezTo>
                  <a:lnTo>
                    <a:pt x="1785" y="12080"/>
                  </a:lnTo>
                  <a:close/>
                  <a:moveTo>
                    <a:pt x="21947" y="15328"/>
                  </a:moveTo>
                  <a:cubicBezTo>
                    <a:pt x="21608" y="16363"/>
                    <a:pt x="21109" y="17326"/>
                    <a:pt x="20466" y="18200"/>
                  </a:cubicBezTo>
                  <a:lnTo>
                    <a:pt x="21912" y="19253"/>
                  </a:lnTo>
                  <a:cubicBezTo>
                    <a:pt x="22661" y="18236"/>
                    <a:pt x="23250" y="17094"/>
                    <a:pt x="23642" y="15881"/>
                  </a:cubicBezTo>
                  <a:lnTo>
                    <a:pt x="21947" y="15328"/>
                  </a:lnTo>
                  <a:close/>
                  <a:moveTo>
                    <a:pt x="3766" y="18200"/>
                  </a:moveTo>
                  <a:lnTo>
                    <a:pt x="2320" y="19235"/>
                  </a:lnTo>
                  <a:cubicBezTo>
                    <a:pt x="3070" y="20270"/>
                    <a:pt x="3962" y="21180"/>
                    <a:pt x="4997" y="21930"/>
                  </a:cubicBezTo>
                  <a:lnTo>
                    <a:pt x="6050" y="20484"/>
                  </a:lnTo>
                  <a:cubicBezTo>
                    <a:pt x="5175" y="19842"/>
                    <a:pt x="4408" y="19075"/>
                    <a:pt x="3766" y="18200"/>
                  </a:cubicBezTo>
                  <a:close/>
                  <a:moveTo>
                    <a:pt x="18183" y="20484"/>
                  </a:moveTo>
                  <a:cubicBezTo>
                    <a:pt x="17308" y="21127"/>
                    <a:pt x="16327" y="21626"/>
                    <a:pt x="15310" y="21947"/>
                  </a:cubicBezTo>
                  <a:lnTo>
                    <a:pt x="15845" y="23660"/>
                  </a:lnTo>
                  <a:cubicBezTo>
                    <a:pt x="17059" y="23268"/>
                    <a:pt x="18200" y="22679"/>
                    <a:pt x="19235" y="21930"/>
                  </a:cubicBezTo>
                  <a:lnTo>
                    <a:pt x="18183" y="20484"/>
                  </a:lnTo>
                  <a:close/>
                  <a:moveTo>
                    <a:pt x="8922" y="21947"/>
                  </a:moveTo>
                  <a:lnTo>
                    <a:pt x="8369" y="23642"/>
                  </a:lnTo>
                  <a:cubicBezTo>
                    <a:pt x="9582" y="24035"/>
                    <a:pt x="10831" y="24231"/>
                    <a:pt x="12116" y="24231"/>
                  </a:cubicBezTo>
                  <a:lnTo>
                    <a:pt x="12116" y="22447"/>
                  </a:lnTo>
                  <a:cubicBezTo>
                    <a:pt x="11028" y="22447"/>
                    <a:pt x="9939" y="22286"/>
                    <a:pt x="8922" y="219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1419"/>
            <p:cNvSpPr/>
            <p:nvPr/>
          </p:nvSpPr>
          <p:spPr>
            <a:xfrm rot="5400000">
              <a:off x="7129475" y="1270500"/>
              <a:ext cx="2602500" cy="2602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1419"/>
            <p:cNvSpPr/>
            <p:nvPr/>
          </p:nvSpPr>
          <p:spPr>
            <a:xfrm>
              <a:off x="7661825" y="2348250"/>
              <a:ext cx="768900" cy="4470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8" name="Google Shape;11118;p1419"/>
          <p:cNvGrpSpPr/>
          <p:nvPr/>
        </p:nvGrpSpPr>
        <p:grpSpPr>
          <a:xfrm flipH="1">
            <a:off x="-439811" y="1723590"/>
            <a:ext cx="2306075" cy="2306075"/>
            <a:chOff x="7129475" y="1270500"/>
            <a:chExt cx="2602500" cy="2602500"/>
          </a:xfrm>
        </p:grpSpPr>
        <p:sp>
          <p:nvSpPr>
            <p:cNvPr id="11119" name="Google Shape;11119;p1419"/>
            <p:cNvSpPr/>
            <p:nvPr/>
          </p:nvSpPr>
          <p:spPr>
            <a:xfrm>
              <a:off x="7415177" y="2348213"/>
              <a:ext cx="446959" cy="447020"/>
            </a:xfrm>
            <a:custGeom>
              <a:rect b="b" l="l" r="r" t="t"/>
              <a:pathLst>
                <a:path extrusionOk="0" h="24232" w="24232">
                  <a:moveTo>
                    <a:pt x="12152" y="1"/>
                  </a:moveTo>
                  <a:lnTo>
                    <a:pt x="12152" y="1785"/>
                  </a:lnTo>
                  <a:cubicBezTo>
                    <a:pt x="13240" y="1803"/>
                    <a:pt x="14311" y="1964"/>
                    <a:pt x="15346" y="2303"/>
                  </a:cubicBezTo>
                  <a:lnTo>
                    <a:pt x="15899" y="608"/>
                  </a:lnTo>
                  <a:cubicBezTo>
                    <a:pt x="14685" y="215"/>
                    <a:pt x="13436" y="19"/>
                    <a:pt x="12152" y="1"/>
                  </a:cubicBezTo>
                  <a:close/>
                  <a:moveTo>
                    <a:pt x="8423" y="590"/>
                  </a:moveTo>
                  <a:cubicBezTo>
                    <a:pt x="7209" y="982"/>
                    <a:pt x="6067" y="1553"/>
                    <a:pt x="5033" y="2303"/>
                  </a:cubicBezTo>
                  <a:lnTo>
                    <a:pt x="6085" y="3748"/>
                  </a:lnTo>
                  <a:cubicBezTo>
                    <a:pt x="6960" y="3106"/>
                    <a:pt x="7923" y="2624"/>
                    <a:pt x="8958" y="2285"/>
                  </a:cubicBezTo>
                  <a:lnTo>
                    <a:pt x="8423" y="590"/>
                  </a:lnTo>
                  <a:close/>
                  <a:moveTo>
                    <a:pt x="19271" y="2338"/>
                  </a:moveTo>
                  <a:lnTo>
                    <a:pt x="18218" y="3784"/>
                  </a:lnTo>
                  <a:cubicBezTo>
                    <a:pt x="19093" y="4426"/>
                    <a:pt x="19860" y="5193"/>
                    <a:pt x="20502" y="6067"/>
                  </a:cubicBezTo>
                  <a:lnTo>
                    <a:pt x="21947" y="5033"/>
                  </a:lnTo>
                  <a:cubicBezTo>
                    <a:pt x="21198" y="3998"/>
                    <a:pt x="20288" y="3088"/>
                    <a:pt x="19271" y="2338"/>
                  </a:cubicBezTo>
                  <a:close/>
                  <a:moveTo>
                    <a:pt x="2338" y="4961"/>
                  </a:moveTo>
                  <a:cubicBezTo>
                    <a:pt x="1589" y="5996"/>
                    <a:pt x="1000" y="7138"/>
                    <a:pt x="608" y="8333"/>
                  </a:cubicBezTo>
                  <a:lnTo>
                    <a:pt x="2303" y="8887"/>
                  </a:lnTo>
                  <a:cubicBezTo>
                    <a:pt x="2642" y="7870"/>
                    <a:pt x="3141" y="6906"/>
                    <a:pt x="3784" y="6014"/>
                  </a:cubicBezTo>
                  <a:lnTo>
                    <a:pt x="2338" y="4961"/>
                  </a:lnTo>
                  <a:close/>
                  <a:moveTo>
                    <a:pt x="23660" y="8405"/>
                  </a:moveTo>
                  <a:lnTo>
                    <a:pt x="21965" y="8958"/>
                  </a:lnTo>
                  <a:cubicBezTo>
                    <a:pt x="22286" y="9975"/>
                    <a:pt x="22447" y="11046"/>
                    <a:pt x="22447" y="12116"/>
                  </a:cubicBezTo>
                  <a:lnTo>
                    <a:pt x="22447" y="12152"/>
                  </a:lnTo>
                  <a:lnTo>
                    <a:pt x="24231" y="12116"/>
                  </a:lnTo>
                  <a:cubicBezTo>
                    <a:pt x="24231" y="10849"/>
                    <a:pt x="24035" y="9600"/>
                    <a:pt x="23660" y="8405"/>
                  </a:cubicBezTo>
                  <a:close/>
                  <a:moveTo>
                    <a:pt x="1" y="12080"/>
                  </a:moveTo>
                  <a:lnTo>
                    <a:pt x="1" y="12116"/>
                  </a:lnTo>
                  <a:cubicBezTo>
                    <a:pt x="1" y="13401"/>
                    <a:pt x="197" y="14668"/>
                    <a:pt x="590" y="15863"/>
                  </a:cubicBezTo>
                  <a:lnTo>
                    <a:pt x="2303" y="15310"/>
                  </a:lnTo>
                  <a:cubicBezTo>
                    <a:pt x="1964" y="14293"/>
                    <a:pt x="1785" y="13222"/>
                    <a:pt x="1785" y="12116"/>
                  </a:cubicBezTo>
                  <a:lnTo>
                    <a:pt x="1785" y="12080"/>
                  </a:lnTo>
                  <a:close/>
                  <a:moveTo>
                    <a:pt x="21947" y="15328"/>
                  </a:moveTo>
                  <a:cubicBezTo>
                    <a:pt x="21608" y="16363"/>
                    <a:pt x="21109" y="17326"/>
                    <a:pt x="20466" y="18200"/>
                  </a:cubicBezTo>
                  <a:lnTo>
                    <a:pt x="21912" y="19253"/>
                  </a:lnTo>
                  <a:cubicBezTo>
                    <a:pt x="22661" y="18236"/>
                    <a:pt x="23250" y="17094"/>
                    <a:pt x="23642" y="15881"/>
                  </a:cubicBezTo>
                  <a:lnTo>
                    <a:pt x="21947" y="15328"/>
                  </a:lnTo>
                  <a:close/>
                  <a:moveTo>
                    <a:pt x="3766" y="18200"/>
                  </a:moveTo>
                  <a:lnTo>
                    <a:pt x="2320" y="19235"/>
                  </a:lnTo>
                  <a:cubicBezTo>
                    <a:pt x="3070" y="20270"/>
                    <a:pt x="3962" y="21180"/>
                    <a:pt x="4997" y="21930"/>
                  </a:cubicBezTo>
                  <a:lnTo>
                    <a:pt x="6050" y="20484"/>
                  </a:lnTo>
                  <a:cubicBezTo>
                    <a:pt x="5175" y="19842"/>
                    <a:pt x="4408" y="19075"/>
                    <a:pt x="3766" y="18200"/>
                  </a:cubicBezTo>
                  <a:close/>
                  <a:moveTo>
                    <a:pt x="18183" y="20484"/>
                  </a:moveTo>
                  <a:cubicBezTo>
                    <a:pt x="17308" y="21127"/>
                    <a:pt x="16327" y="21626"/>
                    <a:pt x="15310" y="21947"/>
                  </a:cubicBezTo>
                  <a:lnTo>
                    <a:pt x="15845" y="23660"/>
                  </a:lnTo>
                  <a:cubicBezTo>
                    <a:pt x="17059" y="23268"/>
                    <a:pt x="18200" y="22679"/>
                    <a:pt x="19235" y="21930"/>
                  </a:cubicBezTo>
                  <a:lnTo>
                    <a:pt x="18183" y="20484"/>
                  </a:lnTo>
                  <a:close/>
                  <a:moveTo>
                    <a:pt x="8922" y="21947"/>
                  </a:moveTo>
                  <a:lnTo>
                    <a:pt x="8369" y="23642"/>
                  </a:lnTo>
                  <a:cubicBezTo>
                    <a:pt x="9582" y="24035"/>
                    <a:pt x="10831" y="24231"/>
                    <a:pt x="12116" y="24231"/>
                  </a:cubicBezTo>
                  <a:lnTo>
                    <a:pt x="12116" y="22447"/>
                  </a:lnTo>
                  <a:cubicBezTo>
                    <a:pt x="11028" y="22447"/>
                    <a:pt x="9939" y="22286"/>
                    <a:pt x="8922" y="219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1419"/>
            <p:cNvSpPr/>
            <p:nvPr/>
          </p:nvSpPr>
          <p:spPr>
            <a:xfrm rot="5400000">
              <a:off x="7129475" y="1270500"/>
              <a:ext cx="2602500" cy="2602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1419"/>
            <p:cNvSpPr/>
            <p:nvPr/>
          </p:nvSpPr>
          <p:spPr>
            <a:xfrm>
              <a:off x="7661825" y="2348250"/>
              <a:ext cx="768900" cy="4470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2" name="Google Shape;11122;p1419"/>
          <p:cNvSpPr txBox="1"/>
          <p:nvPr>
            <p:ph idx="4294967295" type="subTitle"/>
          </p:nvPr>
        </p:nvSpPr>
        <p:spPr>
          <a:xfrm>
            <a:off x="2596225" y="1446275"/>
            <a:ext cx="4045500" cy="13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rPr>
              <a:t>Which NBA players are projected to make the 2026 All-Star roster?</a:t>
            </a:r>
            <a:endParaRPr b="1">
              <a:solidFill>
                <a:schemeClr val="lt1"/>
              </a:solidFill>
            </a:endParaRPr>
          </a:p>
          <a:p>
            <a:pPr indent="0" lvl="0" marL="0" rtl="0" algn="ctr">
              <a:spcBef>
                <a:spcPts val="1200"/>
              </a:spcBef>
              <a:spcAft>
                <a:spcPts val="1200"/>
              </a:spcAft>
              <a:buNone/>
            </a:pPr>
            <a:r>
              <a:t/>
            </a:r>
            <a:endParaRPr sz="2000">
              <a:solidFill>
                <a:schemeClr val="lt1"/>
              </a:solidFill>
            </a:endParaRPr>
          </a:p>
        </p:txBody>
      </p:sp>
      <p:pic>
        <p:nvPicPr>
          <p:cNvPr id="11123" name="Google Shape;11123;p1419"/>
          <p:cNvPicPr preferRelativeResize="0"/>
          <p:nvPr/>
        </p:nvPicPr>
        <p:blipFill>
          <a:blip r:embed="rId3">
            <a:alphaModFix/>
          </a:blip>
          <a:stretch>
            <a:fillRect/>
          </a:stretch>
        </p:blipFill>
        <p:spPr>
          <a:xfrm>
            <a:off x="3132474" y="2452825"/>
            <a:ext cx="2973002" cy="1981293"/>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27" name="Shape 11127"/>
        <p:cNvGrpSpPr/>
        <p:nvPr/>
      </p:nvGrpSpPr>
      <p:grpSpPr>
        <a:xfrm>
          <a:off x="0" y="0"/>
          <a:ext cx="0" cy="0"/>
          <a:chOff x="0" y="0"/>
          <a:chExt cx="0" cy="0"/>
        </a:xfrm>
      </p:grpSpPr>
      <p:sp>
        <p:nvSpPr>
          <p:cNvPr id="11128" name="Google Shape;11128;p1420"/>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Context</a:t>
            </a:r>
            <a:endParaRPr/>
          </a:p>
        </p:txBody>
      </p:sp>
      <p:sp>
        <p:nvSpPr>
          <p:cNvPr id="11129" name="Google Shape;11129;p1420"/>
          <p:cNvSpPr txBox="1"/>
          <p:nvPr/>
        </p:nvSpPr>
        <p:spPr>
          <a:xfrm>
            <a:off x="854550" y="1197650"/>
            <a:ext cx="4270800" cy="3309300"/>
          </a:xfrm>
          <a:prstGeom prst="rect">
            <a:avLst/>
          </a:prstGeom>
          <a:noFill/>
          <a:ln>
            <a:noFill/>
          </a:ln>
        </p:spPr>
        <p:txBody>
          <a:bodyPr anchorCtr="0" anchor="t" bIns="91425" lIns="91425" spcFirstLastPara="1" rIns="91425" wrap="square" tIns="91425">
            <a:spAutoFit/>
          </a:bodyPr>
          <a:lstStyle/>
          <a:p>
            <a:pPr indent="-317500" lvl="0" marL="457200" rtl="0" algn="l">
              <a:lnSpc>
                <a:spcPct val="150000"/>
              </a:lnSpc>
              <a:spcBef>
                <a:spcPts val="0"/>
              </a:spcBef>
              <a:spcAft>
                <a:spcPts val="0"/>
              </a:spcAft>
              <a:buClr>
                <a:schemeClr val="lt1"/>
              </a:buClr>
              <a:buSzPts val="1400"/>
              <a:buFont typeface="Roboto"/>
              <a:buChar char="●"/>
            </a:pPr>
            <a:r>
              <a:rPr lang="en">
                <a:solidFill>
                  <a:schemeClr val="lt1"/>
                </a:solidFill>
                <a:latin typeface="Roboto"/>
                <a:ea typeface="Roboto"/>
                <a:cs typeface="Roboto"/>
                <a:sym typeface="Roboto"/>
              </a:rPr>
              <a:t>All-Star selection depends on performance + popularity</a:t>
            </a:r>
            <a:endParaRPr>
              <a:solidFill>
                <a:schemeClr val="lt1"/>
              </a:solidFill>
              <a:latin typeface="Roboto"/>
              <a:ea typeface="Roboto"/>
              <a:cs typeface="Roboto"/>
              <a:sym typeface="Roboto"/>
            </a:endParaRPr>
          </a:p>
          <a:p>
            <a:pPr indent="-317500" lvl="1" marL="914400" rtl="0" algn="l">
              <a:lnSpc>
                <a:spcPct val="150000"/>
              </a:lnSpc>
              <a:spcBef>
                <a:spcPts val="0"/>
              </a:spcBef>
              <a:spcAft>
                <a:spcPts val="0"/>
              </a:spcAft>
              <a:buClr>
                <a:schemeClr val="lt1"/>
              </a:buClr>
              <a:buSzPts val="1400"/>
              <a:buFont typeface="Roboto"/>
              <a:buChar char="○"/>
            </a:pPr>
            <a:r>
              <a:rPr lang="en">
                <a:solidFill>
                  <a:schemeClr val="lt1"/>
                </a:solidFill>
                <a:latin typeface="Roboto"/>
                <a:ea typeface="Roboto"/>
                <a:cs typeface="Roboto"/>
                <a:sym typeface="Roboto"/>
              </a:rPr>
              <a:t>Fans (50%), Players (25%), Media (25%)</a:t>
            </a:r>
            <a:endParaRPr>
              <a:solidFill>
                <a:schemeClr val="lt1"/>
              </a:solidFill>
              <a:latin typeface="Roboto"/>
              <a:ea typeface="Roboto"/>
              <a:cs typeface="Roboto"/>
              <a:sym typeface="Roboto"/>
            </a:endParaRPr>
          </a:p>
          <a:p>
            <a:pPr indent="-317500" lvl="0" marL="457200" rtl="0" algn="l">
              <a:lnSpc>
                <a:spcPct val="150000"/>
              </a:lnSpc>
              <a:spcBef>
                <a:spcPts val="0"/>
              </a:spcBef>
              <a:spcAft>
                <a:spcPts val="0"/>
              </a:spcAft>
              <a:buClr>
                <a:schemeClr val="lt1"/>
              </a:buClr>
              <a:buSzPts val="1400"/>
              <a:buFont typeface="Roboto"/>
              <a:buChar char="●"/>
            </a:pPr>
            <a:r>
              <a:rPr lang="en">
                <a:solidFill>
                  <a:schemeClr val="lt1"/>
                </a:solidFill>
                <a:latin typeface="Roboto"/>
                <a:ea typeface="Roboto"/>
                <a:cs typeface="Roboto"/>
                <a:sym typeface="Roboto"/>
              </a:rPr>
              <a:t>Combine traditional stats with sentiment analysis</a:t>
            </a:r>
            <a:endParaRPr>
              <a:solidFill>
                <a:schemeClr val="lt1"/>
              </a:solidFill>
              <a:latin typeface="Roboto"/>
              <a:ea typeface="Roboto"/>
              <a:cs typeface="Roboto"/>
              <a:sym typeface="Roboto"/>
            </a:endParaRPr>
          </a:p>
          <a:p>
            <a:pPr indent="-317500" lvl="0" marL="457200" rtl="0" algn="l">
              <a:lnSpc>
                <a:spcPct val="150000"/>
              </a:lnSpc>
              <a:spcBef>
                <a:spcPts val="0"/>
              </a:spcBef>
              <a:spcAft>
                <a:spcPts val="0"/>
              </a:spcAft>
              <a:buClr>
                <a:schemeClr val="lt1"/>
              </a:buClr>
              <a:buSzPts val="1400"/>
              <a:buFont typeface="Roboto"/>
              <a:buChar char="●"/>
            </a:pPr>
            <a:r>
              <a:rPr lang="en">
                <a:solidFill>
                  <a:schemeClr val="lt1"/>
                </a:solidFill>
                <a:latin typeface="Roboto"/>
                <a:ea typeface="Roboto"/>
                <a:cs typeface="Roboto"/>
                <a:sym typeface="Roboto"/>
              </a:rPr>
              <a:t>Dataset includes:</a:t>
            </a:r>
            <a:endParaRPr>
              <a:solidFill>
                <a:schemeClr val="lt1"/>
              </a:solidFill>
              <a:latin typeface="Roboto"/>
              <a:ea typeface="Roboto"/>
              <a:cs typeface="Roboto"/>
              <a:sym typeface="Roboto"/>
            </a:endParaRPr>
          </a:p>
          <a:p>
            <a:pPr indent="-317500" lvl="1" marL="914400" rtl="0" algn="l">
              <a:lnSpc>
                <a:spcPct val="150000"/>
              </a:lnSpc>
              <a:spcBef>
                <a:spcPts val="0"/>
              </a:spcBef>
              <a:spcAft>
                <a:spcPts val="0"/>
              </a:spcAft>
              <a:buClr>
                <a:schemeClr val="lt1"/>
              </a:buClr>
              <a:buSzPts val="1400"/>
              <a:buFont typeface="Roboto"/>
              <a:buChar char="○"/>
            </a:pPr>
            <a:r>
              <a:rPr lang="en">
                <a:solidFill>
                  <a:schemeClr val="lt1"/>
                </a:solidFill>
                <a:latin typeface="Roboto"/>
                <a:ea typeface="Roboto"/>
                <a:cs typeface="Roboto"/>
                <a:sym typeface="Roboto"/>
              </a:rPr>
              <a:t>Player metrics: PPG, assists, rebounds, efficiency, usage rate</a:t>
            </a:r>
            <a:endParaRPr>
              <a:solidFill>
                <a:schemeClr val="lt1"/>
              </a:solidFill>
              <a:latin typeface="Roboto"/>
              <a:ea typeface="Roboto"/>
              <a:cs typeface="Roboto"/>
              <a:sym typeface="Roboto"/>
            </a:endParaRPr>
          </a:p>
          <a:p>
            <a:pPr indent="-317500" lvl="1" marL="914400" rtl="0" algn="l">
              <a:lnSpc>
                <a:spcPct val="150000"/>
              </a:lnSpc>
              <a:spcBef>
                <a:spcPts val="0"/>
              </a:spcBef>
              <a:spcAft>
                <a:spcPts val="0"/>
              </a:spcAft>
              <a:buClr>
                <a:schemeClr val="lt1"/>
              </a:buClr>
              <a:buSzPts val="1400"/>
              <a:buFont typeface="Roboto"/>
              <a:buChar char="○"/>
            </a:pPr>
            <a:r>
              <a:rPr lang="en">
                <a:solidFill>
                  <a:schemeClr val="lt1"/>
                </a:solidFill>
                <a:latin typeface="Roboto"/>
                <a:ea typeface="Roboto"/>
                <a:cs typeface="Roboto"/>
                <a:sym typeface="Roboto"/>
              </a:rPr>
              <a:t>Sentiment scores from ESPN &amp; </a:t>
            </a:r>
            <a:r>
              <a:rPr lang="en">
                <a:solidFill>
                  <a:schemeClr val="lt1"/>
                </a:solidFill>
                <a:latin typeface="Roboto"/>
                <a:ea typeface="Roboto"/>
                <a:cs typeface="Roboto"/>
                <a:sym typeface="Roboto"/>
              </a:rPr>
              <a:t>online popularity from google trend </a:t>
            </a:r>
            <a:endParaRPr>
              <a:solidFill>
                <a:schemeClr val="lt1"/>
              </a:solidFill>
              <a:latin typeface="Roboto"/>
              <a:ea typeface="Roboto"/>
              <a:cs typeface="Roboto"/>
              <a:sym typeface="Roboto"/>
            </a:endParaRPr>
          </a:p>
        </p:txBody>
      </p:sp>
      <p:pic>
        <p:nvPicPr>
          <p:cNvPr id="11130" name="Google Shape;11130;p1420"/>
          <p:cNvPicPr preferRelativeResize="0"/>
          <p:nvPr/>
        </p:nvPicPr>
        <p:blipFill rotWithShape="1">
          <a:blip r:embed="rId3">
            <a:alphaModFix/>
          </a:blip>
          <a:srcRect b="0" l="7755" r="10264" t="0"/>
          <a:stretch/>
        </p:blipFill>
        <p:spPr>
          <a:xfrm>
            <a:off x="5198625" y="1852425"/>
            <a:ext cx="2856476" cy="1778124"/>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4" name="Shape 11134"/>
        <p:cNvGrpSpPr/>
        <p:nvPr/>
      </p:nvGrpSpPr>
      <p:grpSpPr>
        <a:xfrm>
          <a:off x="0" y="0"/>
          <a:ext cx="0" cy="0"/>
          <a:chOff x="0" y="0"/>
          <a:chExt cx="0" cy="0"/>
        </a:xfrm>
      </p:grpSpPr>
      <p:sp>
        <p:nvSpPr>
          <p:cNvPr id="11135" name="Google Shape;11135;p142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Project Motivation</a:t>
            </a:r>
            <a:endParaRPr/>
          </a:p>
        </p:txBody>
      </p:sp>
      <p:sp>
        <p:nvSpPr>
          <p:cNvPr id="11136" name="Google Shape;11136;p1421"/>
          <p:cNvSpPr txBox="1"/>
          <p:nvPr/>
        </p:nvSpPr>
        <p:spPr>
          <a:xfrm>
            <a:off x="829950" y="1222100"/>
            <a:ext cx="4074900" cy="3309300"/>
          </a:xfrm>
          <a:prstGeom prst="rect">
            <a:avLst/>
          </a:prstGeom>
          <a:noFill/>
          <a:ln>
            <a:noFill/>
          </a:ln>
        </p:spPr>
        <p:txBody>
          <a:bodyPr anchorCtr="0" anchor="t" bIns="91425" lIns="91425" spcFirstLastPara="1" rIns="91425" wrap="square" tIns="91425">
            <a:spAutoFit/>
          </a:bodyPr>
          <a:lstStyle/>
          <a:p>
            <a:pPr indent="-317500" lvl="0" marL="457200" rtl="0" algn="l">
              <a:lnSpc>
                <a:spcPct val="150000"/>
              </a:lnSpc>
              <a:spcBef>
                <a:spcPts val="0"/>
              </a:spcBef>
              <a:spcAft>
                <a:spcPts val="0"/>
              </a:spcAft>
              <a:buClr>
                <a:schemeClr val="lt1"/>
              </a:buClr>
              <a:buSzPts val="1400"/>
              <a:buFont typeface="Roboto"/>
              <a:buChar char="●"/>
            </a:pPr>
            <a:r>
              <a:rPr lang="en">
                <a:solidFill>
                  <a:schemeClr val="lt1"/>
                </a:solidFill>
                <a:latin typeface="Roboto"/>
                <a:ea typeface="Roboto"/>
                <a:cs typeface="Roboto"/>
                <a:sym typeface="Roboto"/>
              </a:rPr>
              <a:t>Stakeholders: NBA media teams, front offices, fantasy/betting platforms (PrizePicks, DraftKings)</a:t>
            </a:r>
            <a:endParaRPr>
              <a:solidFill>
                <a:schemeClr val="lt1"/>
              </a:solidFill>
              <a:latin typeface="Roboto"/>
              <a:ea typeface="Roboto"/>
              <a:cs typeface="Roboto"/>
              <a:sym typeface="Roboto"/>
            </a:endParaRPr>
          </a:p>
          <a:p>
            <a:pPr indent="-317500" lvl="0" marL="457200" rtl="0" algn="l">
              <a:lnSpc>
                <a:spcPct val="150000"/>
              </a:lnSpc>
              <a:spcBef>
                <a:spcPts val="0"/>
              </a:spcBef>
              <a:spcAft>
                <a:spcPts val="0"/>
              </a:spcAft>
              <a:buClr>
                <a:schemeClr val="lt1"/>
              </a:buClr>
              <a:buSzPts val="1400"/>
              <a:buFont typeface="Roboto"/>
              <a:buChar char="●"/>
            </a:pPr>
            <a:r>
              <a:rPr lang="en">
                <a:solidFill>
                  <a:schemeClr val="lt1"/>
                </a:solidFill>
                <a:latin typeface="Roboto"/>
                <a:ea typeface="Roboto"/>
                <a:cs typeface="Roboto"/>
                <a:sym typeface="Roboto"/>
              </a:rPr>
              <a:t>Benefits:</a:t>
            </a:r>
            <a:endParaRPr>
              <a:solidFill>
                <a:schemeClr val="lt1"/>
              </a:solidFill>
              <a:latin typeface="Roboto"/>
              <a:ea typeface="Roboto"/>
              <a:cs typeface="Roboto"/>
              <a:sym typeface="Roboto"/>
            </a:endParaRPr>
          </a:p>
          <a:p>
            <a:pPr indent="-317500" lvl="1" marL="914400" rtl="0" algn="l">
              <a:lnSpc>
                <a:spcPct val="150000"/>
              </a:lnSpc>
              <a:spcBef>
                <a:spcPts val="0"/>
              </a:spcBef>
              <a:spcAft>
                <a:spcPts val="0"/>
              </a:spcAft>
              <a:buClr>
                <a:schemeClr val="lt1"/>
              </a:buClr>
              <a:buSzPts val="1400"/>
              <a:buFont typeface="Roboto"/>
              <a:buChar char="○"/>
            </a:pPr>
            <a:r>
              <a:rPr lang="en">
                <a:solidFill>
                  <a:schemeClr val="lt1"/>
                </a:solidFill>
                <a:latin typeface="Roboto"/>
                <a:ea typeface="Roboto"/>
                <a:cs typeface="Roboto"/>
                <a:sym typeface="Roboto"/>
              </a:rPr>
              <a:t>Early All-Star forecasts backed by data, not polls</a:t>
            </a:r>
            <a:endParaRPr>
              <a:solidFill>
                <a:schemeClr val="lt1"/>
              </a:solidFill>
              <a:latin typeface="Roboto"/>
              <a:ea typeface="Roboto"/>
              <a:cs typeface="Roboto"/>
              <a:sym typeface="Roboto"/>
            </a:endParaRPr>
          </a:p>
          <a:p>
            <a:pPr indent="-317500" lvl="1" marL="914400" rtl="0" algn="l">
              <a:lnSpc>
                <a:spcPct val="150000"/>
              </a:lnSpc>
              <a:spcBef>
                <a:spcPts val="0"/>
              </a:spcBef>
              <a:spcAft>
                <a:spcPts val="0"/>
              </a:spcAft>
              <a:buClr>
                <a:schemeClr val="lt1"/>
              </a:buClr>
              <a:buSzPts val="1400"/>
              <a:buFont typeface="Roboto"/>
              <a:buChar char="○"/>
            </a:pPr>
            <a:r>
              <a:rPr lang="en">
                <a:solidFill>
                  <a:schemeClr val="lt1"/>
                </a:solidFill>
                <a:latin typeface="Roboto"/>
                <a:ea typeface="Roboto"/>
                <a:cs typeface="Roboto"/>
                <a:sym typeface="Roboto"/>
              </a:rPr>
              <a:t>Analytics-driven narratives for media</a:t>
            </a:r>
            <a:endParaRPr>
              <a:solidFill>
                <a:schemeClr val="lt1"/>
              </a:solidFill>
              <a:latin typeface="Roboto"/>
              <a:ea typeface="Roboto"/>
              <a:cs typeface="Roboto"/>
              <a:sym typeface="Roboto"/>
            </a:endParaRPr>
          </a:p>
          <a:p>
            <a:pPr indent="-317500" lvl="1" marL="914400" rtl="0" algn="l">
              <a:lnSpc>
                <a:spcPct val="150000"/>
              </a:lnSpc>
              <a:spcBef>
                <a:spcPts val="0"/>
              </a:spcBef>
              <a:spcAft>
                <a:spcPts val="0"/>
              </a:spcAft>
              <a:buClr>
                <a:schemeClr val="lt1"/>
              </a:buClr>
              <a:buSzPts val="1400"/>
              <a:buFont typeface="Roboto"/>
              <a:buChar char="○"/>
            </a:pPr>
            <a:r>
              <a:rPr lang="en">
                <a:solidFill>
                  <a:schemeClr val="lt1"/>
                </a:solidFill>
                <a:latin typeface="Roboto"/>
                <a:ea typeface="Roboto"/>
                <a:cs typeface="Roboto"/>
                <a:sym typeface="Roboto"/>
              </a:rPr>
              <a:t>Marketability insights for teams</a:t>
            </a:r>
            <a:endParaRPr>
              <a:solidFill>
                <a:schemeClr val="lt1"/>
              </a:solidFill>
              <a:latin typeface="Roboto"/>
              <a:ea typeface="Roboto"/>
              <a:cs typeface="Roboto"/>
              <a:sym typeface="Roboto"/>
            </a:endParaRPr>
          </a:p>
          <a:p>
            <a:pPr indent="-317500" lvl="1" marL="914400" rtl="0" algn="l">
              <a:lnSpc>
                <a:spcPct val="150000"/>
              </a:lnSpc>
              <a:spcBef>
                <a:spcPts val="0"/>
              </a:spcBef>
              <a:spcAft>
                <a:spcPts val="0"/>
              </a:spcAft>
              <a:buClr>
                <a:schemeClr val="lt1"/>
              </a:buClr>
              <a:buSzPts val="1400"/>
              <a:buFont typeface="Roboto"/>
              <a:buChar char="○"/>
            </a:pPr>
            <a:r>
              <a:rPr lang="en">
                <a:solidFill>
                  <a:schemeClr val="lt1"/>
                </a:solidFill>
                <a:latin typeface="Roboto"/>
                <a:ea typeface="Roboto"/>
                <a:cs typeface="Roboto"/>
                <a:sym typeface="Roboto"/>
              </a:rPr>
              <a:t>More accurate projection tools for fantasy &amp; betting platforms</a:t>
            </a:r>
            <a:endParaRPr>
              <a:solidFill>
                <a:schemeClr val="lt1"/>
              </a:solidFill>
              <a:latin typeface="Roboto"/>
              <a:ea typeface="Roboto"/>
              <a:cs typeface="Roboto"/>
              <a:sym typeface="Roboto"/>
            </a:endParaRPr>
          </a:p>
        </p:txBody>
      </p:sp>
      <p:pic>
        <p:nvPicPr>
          <p:cNvPr id="11137" name="Google Shape;11137;p1421"/>
          <p:cNvPicPr preferRelativeResize="0"/>
          <p:nvPr/>
        </p:nvPicPr>
        <p:blipFill>
          <a:blip r:embed="rId3">
            <a:alphaModFix/>
          </a:blip>
          <a:stretch>
            <a:fillRect/>
          </a:stretch>
        </p:blipFill>
        <p:spPr>
          <a:xfrm>
            <a:off x="5060875" y="1824925"/>
            <a:ext cx="3138100" cy="1765750"/>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41" name="Shape 11141"/>
        <p:cNvGrpSpPr/>
        <p:nvPr/>
      </p:nvGrpSpPr>
      <p:grpSpPr>
        <a:xfrm>
          <a:off x="0" y="0"/>
          <a:ext cx="0" cy="0"/>
          <a:chOff x="0" y="0"/>
          <a:chExt cx="0" cy="0"/>
        </a:xfrm>
      </p:grpSpPr>
      <p:sp>
        <p:nvSpPr>
          <p:cNvPr id="11142" name="Google Shape;11142;p1422"/>
          <p:cNvSpPr txBox="1"/>
          <p:nvPr>
            <p:ph type="title"/>
          </p:nvPr>
        </p:nvSpPr>
        <p:spPr>
          <a:xfrm>
            <a:off x="1714350" y="2559925"/>
            <a:ext cx="5715300" cy="106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Datasets</a:t>
            </a:r>
            <a:endParaRPr/>
          </a:p>
        </p:txBody>
      </p:sp>
      <p:sp>
        <p:nvSpPr>
          <p:cNvPr id="11143" name="Google Shape;11143;p1422"/>
          <p:cNvSpPr txBox="1"/>
          <p:nvPr>
            <p:ph idx="2" type="title"/>
          </p:nvPr>
        </p:nvSpPr>
        <p:spPr>
          <a:xfrm>
            <a:off x="3496800" y="894025"/>
            <a:ext cx="2150400" cy="166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grpSp>
        <p:nvGrpSpPr>
          <p:cNvPr id="11144" name="Google Shape;11144;p1422"/>
          <p:cNvGrpSpPr/>
          <p:nvPr/>
        </p:nvGrpSpPr>
        <p:grpSpPr>
          <a:xfrm>
            <a:off x="470525" y="1484275"/>
            <a:ext cx="2179714" cy="485400"/>
            <a:chOff x="470525" y="766750"/>
            <a:chExt cx="2179714" cy="485400"/>
          </a:xfrm>
        </p:grpSpPr>
        <p:sp>
          <p:nvSpPr>
            <p:cNvPr id="11145" name="Google Shape;11145;p1422"/>
            <p:cNvSpPr/>
            <p:nvPr/>
          </p:nvSpPr>
          <p:spPr>
            <a:xfrm>
              <a:off x="470525" y="766750"/>
              <a:ext cx="485400" cy="4854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6" name="Google Shape;11146;p1422"/>
            <p:cNvGrpSpPr/>
            <p:nvPr/>
          </p:nvGrpSpPr>
          <p:grpSpPr>
            <a:xfrm>
              <a:off x="2250163" y="809409"/>
              <a:ext cx="400076" cy="400103"/>
              <a:chOff x="2755532" y="1183425"/>
              <a:chExt cx="261300" cy="261300"/>
            </a:xfrm>
          </p:grpSpPr>
          <p:cxnSp>
            <p:nvCxnSpPr>
              <p:cNvPr id="11147" name="Google Shape;11147;p1422"/>
              <p:cNvCxnSpPr/>
              <p:nvPr/>
            </p:nvCxnSpPr>
            <p:spPr>
              <a:xfrm>
                <a:off x="2755532" y="1183425"/>
                <a:ext cx="261300" cy="261300"/>
              </a:xfrm>
              <a:prstGeom prst="straightConnector1">
                <a:avLst/>
              </a:prstGeom>
              <a:noFill/>
              <a:ln cap="flat" cmpd="sng" w="38100">
                <a:solidFill>
                  <a:schemeClr val="accent1"/>
                </a:solidFill>
                <a:prstDash val="solid"/>
                <a:round/>
                <a:headEnd len="med" w="med" type="none"/>
                <a:tailEnd len="med" w="med" type="none"/>
              </a:ln>
            </p:spPr>
          </p:cxnSp>
          <p:cxnSp>
            <p:nvCxnSpPr>
              <p:cNvPr id="11148" name="Google Shape;11148;p1422"/>
              <p:cNvCxnSpPr/>
              <p:nvPr/>
            </p:nvCxnSpPr>
            <p:spPr>
              <a:xfrm flipH="1">
                <a:off x="2755532" y="1183425"/>
                <a:ext cx="261300" cy="261300"/>
              </a:xfrm>
              <a:prstGeom prst="straightConnector1">
                <a:avLst/>
              </a:prstGeom>
              <a:noFill/>
              <a:ln cap="flat" cmpd="sng" w="38100">
                <a:solidFill>
                  <a:schemeClr val="accent1"/>
                </a:solidFill>
                <a:prstDash val="solid"/>
                <a:round/>
                <a:headEnd len="med" w="med" type="none"/>
                <a:tailEnd len="med" w="med" type="none"/>
              </a:ln>
            </p:spPr>
          </p:cxnSp>
        </p:grpSp>
        <p:cxnSp>
          <p:nvCxnSpPr>
            <p:cNvPr id="11149" name="Google Shape;11149;p1422"/>
            <p:cNvCxnSpPr>
              <a:stCxn id="11145" idx="6"/>
            </p:cNvCxnSpPr>
            <p:nvPr/>
          </p:nvCxnSpPr>
          <p:spPr>
            <a:xfrm>
              <a:off x="955925" y="1009450"/>
              <a:ext cx="1463700" cy="0"/>
            </a:xfrm>
            <a:prstGeom prst="straightConnector1">
              <a:avLst/>
            </a:prstGeom>
            <a:noFill/>
            <a:ln cap="flat" cmpd="sng" w="38100">
              <a:solidFill>
                <a:schemeClr val="accent1"/>
              </a:solidFill>
              <a:prstDash val="dash"/>
              <a:round/>
              <a:headEnd len="med" w="med" type="none"/>
              <a:tailEnd len="med" w="med" type="none"/>
            </a:ln>
          </p:spPr>
        </p:cxnSp>
      </p:grpSp>
      <p:grpSp>
        <p:nvGrpSpPr>
          <p:cNvPr id="11150" name="Google Shape;11150;p1422"/>
          <p:cNvGrpSpPr/>
          <p:nvPr/>
        </p:nvGrpSpPr>
        <p:grpSpPr>
          <a:xfrm flipH="1" rot="10800000">
            <a:off x="6449250" y="1484275"/>
            <a:ext cx="2179714" cy="485400"/>
            <a:chOff x="470525" y="766750"/>
            <a:chExt cx="2179714" cy="485400"/>
          </a:xfrm>
        </p:grpSpPr>
        <p:sp>
          <p:nvSpPr>
            <p:cNvPr id="11151" name="Google Shape;11151;p1422"/>
            <p:cNvSpPr/>
            <p:nvPr/>
          </p:nvSpPr>
          <p:spPr>
            <a:xfrm>
              <a:off x="470525" y="766750"/>
              <a:ext cx="485400" cy="4854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2" name="Google Shape;11152;p1422"/>
            <p:cNvGrpSpPr/>
            <p:nvPr/>
          </p:nvGrpSpPr>
          <p:grpSpPr>
            <a:xfrm>
              <a:off x="2250163" y="809409"/>
              <a:ext cx="400076" cy="400103"/>
              <a:chOff x="2755532" y="1183425"/>
              <a:chExt cx="261300" cy="261300"/>
            </a:xfrm>
          </p:grpSpPr>
          <p:cxnSp>
            <p:nvCxnSpPr>
              <p:cNvPr id="11153" name="Google Shape;11153;p1422"/>
              <p:cNvCxnSpPr/>
              <p:nvPr/>
            </p:nvCxnSpPr>
            <p:spPr>
              <a:xfrm>
                <a:off x="2755532" y="1183425"/>
                <a:ext cx="261300" cy="261300"/>
              </a:xfrm>
              <a:prstGeom prst="straightConnector1">
                <a:avLst/>
              </a:prstGeom>
              <a:noFill/>
              <a:ln cap="flat" cmpd="sng" w="38100">
                <a:solidFill>
                  <a:schemeClr val="accent1"/>
                </a:solidFill>
                <a:prstDash val="solid"/>
                <a:round/>
                <a:headEnd len="med" w="med" type="none"/>
                <a:tailEnd len="med" w="med" type="none"/>
              </a:ln>
            </p:spPr>
          </p:cxnSp>
          <p:cxnSp>
            <p:nvCxnSpPr>
              <p:cNvPr id="11154" name="Google Shape;11154;p1422"/>
              <p:cNvCxnSpPr/>
              <p:nvPr/>
            </p:nvCxnSpPr>
            <p:spPr>
              <a:xfrm flipH="1">
                <a:off x="2755532" y="1183425"/>
                <a:ext cx="261300" cy="261300"/>
              </a:xfrm>
              <a:prstGeom prst="straightConnector1">
                <a:avLst/>
              </a:prstGeom>
              <a:noFill/>
              <a:ln cap="flat" cmpd="sng" w="38100">
                <a:solidFill>
                  <a:schemeClr val="accent1"/>
                </a:solidFill>
                <a:prstDash val="solid"/>
                <a:round/>
                <a:headEnd len="med" w="med" type="none"/>
                <a:tailEnd len="med" w="med" type="none"/>
              </a:ln>
            </p:spPr>
          </p:cxnSp>
        </p:grpSp>
        <p:cxnSp>
          <p:nvCxnSpPr>
            <p:cNvPr id="11155" name="Google Shape;11155;p1422"/>
            <p:cNvCxnSpPr>
              <a:stCxn id="11151" idx="6"/>
            </p:cNvCxnSpPr>
            <p:nvPr/>
          </p:nvCxnSpPr>
          <p:spPr>
            <a:xfrm>
              <a:off x="955925" y="1009450"/>
              <a:ext cx="1463700" cy="0"/>
            </a:xfrm>
            <a:prstGeom prst="straightConnector1">
              <a:avLst/>
            </a:prstGeom>
            <a:noFill/>
            <a:ln cap="flat" cmpd="sng" w="38100">
              <a:solidFill>
                <a:schemeClr val="accent1"/>
              </a:solidFill>
              <a:prstDash val="dash"/>
              <a:round/>
              <a:headEnd len="med" w="med" type="none"/>
              <a:tailEnd len="med" w="med" type="none"/>
            </a:ln>
          </p:spPr>
        </p:cxnSp>
      </p:grpSp>
      <p:grpSp>
        <p:nvGrpSpPr>
          <p:cNvPr id="11156" name="Google Shape;11156;p1422"/>
          <p:cNvGrpSpPr/>
          <p:nvPr/>
        </p:nvGrpSpPr>
        <p:grpSpPr>
          <a:xfrm>
            <a:off x="6651415" y="2960959"/>
            <a:ext cx="1147733" cy="889891"/>
            <a:chOff x="6630499" y="1442999"/>
            <a:chExt cx="1001687" cy="776722"/>
          </a:xfrm>
        </p:grpSpPr>
        <p:sp>
          <p:nvSpPr>
            <p:cNvPr id="11157" name="Google Shape;11157;p1422"/>
            <p:cNvSpPr/>
            <p:nvPr/>
          </p:nvSpPr>
          <p:spPr>
            <a:xfrm>
              <a:off x="6870860" y="1812976"/>
              <a:ext cx="279622" cy="252801"/>
            </a:xfrm>
            <a:custGeom>
              <a:rect b="b" l="l" r="r" t="t"/>
              <a:pathLst>
                <a:path extrusionOk="0" h="10651" w="11781">
                  <a:moveTo>
                    <a:pt x="1297" y="1"/>
                  </a:moveTo>
                  <a:cubicBezTo>
                    <a:pt x="1046" y="335"/>
                    <a:pt x="774" y="691"/>
                    <a:pt x="502" y="1047"/>
                  </a:cubicBezTo>
                  <a:cubicBezTo>
                    <a:pt x="335" y="1298"/>
                    <a:pt x="167" y="1528"/>
                    <a:pt x="0" y="1779"/>
                  </a:cubicBezTo>
                  <a:cubicBezTo>
                    <a:pt x="4310" y="3704"/>
                    <a:pt x="8579" y="6675"/>
                    <a:pt x="10818" y="10651"/>
                  </a:cubicBezTo>
                  <a:cubicBezTo>
                    <a:pt x="10901" y="10483"/>
                    <a:pt x="10964" y="10337"/>
                    <a:pt x="11027" y="10169"/>
                  </a:cubicBezTo>
                  <a:cubicBezTo>
                    <a:pt x="11048" y="10086"/>
                    <a:pt x="11090" y="10002"/>
                    <a:pt x="11110" y="9939"/>
                  </a:cubicBezTo>
                  <a:cubicBezTo>
                    <a:pt x="11110" y="9918"/>
                    <a:pt x="11110" y="9918"/>
                    <a:pt x="11131" y="9918"/>
                  </a:cubicBezTo>
                  <a:cubicBezTo>
                    <a:pt x="11152" y="9835"/>
                    <a:pt x="11173" y="9772"/>
                    <a:pt x="11194" y="9688"/>
                  </a:cubicBezTo>
                  <a:cubicBezTo>
                    <a:pt x="11194" y="9667"/>
                    <a:pt x="11215" y="9667"/>
                    <a:pt x="11215" y="9646"/>
                  </a:cubicBezTo>
                  <a:cubicBezTo>
                    <a:pt x="11236" y="9584"/>
                    <a:pt x="11257" y="9500"/>
                    <a:pt x="11278" y="9437"/>
                  </a:cubicBezTo>
                  <a:cubicBezTo>
                    <a:pt x="11278" y="9416"/>
                    <a:pt x="11299" y="9395"/>
                    <a:pt x="11299" y="9353"/>
                  </a:cubicBezTo>
                  <a:cubicBezTo>
                    <a:pt x="11320" y="9312"/>
                    <a:pt x="11341" y="9249"/>
                    <a:pt x="11362" y="9186"/>
                  </a:cubicBezTo>
                  <a:cubicBezTo>
                    <a:pt x="11362" y="9144"/>
                    <a:pt x="11382" y="9102"/>
                    <a:pt x="11382" y="9060"/>
                  </a:cubicBezTo>
                  <a:cubicBezTo>
                    <a:pt x="11403" y="9019"/>
                    <a:pt x="11403" y="8977"/>
                    <a:pt x="11424" y="8935"/>
                  </a:cubicBezTo>
                  <a:cubicBezTo>
                    <a:pt x="11445" y="8851"/>
                    <a:pt x="11466" y="8747"/>
                    <a:pt x="11487" y="8663"/>
                  </a:cubicBezTo>
                  <a:cubicBezTo>
                    <a:pt x="11508" y="8579"/>
                    <a:pt x="11529" y="8496"/>
                    <a:pt x="11550" y="8412"/>
                  </a:cubicBezTo>
                  <a:cubicBezTo>
                    <a:pt x="11550" y="8391"/>
                    <a:pt x="11550" y="8370"/>
                    <a:pt x="11571" y="8328"/>
                  </a:cubicBezTo>
                  <a:cubicBezTo>
                    <a:pt x="11571" y="8286"/>
                    <a:pt x="11592" y="8224"/>
                    <a:pt x="11592" y="8161"/>
                  </a:cubicBezTo>
                  <a:cubicBezTo>
                    <a:pt x="11592" y="8119"/>
                    <a:pt x="11613" y="8098"/>
                    <a:pt x="11613" y="8077"/>
                  </a:cubicBezTo>
                  <a:cubicBezTo>
                    <a:pt x="11613" y="8014"/>
                    <a:pt x="11634" y="7952"/>
                    <a:pt x="11634" y="7889"/>
                  </a:cubicBezTo>
                  <a:cubicBezTo>
                    <a:pt x="11654" y="7868"/>
                    <a:pt x="11654" y="7847"/>
                    <a:pt x="11654" y="7826"/>
                  </a:cubicBezTo>
                  <a:cubicBezTo>
                    <a:pt x="11654" y="7742"/>
                    <a:pt x="11675" y="7659"/>
                    <a:pt x="11696" y="7575"/>
                  </a:cubicBezTo>
                  <a:cubicBezTo>
                    <a:pt x="11696" y="7554"/>
                    <a:pt x="11696" y="7533"/>
                    <a:pt x="11696" y="7512"/>
                  </a:cubicBezTo>
                  <a:cubicBezTo>
                    <a:pt x="11696" y="7449"/>
                    <a:pt x="11717" y="7387"/>
                    <a:pt x="11717" y="7324"/>
                  </a:cubicBezTo>
                  <a:cubicBezTo>
                    <a:pt x="11717" y="7282"/>
                    <a:pt x="11717" y="7261"/>
                    <a:pt x="11717" y="7240"/>
                  </a:cubicBezTo>
                  <a:cubicBezTo>
                    <a:pt x="11738" y="7177"/>
                    <a:pt x="11738" y="7115"/>
                    <a:pt x="11738" y="7073"/>
                  </a:cubicBezTo>
                  <a:cubicBezTo>
                    <a:pt x="11738" y="7031"/>
                    <a:pt x="11738" y="7010"/>
                    <a:pt x="11738" y="6968"/>
                  </a:cubicBezTo>
                  <a:cubicBezTo>
                    <a:pt x="11759" y="6905"/>
                    <a:pt x="11759" y="6843"/>
                    <a:pt x="11759" y="6780"/>
                  </a:cubicBezTo>
                  <a:cubicBezTo>
                    <a:pt x="11759" y="6759"/>
                    <a:pt x="11759" y="6738"/>
                    <a:pt x="11759" y="6717"/>
                  </a:cubicBezTo>
                  <a:cubicBezTo>
                    <a:pt x="11759" y="6654"/>
                    <a:pt x="11780" y="6571"/>
                    <a:pt x="11780" y="6487"/>
                  </a:cubicBezTo>
                  <a:cubicBezTo>
                    <a:pt x="11780" y="6466"/>
                    <a:pt x="11780" y="6424"/>
                    <a:pt x="11780" y="6403"/>
                  </a:cubicBezTo>
                  <a:cubicBezTo>
                    <a:pt x="11780" y="6340"/>
                    <a:pt x="11780" y="6299"/>
                    <a:pt x="11780" y="6236"/>
                  </a:cubicBezTo>
                  <a:cubicBezTo>
                    <a:pt x="11780" y="6194"/>
                    <a:pt x="11780" y="6173"/>
                    <a:pt x="11780" y="6131"/>
                  </a:cubicBezTo>
                  <a:cubicBezTo>
                    <a:pt x="11780" y="6089"/>
                    <a:pt x="11780" y="6027"/>
                    <a:pt x="11780" y="5985"/>
                  </a:cubicBezTo>
                  <a:cubicBezTo>
                    <a:pt x="11780" y="5964"/>
                    <a:pt x="11780" y="5922"/>
                    <a:pt x="11780" y="5880"/>
                  </a:cubicBezTo>
                  <a:cubicBezTo>
                    <a:pt x="11780" y="5817"/>
                    <a:pt x="11780" y="5775"/>
                    <a:pt x="11759" y="5713"/>
                  </a:cubicBezTo>
                  <a:cubicBezTo>
                    <a:pt x="11759" y="5671"/>
                    <a:pt x="11759" y="5629"/>
                    <a:pt x="11759" y="5587"/>
                  </a:cubicBezTo>
                  <a:cubicBezTo>
                    <a:pt x="11759" y="5524"/>
                    <a:pt x="11759" y="5483"/>
                    <a:pt x="11759" y="5420"/>
                  </a:cubicBezTo>
                  <a:cubicBezTo>
                    <a:pt x="11759" y="5378"/>
                    <a:pt x="11738" y="5336"/>
                    <a:pt x="11738" y="5315"/>
                  </a:cubicBezTo>
                  <a:cubicBezTo>
                    <a:pt x="11738" y="5252"/>
                    <a:pt x="11738" y="5211"/>
                    <a:pt x="11738" y="5169"/>
                  </a:cubicBezTo>
                  <a:cubicBezTo>
                    <a:pt x="11738" y="5127"/>
                    <a:pt x="11717" y="5106"/>
                    <a:pt x="11717" y="5064"/>
                  </a:cubicBezTo>
                  <a:cubicBezTo>
                    <a:pt x="11717" y="5022"/>
                    <a:pt x="11717" y="4980"/>
                    <a:pt x="11717" y="4939"/>
                  </a:cubicBezTo>
                  <a:cubicBezTo>
                    <a:pt x="11696" y="4897"/>
                    <a:pt x="11696" y="4855"/>
                    <a:pt x="11696" y="4813"/>
                  </a:cubicBezTo>
                  <a:cubicBezTo>
                    <a:pt x="11696" y="4750"/>
                    <a:pt x="11675" y="4687"/>
                    <a:pt x="11675" y="4625"/>
                  </a:cubicBezTo>
                  <a:cubicBezTo>
                    <a:pt x="11654" y="4583"/>
                    <a:pt x="11654" y="4541"/>
                    <a:pt x="11654" y="4478"/>
                  </a:cubicBezTo>
                  <a:cubicBezTo>
                    <a:pt x="11634" y="4436"/>
                    <a:pt x="11634" y="4415"/>
                    <a:pt x="11634" y="4374"/>
                  </a:cubicBezTo>
                  <a:cubicBezTo>
                    <a:pt x="11613" y="4332"/>
                    <a:pt x="11613" y="4290"/>
                    <a:pt x="11613" y="4248"/>
                  </a:cubicBezTo>
                  <a:cubicBezTo>
                    <a:pt x="11592" y="4206"/>
                    <a:pt x="11592" y="4164"/>
                    <a:pt x="11592" y="4123"/>
                  </a:cubicBezTo>
                  <a:cubicBezTo>
                    <a:pt x="11571" y="4081"/>
                    <a:pt x="11571" y="4039"/>
                    <a:pt x="11571" y="3997"/>
                  </a:cubicBezTo>
                  <a:cubicBezTo>
                    <a:pt x="11550" y="3976"/>
                    <a:pt x="11550" y="3934"/>
                    <a:pt x="11550" y="3913"/>
                  </a:cubicBezTo>
                  <a:cubicBezTo>
                    <a:pt x="11529" y="3809"/>
                    <a:pt x="11508" y="3725"/>
                    <a:pt x="11487" y="3641"/>
                  </a:cubicBezTo>
                  <a:cubicBezTo>
                    <a:pt x="11466" y="3620"/>
                    <a:pt x="11466" y="3599"/>
                    <a:pt x="11466" y="3578"/>
                  </a:cubicBezTo>
                  <a:cubicBezTo>
                    <a:pt x="11445" y="3516"/>
                    <a:pt x="11445" y="3474"/>
                    <a:pt x="11424" y="3432"/>
                  </a:cubicBezTo>
                  <a:cubicBezTo>
                    <a:pt x="11424" y="3411"/>
                    <a:pt x="11403" y="3369"/>
                    <a:pt x="11403" y="3348"/>
                  </a:cubicBezTo>
                  <a:cubicBezTo>
                    <a:pt x="11382" y="3306"/>
                    <a:pt x="11382" y="3244"/>
                    <a:pt x="11362" y="3202"/>
                  </a:cubicBezTo>
                  <a:cubicBezTo>
                    <a:pt x="11362" y="3181"/>
                    <a:pt x="11341" y="3139"/>
                    <a:pt x="11341" y="3118"/>
                  </a:cubicBezTo>
                  <a:cubicBezTo>
                    <a:pt x="11320" y="3076"/>
                    <a:pt x="11320" y="3034"/>
                    <a:pt x="11299" y="2972"/>
                  </a:cubicBezTo>
                  <a:cubicBezTo>
                    <a:pt x="11299" y="2951"/>
                    <a:pt x="11278" y="2930"/>
                    <a:pt x="11278" y="2909"/>
                  </a:cubicBezTo>
                  <a:cubicBezTo>
                    <a:pt x="11257" y="2825"/>
                    <a:pt x="11215" y="2721"/>
                    <a:pt x="11194" y="2616"/>
                  </a:cubicBezTo>
                  <a:cubicBezTo>
                    <a:pt x="11173" y="2616"/>
                    <a:pt x="11173" y="2595"/>
                    <a:pt x="11173" y="2574"/>
                  </a:cubicBezTo>
                  <a:cubicBezTo>
                    <a:pt x="11152" y="2532"/>
                    <a:pt x="11131" y="2470"/>
                    <a:pt x="11110" y="2428"/>
                  </a:cubicBezTo>
                  <a:cubicBezTo>
                    <a:pt x="11110" y="2407"/>
                    <a:pt x="11090" y="2386"/>
                    <a:pt x="11090" y="2344"/>
                  </a:cubicBezTo>
                  <a:cubicBezTo>
                    <a:pt x="11069" y="2302"/>
                    <a:pt x="11048" y="2260"/>
                    <a:pt x="11027" y="2218"/>
                  </a:cubicBezTo>
                  <a:cubicBezTo>
                    <a:pt x="11027" y="2198"/>
                    <a:pt x="11006" y="2156"/>
                    <a:pt x="11006" y="2135"/>
                  </a:cubicBezTo>
                  <a:cubicBezTo>
                    <a:pt x="10985" y="2093"/>
                    <a:pt x="10964" y="2051"/>
                    <a:pt x="10943" y="1988"/>
                  </a:cubicBezTo>
                  <a:cubicBezTo>
                    <a:pt x="9876" y="1570"/>
                    <a:pt x="8621" y="1444"/>
                    <a:pt x="7240" y="1319"/>
                  </a:cubicBezTo>
                  <a:cubicBezTo>
                    <a:pt x="5398" y="1130"/>
                    <a:pt x="3348" y="942"/>
                    <a:pt x="1297" y="1"/>
                  </a:cubicBezTo>
                  <a:close/>
                </a:path>
              </a:pathLst>
            </a:custGeom>
            <a:solidFill>
              <a:srgbClr val="E95E24"/>
            </a:solidFill>
            <a:ln>
              <a:noFill/>
            </a:ln>
          </p:spPr>
          <p:txBody>
            <a:bodyPr anchorCtr="0" anchor="ctr" bIns="108825" lIns="108825" spcFirstLastPara="1" rIns="108825" wrap="square" tIns="108825">
              <a:noAutofit/>
            </a:bodyPr>
            <a:lstStyle/>
            <a:p>
              <a:pPr indent="0" lvl="0" marL="0" rtl="0" algn="l">
                <a:spcBef>
                  <a:spcPts val="0"/>
                </a:spcBef>
                <a:spcAft>
                  <a:spcPts val="0"/>
                </a:spcAft>
                <a:buNone/>
              </a:pPr>
              <a:r>
                <a:t/>
              </a:r>
              <a:endParaRPr/>
            </a:p>
          </p:txBody>
        </p:sp>
        <p:sp>
          <p:nvSpPr>
            <p:cNvPr id="11158" name="Google Shape;11158;p1422"/>
            <p:cNvSpPr/>
            <p:nvPr/>
          </p:nvSpPr>
          <p:spPr>
            <a:xfrm>
              <a:off x="6632968" y="1912519"/>
              <a:ext cx="180789" cy="260539"/>
            </a:xfrm>
            <a:custGeom>
              <a:rect b="b" l="l" r="r" t="t"/>
              <a:pathLst>
                <a:path extrusionOk="0" h="10977" w="7617">
                  <a:moveTo>
                    <a:pt x="5944" y="0"/>
                  </a:moveTo>
                  <a:cubicBezTo>
                    <a:pt x="4669" y="0"/>
                    <a:pt x="3461" y="542"/>
                    <a:pt x="2407" y="1289"/>
                  </a:cubicBezTo>
                  <a:cubicBezTo>
                    <a:pt x="1486" y="1958"/>
                    <a:pt x="670" y="2774"/>
                    <a:pt x="1" y="3527"/>
                  </a:cubicBezTo>
                  <a:cubicBezTo>
                    <a:pt x="84" y="4092"/>
                    <a:pt x="210" y="4657"/>
                    <a:pt x="377" y="5180"/>
                  </a:cubicBezTo>
                  <a:cubicBezTo>
                    <a:pt x="377" y="5201"/>
                    <a:pt x="377" y="5201"/>
                    <a:pt x="377" y="5201"/>
                  </a:cubicBezTo>
                  <a:cubicBezTo>
                    <a:pt x="398" y="5285"/>
                    <a:pt x="440" y="5369"/>
                    <a:pt x="461" y="5452"/>
                  </a:cubicBezTo>
                  <a:cubicBezTo>
                    <a:pt x="461" y="5452"/>
                    <a:pt x="461" y="5473"/>
                    <a:pt x="482" y="5494"/>
                  </a:cubicBezTo>
                  <a:cubicBezTo>
                    <a:pt x="503" y="5557"/>
                    <a:pt x="524" y="5641"/>
                    <a:pt x="545" y="5703"/>
                  </a:cubicBezTo>
                  <a:cubicBezTo>
                    <a:pt x="566" y="5724"/>
                    <a:pt x="566" y="5745"/>
                    <a:pt x="566" y="5745"/>
                  </a:cubicBezTo>
                  <a:cubicBezTo>
                    <a:pt x="586" y="5829"/>
                    <a:pt x="628" y="5892"/>
                    <a:pt x="649" y="5955"/>
                  </a:cubicBezTo>
                  <a:cubicBezTo>
                    <a:pt x="649" y="5975"/>
                    <a:pt x="670" y="5996"/>
                    <a:pt x="670" y="6017"/>
                  </a:cubicBezTo>
                  <a:cubicBezTo>
                    <a:pt x="691" y="6080"/>
                    <a:pt x="733" y="6143"/>
                    <a:pt x="754" y="6227"/>
                  </a:cubicBezTo>
                  <a:cubicBezTo>
                    <a:pt x="754" y="6227"/>
                    <a:pt x="775" y="6247"/>
                    <a:pt x="775" y="6268"/>
                  </a:cubicBezTo>
                  <a:cubicBezTo>
                    <a:pt x="796" y="6331"/>
                    <a:pt x="838" y="6415"/>
                    <a:pt x="859" y="6478"/>
                  </a:cubicBezTo>
                  <a:cubicBezTo>
                    <a:pt x="879" y="6499"/>
                    <a:pt x="879" y="6499"/>
                    <a:pt x="879" y="6519"/>
                  </a:cubicBezTo>
                  <a:cubicBezTo>
                    <a:pt x="921" y="6603"/>
                    <a:pt x="942" y="6666"/>
                    <a:pt x="984" y="6729"/>
                  </a:cubicBezTo>
                  <a:cubicBezTo>
                    <a:pt x="984" y="6750"/>
                    <a:pt x="1005" y="6750"/>
                    <a:pt x="1005" y="6771"/>
                  </a:cubicBezTo>
                  <a:cubicBezTo>
                    <a:pt x="1047" y="6833"/>
                    <a:pt x="1068" y="6917"/>
                    <a:pt x="1110" y="6980"/>
                  </a:cubicBezTo>
                  <a:cubicBezTo>
                    <a:pt x="1110" y="7001"/>
                    <a:pt x="1131" y="7001"/>
                    <a:pt x="1131" y="7022"/>
                  </a:cubicBezTo>
                  <a:cubicBezTo>
                    <a:pt x="1172" y="7084"/>
                    <a:pt x="1193" y="7147"/>
                    <a:pt x="1235" y="7231"/>
                  </a:cubicBezTo>
                  <a:cubicBezTo>
                    <a:pt x="1235" y="7231"/>
                    <a:pt x="1256" y="7252"/>
                    <a:pt x="1256" y="7273"/>
                  </a:cubicBezTo>
                  <a:cubicBezTo>
                    <a:pt x="1298" y="7335"/>
                    <a:pt x="1340" y="7398"/>
                    <a:pt x="1382" y="7482"/>
                  </a:cubicBezTo>
                  <a:cubicBezTo>
                    <a:pt x="1382" y="7482"/>
                    <a:pt x="1382" y="7503"/>
                    <a:pt x="1403" y="7503"/>
                  </a:cubicBezTo>
                  <a:cubicBezTo>
                    <a:pt x="1444" y="7587"/>
                    <a:pt x="1486" y="7649"/>
                    <a:pt x="1528" y="7733"/>
                  </a:cubicBezTo>
                  <a:cubicBezTo>
                    <a:pt x="1737" y="8047"/>
                    <a:pt x="1947" y="8361"/>
                    <a:pt x="2177" y="8654"/>
                  </a:cubicBezTo>
                  <a:cubicBezTo>
                    <a:pt x="2177" y="8654"/>
                    <a:pt x="2177" y="8675"/>
                    <a:pt x="2177" y="8675"/>
                  </a:cubicBezTo>
                  <a:cubicBezTo>
                    <a:pt x="2239" y="8737"/>
                    <a:pt x="2281" y="8800"/>
                    <a:pt x="2344" y="8863"/>
                  </a:cubicBezTo>
                  <a:cubicBezTo>
                    <a:pt x="2344" y="8884"/>
                    <a:pt x="2365" y="8905"/>
                    <a:pt x="2365" y="8905"/>
                  </a:cubicBezTo>
                  <a:cubicBezTo>
                    <a:pt x="2407" y="8968"/>
                    <a:pt x="2470" y="9030"/>
                    <a:pt x="2511" y="9072"/>
                  </a:cubicBezTo>
                  <a:cubicBezTo>
                    <a:pt x="2532" y="9093"/>
                    <a:pt x="2532" y="9114"/>
                    <a:pt x="2553" y="9135"/>
                  </a:cubicBezTo>
                  <a:cubicBezTo>
                    <a:pt x="2595" y="9177"/>
                    <a:pt x="2637" y="9240"/>
                    <a:pt x="2700" y="9281"/>
                  </a:cubicBezTo>
                  <a:cubicBezTo>
                    <a:pt x="2700" y="9302"/>
                    <a:pt x="2721" y="9323"/>
                    <a:pt x="2742" y="9344"/>
                  </a:cubicBezTo>
                  <a:cubicBezTo>
                    <a:pt x="2783" y="9386"/>
                    <a:pt x="2825" y="9449"/>
                    <a:pt x="2867" y="9491"/>
                  </a:cubicBezTo>
                  <a:cubicBezTo>
                    <a:pt x="2888" y="9512"/>
                    <a:pt x="2909" y="9532"/>
                    <a:pt x="2930" y="9553"/>
                  </a:cubicBezTo>
                  <a:cubicBezTo>
                    <a:pt x="2972" y="9595"/>
                    <a:pt x="3014" y="9637"/>
                    <a:pt x="3055" y="9679"/>
                  </a:cubicBezTo>
                  <a:cubicBezTo>
                    <a:pt x="3076" y="9700"/>
                    <a:pt x="3097" y="9721"/>
                    <a:pt x="3118" y="9742"/>
                  </a:cubicBezTo>
                  <a:cubicBezTo>
                    <a:pt x="3181" y="9784"/>
                    <a:pt x="3223" y="9825"/>
                    <a:pt x="3265" y="9867"/>
                  </a:cubicBezTo>
                  <a:cubicBezTo>
                    <a:pt x="3286" y="9888"/>
                    <a:pt x="3307" y="9930"/>
                    <a:pt x="3327" y="9930"/>
                  </a:cubicBezTo>
                  <a:cubicBezTo>
                    <a:pt x="3369" y="9972"/>
                    <a:pt x="3411" y="10035"/>
                    <a:pt x="3453" y="10076"/>
                  </a:cubicBezTo>
                  <a:cubicBezTo>
                    <a:pt x="3474" y="10076"/>
                    <a:pt x="3516" y="10097"/>
                    <a:pt x="3537" y="10118"/>
                  </a:cubicBezTo>
                  <a:cubicBezTo>
                    <a:pt x="3579" y="10160"/>
                    <a:pt x="3620" y="10202"/>
                    <a:pt x="3662" y="10244"/>
                  </a:cubicBezTo>
                  <a:cubicBezTo>
                    <a:pt x="3683" y="10265"/>
                    <a:pt x="3704" y="10286"/>
                    <a:pt x="3746" y="10307"/>
                  </a:cubicBezTo>
                  <a:cubicBezTo>
                    <a:pt x="3788" y="10348"/>
                    <a:pt x="3830" y="10390"/>
                    <a:pt x="3892" y="10432"/>
                  </a:cubicBezTo>
                  <a:cubicBezTo>
                    <a:pt x="3913" y="10453"/>
                    <a:pt x="3934" y="10474"/>
                    <a:pt x="3955" y="10495"/>
                  </a:cubicBezTo>
                  <a:cubicBezTo>
                    <a:pt x="3997" y="10537"/>
                    <a:pt x="4060" y="10579"/>
                    <a:pt x="4102" y="10600"/>
                  </a:cubicBezTo>
                  <a:cubicBezTo>
                    <a:pt x="4123" y="10620"/>
                    <a:pt x="4144" y="10641"/>
                    <a:pt x="4164" y="10662"/>
                  </a:cubicBezTo>
                  <a:cubicBezTo>
                    <a:pt x="4227" y="10704"/>
                    <a:pt x="4269" y="10746"/>
                    <a:pt x="4332" y="10788"/>
                  </a:cubicBezTo>
                  <a:cubicBezTo>
                    <a:pt x="4353" y="10809"/>
                    <a:pt x="4374" y="10809"/>
                    <a:pt x="4395" y="10830"/>
                  </a:cubicBezTo>
                  <a:cubicBezTo>
                    <a:pt x="4457" y="10872"/>
                    <a:pt x="4520" y="10913"/>
                    <a:pt x="4583" y="10976"/>
                  </a:cubicBezTo>
                  <a:lnTo>
                    <a:pt x="4604" y="10976"/>
                  </a:lnTo>
                  <a:cubicBezTo>
                    <a:pt x="4604" y="10265"/>
                    <a:pt x="4646" y="9532"/>
                    <a:pt x="4729" y="8800"/>
                  </a:cubicBezTo>
                  <a:cubicBezTo>
                    <a:pt x="5085" y="5913"/>
                    <a:pt x="6194" y="2983"/>
                    <a:pt x="7617" y="326"/>
                  </a:cubicBezTo>
                  <a:cubicBezTo>
                    <a:pt x="7051" y="100"/>
                    <a:pt x="6492" y="0"/>
                    <a:pt x="5944" y="0"/>
                  </a:cubicBezTo>
                  <a:close/>
                </a:path>
              </a:pathLst>
            </a:custGeom>
            <a:solidFill>
              <a:srgbClr val="E95E24"/>
            </a:solidFill>
            <a:ln>
              <a:noFill/>
            </a:ln>
          </p:spPr>
          <p:txBody>
            <a:bodyPr anchorCtr="0" anchor="ctr" bIns="108825" lIns="108825" spcFirstLastPara="1" rIns="108825" wrap="square" tIns="108825">
              <a:noAutofit/>
            </a:bodyPr>
            <a:lstStyle/>
            <a:p>
              <a:pPr indent="0" lvl="0" marL="0" rtl="0" algn="l">
                <a:spcBef>
                  <a:spcPts val="0"/>
                </a:spcBef>
                <a:spcAft>
                  <a:spcPts val="0"/>
                </a:spcAft>
                <a:buNone/>
              </a:pPr>
              <a:r>
                <a:t/>
              </a:r>
              <a:endParaRPr/>
            </a:p>
          </p:txBody>
        </p:sp>
        <p:sp>
          <p:nvSpPr>
            <p:cNvPr id="11159" name="Google Shape;11159;p1422"/>
            <p:cNvSpPr/>
            <p:nvPr/>
          </p:nvSpPr>
          <p:spPr>
            <a:xfrm>
              <a:off x="6834095" y="1867613"/>
              <a:ext cx="285580" cy="340194"/>
            </a:xfrm>
            <a:custGeom>
              <a:rect b="b" l="l" r="r" t="t"/>
              <a:pathLst>
                <a:path extrusionOk="0" h="14333" w="12032">
                  <a:moveTo>
                    <a:pt x="1193" y="0"/>
                  </a:moveTo>
                  <a:cubicBezTo>
                    <a:pt x="775" y="628"/>
                    <a:pt x="377" y="1276"/>
                    <a:pt x="1" y="1946"/>
                  </a:cubicBezTo>
                  <a:cubicBezTo>
                    <a:pt x="3118" y="3704"/>
                    <a:pt x="4520" y="9646"/>
                    <a:pt x="5504" y="13852"/>
                  </a:cubicBezTo>
                  <a:cubicBezTo>
                    <a:pt x="5545" y="14019"/>
                    <a:pt x="5566" y="14186"/>
                    <a:pt x="5608" y="14333"/>
                  </a:cubicBezTo>
                  <a:cubicBezTo>
                    <a:pt x="6131" y="14186"/>
                    <a:pt x="6613" y="13977"/>
                    <a:pt x="7094" y="13747"/>
                  </a:cubicBezTo>
                  <a:cubicBezTo>
                    <a:pt x="7177" y="13705"/>
                    <a:pt x="7261" y="13684"/>
                    <a:pt x="7345" y="13642"/>
                  </a:cubicBezTo>
                  <a:cubicBezTo>
                    <a:pt x="7408" y="13600"/>
                    <a:pt x="7491" y="13559"/>
                    <a:pt x="7575" y="13517"/>
                  </a:cubicBezTo>
                  <a:cubicBezTo>
                    <a:pt x="7659" y="13475"/>
                    <a:pt x="7722" y="13433"/>
                    <a:pt x="7805" y="13391"/>
                  </a:cubicBezTo>
                  <a:cubicBezTo>
                    <a:pt x="7889" y="13328"/>
                    <a:pt x="7952" y="13287"/>
                    <a:pt x="8035" y="13245"/>
                  </a:cubicBezTo>
                  <a:cubicBezTo>
                    <a:pt x="8119" y="13203"/>
                    <a:pt x="8182" y="13161"/>
                    <a:pt x="8266" y="13119"/>
                  </a:cubicBezTo>
                  <a:cubicBezTo>
                    <a:pt x="8266" y="13119"/>
                    <a:pt x="8266" y="13098"/>
                    <a:pt x="8266" y="13098"/>
                  </a:cubicBezTo>
                  <a:cubicBezTo>
                    <a:pt x="8328" y="13056"/>
                    <a:pt x="8412" y="13015"/>
                    <a:pt x="8475" y="12973"/>
                  </a:cubicBezTo>
                  <a:cubicBezTo>
                    <a:pt x="8475" y="12973"/>
                    <a:pt x="8475" y="12973"/>
                    <a:pt x="8475" y="12952"/>
                  </a:cubicBezTo>
                  <a:cubicBezTo>
                    <a:pt x="8558" y="12910"/>
                    <a:pt x="8621" y="12868"/>
                    <a:pt x="8705" y="12826"/>
                  </a:cubicBezTo>
                  <a:cubicBezTo>
                    <a:pt x="8705" y="12805"/>
                    <a:pt x="8705" y="12805"/>
                    <a:pt x="8705" y="12805"/>
                  </a:cubicBezTo>
                  <a:cubicBezTo>
                    <a:pt x="8768" y="12764"/>
                    <a:pt x="8830" y="12722"/>
                    <a:pt x="8914" y="12659"/>
                  </a:cubicBezTo>
                  <a:cubicBezTo>
                    <a:pt x="8977" y="12596"/>
                    <a:pt x="9061" y="12554"/>
                    <a:pt x="9123" y="12492"/>
                  </a:cubicBezTo>
                  <a:cubicBezTo>
                    <a:pt x="9186" y="12450"/>
                    <a:pt x="9270" y="12387"/>
                    <a:pt x="9333" y="12324"/>
                  </a:cubicBezTo>
                  <a:cubicBezTo>
                    <a:pt x="9395" y="12282"/>
                    <a:pt x="9458" y="12220"/>
                    <a:pt x="9521" y="12157"/>
                  </a:cubicBezTo>
                  <a:lnTo>
                    <a:pt x="9542" y="12157"/>
                  </a:lnTo>
                  <a:cubicBezTo>
                    <a:pt x="9605" y="12094"/>
                    <a:pt x="9667" y="12052"/>
                    <a:pt x="9730" y="11989"/>
                  </a:cubicBezTo>
                  <a:cubicBezTo>
                    <a:pt x="9793" y="11927"/>
                    <a:pt x="9856" y="11864"/>
                    <a:pt x="9918" y="11801"/>
                  </a:cubicBezTo>
                  <a:lnTo>
                    <a:pt x="9939" y="11801"/>
                  </a:lnTo>
                  <a:cubicBezTo>
                    <a:pt x="10002" y="11738"/>
                    <a:pt x="10065" y="11676"/>
                    <a:pt x="10107" y="11613"/>
                  </a:cubicBezTo>
                  <a:lnTo>
                    <a:pt x="10128" y="11613"/>
                  </a:lnTo>
                  <a:cubicBezTo>
                    <a:pt x="10190" y="11550"/>
                    <a:pt x="10232" y="11487"/>
                    <a:pt x="10295" y="11424"/>
                  </a:cubicBezTo>
                  <a:lnTo>
                    <a:pt x="10316" y="11424"/>
                  </a:lnTo>
                  <a:cubicBezTo>
                    <a:pt x="10358" y="11362"/>
                    <a:pt x="10421" y="11299"/>
                    <a:pt x="10483" y="11236"/>
                  </a:cubicBezTo>
                  <a:cubicBezTo>
                    <a:pt x="10546" y="11173"/>
                    <a:pt x="10609" y="11090"/>
                    <a:pt x="10672" y="11027"/>
                  </a:cubicBezTo>
                  <a:cubicBezTo>
                    <a:pt x="10714" y="10964"/>
                    <a:pt x="10776" y="10901"/>
                    <a:pt x="10839" y="10839"/>
                  </a:cubicBezTo>
                  <a:cubicBezTo>
                    <a:pt x="10839" y="10818"/>
                    <a:pt x="10839" y="10818"/>
                    <a:pt x="10839" y="10818"/>
                  </a:cubicBezTo>
                  <a:cubicBezTo>
                    <a:pt x="10902" y="10755"/>
                    <a:pt x="10944" y="10692"/>
                    <a:pt x="11007" y="10608"/>
                  </a:cubicBezTo>
                  <a:cubicBezTo>
                    <a:pt x="11069" y="10546"/>
                    <a:pt x="11111" y="10483"/>
                    <a:pt x="11174" y="10399"/>
                  </a:cubicBezTo>
                  <a:cubicBezTo>
                    <a:pt x="11216" y="10336"/>
                    <a:pt x="11279" y="10253"/>
                    <a:pt x="11320" y="10190"/>
                  </a:cubicBezTo>
                  <a:cubicBezTo>
                    <a:pt x="11383" y="10106"/>
                    <a:pt x="11425" y="10043"/>
                    <a:pt x="11488" y="9960"/>
                  </a:cubicBezTo>
                  <a:cubicBezTo>
                    <a:pt x="11676" y="9667"/>
                    <a:pt x="11864" y="9353"/>
                    <a:pt x="12032" y="9039"/>
                  </a:cubicBezTo>
                  <a:cubicBezTo>
                    <a:pt x="9939" y="5001"/>
                    <a:pt x="5608" y="1988"/>
                    <a:pt x="1256" y="42"/>
                  </a:cubicBezTo>
                  <a:cubicBezTo>
                    <a:pt x="1235" y="21"/>
                    <a:pt x="1214" y="21"/>
                    <a:pt x="1193" y="0"/>
                  </a:cubicBezTo>
                  <a:close/>
                </a:path>
              </a:pathLst>
            </a:custGeom>
            <a:solidFill>
              <a:srgbClr val="E95E24"/>
            </a:solidFill>
            <a:ln>
              <a:noFill/>
            </a:ln>
          </p:spPr>
          <p:txBody>
            <a:bodyPr anchorCtr="0" anchor="ctr" bIns="108825" lIns="108825" spcFirstLastPara="1" rIns="108825" wrap="square" tIns="108825">
              <a:noAutofit/>
            </a:bodyPr>
            <a:lstStyle/>
            <a:p>
              <a:pPr indent="0" lvl="0" marL="0" rtl="0" algn="l">
                <a:spcBef>
                  <a:spcPts val="0"/>
                </a:spcBef>
                <a:spcAft>
                  <a:spcPts val="0"/>
                </a:spcAft>
                <a:buNone/>
              </a:pPr>
              <a:r>
                <a:t/>
              </a:r>
              <a:endParaRPr/>
            </a:p>
          </p:txBody>
        </p:sp>
        <p:sp>
          <p:nvSpPr>
            <p:cNvPr id="11160" name="Google Shape;11160;p1422"/>
            <p:cNvSpPr/>
            <p:nvPr/>
          </p:nvSpPr>
          <p:spPr>
            <a:xfrm>
              <a:off x="6756625" y="1926712"/>
              <a:ext cx="196692" cy="293009"/>
            </a:xfrm>
            <a:custGeom>
              <a:rect b="b" l="l" r="r" t="t"/>
              <a:pathLst>
                <a:path extrusionOk="0" h="12345" w="8287">
                  <a:moveTo>
                    <a:pt x="2972" y="0"/>
                  </a:moveTo>
                  <a:cubicBezTo>
                    <a:pt x="1570" y="2595"/>
                    <a:pt x="503" y="5482"/>
                    <a:pt x="147" y="8286"/>
                  </a:cubicBezTo>
                  <a:cubicBezTo>
                    <a:pt x="42" y="9123"/>
                    <a:pt x="1" y="9960"/>
                    <a:pt x="42" y="10797"/>
                  </a:cubicBezTo>
                  <a:cubicBezTo>
                    <a:pt x="84" y="10818"/>
                    <a:pt x="147" y="10859"/>
                    <a:pt x="189" y="10880"/>
                  </a:cubicBezTo>
                  <a:cubicBezTo>
                    <a:pt x="210" y="10901"/>
                    <a:pt x="210" y="10901"/>
                    <a:pt x="231" y="10901"/>
                  </a:cubicBezTo>
                  <a:cubicBezTo>
                    <a:pt x="294" y="10943"/>
                    <a:pt x="335" y="10964"/>
                    <a:pt x="398" y="11006"/>
                  </a:cubicBezTo>
                  <a:lnTo>
                    <a:pt x="419" y="11006"/>
                  </a:lnTo>
                  <a:cubicBezTo>
                    <a:pt x="524" y="11069"/>
                    <a:pt x="649" y="11131"/>
                    <a:pt x="754" y="11194"/>
                  </a:cubicBezTo>
                  <a:cubicBezTo>
                    <a:pt x="817" y="11215"/>
                    <a:pt x="858" y="11236"/>
                    <a:pt x="900" y="11257"/>
                  </a:cubicBezTo>
                  <a:cubicBezTo>
                    <a:pt x="942" y="11278"/>
                    <a:pt x="963" y="11278"/>
                    <a:pt x="984" y="11299"/>
                  </a:cubicBezTo>
                  <a:cubicBezTo>
                    <a:pt x="1026" y="11320"/>
                    <a:pt x="1068" y="11341"/>
                    <a:pt x="1110" y="11362"/>
                  </a:cubicBezTo>
                  <a:cubicBezTo>
                    <a:pt x="1151" y="11362"/>
                    <a:pt x="1172" y="11383"/>
                    <a:pt x="1193" y="11403"/>
                  </a:cubicBezTo>
                  <a:cubicBezTo>
                    <a:pt x="1256" y="11424"/>
                    <a:pt x="1319" y="11445"/>
                    <a:pt x="1382" y="11466"/>
                  </a:cubicBezTo>
                  <a:cubicBezTo>
                    <a:pt x="1423" y="11487"/>
                    <a:pt x="1486" y="11508"/>
                    <a:pt x="1528" y="11529"/>
                  </a:cubicBezTo>
                  <a:cubicBezTo>
                    <a:pt x="1570" y="11550"/>
                    <a:pt x="1612" y="11571"/>
                    <a:pt x="1633" y="11571"/>
                  </a:cubicBezTo>
                  <a:cubicBezTo>
                    <a:pt x="1675" y="11592"/>
                    <a:pt x="1716" y="11613"/>
                    <a:pt x="1758" y="11634"/>
                  </a:cubicBezTo>
                  <a:cubicBezTo>
                    <a:pt x="1800" y="11634"/>
                    <a:pt x="1842" y="11655"/>
                    <a:pt x="1863" y="11675"/>
                  </a:cubicBezTo>
                  <a:cubicBezTo>
                    <a:pt x="1926" y="11675"/>
                    <a:pt x="1967" y="11696"/>
                    <a:pt x="2009" y="11717"/>
                  </a:cubicBezTo>
                  <a:cubicBezTo>
                    <a:pt x="2030" y="11717"/>
                    <a:pt x="2072" y="11738"/>
                    <a:pt x="2093" y="11738"/>
                  </a:cubicBezTo>
                  <a:cubicBezTo>
                    <a:pt x="2177" y="11780"/>
                    <a:pt x="2260" y="11801"/>
                    <a:pt x="2323" y="11822"/>
                  </a:cubicBezTo>
                  <a:cubicBezTo>
                    <a:pt x="2344" y="11822"/>
                    <a:pt x="2365" y="11843"/>
                    <a:pt x="2386" y="11843"/>
                  </a:cubicBezTo>
                  <a:cubicBezTo>
                    <a:pt x="2449" y="11864"/>
                    <a:pt x="2511" y="11885"/>
                    <a:pt x="2574" y="11906"/>
                  </a:cubicBezTo>
                  <a:cubicBezTo>
                    <a:pt x="2595" y="11906"/>
                    <a:pt x="2637" y="11906"/>
                    <a:pt x="2658" y="11927"/>
                  </a:cubicBezTo>
                  <a:cubicBezTo>
                    <a:pt x="2721" y="11927"/>
                    <a:pt x="2763" y="11947"/>
                    <a:pt x="2825" y="11968"/>
                  </a:cubicBezTo>
                  <a:cubicBezTo>
                    <a:pt x="2846" y="11968"/>
                    <a:pt x="2888" y="11989"/>
                    <a:pt x="2909" y="11989"/>
                  </a:cubicBezTo>
                  <a:cubicBezTo>
                    <a:pt x="2993" y="12010"/>
                    <a:pt x="3076" y="12031"/>
                    <a:pt x="3160" y="12052"/>
                  </a:cubicBezTo>
                  <a:cubicBezTo>
                    <a:pt x="3265" y="12073"/>
                    <a:pt x="3348" y="12094"/>
                    <a:pt x="3453" y="12115"/>
                  </a:cubicBezTo>
                  <a:cubicBezTo>
                    <a:pt x="3495" y="12115"/>
                    <a:pt x="3516" y="12136"/>
                    <a:pt x="3558" y="12136"/>
                  </a:cubicBezTo>
                  <a:cubicBezTo>
                    <a:pt x="3620" y="12157"/>
                    <a:pt x="3704" y="12157"/>
                    <a:pt x="3767" y="12178"/>
                  </a:cubicBezTo>
                  <a:cubicBezTo>
                    <a:pt x="3809" y="12178"/>
                    <a:pt x="3851" y="12178"/>
                    <a:pt x="3871" y="12199"/>
                  </a:cubicBezTo>
                  <a:cubicBezTo>
                    <a:pt x="3934" y="12199"/>
                    <a:pt x="4018" y="12219"/>
                    <a:pt x="4081" y="12219"/>
                  </a:cubicBezTo>
                  <a:cubicBezTo>
                    <a:pt x="4102" y="12219"/>
                    <a:pt x="4143" y="12240"/>
                    <a:pt x="4185" y="12240"/>
                  </a:cubicBezTo>
                  <a:cubicBezTo>
                    <a:pt x="4248" y="12240"/>
                    <a:pt x="4311" y="12261"/>
                    <a:pt x="4395" y="12261"/>
                  </a:cubicBezTo>
                  <a:cubicBezTo>
                    <a:pt x="4415" y="12261"/>
                    <a:pt x="4457" y="12261"/>
                    <a:pt x="4499" y="12282"/>
                  </a:cubicBezTo>
                  <a:cubicBezTo>
                    <a:pt x="4583" y="12282"/>
                    <a:pt x="4646" y="12282"/>
                    <a:pt x="4729" y="12303"/>
                  </a:cubicBezTo>
                  <a:lnTo>
                    <a:pt x="4792" y="12303"/>
                  </a:lnTo>
                  <a:cubicBezTo>
                    <a:pt x="4897" y="12303"/>
                    <a:pt x="5001" y="12324"/>
                    <a:pt x="5106" y="12324"/>
                  </a:cubicBezTo>
                  <a:lnTo>
                    <a:pt x="5399" y="12324"/>
                  </a:lnTo>
                  <a:cubicBezTo>
                    <a:pt x="5441" y="12324"/>
                    <a:pt x="5483" y="12345"/>
                    <a:pt x="5504" y="12345"/>
                  </a:cubicBezTo>
                  <a:lnTo>
                    <a:pt x="5713" y="12345"/>
                  </a:lnTo>
                  <a:cubicBezTo>
                    <a:pt x="5734" y="12345"/>
                    <a:pt x="5776" y="12345"/>
                    <a:pt x="5817" y="12324"/>
                  </a:cubicBezTo>
                  <a:lnTo>
                    <a:pt x="6340" y="12324"/>
                  </a:lnTo>
                  <a:cubicBezTo>
                    <a:pt x="6361" y="12303"/>
                    <a:pt x="6382" y="12303"/>
                    <a:pt x="6424" y="12303"/>
                  </a:cubicBezTo>
                  <a:cubicBezTo>
                    <a:pt x="6508" y="12303"/>
                    <a:pt x="6612" y="12303"/>
                    <a:pt x="6717" y="12282"/>
                  </a:cubicBezTo>
                  <a:lnTo>
                    <a:pt x="6780" y="12282"/>
                  </a:lnTo>
                  <a:cubicBezTo>
                    <a:pt x="6843" y="12261"/>
                    <a:pt x="6926" y="12261"/>
                    <a:pt x="7010" y="12261"/>
                  </a:cubicBezTo>
                  <a:cubicBezTo>
                    <a:pt x="7031" y="12240"/>
                    <a:pt x="7073" y="12240"/>
                    <a:pt x="7115" y="12240"/>
                  </a:cubicBezTo>
                  <a:cubicBezTo>
                    <a:pt x="7177" y="12219"/>
                    <a:pt x="7240" y="12219"/>
                    <a:pt x="7303" y="12219"/>
                  </a:cubicBezTo>
                  <a:cubicBezTo>
                    <a:pt x="7345" y="12199"/>
                    <a:pt x="7366" y="12199"/>
                    <a:pt x="7408" y="12199"/>
                  </a:cubicBezTo>
                  <a:cubicBezTo>
                    <a:pt x="7470" y="12178"/>
                    <a:pt x="7533" y="12178"/>
                    <a:pt x="7596" y="12157"/>
                  </a:cubicBezTo>
                  <a:cubicBezTo>
                    <a:pt x="7638" y="12157"/>
                    <a:pt x="7680" y="12136"/>
                    <a:pt x="7701" y="12136"/>
                  </a:cubicBezTo>
                  <a:cubicBezTo>
                    <a:pt x="7763" y="12136"/>
                    <a:pt x="7826" y="12115"/>
                    <a:pt x="7889" y="12094"/>
                  </a:cubicBezTo>
                  <a:cubicBezTo>
                    <a:pt x="7931" y="12094"/>
                    <a:pt x="7973" y="12094"/>
                    <a:pt x="7993" y="12073"/>
                  </a:cubicBezTo>
                  <a:cubicBezTo>
                    <a:pt x="8077" y="12052"/>
                    <a:pt x="8182" y="12031"/>
                    <a:pt x="8265" y="12010"/>
                  </a:cubicBezTo>
                  <a:lnTo>
                    <a:pt x="8286" y="12010"/>
                  </a:lnTo>
                  <a:cubicBezTo>
                    <a:pt x="8245" y="11843"/>
                    <a:pt x="8203" y="11675"/>
                    <a:pt x="8161" y="11508"/>
                  </a:cubicBezTo>
                  <a:cubicBezTo>
                    <a:pt x="7198" y="7407"/>
                    <a:pt x="5838" y="1632"/>
                    <a:pt x="2972" y="0"/>
                  </a:cubicBezTo>
                  <a:close/>
                </a:path>
              </a:pathLst>
            </a:custGeom>
            <a:solidFill>
              <a:srgbClr val="E95E24"/>
            </a:solidFill>
            <a:ln>
              <a:noFill/>
            </a:ln>
          </p:spPr>
          <p:txBody>
            <a:bodyPr anchorCtr="0" anchor="ctr" bIns="108825" lIns="108825" spcFirstLastPara="1" rIns="108825" wrap="square" tIns="108825">
              <a:noAutofit/>
            </a:bodyPr>
            <a:lstStyle/>
            <a:p>
              <a:pPr indent="0" lvl="0" marL="0" rtl="0" algn="l">
                <a:spcBef>
                  <a:spcPts val="0"/>
                </a:spcBef>
                <a:spcAft>
                  <a:spcPts val="0"/>
                </a:spcAft>
                <a:buNone/>
              </a:pPr>
              <a:r>
                <a:t/>
              </a:r>
              <a:endParaRPr/>
            </a:p>
          </p:txBody>
        </p:sp>
        <p:sp>
          <p:nvSpPr>
            <p:cNvPr id="11161" name="Google Shape;11161;p1422"/>
            <p:cNvSpPr/>
            <p:nvPr/>
          </p:nvSpPr>
          <p:spPr>
            <a:xfrm>
              <a:off x="6687106" y="1712174"/>
              <a:ext cx="201154" cy="137070"/>
            </a:xfrm>
            <a:custGeom>
              <a:rect b="b" l="l" r="r" t="t"/>
              <a:pathLst>
                <a:path extrusionOk="0" h="5775" w="8475">
                  <a:moveTo>
                    <a:pt x="5231" y="0"/>
                  </a:moveTo>
                  <a:cubicBezTo>
                    <a:pt x="5106" y="42"/>
                    <a:pt x="4980" y="84"/>
                    <a:pt x="4855" y="126"/>
                  </a:cubicBezTo>
                  <a:lnTo>
                    <a:pt x="4834" y="126"/>
                  </a:lnTo>
                  <a:cubicBezTo>
                    <a:pt x="4583" y="230"/>
                    <a:pt x="4352" y="314"/>
                    <a:pt x="4101" y="419"/>
                  </a:cubicBezTo>
                  <a:cubicBezTo>
                    <a:pt x="4101" y="439"/>
                    <a:pt x="4080" y="439"/>
                    <a:pt x="4080" y="439"/>
                  </a:cubicBezTo>
                  <a:cubicBezTo>
                    <a:pt x="3850" y="544"/>
                    <a:pt x="3620" y="649"/>
                    <a:pt x="3390" y="774"/>
                  </a:cubicBezTo>
                  <a:cubicBezTo>
                    <a:pt x="3369" y="795"/>
                    <a:pt x="3369" y="795"/>
                    <a:pt x="3369" y="795"/>
                  </a:cubicBezTo>
                  <a:cubicBezTo>
                    <a:pt x="3139" y="921"/>
                    <a:pt x="2909" y="1046"/>
                    <a:pt x="2699" y="1193"/>
                  </a:cubicBezTo>
                  <a:lnTo>
                    <a:pt x="2679" y="1193"/>
                  </a:lnTo>
                  <a:cubicBezTo>
                    <a:pt x="2448" y="1339"/>
                    <a:pt x="2239" y="1486"/>
                    <a:pt x="2030" y="1632"/>
                  </a:cubicBezTo>
                  <a:cubicBezTo>
                    <a:pt x="2030" y="1653"/>
                    <a:pt x="2009" y="1653"/>
                    <a:pt x="2009" y="1653"/>
                  </a:cubicBezTo>
                  <a:cubicBezTo>
                    <a:pt x="1800" y="1820"/>
                    <a:pt x="1611" y="1967"/>
                    <a:pt x="1402" y="2134"/>
                  </a:cubicBezTo>
                  <a:cubicBezTo>
                    <a:pt x="1402" y="2155"/>
                    <a:pt x="1402" y="2155"/>
                    <a:pt x="1381" y="2155"/>
                  </a:cubicBezTo>
                  <a:cubicBezTo>
                    <a:pt x="1193" y="2323"/>
                    <a:pt x="1005" y="2511"/>
                    <a:pt x="816" y="2699"/>
                  </a:cubicBezTo>
                  <a:lnTo>
                    <a:pt x="795" y="2699"/>
                  </a:lnTo>
                  <a:cubicBezTo>
                    <a:pt x="607" y="2888"/>
                    <a:pt x="440" y="3097"/>
                    <a:pt x="272" y="3285"/>
                  </a:cubicBezTo>
                  <a:cubicBezTo>
                    <a:pt x="251" y="3285"/>
                    <a:pt x="251" y="3285"/>
                    <a:pt x="251" y="3306"/>
                  </a:cubicBezTo>
                  <a:cubicBezTo>
                    <a:pt x="168" y="3390"/>
                    <a:pt x="84" y="3494"/>
                    <a:pt x="0" y="3599"/>
                  </a:cubicBezTo>
                  <a:cubicBezTo>
                    <a:pt x="2093" y="3976"/>
                    <a:pt x="4624" y="4687"/>
                    <a:pt x="7156" y="5775"/>
                  </a:cubicBezTo>
                  <a:cubicBezTo>
                    <a:pt x="7344" y="5482"/>
                    <a:pt x="7554" y="5210"/>
                    <a:pt x="7742" y="4938"/>
                  </a:cubicBezTo>
                  <a:cubicBezTo>
                    <a:pt x="7993" y="4603"/>
                    <a:pt x="8223" y="4268"/>
                    <a:pt x="8474" y="3955"/>
                  </a:cubicBezTo>
                  <a:cubicBezTo>
                    <a:pt x="6068" y="2699"/>
                    <a:pt x="5315" y="1276"/>
                    <a:pt x="5231" y="0"/>
                  </a:cubicBezTo>
                  <a:close/>
                </a:path>
              </a:pathLst>
            </a:custGeom>
            <a:solidFill>
              <a:srgbClr val="E95E24"/>
            </a:solidFill>
            <a:ln>
              <a:noFill/>
            </a:ln>
          </p:spPr>
          <p:txBody>
            <a:bodyPr anchorCtr="0" anchor="ctr" bIns="108825" lIns="108825" spcFirstLastPara="1" rIns="108825" wrap="square" tIns="108825">
              <a:noAutofit/>
            </a:bodyPr>
            <a:lstStyle/>
            <a:p>
              <a:pPr indent="0" lvl="0" marL="0" rtl="0" algn="l">
                <a:spcBef>
                  <a:spcPts val="0"/>
                </a:spcBef>
                <a:spcAft>
                  <a:spcPts val="0"/>
                </a:spcAft>
                <a:buNone/>
              </a:pPr>
              <a:r>
                <a:t/>
              </a:r>
              <a:endParaRPr/>
            </a:p>
          </p:txBody>
        </p:sp>
        <p:sp>
          <p:nvSpPr>
            <p:cNvPr id="11162" name="Google Shape;11162;p1422"/>
            <p:cNvSpPr/>
            <p:nvPr/>
          </p:nvSpPr>
          <p:spPr>
            <a:xfrm>
              <a:off x="6826144" y="1699737"/>
              <a:ext cx="151002" cy="94893"/>
            </a:xfrm>
            <a:custGeom>
              <a:rect b="b" l="l" r="r" t="t"/>
              <a:pathLst>
                <a:path extrusionOk="0" h="3998" w="6362">
                  <a:moveTo>
                    <a:pt x="2219" y="1"/>
                  </a:moveTo>
                  <a:cubicBezTo>
                    <a:pt x="2010" y="22"/>
                    <a:pt x="1800" y="22"/>
                    <a:pt x="1591" y="64"/>
                  </a:cubicBezTo>
                  <a:lnTo>
                    <a:pt x="1570" y="64"/>
                  </a:lnTo>
                  <a:cubicBezTo>
                    <a:pt x="1466" y="64"/>
                    <a:pt x="1382" y="85"/>
                    <a:pt x="1277" y="85"/>
                  </a:cubicBezTo>
                  <a:cubicBezTo>
                    <a:pt x="1277" y="85"/>
                    <a:pt x="1256" y="85"/>
                    <a:pt x="1235" y="106"/>
                  </a:cubicBezTo>
                  <a:cubicBezTo>
                    <a:pt x="1152" y="106"/>
                    <a:pt x="1068" y="127"/>
                    <a:pt x="963" y="127"/>
                  </a:cubicBezTo>
                  <a:cubicBezTo>
                    <a:pt x="963" y="147"/>
                    <a:pt x="942" y="147"/>
                    <a:pt x="942" y="147"/>
                  </a:cubicBezTo>
                  <a:cubicBezTo>
                    <a:pt x="629" y="189"/>
                    <a:pt x="315" y="252"/>
                    <a:pt x="1" y="336"/>
                  </a:cubicBezTo>
                  <a:cubicBezTo>
                    <a:pt x="64" y="1507"/>
                    <a:pt x="733" y="2826"/>
                    <a:pt x="3014" y="3997"/>
                  </a:cubicBezTo>
                  <a:cubicBezTo>
                    <a:pt x="4165" y="2575"/>
                    <a:pt x="5336" y="1424"/>
                    <a:pt x="6362" y="629"/>
                  </a:cubicBezTo>
                  <a:cubicBezTo>
                    <a:pt x="6278" y="587"/>
                    <a:pt x="6173" y="566"/>
                    <a:pt x="6090" y="524"/>
                  </a:cubicBezTo>
                  <a:cubicBezTo>
                    <a:pt x="5985" y="503"/>
                    <a:pt x="5901" y="482"/>
                    <a:pt x="5818" y="440"/>
                  </a:cubicBezTo>
                  <a:lnTo>
                    <a:pt x="5776" y="440"/>
                  </a:lnTo>
                  <a:cubicBezTo>
                    <a:pt x="5692" y="419"/>
                    <a:pt x="5608" y="399"/>
                    <a:pt x="5525" y="378"/>
                  </a:cubicBezTo>
                  <a:cubicBezTo>
                    <a:pt x="5525" y="357"/>
                    <a:pt x="5504" y="357"/>
                    <a:pt x="5483" y="357"/>
                  </a:cubicBezTo>
                  <a:cubicBezTo>
                    <a:pt x="5399" y="336"/>
                    <a:pt x="5295" y="315"/>
                    <a:pt x="5190" y="294"/>
                  </a:cubicBezTo>
                  <a:cubicBezTo>
                    <a:pt x="5085" y="252"/>
                    <a:pt x="5002" y="231"/>
                    <a:pt x="4897" y="210"/>
                  </a:cubicBezTo>
                  <a:cubicBezTo>
                    <a:pt x="4855" y="210"/>
                    <a:pt x="4834" y="210"/>
                    <a:pt x="4792" y="189"/>
                  </a:cubicBezTo>
                  <a:cubicBezTo>
                    <a:pt x="4730" y="189"/>
                    <a:pt x="4646" y="168"/>
                    <a:pt x="4583" y="168"/>
                  </a:cubicBezTo>
                  <a:cubicBezTo>
                    <a:pt x="4541" y="147"/>
                    <a:pt x="4499" y="147"/>
                    <a:pt x="4479" y="147"/>
                  </a:cubicBezTo>
                  <a:cubicBezTo>
                    <a:pt x="4395" y="127"/>
                    <a:pt x="4332" y="127"/>
                    <a:pt x="4269" y="106"/>
                  </a:cubicBezTo>
                  <a:cubicBezTo>
                    <a:pt x="4227" y="106"/>
                    <a:pt x="4186" y="106"/>
                    <a:pt x="4165" y="85"/>
                  </a:cubicBezTo>
                  <a:cubicBezTo>
                    <a:pt x="4081" y="85"/>
                    <a:pt x="4018" y="85"/>
                    <a:pt x="3935" y="64"/>
                  </a:cubicBezTo>
                  <a:lnTo>
                    <a:pt x="3851" y="64"/>
                  </a:lnTo>
                  <a:cubicBezTo>
                    <a:pt x="3642" y="43"/>
                    <a:pt x="3432" y="22"/>
                    <a:pt x="3223" y="1"/>
                  </a:cubicBezTo>
                  <a:close/>
                </a:path>
              </a:pathLst>
            </a:custGeom>
            <a:solidFill>
              <a:srgbClr val="E95E24"/>
            </a:solidFill>
            <a:ln>
              <a:noFill/>
            </a:ln>
          </p:spPr>
          <p:txBody>
            <a:bodyPr anchorCtr="0" anchor="ctr" bIns="108825" lIns="108825" spcFirstLastPara="1" rIns="108825" wrap="square" tIns="108825">
              <a:noAutofit/>
            </a:bodyPr>
            <a:lstStyle/>
            <a:p>
              <a:pPr indent="0" lvl="0" marL="0" rtl="0" algn="l">
                <a:spcBef>
                  <a:spcPts val="0"/>
                </a:spcBef>
                <a:spcAft>
                  <a:spcPts val="0"/>
                </a:spcAft>
                <a:buNone/>
              </a:pPr>
              <a:r>
                <a:t/>
              </a:r>
              <a:endParaRPr/>
            </a:p>
          </p:txBody>
        </p:sp>
        <p:sp>
          <p:nvSpPr>
            <p:cNvPr id="11163" name="Google Shape;11163;p1422"/>
            <p:cNvSpPr/>
            <p:nvPr/>
          </p:nvSpPr>
          <p:spPr>
            <a:xfrm>
              <a:off x="6911565" y="1720600"/>
              <a:ext cx="210601" cy="121215"/>
            </a:xfrm>
            <a:custGeom>
              <a:rect b="b" l="l" r="r" t="t"/>
              <a:pathLst>
                <a:path extrusionOk="0" h="5107" w="8873">
                  <a:moveTo>
                    <a:pt x="3432" y="1"/>
                  </a:moveTo>
                  <a:cubicBezTo>
                    <a:pt x="2407" y="733"/>
                    <a:pt x="1214" y="1905"/>
                    <a:pt x="1" y="3390"/>
                  </a:cubicBezTo>
                  <a:cubicBezTo>
                    <a:pt x="1905" y="4227"/>
                    <a:pt x="3830" y="4416"/>
                    <a:pt x="5587" y="4583"/>
                  </a:cubicBezTo>
                  <a:cubicBezTo>
                    <a:pt x="6759" y="4709"/>
                    <a:pt x="7868" y="4813"/>
                    <a:pt x="8872" y="5106"/>
                  </a:cubicBezTo>
                  <a:cubicBezTo>
                    <a:pt x="8579" y="4541"/>
                    <a:pt x="8245" y="4018"/>
                    <a:pt x="7889" y="3516"/>
                  </a:cubicBezTo>
                  <a:cubicBezTo>
                    <a:pt x="7889" y="3516"/>
                    <a:pt x="7868" y="3516"/>
                    <a:pt x="7868" y="3495"/>
                  </a:cubicBezTo>
                  <a:cubicBezTo>
                    <a:pt x="7826" y="3453"/>
                    <a:pt x="7784" y="3390"/>
                    <a:pt x="7743" y="3328"/>
                  </a:cubicBezTo>
                  <a:cubicBezTo>
                    <a:pt x="7743" y="3328"/>
                    <a:pt x="7722" y="3328"/>
                    <a:pt x="7722" y="3307"/>
                  </a:cubicBezTo>
                  <a:cubicBezTo>
                    <a:pt x="7680" y="3265"/>
                    <a:pt x="7638" y="3202"/>
                    <a:pt x="7596" y="3139"/>
                  </a:cubicBezTo>
                  <a:lnTo>
                    <a:pt x="7575" y="3139"/>
                  </a:lnTo>
                  <a:cubicBezTo>
                    <a:pt x="7282" y="2784"/>
                    <a:pt x="6968" y="2428"/>
                    <a:pt x="6634" y="2114"/>
                  </a:cubicBezTo>
                  <a:cubicBezTo>
                    <a:pt x="6634" y="2114"/>
                    <a:pt x="6634" y="2114"/>
                    <a:pt x="6613" y="2093"/>
                  </a:cubicBezTo>
                  <a:cubicBezTo>
                    <a:pt x="6571" y="2051"/>
                    <a:pt x="6529" y="2009"/>
                    <a:pt x="6487" y="1968"/>
                  </a:cubicBezTo>
                  <a:cubicBezTo>
                    <a:pt x="6466" y="1947"/>
                    <a:pt x="6445" y="1947"/>
                    <a:pt x="6445" y="1926"/>
                  </a:cubicBezTo>
                  <a:cubicBezTo>
                    <a:pt x="6382" y="1884"/>
                    <a:pt x="6341" y="1842"/>
                    <a:pt x="6299" y="1800"/>
                  </a:cubicBezTo>
                  <a:cubicBezTo>
                    <a:pt x="6278" y="1800"/>
                    <a:pt x="6257" y="1779"/>
                    <a:pt x="6257" y="1758"/>
                  </a:cubicBezTo>
                  <a:cubicBezTo>
                    <a:pt x="6215" y="1716"/>
                    <a:pt x="6152" y="1696"/>
                    <a:pt x="6110" y="1654"/>
                  </a:cubicBezTo>
                  <a:cubicBezTo>
                    <a:pt x="6090" y="1633"/>
                    <a:pt x="6069" y="1612"/>
                    <a:pt x="6069" y="1612"/>
                  </a:cubicBezTo>
                  <a:cubicBezTo>
                    <a:pt x="6006" y="1570"/>
                    <a:pt x="5964" y="1528"/>
                    <a:pt x="5922" y="1486"/>
                  </a:cubicBezTo>
                  <a:cubicBezTo>
                    <a:pt x="5901" y="1486"/>
                    <a:pt x="5880" y="1465"/>
                    <a:pt x="5859" y="1444"/>
                  </a:cubicBezTo>
                  <a:cubicBezTo>
                    <a:pt x="5818" y="1424"/>
                    <a:pt x="5776" y="1382"/>
                    <a:pt x="5734" y="1340"/>
                  </a:cubicBezTo>
                  <a:cubicBezTo>
                    <a:pt x="5713" y="1340"/>
                    <a:pt x="5692" y="1319"/>
                    <a:pt x="5671" y="1298"/>
                  </a:cubicBezTo>
                  <a:cubicBezTo>
                    <a:pt x="5462" y="1131"/>
                    <a:pt x="5232" y="984"/>
                    <a:pt x="4981" y="838"/>
                  </a:cubicBezTo>
                  <a:cubicBezTo>
                    <a:pt x="4960" y="817"/>
                    <a:pt x="4939" y="796"/>
                    <a:pt x="4918" y="775"/>
                  </a:cubicBezTo>
                  <a:cubicBezTo>
                    <a:pt x="4876" y="754"/>
                    <a:pt x="4834" y="733"/>
                    <a:pt x="4792" y="712"/>
                  </a:cubicBezTo>
                  <a:cubicBezTo>
                    <a:pt x="4750" y="691"/>
                    <a:pt x="4730" y="670"/>
                    <a:pt x="4709" y="649"/>
                  </a:cubicBezTo>
                  <a:cubicBezTo>
                    <a:pt x="4667" y="628"/>
                    <a:pt x="4625" y="608"/>
                    <a:pt x="4583" y="587"/>
                  </a:cubicBezTo>
                  <a:cubicBezTo>
                    <a:pt x="4541" y="566"/>
                    <a:pt x="4520" y="545"/>
                    <a:pt x="4478" y="524"/>
                  </a:cubicBezTo>
                  <a:cubicBezTo>
                    <a:pt x="4437" y="503"/>
                    <a:pt x="4395" y="482"/>
                    <a:pt x="4353" y="461"/>
                  </a:cubicBezTo>
                  <a:cubicBezTo>
                    <a:pt x="4332" y="440"/>
                    <a:pt x="4290" y="419"/>
                    <a:pt x="4248" y="398"/>
                  </a:cubicBezTo>
                  <a:cubicBezTo>
                    <a:pt x="4206" y="377"/>
                    <a:pt x="4165" y="356"/>
                    <a:pt x="4123" y="336"/>
                  </a:cubicBezTo>
                  <a:cubicBezTo>
                    <a:pt x="4102" y="315"/>
                    <a:pt x="4060" y="294"/>
                    <a:pt x="4039" y="294"/>
                  </a:cubicBezTo>
                  <a:cubicBezTo>
                    <a:pt x="3997" y="252"/>
                    <a:pt x="3934" y="252"/>
                    <a:pt x="3893" y="210"/>
                  </a:cubicBezTo>
                  <a:cubicBezTo>
                    <a:pt x="3872" y="210"/>
                    <a:pt x="3830" y="189"/>
                    <a:pt x="3809" y="168"/>
                  </a:cubicBezTo>
                  <a:cubicBezTo>
                    <a:pt x="3746" y="147"/>
                    <a:pt x="3704" y="126"/>
                    <a:pt x="3662" y="105"/>
                  </a:cubicBezTo>
                  <a:cubicBezTo>
                    <a:pt x="3641" y="105"/>
                    <a:pt x="3600" y="84"/>
                    <a:pt x="3579" y="64"/>
                  </a:cubicBezTo>
                  <a:cubicBezTo>
                    <a:pt x="3516" y="43"/>
                    <a:pt x="3474" y="22"/>
                    <a:pt x="3432" y="1"/>
                  </a:cubicBezTo>
                  <a:close/>
                </a:path>
              </a:pathLst>
            </a:custGeom>
            <a:solidFill>
              <a:srgbClr val="E95E24"/>
            </a:solidFill>
            <a:ln>
              <a:noFill/>
            </a:ln>
          </p:spPr>
          <p:txBody>
            <a:bodyPr anchorCtr="0" anchor="ctr" bIns="108825" lIns="108825" spcFirstLastPara="1" rIns="108825" wrap="square" tIns="108825">
              <a:noAutofit/>
            </a:bodyPr>
            <a:lstStyle/>
            <a:p>
              <a:pPr indent="0" lvl="0" marL="0" rtl="0" algn="l">
                <a:spcBef>
                  <a:spcPts val="0"/>
                </a:spcBef>
                <a:spcAft>
                  <a:spcPts val="0"/>
                </a:spcAft>
                <a:buNone/>
              </a:pPr>
              <a:r>
                <a:t/>
              </a:r>
              <a:endParaRPr/>
            </a:p>
          </p:txBody>
        </p:sp>
        <p:sp>
          <p:nvSpPr>
            <p:cNvPr id="11164" name="Google Shape;11164;p1422"/>
            <p:cNvSpPr/>
            <p:nvPr/>
          </p:nvSpPr>
          <p:spPr>
            <a:xfrm>
              <a:off x="6630499" y="1810982"/>
              <a:ext cx="218030" cy="165409"/>
            </a:xfrm>
            <a:custGeom>
              <a:rect b="b" l="l" r="r" t="t"/>
              <a:pathLst>
                <a:path extrusionOk="0" h="6969" w="9186">
                  <a:moveTo>
                    <a:pt x="1967" y="1"/>
                  </a:moveTo>
                  <a:cubicBezTo>
                    <a:pt x="1925" y="64"/>
                    <a:pt x="1883" y="126"/>
                    <a:pt x="1841" y="189"/>
                  </a:cubicBezTo>
                  <a:cubicBezTo>
                    <a:pt x="1841" y="189"/>
                    <a:pt x="1820" y="210"/>
                    <a:pt x="1820" y="210"/>
                  </a:cubicBezTo>
                  <a:cubicBezTo>
                    <a:pt x="1779" y="273"/>
                    <a:pt x="1758" y="336"/>
                    <a:pt x="1716" y="377"/>
                  </a:cubicBezTo>
                  <a:cubicBezTo>
                    <a:pt x="1695" y="398"/>
                    <a:pt x="1695" y="419"/>
                    <a:pt x="1674" y="440"/>
                  </a:cubicBezTo>
                  <a:cubicBezTo>
                    <a:pt x="1653" y="482"/>
                    <a:pt x="1611" y="545"/>
                    <a:pt x="1569" y="608"/>
                  </a:cubicBezTo>
                  <a:cubicBezTo>
                    <a:pt x="1569" y="629"/>
                    <a:pt x="1548" y="649"/>
                    <a:pt x="1548" y="649"/>
                  </a:cubicBezTo>
                  <a:cubicBezTo>
                    <a:pt x="1507" y="712"/>
                    <a:pt x="1486" y="775"/>
                    <a:pt x="1444" y="817"/>
                  </a:cubicBezTo>
                  <a:cubicBezTo>
                    <a:pt x="1444" y="838"/>
                    <a:pt x="1423" y="859"/>
                    <a:pt x="1402" y="880"/>
                  </a:cubicBezTo>
                  <a:cubicBezTo>
                    <a:pt x="1381" y="942"/>
                    <a:pt x="1360" y="984"/>
                    <a:pt x="1318" y="1047"/>
                  </a:cubicBezTo>
                  <a:cubicBezTo>
                    <a:pt x="1318" y="1068"/>
                    <a:pt x="1297" y="1089"/>
                    <a:pt x="1276" y="1110"/>
                  </a:cubicBezTo>
                  <a:cubicBezTo>
                    <a:pt x="1255" y="1173"/>
                    <a:pt x="1235" y="1214"/>
                    <a:pt x="1214" y="1277"/>
                  </a:cubicBezTo>
                  <a:cubicBezTo>
                    <a:pt x="1193" y="1298"/>
                    <a:pt x="1172" y="1319"/>
                    <a:pt x="1172" y="1361"/>
                  </a:cubicBezTo>
                  <a:cubicBezTo>
                    <a:pt x="1130" y="1403"/>
                    <a:pt x="1109" y="1445"/>
                    <a:pt x="1088" y="1507"/>
                  </a:cubicBezTo>
                  <a:cubicBezTo>
                    <a:pt x="1067" y="1528"/>
                    <a:pt x="1067" y="1570"/>
                    <a:pt x="1046" y="1591"/>
                  </a:cubicBezTo>
                  <a:cubicBezTo>
                    <a:pt x="1025" y="1633"/>
                    <a:pt x="1004" y="1696"/>
                    <a:pt x="983" y="1738"/>
                  </a:cubicBezTo>
                  <a:cubicBezTo>
                    <a:pt x="963" y="1779"/>
                    <a:pt x="942" y="1800"/>
                    <a:pt x="942" y="1842"/>
                  </a:cubicBezTo>
                  <a:cubicBezTo>
                    <a:pt x="921" y="1884"/>
                    <a:pt x="900" y="1926"/>
                    <a:pt x="879" y="1989"/>
                  </a:cubicBezTo>
                  <a:cubicBezTo>
                    <a:pt x="858" y="2010"/>
                    <a:pt x="837" y="2051"/>
                    <a:pt x="837" y="2093"/>
                  </a:cubicBezTo>
                  <a:cubicBezTo>
                    <a:pt x="816" y="2135"/>
                    <a:pt x="795" y="2177"/>
                    <a:pt x="774" y="2219"/>
                  </a:cubicBezTo>
                  <a:cubicBezTo>
                    <a:pt x="753" y="2261"/>
                    <a:pt x="753" y="2302"/>
                    <a:pt x="732" y="2344"/>
                  </a:cubicBezTo>
                  <a:cubicBezTo>
                    <a:pt x="711" y="2386"/>
                    <a:pt x="690" y="2428"/>
                    <a:pt x="670" y="2470"/>
                  </a:cubicBezTo>
                  <a:cubicBezTo>
                    <a:pt x="670" y="2512"/>
                    <a:pt x="649" y="2554"/>
                    <a:pt x="628" y="2595"/>
                  </a:cubicBezTo>
                  <a:cubicBezTo>
                    <a:pt x="628" y="2637"/>
                    <a:pt x="607" y="2679"/>
                    <a:pt x="586" y="2721"/>
                  </a:cubicBezTo>
                  <a:cubicBezTo>
                    <a:pt x="565" y="2763"/>
                    <a:pt x="565" y="2826"/>
                    <a:pt x="544" y="2867"/>
                  </a:cubicBezTo>
                  <a:cubicBezTo>
                    <a:pt x="523" y="2909"/>
                    <a:pt x="523" y="2951"/>
                    <a:pt x="502" y="2993"/>
                  </a:cubicBezTo>
                  <a:cubicBezTo>
                    <a:pt x="481" y="3035"/>
                    <a:pt x="481" y="3077"/>
                    <a:pt x="460" y="3139"/>
                  </a:cubicBezTo>
                  <a:cubicBezTo>
                    <a:pt x="460" y="3160"/>
                    <a:pt x="439" y="3202"/>
                    <a:pt x="439" y="3244"/>
                  </a:cubicBezTo>
                  <a:cubicBezTo>
                    <a:pt x="418" y="3307"/>
                    <a:pt x="398" y="3349"/>
                    <a:pt x="377" y="3411"/>
                  </a:cubicBezTo>
                  <a:cubicBezTo>
                    <a:pt x="377" y="3453"/>
                    <a:pt x="356" y="3474"/>
                    <a:pt x="356" y="3516"/>
                  </a:cubicBezTo>
                  <a:cubicBezTo>
                    <a:pt x="335" y="3600"/>
                    <a:pt x="314" y="3683"/>
                    <a:pt x="293" y="3767"/>
                  </a:cubicBezTo>
                  <a:cubicBezTo>
                    <a:pt x="272" y="3851"/>
                    <a:pt x="251" y="3934"/>
                    <a:pt x="230" y="4018"/>
                  </a:cubicBezTo>
                  <a:cubicBezTo>
                    <a:pt x="230" y="4039"/>
                    <a:pt x="230" y="4081"/>
                    <a:pt x="230" y="4102"/>
                  </a:cubicBezTo>
                  <a:cubicBezTo>
                    <a:pt x="209" y="4165"/>
                    <a:pt x="188" y="4207"/>
                    <a:pt x="188" y="4269"/>
                  </a:cubicBezTo>
                  <a:cubicBezTo>
                    <a:pt x="188" y="4311"/>
                    <a:pt x="167" y="4332"/>
                    <a:pt x="167" y="4353"/>
                  </a:cubicBezTo>
                  <a:cubicBezTo>
                    <a:pt x="167" y="4437"/>
                    <a:pt x="146" y="4499"/>
                    <a:pt x="126" y="4583"/>
                  </a:cubicBezTo>
                  <a:cubicBezTo>
                    <a:pt x="126" y="4604"/>
                    <a:pt x="126" y="4625"/>
                    <a:pt x="126" y="4667"/>
                  </a:cubicBezTo>
                  <a:cubicBezTo>
                    <a:pt x="105" y="4709"/>
                    <a:pt x="105" y="4771"/>
                    <a:pt x="105" y="4834"/>
                  </a:cubicBezTo>
                  <a:cubicBezTo>
                    <a:pt x="84" y="4855"/>
                    <a:pt x="84" y="4897"/>
                    <a:pt x="84" y="4939"/>
                  </a:cubicBezTo>
                  <a:cubicBezTo>
                    <a:pt x="84" y="4981"/>
                    <a:pt x="84" y="5023"/>
                    <a:pt x="63" y="5085"/>
                  </a:cubicBezTo>
                  <a:cubicBezTo>
                    <a:pt x="63" y="5106"/>
                    <a:pt x="63" y="5148"/>
                    <a:pt x="63" y="5190"/>
                  </a:cubicBezTo>
                  <a:cubicBezTo>
                    <a:pt x="42" y="5253"/>
                    <a:pt x="42" y="5315"/>
                    <a:pt x="42" y="5399"/>
                  </a:cubicBezTo>
                  <a:cubicBezTo>
                    <a:pt x="42" y="5441"/>
                    <a:pt x="21" y="5483"/>
                    <a:pt x="21" y="5525"/>
                  </a:cubicBezTo>
                  <a:cubicBezTo>
                    <a:pt x="21" y="5567"/>
                    <a:pt x="21" y="5587"/>
                    <a:pt x="21" y="5629"/>
                  </a:cubicBezTo>
                  <a:cubicBezTo>
                    <a:pt x="21" y="5671"/>
                    <a:pt x="21" y="5713"/>
                    <a:pt x="21" y="5776"/>
                  </a:cubicBezTo>
                  <a:cubicBezTo>
                    <a:pt x="21" y="5797"/>
                    <a:pt x="21" y="5818"/>
                    <a:pt x="21" y="5839"/>
                  </a:cubicBezTo>
                  <a:cubicBezTo>
                    <a:pt x="0" y="6006"/>
                    <a:pt x="0" y="6194"/>
                    <a:pt x="0" y="6362"/>
                  </a:cubicBezTo>
                  <a:cubicBezTo>
                    <a:pt x="0" y="6383"/>
                    <a:pt x="0" y="6383"/>
                    <a:pt x="0" y="6403"/>
                  </a:cubicBezTo>
                  <a:cubicBezTo>
                    <a:pt x="0" y="6592"/>
                    <a:pt x="21" y="6780"/>
                    <a:pt x="21" y="6968"/>
                  </a:cubicBezTo>
                  <a:cubicBezTo>
                    <a:pt x="649" y="6299"/>
                    <a:pt x="1360" y="5629"/>
                    <a:pt x="2155" y="5064"/>
                  </a:cubicBezTo>
                  <a:cubicBezTo>
                    <a:pt x="3299" y="4235"/>
                    <a:pt x="4608" y="3641"/>
                    <a:pt x="6017" y="3641"/>
                  </a:cubicBezTo>
                  <a:cubicBezTo>
                    <a:pt x="6671" y="3641"/>
                    <a:pt x="7345" y="3768"/>
                    <a:pt x="8035" y="4060"/>
                  </a:cubicBezTo>
                  <a:cubicBezTo>
                    <a:pt x="8390" y="3390"/>
                    <a:pt x="8788" y="2742"/>
                    <a:pt x="9185" y="2135"/>
                  </a:cubicBezTo>
                  <a:cubicBezTo>
                    <a:pt x="6591" y="1047"/>
                    <a:pt x="4038" y="315"/>
                    <a:pt x="1967" y="1"/>
                  </a:cubicBezTo>
                  <a:close/>
                </a:path>
              </a:pathLst>
            </a:custGeom>
            <a:solidFill>
              <a:srgbClr val="E95E24"/>
            </a:solidFill>
            <a:ln>
              <a:noFill/>
            </a:ln>
          </p:spPr>
          <p:txBody>
            <a:bodyPr anchorCtr="0" anchor="ctr" bIns="108825" lIns="108825" spcFirstLastPara="1" rIns="108825" wrap="square" tIns="108825">
              <a:noAutofit/>
            </a:bodyPr>
            <a:lstStyle/>
            <a:p>
              <a:pPr indent="0" lvl="0" marL="0" rtl="0" algn="l">
                <a:spcBef>
                  <a:spcPts val="0"/>
                </a:spcBef>
                <a:spcAft>
                  <a:spcPts val="0"/>
                </a:spcAft>
                <a:buNone/>
              </a:pPr>
              <a:r>
                <a:t/>
              </a:r>
              <a:endParaRPr/>
            </a:p>
          </p:txBody>
        </p:sp>
        <p:sp>
          <p:nvSpPr>
            <p:cNvPr id="11165" name="Google Shape;11165;p1422"/>
            <p:cNvSpPr/>
            <p:nvPr/>
          </p:nvSpPr>
          <p:spPr>
            <a:xfrm>
              <a:off x="6739750" y="1442999"/>
              <a:ext cx="892436" cy="702746"/>
            </a:xfrm>
            <a:custGeom>
              <a:rect b="b" l="l" r="r" t="t"/>
              <a:pathLst>
                <a:path extrusionOk="0" h="29608" w="37600">
                  <a:moveTo>
                    <a:pt x="21907" y="0"/>
                  </a:moveTo>
                  <a:lnTo>
                    <a:pt x="16467" y="1256"/>
                  </a:lnTo>
                  <a:lnTo>
                    <a:pt x="14061" y="1821"/>
                  </a:lnTo>
                  <a:lnTo>
                    <a:pt x="12868" y="2156"/>
                  </a:lnTo>
                  <a:cubicBezTo>
                    <a:pt x="12492" y="2281"/>
                    <a:pt x="12094" y="2365"/>
                    <a:pt x="11697" y="2511"/>
                  </a:cubicBezTo>
                  <a:lnTo>
                    <a:pt x="10546" y="2930"/>
                  </a:lnTo>
                  <a:cubicBezTo>
                    <a:pt x="10148" y="3055"/>
                    <a:pt x="9772" y="3223"/>
                    <a:pt x="9395" y="3390"/>
                  </a:cubicBezTo>
                  <a:lnTo>
                    <a:pt x="8265" y="3871"/>
                  </a:lnTo>
                  <a:lnTo>
                    <a:pt x="7177" y="4436"/>
                  </a:lnTo>
                  <a:cubicBezTo>
                    <a:pt x="6800" y="4625"/>
                    <a:pt x="6445" y="4834"/>
                    <a:pt x="6110" y="5043"/>
                  </a:cubicBezTo>
                  <a:cubicBezTo>
                    <a:pt x="5754" y="5273"/>
                    <a:pt x="5399" y="5462"/>
                    <a:pt x="5064" y="5713"/>
                  </a:cubicBezTo>
                  <a:cubicBezTo>
                    <a:pt x="4729" y="5943"/>
                    <a:pt x="4373" y="6152"/>
                    <a:pt x="4059" y="6424"/>
                  </a:cubicBezTo>
                  <a:cubicBezTo>
                    <a:pt x="3746" y="6675"/>
                    <a:pt x="3411" y="6926"/>
                    <a:pt x="3118" y="7198"/>
                  </a:cubicBezTo>
                  <a:cubicBezTo>
                    <a:pt x="2804" y="7470"/>
                    <a:pt x="2490" y="7742"/>
                    <a:pt x="2218" y="8035"/>
                  </a:cubicBezTo>
                  <a:cubicBezTo>
                    <a:pt x="1925" y="8328"/>
                    <a:pt x="1632" y="8621"/>
                    <a:pt x="1381" y="8935"/>
                  </a:cubicBezTo>
                  <a:cubicBezTo>
                    <a:pt x="837" y="9542"/>
                    <a:pt x="356" y="10211"/>
                    <a:pt x="0" y="10944"/>
                  </a:cubicBezTo>
                  <a:cubicBezTo>
                    <a:pt x="209" y="10588"/>
                    <a:pt x="461" y="10295"/>
                    <a:pt x="733" y="9981"/>
                  </a:cubicBezTo>
                  <a:cubicBezTo>
                    <a:pt x="1005" y="9688"/>
                    <a:pt x="1277" y="9374"/>
                    <a:pt x="1569" y="9102"/>
                  </a:cubicBezTo>
                  <a:cubicBezTo>
                    <a:pt x="1841" y="8830"/>
                    <a:pt x="2155" y="8558"/>
                    <a:pt x="2448" y="8307"/>
                  </a:cubicBezTo>
                  <a:cubicBezTo>
                    <a:pt x="2762" y="8035"/>
                    <a:pt x="3097" y="7805"/>
                    <a:pt x="3411" y="7575"/>
                  </a:cubicBezTo>
                  <a:cubicBezTo>
                    <a:pt x="3725" y="7324"/>
                    <a:pt x="4059" y="7114"/>
                    <a:pt x="4394" y="6884"/>
                  </a:cubicBezTo>
                  <a:cubicBezTo>
                    <a:pt x="4729" y="6675"/>
                    <a:pt x="5085" y="6466"/>
                    <a:pt x="5419" y="6257"/>
                  </a:cubicBezTo>
                  <a:cubicBezTo>
                    <a:pt x="5754" y="6047"/>
                    <a:pt x="6110" y="5880"/>
                    <a:pt x="6466" y="5692"/>
                  </a:cubicBezTo>
                  <a:cubicBezTo>
                    <a:pt x="6821" y="5503"/>
                    <a:pt x="7177" y="5336"/>
                    <a:pt x="7533" y="5169"/>
                  </a:cubicBezTo>
                  <a:lnTo>
                    <a:pt x="8621" y="4687"/>
                  </a:lnTo>
                  <a:lnTo>
                    <a:pt x="9751" y="4248"/>
                  </a:lnTo>
                  <a:cubicBezTo>
                    <a:pt x="10106" y="4101"/>
                    <a:pt x="10483" y="3976"/>
                    <a:pt x="10880" y="3871"/>
                  </a:cubicBezTo>
                  <a:lnTo>
                    <a:pt x="11592" y="3641"/>
                  </a:lnTo>
                  <a:lnTo>
                    <a:pt x="11592" y="3641"/>
                  </a:lnTo>
                  <a:cubicBezTo>
                    <a:pt x="10964" y="3976"/>
                    <a:pt x="10336" y="4332"/>
                    <a:pt x="9709" y="4708"/>
                  </a:cubicBezTo>
                  <a:cubicBezTo>
                    <a:pt x="8642" y="5357"/>
                    <a:pt x="7595" y="6026"/>
                    <a:pt x="6633" y="6905"/>
                  </a:cubicBezTo>
                  <a:cubicBezTo>
                    <a:pt x="6382" y="7114"/>
                    <a:pt x="6152" y="7366"/>
                    <a:pt x="5922" y="7638"/>
                  </a:cubicBezTo>
                  <a:cubicBezTo>
                    <a:pt x="5712" y="7910"/>
                    <a:pt x="5482" y="8223"/>
                    <a:pt x="5378" y="8684"/>
                  </a:cubicBezTo>
                  <a:cubicBezTo>
                    <a:pt x="5336" y="8893"/>
                    <a:pt x="5357" y="9186"/>
                    <a:pt x="5440" y="9437"/>
                  </a:cubicBezTo>
                  <a:cubicBezTo>
                    <a:pt x="5482" y="9563"/>
                    <a:pt x="5566" y="9688"/>
                    <a:pt x="5629" y="9793"/>
                  </a:cubicBezTo>
                  <a:cubicBezTo>
                    <a:pt x="5712" y="9876"/>
                    <a:pt x="5796" y="9960"/>
                    <a:pt x="5880" y="10044"/>
                  </a:cubicBezTo>
                  <a:cubicBezTo>
                    <a:pt x="6047" y="10190"/>
                    <a:pt x="6235" y="10253"/>
                    <a:pt x="6403" y="10358"/>
                  </a:cubicBezTo>
                  <a:lnTo>
                    <a:pt x="6905" y="10525"/>
                  </a:lnTo>
                  <a:lnTo>
                    <a:pt x="7365" y="10692"/>
                  </a:lnTo>
                  <a:lnTo>
                    <a:pt x="7554" y="10232"/>
                  </a:lnTo>
                  <a:cubicBezTo>
                    <a:pt x="7575" y="10190"/>
                    <a:pt x="7637" y="10086"/>
                    <a:pt x="7679" y="10023"/>
                  </a:cubicBezTo>
                  <a:cubicBezTo>
                    <a:pt x="7721" y="9939"/>
                    <a:pt x="7805" y="9855"/>
                    <a:pt x="7847" y="9793"/>
                  </a:cubicBezTo>
                  <a:cubicBezTo>
                    <a:pt x="7972" y="9625"/>
                    <a:pt x="8139" y="9500"/>
                    <a:pt x="8265" y="9332"/>
                  </a:cubicBezTo>
                  <a:cubicBezTo>
                    <a:pt x="8328" y="9270"/>
                    <a:pt x="8412" y="9207"/>
                    <a:pt x="8495" y="9144"/>
                  </a:cubicBezTo>
                  <a:lnTo>
                    <a:pt x="8746" y="8956"/>
                  </a:lnTo>
                  <a:cubicBezTo>
                    <a:pt x="8893" y="8809"/>
                    <a:pt x="9081" y="8726"/>
                    <a:pt x="9269" y="8600"/>
                  </a:cubicBezTo>
                  <a:cubicBezTo>
                    <a:pt x="9437" y="8495"/>
                    <a:pt x="9625" y="8391"/>
                    <a:pt x="9813" y="8307"/>
                  </a:cubicBezTo>
                  <a:lnTo>
                    <a:pt x="10399" y="8056"/>
                  </a:lnTo>
                  <a:cubicBezTo>
                    <a:pt x="10504" y="7993"/>
                    <a:pt x="10608" y="7993"/>
                    <a:pt x="10713" y="7951"/>
                  </a:cubicBezTo>
                  <a:lnTo>
                    <a:pt x="10818" y="7910"/>
                  </a:lnTo>
                  <a:lnTo>
                    <a:pt x="10818" y="7910"/>
                  </a:lnTo>
                  <a:cubicBezTo>
                    <a:pt x="10797" y="8161"/>
                    <a:pt x="10818" y="8454"/>
                    <a:pt x="10985" y="8726"/>
                  </a:cubicBezTo>
                  <a:cubicBezTo>
                    <a:pt x="11215" y="9039"/>
                    <a:pt x="11529" y="9144"/>
                    <a:pt x="11780" y="9207"/>
                  </a:cubicBezTo>
                  <a:cubicBezTo>
                    <a:pt x="12052" y="9270"/>
                    <a:pt x="12303" y="9291"/>
                    <a:pt x="12533" y="9291"/>
                  </a:cubicBezTo>
                  <a:cubicBezTo>
                    <a:pt x="12785" y="9291"/>
                    <a:pt x="13015" y="9270"/>
                    <a:pt x="13245" y="9228"/>
                  </a:cubicBezTo>
                  <a:cubicBezTo>
                    <a:pt x="13475" y="9207"/>
                    <a:pt x="13705" y="9165"/>
                    <a:pt x="13935" y="9123"/>
                  </a:cubicBezTo>
                  <a:cubicBezTo>
                    <a:pt x="14396" y="9039"/>
                    <a:pt x="14835" y="8935"/>
                    <a:pt x="15274" y="8809"/>
                  </a:cubicBezTo>
                  <a:cubicBezTo>
                    <a:pt x="16300" y="8516"/>
                    <a:pt x="17304" y="8161"/>
                    <a:pt x="18308" y="7784"/>
                  </a:cubicBezTo>
                  <a:lnTo>
                    <a:pt x="18308" y="7784"/>
                  </a:lnTo>
                  <a:cubicBezTo>
                    <a:pt x="17932" y="8056"/>
                    <a:pt x="17555" y="8328"/>
                    <a:pt x="17199" y="8684"/>
                  </a:cubicBezTo>
                  <a:cubicBezTo>
                    <a:pt x="16760" y="9123"/>
                    <a:pt x="16321" y="9625"/>
                    <a:pt x="16049" y="10295"/>
                  </a:cubicBezTo>
                  <a:cubicBezTo>
                    <a:pt x="15902" y="10630"/>
                    <a:pt x="15818" y="11006"/>
                    <a:pt x="15839" y="11404"/>
                  </a:cubicBezTo>
                  <a:cubicBezTo>
                    <a:pt x="15839" y="11592"/>
                    <a:pt x="15860" y="11801"/>
                    <a:pt x="15923" y="11990"/>
                  </a:cubicBezTo>
                  <a:cubicBezTo>
                    <a:pt x="15986" y="12178"/>
                    <a:pt x="16049" y="12366"/>
                    <a:pt x="16132" y="12534"/>
                  </a:cubicBezTo>
                  <a:cubicBezTo>
                    <a:pt x="16321" y="12889"/>
                    <a:pt x="16551" y="13120"/>
                    <a:pt x="16802" y="13412"/>
                  </a:cubicBezTo>
                  <a:lnTo>
                    <a:pt x="17137" y="13726"/>
                  </a:lnTo>
                  <a:lnTo>
                    <a:pt x="17576" y="14082"/>
                  </a:lnTo>
                  <a:cubicBezTo>
                    <a:pt x="17869" y="14270"/>
                    <a:pt x="18204" y="14480"/>
                    <a:pt x="18643" y="14563"/>
                  </a:cubicBezTo>
                  <a:cubicBezTo>
                    <a:pt x="18765" y="14588"/>
                    <a:pt x="18896" y="14600"/>
                    <a:pt x="19029" y="14600"/>
                  </a:cubicBezTo>
                  <a:cubicBezTo>
                    <a:pt x="19351" y="14600"/>
                    <a:pt x="19682" y="14529"/>
                    <a:pt x="19919" y="14396"/>
                  </a:cubicBezTo>
                  <a:cubicBezTo>
                    <a:pt x="20631" y="14019"/>
                    <a:pt x="21070" y="13538"/>
                    <a:pt x="21510" y="13099"/>
                  </a:cubicBezTo>
                  <a:cubicBezTo>
                    <a:pt x="21970" y="12659"/>
                    <a:pt x="22388" y="12241"/>
                    <a:pt x="22828" y="11843"/>
                  </a:cubicBezTo>
                  <a:cubicBezTo>
                    <a:pt x="23707" y="11048"/>
                    <a:pt x="24648" y="10358"/>
                    <a:pt x="25632" y="9814"/>
                  </a:cubicBezTo>
                  <a:cubicBezTo>
                    <a:pt x="26615" y="9270"/>
                    <a:pt x="27619" y="8830"/>
                    <a:pt x="28603" y="8495"/>
                  </a:cubicBezTo>
                  <a:cubicBezTo>
                    <a:pt x="29607" y="8182"/>
                    <a:pt x="30549" y="7931"/>
                    <a:pt x="31469" y="7742"/>
                  </a:cubicBezTo>
                  <a:cubicBezTo>
                    <a:pt x="31699" y="7700"/>
                    <a:pt x="31909" y="7658"/>
                    <a:pt x="32139" y="7617"/>
                  </a:cubicBezTo>
                  <a:lnTo>
                    <a:pt x="32139" y="7617"/>
                  </a:lnTo>
                  <a:cubicBezTo>
                    <a:pt x="31553" y="7784"/>
                    <a:pt x="30946" y="7972"/>
                    <a:pt x="30360" y="8203"/>
                  </a:cubicBezTo>
                  <a:cubicBezTo>
                    <a:pt x="30026" y="8307"/>
                    <a:pt x="29670" y="8454"/>
                    <a:pt x="29335" y="8600"/>
                  </a:cubicBezTo>
                  <a:cubicBezTo>
                    <a:pt x="29000" y="8747"/>
                    <a:pt x="28645" y="8872"/>
                    <a:pt x="28310" y="9039"/>
                  </a:cubicBezTo>
                  <a:cubicBezTo>
                    <a:pt x="27640" y="9353"/>
                    <a:pt x="26992" y="9709"/>
                    <a:pt x="26343" y="10086"/>
                  </a:cubicBezTo>
                  <a:cubicBezTo>
                    <a:pt x="26029" y="10274"/>
                    <a:pt x="25715" y="10483"/>
                    <a:pt x="25401" y="10692"/>
                  </a:cubicBezTo>
                  <a:cubicBezTo>
                    <a:pt x="25088" y="10902"/>
                    <a:pt x="24795" y="11132"/>
                    <a:pt x="24502" y="11362"/>
                  </a:cubicBezTo>
                  <a:cubicBezTo>
                    <a:pt x="24209" y="11613"/>
                    <a:pt x="23895" y="11822"/>
                    <a:pt x="23623" y="12094"/>
                  </a:cubicBezTo>
                  <a:lnTo>
                    <a:pt x="22786" y="12868"/>
                  </a:lnTo>
                  <a:lnTo>
                    <a:pt x="22054" y="13747"/>
                  </a:lnTo>
                  <a:cubicBezTo>
                    <a:pt x="21782" y="14019"/>
                    <a:pt x="21593" y="14354"/>
                    <a:pt x="21384" y="14668"/>
                  </a:cubicBezTo>
                  <a:cubicBezTo>
                    <a:pt x="21175" y="14982"/>
                    <a:pt x="20945" y="15296"/>
                    <a:pt x="20777" y="15651"/>
                  </a:cubicBezTo>
                  <a:lnTo>
                    <a:pt x="20275" y="16698"/>
                  </a:lnTo>
                  <a:lnTo>
                    <a:pt x="20171" y="16949"/>
                  </a:lnTo>
                  <a:lnTo>
                    <a:pt x="20296" y="17179"/>
                  </a:lnTo>
                  <a:cubicBezTo>
                    <a:pt x="20443" y="17451"/>
                    <a:pt x="20568" y="17576"/>
                    <a:pt x="20736" y="17744"/>
                  </a:cubicBezTo>
                  <a:cubicBezTo>
                    <a:pt x="20882" y="17890"/>
                    <a:pt x="21049" y="18016"/>
                    <a:pt x="21238" y="18120"/>
                  </a:cubicBezTo>
                  <a:cubicBezTo>
                    <a:pt x="21572" y="18330"/>
                    <a:pt x="21949" y="18476"/>
                    <a:pt x="22326" y="18539"/>
                  </a:cubicBezTo>
                  <a:cubicBezTo>
                    <a:pt x="22514" y="18602"/>
                    <a:pt x="22702" y="18622"/>
                    <a:pt x="22870" y="18643"/>
                  </a:cubicBezTo>
                  <a:cubicBezTo>
                    <a:pt x="23058" y="18643"/>
                    <a:pt x="23246" y="18685"/>
                    <a:pt x="23435" y="18685"/>
                  </a:cubicBezTo>
                  <a:cubicBezTo>
                    <a:pt x="23497" y="18664"/>
                    <a:pt x="23560" y="18664"/>
                    <a:pt x="23644" y="18664"/>
                  </a:cubicBezTo>
                  <a:cubicBezTo>
                    <a:pt x="23497" y="18748"/>
                    <a:pt x="23372" y="18811"/>
                    <a:pt x="23225" y="18874"/>
                  </a:cubicBezTo>
                  <a:cubicBezTo>
                    <a:pt x="22430" y="19313"/>
                    <a:pt x="21614" y="19752"/>
                    <a:pt x="20840" y="20296"/>
                  </a:cubicBezTo>
                  <a:cubicBezTo>
                    <a:pt x="20464" y="20568"/>
                    <a:pt x="20087" y="20861"/>
                    <a:pt x="19731" y="21238"/>
                  </a:cubicBezTo>
                  <a:cubicBezTo>
                    <a:pt x="19543" y="21426"/>
                    <a:pt x="19375" y="21635"/>
                    <a:pt x="19229" y="21949"/>
                  </a:cubicBezTo>
                  <a:cubicBezTo>
                    <a:pt x="19166" y="22096"/>
                    <a:pt x="19083" y="22284"/>
                    <a:pt x="19103" y="22535"/>
                  </a:cubicBezTo>
                  <a:cubicBezTo>
                    <a:pt x="19124" y="22786"/>
                    <a:pt x="19250" y="23037"/>
                    <a:pt x="19396" y="23184"/>
                  </a:cubicBezTo>
                  <a:cubicBezTo>
                    <a:pt x="19710" y="23498"/>
                    <a:pt x="19961" y="23581"/>
                    <a:pt x="20275" y="23665"/>
                  </a:cubicBezTo>
                  <a:lnTo>
                    <a:pt x="20945" y="23832"/>
                  </a:lnTo>
                  <a:cubicBezTo>
                    <a:pt x="21196" y="23874"/>
                    <a:pt x="21468" y="23895"/>
                    <a:pt x="21740" y="23916"/>
                  </a:cubicBezTo>
                  <a:cubicBezTo>
                    <a:pt x="21991" y="23916"/>
                    <a:pt x="22242" y="23916"/>
                    <a:pt x="22493" y="23895"/>
                  </a:cubicBezTo>
                  <a:cubicBezTo>
                    <a:pt x="22995" y="23832"/>
                    <a:pt x="23497" y="23728"/>
                    <a:pt x="23958" y="23560"/>
                  </a:cubicBezTo>
                  <a:cubicBezTo>
                    <a:pt x="24439" y="23393"/>
                    <a:pt x="24878" y="23163"/>
                    <a:pt x="25297" y="22912"/>
                  </a:cubicBezTo>
                  <a:cubicBezTo>
                    <a:pt x="25422" y="22828"/>
                    <a:pt x="25548" y="22724"/>
                    <a:pt x="25673" y="22640"/>
                  </a:cubicBezTo>
                  <a:lnTo>
                    <a:pt x="25673" y="22640"/>
                  </a:lnTo>
                  <a:cubicBezTo>
                    <a:pt x="25632" y="22724"/>
                    <a:pt x="25569" y="22828"/>
                    <a:pt x="25527" y="22912"/>
                  </a:cubicBezTo>
                  <a:cubicBezTo>
                    <a:pt x="25360" y="23163"/>
                    <a:pt x="25192" y="23414"/>
                    <a:pt x="25025" y="23665"/>
                  </a:cubicBezTo>
                  <a:cubicBezTo>
                    <a:pt x="24816" y="23874"/>
                    <a:pt x="24648" y="24125"/>
                    <a:pt x="24439" y="24356"/>
                  </a:cubicBezTo>
                  <a:lnTo>
                    <a:pt x="23811" y="25004"/>
                  </a:lnTo>
                  <a:lnTo>
                    <a:pt x="23121" y="25611"/>
                  </a:lnTo>
                  <a:cubicBezTo>
                    <a:pt x="22891" y="25820"/>
                    <a:pt x="22640" y="25988"/>
                    <a:pt x="22388" y="26176"/>
                  </a:cubicBezTo>
                  <a:cubicBezTo>
                    <a:pt x="22137" y="26343"/>
                    <a:pt x="21907" y="26553"/>
                    <a:pt x="21635" y="26699"/>
                  </a:cubicBezTo>
                  <a:lnTo>
                    <a:pt x="20861" y="27201"/>
                  </a:lnTo>
                  <a:cubicBezTo>
                    <a:pt x="20589" y="27369"/>
                    <a:pt x="20296" y="27494"/>
                    <a:pt x="20024" y="27661"/>
                  </a:cubicBezTo>
                  <a:cubicBezTo>
                    <a:pt x="19752" y="27808"/>
                    <a:pt x="19480" y="27954"/>
                    <a:pt x="19208" y="28101"/>
                  </a:cubicBezTo>
                  <a:lnTo>
                    <a:pt x="18350" y="28498"/>
                  </a:lnTo>
                  <a:cubicBezTo>
                    <a:pt x="18078" y="28624"/>
                    <a:pt x="17785" y="28770"/>
                    <a:pt x="17492" y="28896"/>
                  </a:cubicBezTo>
                  <a:cubicBezTo>
                    <a:pt x="16906" y="29126"/>
                    <a:pt x="16321" y="29356"/>
                    <a:pt x="15735" y="29607"/>
                  </a:cubicBezTo>
                  <a:cubicBezTo>
                    <a:pt x="16362" y="29461"/>
                    <a:pt x="16969" y="29314"/>
                    <a:pt x="17597" y="29147"/>
                  </a:cubicBezTo>
                  <a:cubicBezTo>
                    <a:pt x="17911" y="29084"/>
                    <a:pt x="18204" y="28959"/>
                    <a:pt x="18497" y="28875"/>
                  </a:cubicBezTo>
                  <a:lnTo>
                    <a:pt x="19417" y="28561"/>
                  </a:lnTo>
                  <a:cubicBezTo>
                    <a:pt x="19710" y="28457"/>
                    <a:pt x="20003" y="28331"/>
                    <a:pt x="20296" y="28205"/>
                  </a:cubicBezTo>
                  <a:cubicBezTo>
                    <a:pt x="20589" y="28080"/>
                    <a:pt x="20903" y="27954"/>
                    <a:pt x="21175" y="27808"/>
                  </a:cubicBezTo>
                  <a:cubicBezTo>
                    <a:pt x="21740" y="27515"/>
                    <a:pt x="22347" y="27243"/>
                    <a:pt x="22870" y="26866"/>
                  </a:cubicBezTo>
                  <a:cubicBezTo>
                    <a:pt x="23142" y="26678"/>
                    <a:pt x="23435" y="26532"/>
                    <a:pt x="23686" y="26322"/>
                  </a:cubicBezTo>
                  <a:lnTo>
                    <a:pt x="24460" y="25716"/>
                  </a:lnTo>
                  <a:lnTo>
                    <a:pt x="25192" y="25046"/>
                  </a:lnTo>
                  <a:cubicBezTo>
                    <a:pt x="25422" y="24837"/>
                    <a:pt x="25632" y="24565"/>
                    <a:pt x="25862" y="24314"/>
                  </a:cubicBezTo>
                  <a:cubicBezTo>
                    <a:pt x="26071" y="24063"/>
                    <a:pt x="26259" y="23791"/>
                    <a:pt x="26448" y="23519"/>
                  </a:cubicBezTo>
                  <a:cubicBezTo>
                    <a:pt x="26615" y="23226"/>
                    <a:pt x="26824" y="22954"/>
                    <a:pt x="26950" y="22640"/>
                  </a:cubicBezTo>
                  <a:cubicBezTo>
                    <a:pt x="27117" y="22347"/>
                    <a:pt x="27243" y="22012"/>
                    <a:pt x="27368" y="21698"/>
                  </a:cubicBezTo>
                  <a:cubicBezTo>
                    <a:pt x="27473" y="21343"/>
                    <a:pt x="27557" y="21050"/>
                    <a:pt x="27598" y="20610"/>
                  </a:cubicBezTo>
                  <a:lnTo>
                    <a:pt x="27745" y="18727"/>
                  </a:lnTo>
                  <a:lnTo>
                    <a:pt x="27745" y="18727"/>
                  </a:lnTo>
                  <a:lnTo>
                    <a:pt x="26531" y="20234"/>
                  </a:lnTo>
                  <a:cubicBezTo>
                    <a:pt x="26301" y="20527"/>
                    <a:pt x="25987" y="20861"/>
                    <a:pt x="25673" y="21112"/>
                  </a:cubicBezTo>
                  <a:cubicBezTo>
                    <a:pt x="25339" y="21405"/>
                    <a:pt x="25004" y="21656"/>
                    <a:pt x="24648" y="21866"/>
                  </a:cubicBezTo>
                  <a:cubicBezTo>
                    <a:pt x="24293" y="22096"/>
                    <a:pt x="23937" y="22263"/>
                    <a:pt x="23539" y="22410"/>
                  </a:cubicBezTo>
                  <a:cubicBezTo>
                    <a:pt x="23163" y="22556"/>
                    <a:pt x="22765" y="22640"/>
                    <a:pt x="22368" y="22703"/>
                  </a:cubicBezTo>
                  <a:cubicBezTo>
                    <a:pt x="22179" y="22724"/>
                    <a:pt x="21970" y="22724"/>
                    <a:pt x="21782" y="22724"/>
                  </a:cubicBezTo>
                  <a:lnTo>
                    <a:pt x="21217" y="22682"/>
                  </a:lnTo>
                  <a:lnTo>
                    <a:pt x="20547" y="22535"/>
                  </a:lnTo>
                  <a:cubicBezTo>
                    <a:pt x="20443" y="22514"/>
                    <a:pt x="20296" y="22431"/>
                    <a:pt x="20254" y="22410"/>
                  </a:cubicBezTo>
                  <a:cubicBezTo>
                    <a:pt x="20254" y="22410"/>
                    <a:pt x="20254" y="22389"/>
                    <a:pt x="20254" y="22389"/>
                  </a:cubicBezTo>
                  <a:cubicBezTo>
                    <a:pt x="20296" y="22284"/>
                    <a:pt x="20401" y="22117"/>
                    <a:pt x="20526" y="21970"/>
                  </a:cubicBezTo>
                  <a:cubicBezTo>
                    <a:pt x="20798" y="21677"/>
                    <a:pt x="21133" y="21405"/>
                    <a:pt x="21468" y="21133"/>
                  </a:cubicBezTo>
                  <a:cubicBezTo>
                    <a:pt x="22870" y="20066"/>
                    <a:pt x="24439" y="19166"/>
                    <a:pt x="26008" y="18267"/>
                  </a:cubicBezTo>
                  <a:cubicBezTo>
                    <a:pt x="26029" y="18246"/>
                    <a:pt x="26029" y="18246"/>
                    <a:pt x="26050" y="18246"/>
                  </a:cubicBezTo>
                  <a:lnTo>
                    <a:pt x="26510" y="18099"/>
                  </a:lnTo>
                  <a:lnTo>
                    <a:pt x="27473" y="17744"/>
                  </a:lnTo>
                  <a:cubicBezTo>
                    <a:pt x="27787" y="17618"/>
                    <a:pt x="28080" y="17472"/>
                    <a:pt x="28394" y="17325"/>
                  </a:cubicBezTo>
                  <a:lnTo>
                    <a:pt x="29293" y="16886"/>
                  </a:lnTo>
                  <a:cubicBezTo>
                    <a:pt x="29586" y="16718"/>
                    <a:pt x="29879" y="16551"/>
                    <a:pt x="30172" y="16384"/>
                  </a:cubicBezTo>
                  <a:cubicBezTo>
                    <a:pt x="30737" y="16049"/>
                    <a:pt x="31323" y="15714"/>
                    <a:pt x="31867" y="15317"/>
                  </a:cubicBezTo>
                  <a:cubicBezTo>
                    <a:pt x="32411" y="14940"/>
                    <a:pt x="32976" y="14584"/>
                    <a:pt x="33478" y="14166"/>
                  </a:cubicBezTo>
                  <a:cubicBezTo>
                    <a:pt x="34001" y="13768"/>
                    <a:pt x="34524" y="13350"/>
                    <a:pt x="35047" y="12931"/>
                  </a:cubicBezTo>
                  <a:lnTo>
                    <a:pt x="35047" y="12931"/>
                  </a:lnTo>
                  <a:cubicBezTo>
                    <a:pt x="34461" y="13245"/>
                    <a:pt x="33876" y="13559"/>
                    <a:pt x="33311" y="13894"/>
                  </a:cubicBezTo>
                  <a:cubicBezTo>
                    <a:pt x="32746" y="14229"/>
                    <a:pt x="32139" y="14521"/>
                    <a:pt x="31574" y="14814"/>
                  </a:cubicBezTo>
                  <a:lnTo>
                    <a:pt x="30695" y="15275"/>
                  </a:lnTo>
                  <a:lnTo>
                    <a:pt x="29816" y="15693"/>
                  </a:lnTo>
                  <a:cubicBezTo>
                    <a:pt x="29503" y="15819"/>
                    <a:pt x="29210" y="15965"/>
                    <a:pt x="28917" y="16112"/>
                  </a:cubicBezTo>
                  <a:lnTo>
                    <a:pt x="28017" y="16467"/>
                  </a:lnTo>
                  <a:cubicBezTo>
                    <a:pt x="27724" y="16593"/>
                    <a:pt x="27431" y="16718"/>
                    <a:pt x="27117" y="16802"/>
                  </a:cubicBezTo>
                  <a:lnTo>
                    <a:pt x="26197" y="17095"/>
                  </a:lnTo>
                  <a:lnTo>
                    <a:pt x="25276" y="17325"/>
                  </a:lnTo>
                  <a:cubicBezTo>
                    <a:pt x="24983" y="17409"/>
                    <a:pt x="24669" y="17409"/>
                    <a:pt x="24355" y="17472"/>
                  </a:cubicBezTo>
                  <a:cubicBezTo>
                    <a:pt x="24062" y="17514"/>
                    <a:pt x="23749" y="17493"/>
                    <a:pt x="23456" y="17514"/>
                  </a:cubicBezTo>
                  <a:cubicBezTo>
                    <a:pt x="23309" y="17514"/>
                    <a:pt x="23163" y="17472"/>
                    <a:pt x="23016" y="17472"/>
                  </a:cubicBezTo>
                  <a:cubicBezTo>
                    <a:pt x="22870" y="17451"/>
                    <a:pt x="22723" y="17430"/>
                    <a:pt x="22598" y="17388"/>
                  </a:cubicBezTo>
                  <a:cubicBezTo>
                    <a:pt x="22326" y="17325"/>
                    <a:pt x="22075" y="17242"/>
                    <a:pt x="21865" y="17095"/>
                  </a:cubicBezTo>
                  <a:cubicBezTo>
                    <a:pt x="21761" y="17032"/>
                    <a:pt x="21656" y="16949"/>
                    <a:pt x="21572" y="16886"/>
                  </a:cubicBezTo>
                  <a:cubicBezTo>
                    <a:pt x="21572" y="16865"/>
                    <a:pt x="21552" y="16865"/>
                    <a:pt x="21552" y="16865"/>
                  </a:cubicBezTo>
                  <a:lnTo>
                    <a:pt x="21865" y="16216"/>
                  </a:lnTo>
                  <a:cubicBezTo>
                    <a:pt x="21991" y="15902"/>
                    <a:pt x="22200" y="15630"/>
                    <a:pt x="22388" y="15337"/>
                  </a:cubicBezTo>
                  <a:cubicBezTo>
                    <a:pt x="22577" y="15045"/>
                    <a:pt x="22744" y="14731"/>
                    <a:pt x="22995" y="14480"/>
                  </a:cubicBezTo>
                  <a:lnTo>
                    <a:pt x="23644" y="13664"/>
                  </a:lnTo>
                  <a:lnTo>
                    <a:pt x="24397" y="12931"/>
                  </a:lnTo>
                  <a:cubicBezTo>
                    <a:pt x="24627" y="12659"/>
                    <a:pt x="24920" y="12450"/>
                    <a:pt x="25192" y="12220"/>
                  </a:cubicBezTo>
                  <a:cubicBezTo>
                    <a:pt x="25443" y="11990"/>
                    <a:pt x="25715" y="11760"/>
                    <a:pt x="26008" y="11550"/>
                  </a:cubicBezTo>
                  <a:cubicBezTo>
                    <a:pt x="26301" y="11341"/>
                    <a:pt x="26573" y="11111"/>
                    <a:pt x="26866" y="10923"/>
                  </a:cubicBezTo>
                  <a:lnTo>
                    <a:pt x="27766" y="10337"/>
                  </a:lnTo>
                  <a:cubicBezTo>
                    <a:pt x="28080" y="10127"/>
                    <a:pt x="28394" y="9960"/>
                    <a:pt x="28707" y="9772"/>
                  </a:cubicBezTo>
                  <a:cubicBezTo>
                    <a:pt x="29000" y="9583"/>
                    <a:pt x="29314" y="9416"/>
                    <a:pt x="29649" y="9249"/>
                  </a:cubicBezTo>
                  <a:cubicBezTo>
                    <a:pt x="29963" y="9081"/>
                    <a:pt x="30277" y="8914"/>
                    <a:pt x="30611" y="8767"/>
                  </a:cubicBezTo>
                  <a:cubicBezTo>
                    <a:pt x="31260" y="8433"/>
                    <a:pt x="31909" y="8140"/>
                    <a:pt x="32599" y="7868"/>
                  </a:cubicBezTo>
                  <a:cubicBezTo>
                    <a:pt x="32997" y="7700"/>
                    <a:pt x="33415" y="7533"/>
                    <a:pt x="33813" y="7366"/>
                  </a:cubicBezTo>
                  <a:cubicBezTo>
                    <a:pt x="33855" y="7366"/>
                    <a:pt x="33896" y="7366"/>
                    <a:pt x="33938" y="7345"/>
                  </a:cubicBezTo>
                  <a:cubicBezTo>
                    <a:pt x="34692" y="7240"/>
                    <a:pt x="35340" y="7219"/>
                    <a:pt x="35884" y="7156"/>
                  </a:cubicBezTo>
                  <a:cubicBezTo>
                    <a:pt x="36972" y="7094"/>
                    <a:pt x="37600" y="7052"/>
                    <a:pt x="37600" y="7052"/>
                  </a:cubicBezTo>
                  <a:cubicBezTo>
                    <a:pt x="37600" y="7052"/>
                    <a:pt x="37433" y="7031"/>
                    <a:pt x="37161" y="7010"/>
                  </a:cubicBezTo>
                  <a:cubicBezTo>
                    <a:pt x="36868" y="6989"/>
                    <a:pt x="36428" y="6947"/>
                    <a:pt x="35884" y="6905"/>
                  </a:cubicBezTo>
                  <a:cubicBezTo>
                    <a:pt x="35476" y="6905"/>
                    <a:pt x="34998" y="6870"/>
                    <a:pt x="34466" y="6870"/>
                  </a:cubicBezTo>
                  <a:cubicBezTo>
                    <a:pt x="34289" y="6870"/>
                    <a:pt x="34106" y="6874"/>
                    <a:pt x="33917" y="6884"/>
                  </a:cubicBezTo>
                  <a:cubicBezTo>
                    <a:pt x="33143" y="6884"/>
                    <a:pt x="32285" y="6926"/>
                    <a:pt x="31344" y="7052"/>
                  </a:cubicBezTo>
                  <a:cubicBezTo>
                    <a:pt x="30402" y="7156"/>
                    <a:pt x="29398" y="7345"/>
                    <a:pt x="28331" y="7617"/>
                  </a:cubicBezTo>
                  <a:cubicBezTo>
                    <a:pt x="27285" y="7910"/>
                    <a:pt x="26176" y="8307"/>
                    <a:pt x="25109" y="8872"/>
                  </a:cubicBezTo>
                  <a:cubicBezTo>
                    <a:pt x="24041" y="9416"/>
                    <a:pt x="22995" y="10107"/>
                    <a:pt x="22054" y="10944"/>
                  </a:cubicBezTo>
                  <a:cubicBezTo>
                    <a:pt x="21572" y="11362"/>
                    <a:pt x="21112" y="11801"/>
                    <a:pt x="20673" y="12241"/>
                  </a:cubicBezTo>
                  <a:cubicBezTo>
                    <a:pt x="20233" y="12659"/>
                    <a:pt x="19794" y="13099"/>
                    <a:pt x="19396" y="13287"/>
                  </a:cubicBezTo>
                  <a:cubicBezTo>
                    <a:pt x="19252" y="13359"/>
                    <a:pt x="19137" y="13382"/>
                    <a:pt x="19025" y="13382"/>
                  </a:cubicBezTo>
                  <a:cubicBezTo>
                    <a:pt x="18975" y="13382"/>
                    <a:pt x="18925" y="13377"/>
                    <a:pt x="18873" y="13371"/>
                  </a:cubicBezTo>
                  <a:cubicBezTo>
                    <a:pt x="18685" y="13350"/>
                    <a:pt x="18476" y="13224"/>
                    <a:pt x="18267" y="13099"/>
                  </a:cubicBezTo>
                  <a:lnTo>
                    <a:pt x="17974" y="12848"/>
                  </a:lnTo>
                  <a:lnTo>
                    <a:pt x="17618" y="12534"/>
                  </a:lnTo>
                  <a:cubicBezTo>
                    <a:pt x="17471" y="12366"/>
                    <a:pt x="17283" y="12178"/>
                    <a:pt x="17178" y="11969"/>
                  </a:cubicBezTo>
                  <a:cubicBezTo>
                    <a:pt x="16969" y="11571"/>
                    <a:pt x="16948" y="11153"/>
                    <a:pt x="17095" y="10713"/>
                  </a:cubicBezTo>
                  <a:cubicBezTo>
                    <a:pt x="17262" y="10253"/>
                    <a:pt x="17597" y="9835"/>
                    <a:pt x="17974" y="9437"/>
                  </a:cubicBezTo>
                  <a:cubicBezTo>
                    <a:pt x="18727" y="8663"/>
                    <a:pt x="19627" y="8014"/>
                    <a:pt x="20505" y="7449"/>
                  </a:cubicBezTo>
                  <a:cubicBezTo>
                    <a:pt x="21405" y="6905"/>
                    <a:pt x="22284" y="6403"/>
                    <a:pt x="23100" y="5985"/>
                  </a:cubicBezTo>
                  <a:cubicBezTo>
                    <a:pt x="24732" y="5127"/>
                    <a:pt x="26155" y="4499"/>
                    <a:pt x="27138" y="4060"/>
                  </a:cubicBezTo>
                  <a:cubicBezTo>
                    <a:pt x="28142" y="3599"/>
                    <a:pt x="28707" y="3369"/>
                    <a:pt x="28707" y="3369"/>
                  </a:cubicBezTo>
                  <a:lnTo>
                    <a:pt x="28707" y="3369"/>
                  </a:lnTo>
                  <a:cubicBezTo>
                    <a:pt x="28707" y="3369"/>
                    <a:pt x="28100" y="3516"/>
                    <a:pt x="27054" y="3829"/>
                  </a:cubicBezTo>
                  <a:cubicBezTo>
                    <a:pt x="26008" y="4143"/>
                    <a:pt x="24523" y="4625"/>
                    <a:pt x="22786" y="5357"/>
                  </a:cubicBezTo>
                  <a:cubicBezTo>
                    <a:pt x="21928" y="5713"/>
                    <a:pt x="21008" y="6131"/>
                    <a:pt x="20045" y="6675"/>
                  </a:cubicBezTo>
                  <a:cubicBezTo>
                    <a:pt x="19668" y="6884"/>
                    <a:pt x="19292" y="7114"/>
                    <a:pt x="18915" y="7345"/>
                  </a:cubicBezTo>
                  <a:cubicBezTo>
                    <a:pt x="17660" y="7721"/>
                    <a:pt x="16404" y="8056"/>
                    <a:pt x="15149" y="8307"/>
                  </a:cubicBezTo>
                  <a:cubicBezTo>
                    <a:pt x="14710" y="8391"/>
                    <a:pt x="14270" y="8454"/>
                    <a:pt x="13831" y="8516"/>
                  </a:cubicBezTo>
                  <a:cubicBezTo>
                    <a:pt x="13621" y="8537"/>
                    <a:pt x="13412" y="8558"/>
                    <a:pt x="13182" y="8558"/>
                  </a:cubicBezTo>
                  <a:cubicBezTo>
                    <a:pt x="12973" y="8579"/>
                    <a:pt x="12764" y="8579"/>
                    <a:pt x="12554" y="8579"/>
                  </a:cubicBezTo>
                  <a:cubicBezTo>
                    <a:pt x="12345" y="8558"/>
                    <a:pt x="12157" y="8537"/>
                    <a:pt x="11989" y="8475"/>
                  </a:cubicBezTo>
                  <a:cubicBezTo>
                    <a:pt x="11822" y="8433"/>
                    <a:pt x="11697" y="8349"/>
                    <a:pt x="11655" y="8286"/>
                  </a:cubicBezTo>
                  <a:cubicBezTo>
                    <a:pt x="11634" y="8223"/>
                    <a:pt x="11613" y="8119"/>
                    <a:pt x="11676" y="7951"/>
                  </a:cubicBezTo>
                  <a:cubicBezTo>
                    <a:pt x="11717" y="7826"/>
                    <a:pt x="11822" y="7638"/>
                    <a:pt x="11906" y="7512"/>
                  </a:cubicBezTo>
                  <a:lnTo>
                    <a:pt x="12617" y="6550"/>
                  </a:lnTo>
                  <a:lnTo>
                    <a:pt x="11466" y="6822"/>
                  </a:lnTo>
                  <a:lnTo>
                    <a:pt x="10776" y="6989"/>
                  </a:lnTo>
                  <a:lnTo>
                    <a:pt x="10441" y="7073"/>
                  </a:lnTo>
                  <a:cubicBezTo>
                    <a:pt x="10316" y="7094"/>
                    <a:pt x="10190" y="7114"/>
                    <a:pt x="10085" y="7177"/>
                  </a:cubicBezTo>
                  <a:lnTo>
                    <a:pt x="9416" y="7428"/>
                  </a:lnTo>
                  <a:cubicBezTo>
                    <a:pt x="9186" y="7512"/>
                    <a:pt x="8976" y="7617"/>
                    <a:pt x="8767" y="7742"/>
                  </a:cubicBezTo>
                  <a:cubicBezTo>
                    <a:pt x="8558" y="7868"/>
                    <a:pt x="8328" y="7951"/>
                    <a:pt x="8139" y="8119"/>
                  </a:cubicBezTo>
                  <a:lnTo>
                    <a:pt x="7847" y="8328"/>
                  </a:lnTo>
                  <a:cubicBezTo>
                    <a:pt x="7742" y="8412"/>
                    <a:pt x="7637" y="8475"/>
                    <a:pt x="7554" y="8558"/>
                  </a:cubicBezTo>
                  <a:cubicBezTo>
                    <a:pt x="7386" y="8747"/>
                    <a:pt x="7177" y="8893"/>
                    <a:pt x="7031" y="9102"/>
                  </a:cubicBezTo>
                  <a:cubicBezTo>
                    <a:pt x="6968" y="9186"/>
                    <a:pt x="6905" y="9270"/>
                    <a:pt x="6842" y="9353"/>
                  </a:cubicBezTo>
                  <a:cubicBezTo>
                    <a:pt x="6759" y="9291"/>
                    <a:pt x="6633" y="9249"/>
                    <a:pt x="6591" y="9186"/>
                  </a:cubicBezTo>
                  <a:cubicBezTo>
                    <a:pt x="6570" y="9165"/>
                    <a:pt x="6549" y="9123"/>
                    <a:pt x="6507" y="9102"/>
                  </a:cubicBezTo>
                  <a:cubicBezTo>
                    <a:pt x="6507" y="9081"/>
                    <a:pt x="6507" y="9060"/>
                    <a:pt x="6487" y="9060"/>
                  </a:cubicBezTo>
                  <a:cubicBezTo>
                    <a:pt x="6487" y="9019"/>
                    <a:pt x="6466" y="8998"/>
                    <a:pt x="6507" y="8914"/>
                  </a:cubicBezTo>
                  <a:cubicBezTo>
                    <a:pt x="6528" y="8767"/>
                    <a:pt x="6654" y="8558"/>
                    <a:pt x="6821" y="8370"/>
                  </a:cubicBezTo>
                  <a:cubicBezTo>
                    <a:pt x="6989" y="8161"/>
                    <a:pt x="7198" y="7972"/>
                    <a:pt x="7407" y="7784"/>
                  </a:cubicBezTo>
                  <a:cubicBezTo>
                    <a:pt x="8286" y="7010"/>
                    <a:pt x="9311" y="6361"/>
                    <a:pt x="10336" y="5734"/>
                  </a:cubicBezTo>
                  <a:cubicBezTo>
                    <a:pt x="12429" y="4520"/>
                    <a:pt x="14605" y="3390"/>
                    <a:pt x="16802" y="2365"/>
                  </a:cubicBezTo>
                  <a:lnTo>
                    <a:pt x="21907" y="0"/>
                  </a:lnTo>
                  <a:close/>
                </a:path>
              </a:pathLst>
            </a:custGeom>
            <a:solidFill>
              <a:srgbClr val="FCC600"/>
            </a:solidFill>
            <a:ln>
              <a:noFill/>
            </a:ln>
          </p:spPr>
          <p:txBody>
            <a:bodyPr anchorCtr="0" anchor="ctr" bIns="108825" lIns="108825" spcFirstLastPara="1" rIns="108825" wrap="square" tIns="108825">
              <a:noAutofit/>
            </a:bodyPr>
            <a:lstStyle/>
            <a:p>
              <a:pPr indent="0" lvl="0" marL="0" rtl="0" algn="l">
                <a:spcBef>
                  <a:spcPts val="0"/>
                </a:spcBef>
                <a:spcAft>
                  <a:spcPts val="0"/>
                </a:spcAft>
                <a:buNone/>
              </a:pPr>
              <a:r>
                <a:t/>
              </a:r>
              <a:endParaRPr/>
            </a:p>
          </p:txBody>
        </p:sp>
      </p:grpSp>
      <p:sp>
        <p:nvSpPr>
          <p:cNvPr id="11166" name="Google Shape;11166;p1422"/>
          <p:cNvSpPr/>
          <p:nvPr/>
        </p:nvSpPr>
        <p:spPr>
          <a:xfrm>
            <a:off x="1203881" y="3661369"/>
            <a:ext cx="307101" cy="940094"/>
          </a:xfrm>
          <a:custGeom>
            <a:rect b="b" l="l" r="r" t="t"/>
            <a:pathLst>
              <a:path extrusionOk="0" h="32118" w="10492">
                <a:moveTo>
                  <a:pt x="8725" y="0"/>
                </a:moveTo>
                <a:cubicBezTo>
                  <a:pt x="8083" y="0"/>
                  <a:pt x="7566" y="518"/>
                  <a:pt x="7566" y="1160"/>
                </a:cubicBezTo>
                <a:lnTo>
                  <a:pt x="7566" y="10099"/>
                </a:lnTo>
                <a:cubicBezTo>
                  <a:pt x="7244" y="10028"/>
                  <a:pt x="7387" y="9992"/>
                  <a:pt x="7030" y="9975"/>
                </a:cubicBezTo>
                <a:lnTo>
                  <a:pt x="7030" y="7816"/>
                </a:lnTo>
                <a:cubicBezTo>
                  <a:pt x="7030" y="7173"/>
                  <a:pt x="6745" y="6656"/>
                  <a:pt x="6103" y="6656"/>
                </a:cubicBezTo>
                <a:cubicBezTo>
                  <a:pt x="5460" y="6656"/>
                  <a:pt x="4943" y="7173"/>
                  <a:pt x="4943" y="7816"/>
                </a:cubicBezTo>
                <a:lnTo>
                  <a:pt x="4943" y="10153"/>
                </a:lnTo>
                <a:cubicBezTo>
                  <a:pt x="4675" y="10206"/>
                  <a:pt x="4657" y="10260"/>
                  <a:pt x="4390" y="10331"/>
                </a:cubicBezTo>
                <a:lnTo>
                  <a:pt x="4390" y="7976"/>
                </a:lnTo>
                <a:cubicBezTo>
                  <a:pt x="4390" y="7405"/>
                  <a:pt x="3944" y="6959"/>
                  <a:pt x="3390" y="6959"/>
                </a:cubicBezTo>
                <a:cubicBezTo>
                  <a:pt x="2819" y="6959"/>
                  <a:pt x="2373" y="7405"/>
                  <a:pt x="2373" y="7976"/>
                </a:cubicBezTo>
                <a:lnTo>
                  <a:pt x="2373" y="11152"/>
                </a:lnTo>
                <a:cubicBezTo>
                  <a:pt x="2213" y="11259"/>
                  <a:pt x="2052" y="11366"/>
                  <a:pt x="1892" y="11509"/>
                </a:cubicBezTo>
                <a:lnTo>
                  <a:pt x="1892" y="8404"/>
                </a:lnTo>
                <a:cubicBezTo>
                  <a:pt x="1892" y="7905"/>
                  <a:pt x="1481" y="7477"/>
                  <a:pt x="964" y="7477"/>
                </a:cubicBezTo>
                <a:cubicBezTo>
                  <a:pt x="464" y="7477"/>
                  <a:pt x="54" y="7905"/>
                  <a:pt x="54" y="8404"/>
                </a:cubicBezTo>
                <a:lnTo>
                  <a:pt x="54" y="13043"/>
                </a:lnTo>
                <a:lnTo>
                  <a:pt x="54" y="15113"/>
                </a:lnTo>
                <a:cubicBezTo>
                  <a:pt x="0" y="15970"/>
                  <a:pt x="0" y="16719"/>
                  <a:pt x="54" y="17397"/>
                </a:cubicBezTo>
                <a:lnTo>
                  <a:pt x="54" y="17683"/>
                </a:lnTo>
                <a:cubicBezTo>
                  <a:pt x="54" y="17772"/>
                  <a:pt x="72" y="17861"/>
                  <a:pt x="90" y="17932"/>
                </a:cubicBezTo>
                <a:cubicBezTo>
                  <a:pt x="446" y="21394"/>
                  <a:pt x="1892" y="22375"/>
                  <a:pt x="1892" y="22375"/>
                </a:cubicBezTo>
                <a:lnTo>
                  <a:pt x="1767" y="32117"/>
                </a:lnTo>
                <a:lnTo>
                  <a:pt x="8333" y="32117"/>
                </a:lnTo>
                <a:lnTo>
                  <a:pt x="8458" y="22018"/>
                </a:lnTo>
                <a:cubicBezTo>
                  <a:pt x="10492" y="20859"/>
                  <a:pt x="9885" y="12615"/>
                  <a:pt x="9885" y="12490"/>
                </a:cubicBezTo>
                <a:lnTo>
                  <a:pt x="9885" y="1160"/>
                </a:lnTo>
                <a:cubicBezTo>
                  <a:pt x="9885" y="518"/>
                  <a:pt x="9368" y="0"/>
                  <a:pt x="8725" y="0"/>
                </a:cubicBezTo>
                <a:close/>
              </a:path>
            </a:pathLst>
          </a:custGeom>
          <a:solidFill>
            <a:srgbClr val="F9A3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0" name="Shape 11170"/>
        <p:cNvGrpSpPr/>
        <p:nvPr/>
      </p:nvGrpSpPr>
      <p:grpSpPr>
        <a:xfrm>
          <a:off x="0" y="0"/>
          <a:ext cx="0" cy="0"/>
          <a:chOff x="0" y="0"/>
          <a:chExt cx="0" cy="0"/>
        </a:xfrm>
      </p:grpSpPr>
      <p:sp>
        <p:nvSpPr>
          <p:cNvPr id="11171" name="Google Shape;11171;p1423"/>
          <p:cNvSpPr txBox="1"/>
          <p:nvPr>
            <p:ph type="title"/>
          </p:nvPr>
        </p:nvSpPr>
        <p:spPr>
          <a:xfrm>
            <a:off x="5166300" y="917852"/>
            <a:ext cx="2732700" cy="1096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Overview</a:t>
            </a:r>
            <a:endParaRPr/>
          </a:p>
        </p:txBody>
      </p:sp>
      <p:sp>
        <p:nvSpPr>
          <p:cNvPr id="11172" name="Google Shape;11172;p1423"/>
          <p:cNvSpPr txBox="1"/>
          <p:nvPr>
            <p:ph idx="1" type="subTitle"/>
          </p:nvPr>
        </p:nvSpPr>
        <p:spPr>
          <a:xfrm>
            <a:off x="4844400" y="1603050"/>
            <a:ext cx="3376500" cy="2474400"/>
          </a:xfrm>
          <a:prstGeom prst="rect">
            <a:avLst/>
          </a:prstGeom>
        </p:spPr>
        <p:txBody>
          <a:bodyPr anchorCtr="0" anchor="ctr" bIns="91425" lIns="91425" spcFirstLastPara="1" rIns="91425" wrap="square" tIns="91425">
            <a:noAutofit/>
          </a:bodyPr>
          <a:lstStyle/>
          <a:p>
            <a:pPr indent="-330200" lvl="0" marL="457200" rtl="0" algn="l">
              <a:lnSpc>
                <a:spcPct val="115000"/>
              </a:lnSpc>
              <a:spcBef>
                <a:spcPts val="0"/>
              </a:spcBef>
              <a:spcAft>
                <a:spcPts val="0"/>
              </a:spcAft>
              <a:buSzPts val="1600"/>
              <a:buAutoNum type="arabicPeriod"/>
            </a:pPr>
            <a:r>
              <a:rPr lang="en"/>
              <a:t>Season-long performance stats (official NBA box score data)</a:t>
            </a:r>
            <a:endParaRPr/>
          </a:p>
          <a:p>
            <a:pPr indent="-330200" lvl="0" marL="457200" rtl="0" algn="l">
              <a:lnSpc>
                <a:spcPct val="115000"/>
              </a:lnSpc>
              <a:spcBef>
                <a:spcPts val="0"/>
              </a:spcBef>
              <a:spcAft>
                <a:spcPts val="0"/>
              </a:spcAft>
              <a:buSzPts val="1600"/>
              <a:buAutoNum type="arabicPeriod"/>
            </a:pPr>
            <a:r>
              <a:rPr lang="en"/>
              <a:t>Media sentiment scores (scraped ESPN news articles)</a:t>
            </a:r>
            <a:endParaRPr/>
          </a:p>
          <a:p>
            <a:pPr indent="-330200" lvl="0" marL="457200" rtl="0" algn="l">
              <a:lnSpc>
                <a:spcPct val="115000"/>
              </a:lnSpc>
              <a:spcBef>
                <a:spcPts val="0"/>
              </a:spcBef>
              <a:spcAft>
                <a:spcPts val="0"/>
              </a:spcAft>
              <a:buSzPts val="1600"/>
              <a:buAutoNum type="arabicPeriod"/>
            </a:pPr>
            <a:r>
              <a:rPr lang="en"/>
              <a:t>Popularity time-series (Google Trends interest over time)</a:t>
            </a:r>
            <a:endParaRPr/>
          </a:p>
        </p:txBody>
      </p:sp>
      <p:grpSp>
        <p:nvGrpSpPr>
          <p:cNvPr id="11173" name="Google Shape;11173;p1423"/>
          <p:cNvGrpSpPr/>
          <p:nvPr/>
        </p:nvGrpSpPr>
        <p:grpSpPr>
          <a:xfrm>
            <a:off x="4236800" y="197957"/>
            <a:ext cx="683100" cy="4406100"/>
            <a:chOff x="4236800" y="197957"/>
            <a:chExt cx="683100" cy="4406100"/>
          </a:xfrm>
        </p:grpSpPr>
        <p:sp>
          <p:nvSpPr>
            <p:cNvPr id="11174" name="Google Shape;11174;p1423"/>
            <p:cNvSpPr/>
            <p:nvPr/>
          </p:nvSpPr>
          <p:spPr>
            <a:xfrm>
              <a:off x="4236800" y="197957"/>
              <a:ext cx="683100" cy="6831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75" name="Google Shape;11175;p1423"/>
            <p:cNvCxnSpPr>
              <a:endCxn id="11174" idx="4"/>
            </p:cNvCxnSpPr>
            <p:nvPr/>
          </p:nvCxnSpPr>
          <p:spPr>
            <a:xfrm flipH="1" rot="10800000">
              <a:off x="4572050" y="881057"/>
              <a:ext cx="6300" cy="3723000"/>
            </a:xfrm>
            <a:prstGeom prst="straightConnector1">
              <a:avLst/>
            </a:prstGeom>
            <a:noFill/>
            <a:ln cap="flat" cmpd="sng" w="38100">
              <a:solidFill>
                <a:schemeClr val="accent1"/>
              </a:solidFill>
              <a:prstDash val="dash"/>
              <a:round/>
              <a:headEnd len="med" w="med" type="none"/>
              <a:tailEnd len="med" w="med" type="none"/>
            </a:ln>
          </p:spPr>
        </p:cxnSp>
      </p:grpSp>
      <p:pic>
        <p:nvPicPr>
          <p:cNvPr id="11176" name="Google Shape;11176;p1423"/>
          <p:cNvPicPr preferRelativeResize="0"/>
          <p:nvPr/>
        </p:nvPicPr>
        <p:blipFill rotWithShape="1">
          <a:blip r:embed="rId3">
            <a:alphaModFix/>
          </a:blip>
          <a:srcRect b="0" l="0" r="0" t="0"/>
          <a:stretch/>
        </p:blipFill>
        <p:spPr>
          <a:xfrm>
            <a:off x="1225400" y="1066050"/>
            <a:ext cx="3011400" cy="3011400"/>
          </a:xfrm>
          <a:prstGeom prst="ellipse">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80" name="Shape 11180"/>
        <p:cNvGrpSpPr/>
        <p:nvPr/>
      </p:nvGrpSpPr>
      <p:grpSpPr>
        <a:xfrm>
          <a:off x="0" y="0"/>
          <a:ext cx="0" cy="0"/>
          <a:chOff x="0" y="0"/>
          <a:chExt cx="0" cy="0"/>
        </a:xfrm>
      </p:grpSpPr>
      <p:sp>
        <p:nvSpPr>
          <p:cNvPr id="11181" name="Google Shape;11181;p142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Dataset 1: Season Performance Data</a:t>
            </a:r>
            <a:endParaRPr/>
          </a:p>
        </p:txBody>
      </p:sp>
      <p:grpSp>
        <p:nvGrpSpPr>
          <p:cNvPr id="11182" name="Google Shape;11182;p1424"/>
          <p:cNvGrpSpPr/>
          <p:nvPr/>
        </p:nvGrpSpPr>
        <p:grpSpPr>
          <a:xfrm>
            <a:off x="4580156" y="1248014"/>
            <a:ext cx="2038946" cy="3483380"/>
            <a:chOff x="901200" y="1471399"/>
            <a:chExt cx="1959959" cy="3348438"/>
          </a:xfrm>
        </p:grpSpPr>
        <p:grpSp>
          <p:nvGrpSpPr>
            <p:cNvPr id="11183" name="Google Shape;11183;p1424"/>
            <p:cNvGrpSpPr/>
            <p:nvPr/>
          </p:nvGrpSpPr>
          <p:grpSpPr>
            <a:xfrm>
              <a:off x="901200" y="1675838"/>
              <a:ext cx="431700" cy="3144000"/>
              <a:chOff x="3619250" y="1675838"/>
              <a:chExt cx="431700" cy="3144000"/>
            </a:xfrm>
          </p:grpSpPr>
          <p:cxnSp>
            <p:nvCxnSpPr>
              <p:cNvPr id="11184" name="Google Shape;11184;p1424"/>
              <p:cNvCxnSpPr>
                <a:stCxn id="11185" idx="0"/>
              </p:cNvCxnSpPr>
              <p:nvPr/>
            </p:nvCxnSpPr>
            <p:spPr>
              <a:xfrm rot="10800000">
                <a:off x="3835100" y="1675838"/>
                <a:ext cx="0" cy="2712300"/>
              </a:xfrm>
              <a:prstGeom prst="straightConnector1">
                <a:avLst/>
              </a:prstGeom>
              <a:noFill/>
              <a:ln cap="flat" cmpd="sng" w="39650">
                <a:solidFill>
                  <a:schemeClr val="accent1"/>
                </a:solidFill>
                <a:prstDash val="dash"/>
                <a:round/>
                <a:headEnd len="med" w="med" type="none"/>
                <a:tailEnd len="med" w="med" type="none"/>
              </a:ln>
            </p:spPr>
          </p:cxnSp>
          <p:sp>
            <p:nvSpPr>
              <p:cNvPr id="11185" name="Google Shape;11185;p1424"/>
              <p:cNvSpPr/>
              <p:nvPr/>
            </p:nvSpPr>
            <p:spPr>
              <a:xfrm>
                <a:off x="3619250" y="4388138"/>
                <a:ext cx="431700" cy="431700"/>
              </a:xfrm>
              <a:prstGeom prst="ellipse">
                <a:avLst/>
              </a:prstGeom>
              <a:solidFill>
                <a:schemeClr val="dk1"/>
              </a:solidFill>
              <a:ln cap="flat" cmpd="sng" w="39650">
                <a:solidFill>
                  <a:schemeClr val="accent1"/>
                </a:solidFill>
                <a:prstDash val="solid"/>
                <a:round/>
                <a:headEnd len="sm" w="sm" type="none"/>
                <a:tailEnd len="sm" w="sm" type="none"/>
              </a:ln>
            </p:spPr>
            <p:txBody>
              <a:bodyPr anchorCtr="0" anchor="ctr" bIns="95125" lIns="95125" spcFirstLastPara="1" rIns="95125" wrap="square" tIns="95125">
                <a:noAutofit/>
              </a:bodyPr>
              <a:lstStyle/>
              <a:p>
                <a:pPr indent="0" lvl="0" marL="0" rtl="0" algn="l">
                  <a:spcBef>
                    <a:spcPts val="0"/>
                  </a:spcBef>
                  <a:spcAft>
                    <a:spcPts val="0"/>
                  </a:spcAft>
                  <a:buNone/>
                </a:pPr>
                <a:r>
                  <a:t/>
                </a:r>
                <a:endParaRPr/>
              </a:p>
            </p:txBody>
          </p:sp>
        </p:grpSp>
        <p:grpSp>
          <p:nvGrpSpPr>
            <p:cNvPr id="11186" name="Google Shape;11186;p1424"/>
            <p:cNvGrpSpPr/>
            <p:nvPr/>
          </p:nvGrpSpPr>
          <p:grpSpPr>
            <a:xfrm>
              <a:off x="2461135" y="1471399"/>
              <a:ext cx="400024" cy="400050"/>
              <a:chOff x="3365800" y="1133654"/>
              <a:chExt cx="261300" cy="261300"/>
            </a:xfrm>
          </p:grpSpPr>
          <p:cxnSp>
            <p:nvCxnSpPr>
              <p:cNvPr id="11187" name="Google Shape;11187;p1424"/>
              <p:cNvCxnSpPr/>
              <p:nvPr/>
            </p:nvCxnSpPr>
            <p:spPr>
              <a:xfrm>
                <a:off x="3365800" y="1133654"/>
                <a:ext cx="261300" cy="261300"/>
              </a:xfrm>
              <a:prstGeom prst="straightConnector1">
                <a:avLst/>
              </a:prstGeom>
              <a:noFill/>
              <a:ln cap="flat" cmpd="sng" w="39650">
                <a:solidFill>
                  <a:schemeClr val="accent1"/>
                </a:solidFill>
                <a:prstDash val="solid"/>
                <a:round/>
                <a:headEnd len="med" w="med" type="none"/>
                <a:tailEnd len="med" w="med" type="none"/>
              </a:ln>
            </p:spPr>
          </p:cxnSp>
          <p:cxnSp>
            <p:nvCxnSpPr>
              <p:cNvPr id="11188" name="Google Shape;11188;p1424"/>
              <p:cNvCxnSpPr/>
              <p:nvPr/>
            </p:nvCxnSpPr>
            <p:spPr>
              <a:xfrm flipH="1">
                <a:off x="3365800" y="1133654"/>
                <a:ext cx="261300" cy="261300"/>
              </a:xfrm>
              <a:prstGeom prst="straightConnector1">
                <a:avLst/>
              </a:prstGeom>
              <a:noFill/>
              <a:ln cap="flat" cmpd="sng" w="39650">
                <a:solidFill>
                  <a:schemeClr val="accent1"/>
                </a:solidFill>
                <a:prstDash val="solid"/>
                <a:round/>
                <a:headEnd len="med" w="med" type="none"/>
                <a:tailEnd len="med" w="med" type="none"/>
              </a:ln>
            </p:spPr>
          </p:cxnSp>
        </p:grpSp>
        <p:cxnSp>
          <p:nvCxnSpPr>
            <p:cNvPr id="11189" name="Google Shape;11189;p1424"/>
            <p:cNvCxnSpPr/>
            <p:nvPr/>
          </p:nvCxnSpPr>
          <p:spPr>
            <a:xfrm>
              <a:off x="1102333" y="1676876"/>
              <a:ext cx="1566900" cy="0"/>
            </a:xfrm>
            <a:prstGeom prst="straightConnector1">
              <a:avLst/>
            </a:prstGeom>
            <a:noFill/>
            <a:ln cap="flat" cmpd="sng" w="39650">
              <a:solidFill>
                <a:schemeClr val="accent1"/>
              </a:solidFill>
              <a:prstDash val="dash"/>
              <a:round/>
              <a:headEnd len="med" w="med" type="none"/>
              <a:tailEnd len="med" w="med" type="none"/>
            </a:ln>
          </p:spPr>
        </p:cxnSp>
      </p:grpSp>
      <p:sp>
        <p:nvSpPr>
          <p:cNvPr id="11190" name="Google Shape;11190;p1424"/>
          <p:cNvSpPr txBox="1"/>
          <p:nvPr>
            <p:ph idx="1" type="subTitle"/>
          </p:nvPr>
        </p:nvSpPr>
        <p:spPr>
          <a:xfrm>
            <a:off x="673750" y="1248025"/>
            <a:ext cx="4171500" cy="3259200"/>
          </a:xfrm>
          <a:prstGeom prst="rect">
            <a:avLst/>
          </a:prstGeom>
        </p:spPr>
        <p:txBody>
          <a:bodyPr anchorCtr="0" anchor="t" bIns="91425" lIns="91425" spcFirstLastPara="1" rIns="91425" wrap="square" tIns="91425">
            <a:noAutofit/>
          </a:bodyPr>
          <a:lstStyle/>
          <a:p>
            <a:pPr indent="-317500" lvl="0" marL="457200" rtl="0" algn="l">
              <a:lnSpc>
                <a:spcPct val="150000"/>
              </a:lnSpc>
              <a:spcBef>
                <a:spcPts val="0"/>
              </a:spcBef>
              <a:spcAft>
                <a:spcPts val="0"/>
              </a:spcAft>
              <a:buSzPts val="1400"/>
              <a:buChar char="●"/>
            </a:pPr>
            <a:r>
              <a:rPr lang="en"/>
              <a:t>Source: Scraped from </a:t>
            </a:r>
            <a:r>
              <a:rPr b="1" lang="en"/>
              <a:t>Basketball-Reference</a:t>
            </a:r>
            <a:r>
              <a:rPr lang="en"/>
              <a:t> (19–20, 20–21, 22–23, 23–24 seasons)</a:t>
            </a:r>
            <a:endParaRPr/>
          </a:p>
          <a:p>
            <a:pPr indent="-317500" lvl="0" marL="457200" rtl="0" algn="l">
              <a:lnSpc>
                <a:spcPct val="150000"/>
              </a:lnSpc>
              <a:spcBef>
                <a:spcPts val="0"/>
              </a:spcBef>
              <a:spcAft>
                <a:spcPts val="0"/>
              </a:spcAft>
              <a:buSzPts val="1400"/>
              <a:buChar char="●"/>
            </a:pPr>
            <a:r>
              <a:rPr lang="en"/>
              <a:t>Structure: One row per team stint (traded players appear multiple times)</a:t>
            </a:r>
            <a:endParaRPr/>
          </a:p>
          <a:p>
            <a:pPr indent="-317500" lvl="0" marL="457200" rtl="0" algn="l">
              <a:lnSpc>
                <a:spcPct val="150000"/>
              </a:lnSpc>
              <a:spcBef>
                <a:spcPts val="0"/>
              </a:spcBef>
              <a:spcAft>
                <a:spcPts val="0"/>
              </a:spcAft>
              <a:buSzPts val="1400"/>
              <a:buChar char="●"/>
            </a:pPr>
            <a:r>
              <a:rPr lang="en"/>
              <a:t>Columns: demographics + statistics (points, rebounds, assists, etc.)</a:t>
            </a:r>
            <a:endParaRPr/>
          </a:p>
          <a:p>
            <a:pPr indent="-317500" lvl="0" marL="457200" rtl="0" algn="l">
              <a:lnSpc>
                <a:spcPct val="150000"/>
              </a:lnSpc>
              <a:spcBef>
                <a:spcPts val="0"/>
              </a:spcBef>
              <a:spcAft>
                <a:spcPts val="0"/>
              </a:spcAft>
              <a:buSzPts val="1400"/>
              <a:buChar char="●"/>
            </a:pPr>
            <a:r>
              <a:rPr lang="en"/>
              <a:t>Cleaning:</a:t>
            </a:r>
            <a:endParaRPr/>
          </a:p>
          <a:p>
            <a:pPr indent="-317500" lvl="1" marL="914400" rtl="0" algn="l">
              <a:lnSpc>
                <a:spcPct val="150000"/>
              </a:lnSpc>
              <a:spcBef>
                <a:spcPts val="0"/>
              </a:spcBef>
              <a:spcAft>
                <a:spcPts val="0"/>
              </a:spcAft>
              <a:buSzPts val="1400"/>
              <a:buChar char="○"/>
            </a:pPr>
            <a:r>
              <a:rPr lang="en" sz="1400"/>
              <a:t>Removed duplicate entries</a:t>
            </a:r>
            <a:endParaRPr sz="1400"/>
          </a:p>
          <a:p>
            <a:pPr indent="-317500" lvl="1" marL="914400" rtl="0" algn="l">
              <a:lnSpc>
                <a:spcPct val="150000"/>
              </a:lnSpc>
              <a:spcBef>
                <a:spcPts val="0"/>
              </a:spcBef>
              <a:spcAft>
                <a:spcPts val="0"/>
              </a:spcAft>
              <a:buSzPts val="1400"/>
              <a:buChar char="○"/>
            </a:pPr>
            <a:r>
              <a:rPr lang="en" sz="1400"/>
              <a:t>Kept the latest team stint for each player</a:t>
            </a:r>
            <a:endParaRPr sz="1400"/>
          </a:p>
        </p:txBody>
      </p:sp>
      <p:pic>
        <p:nvPicPr>
          <p:cNvPr id="11191" name="Google Shape;11191;p1424" title="Screenshot 2025-12-02 at 10.44.49 PM.png"/>
          <p:cNvPicPr preferRelativeResize="0"/>
          <p:nvPr/>
        </p:nvPicPr>
        <p:blipFill rotWithShape="1">
          <a:blip r:embed="rId3">
            <a:alphaModFix/>
          </a:blip>
          <a:srcRect b="0" l="2282" r="44654" t="5159"/>
          <a:stretch/>
        </p:blipFill>
        <p:spPr>
          <a:xfrm>
            <a:off x="4945205" y="1753638"/>
            <a:ext cx="3377526" cy="2346174"/>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5" name="Shape 11195"/>
        <p:cNvGrpSpPr/>
        <p:nvPr/>
      </p:nvGrpSpPr>
      <p:grpSpPr>
        <a:xfrm>
          <a:off x="0" y="0"/>
          <a:ext cx="0" cy="0"/>
          <a:chOff x="0" y="0"/>
          <a:chExt cx="0" cy="0"/>
        </a:xfrm>
      </p:grpSpPr>
      <p:sp>
        <p:nvSpPr>
          <p:cNvPr id="11196" name="Google Shape;11196;p142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Dataset 2: Media Sentiment</a:t>
            </a:r>
            <a:endParaRPr/>
          </a:p>
        </p:txBody>
      </p:sp>
      <p:grpSp>
        <p:nvGrpSpPr>
          <p:cNvPr id="11197" name="Google Shape;11197;p1425"/>
          <p:cNvGrpSpPr/>
          <p:nvPr/>
        </p:nvGrpSpPr>
        <p:grpSpPr>
          <a:xfrm>
            <a:off x="3220713" y="1112213"/>
            <a:ext cx="431700" cy="3723600"/>
            <a:chOff x="3619250" y="1096238"/>
            <a:chExt cx="431700" cy="3723600"/>
          </a:xfrm>
        </p:grpSpPr>
        <p:cxnSp>
          <p:nvCxnSpPr>
            <p:cNvPr id="11198" name="Google Shape;11198;p1425"/>
            <p:cNvCxnSpPr>
              <a:stCxn id="11199" idx="0"/>
            </p:cNvCxnSpPr>
            <p:nvPr/>
          </p:nvCxnSpPr>
          <p:spPr>
            <a:xfrm rot="10800000">
              <a:off x="3835100" y="1096238"/>
              <a:ext cx="0" cy="3291900"/>
            </a:xfrm>
            <a:prstGeom prst="straightConnector1">
              <a:avLst/>
            </a:prstGeom>
            <a:noFill/>
            <a:ln cap="flat" cmpd="sng" w="38100">
              <a:solidFill>
                <a:schemeClr val="accent1"/>
              </a:solidFill>
              <a:prstDash val="dash"/>
              <a:round/>
              <a:headEnd len="med" w="med" type="none"/>
              <a:tailEnd len="med" w="med" type="none"/>
            </a:ln>
          </p:spPr>
        </p:cxnSp>
        <p:sp>
          <p:nvSpPr>
            <p:cNvPr id="11199" name="Google Shape;11199;p1425"/>
            <p:cNvSpPr/>
            <p:nvPr/>
          </p:nvSpPr>
          <p:spPr>
            <a:xfrm>
              <a:off x="3619250" y="4388138"/>
              <a:ext cx="431700" cy="4317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0" name="Google Shape;11200;p1425"/>
          <p:cNvSpPr txBox="1"/>
          <p:nvPr>
            <p:ph idx="4294967295" type="subTitle"/>
          </p:nvPr>
        </p:nvSpPr>
        <p:spPr>
          <a:xfrm>
            <a:off x="3407512" y="1231005"/>
            <a:ext cx="5211300" cy="3348600"/>
          </a:xfrm>
          <a:prstGeom prst="rect">
            <a:avLst/>
          </a:prstGeom>
        </p:spPr>
        <p:txBody>
          <a:bodyPr anchorCtr="0" anchor="ctr" bIns="91425" lIns="91425" spcFirstLastPara="1" rIns="91425" wrap="square" tIns="91425">
            <a:noAutofit/>
          </a:bodyPr>
          <a:lstStyle/>
          <a:p>
            <a:pPr indent="-317500" lvl="0" marL="457200" rtl="0" algn="l">
              <a:lnSpc>
                <a:spcPct val="115000"/>
              </a:lnSpc>
              <a:spcBef>
                <a:spcPts val="0"/>
              </a:spcBef>
              <a:spcAft>
                <a:spcPts val="0"/>
              </a:spcAft>
              <a:buClr>
                <a:schemeClr val="lt1"/>
              </a:buClr>
              <a:buSzPts val="1400"/>
              <a:buChar char="●"/>
            </a:pPr>
            <a:r>
              <a:rPr lang="en" sz="1400">
                <a:solidFill>
                  <a:schemeClr val="lt1"/>
                </a:solidFill>
              </a:rPr>
              <a:t>Scraped ESPN news articles</a:t>
            </a:r>
            <a:endParaRPr sz="1400">
              <a:solidFill>
                <a:schemeClr val="lt1"/>
              </a:solidFill>
            </a:endParaRPr>
          </a:p>
          <a:p>
            <a:pPr indent="-317500" lvl="0" marL="457200" rtl="0" algn="l">
              <a:lnSpc>
                <a:spcPct val="115000"/>
              </a:lnSpc>
              <a:spcBef>
                <a:spcPts val="0"/>
              </a:spcBef>
              <a:spcAft>
                <a:spcPts val="0"/>
              </a:spcAft>
              <a:buClr>
                <a:schemeClr val="lt1"/>
              </a:buClr>
              <a:buSzPts val="1400"/>
              <a:buChar char="●"/>
            </a:pPr>
            <a:r>
              <a:rPr lang="en" sz="1400">
                <a:solidFill>
                  <a:schemeClr val="lt1"/>
                </a:solidFill>
              </a:rPr>
              <a:t>Source: Google Custom Search API (espn.com/nba)</a:t>
            </a:r>
            <a:endParaRPr sz="1400">
              <a:solidFill>
                <a:schemeClr val="lt1"/>
              </a:solidFill>
            </a:endParaRPr>
          </a:p>
          <a:p>
            <a:pPr indent="-317500" lvl="0" marL="457200" rtl="0" algn="l">
              <a:lnSpc>
                <a:spcPct val="115000"/>
              </a:lnSpc>
              <a:spcBef>
                <a:spcPts val="0"/>
              </a:spcBef>
              <a:spcAft>
                <a:spcPts val="0"/>
              </a:spcAft>
              <a:buClr>
                <a:schemeClr val="lt1"/>
              </a:buClr>
              <a:buSzPts val="1400"/>
              <a:buChar char="●"/>
            </a:pPr>
            <a:r>
              <a:rPr lang="en" sz="1400">
                <a:solidFill>
                  <a:schemeClr val="lt1"/>
                </a:solidFill>
              </a:rPr>
              <a:t>Structure: One row per headline per player per season</a:t>
            </a:r>
            <a:endParaRPr sz="1400">
              <a:solidFill>
                <a:schemeClr val="lt1"/>
              </a:solidFill>
            </a:endParaRPr>
          </a:p>
          <a:p>
            <a:pPr indent="-317500" lvl="0" marL="457200" rtl="0" algn="l">
              <a:lnSpc>
                <a:spcPct val="115000"/>
              </a:lnSpc>
              <a:spcBef>
                <a:spcPts val="0"/>
              </a:spcBef>
              <a:spcAft>
                <a:spcPts val="0"/>
              </a:spcAft>
              <a:buClr>
                <a:schemeClr val="lt1"/>
              </a:buClr>
              <a:buSzPts val="1400"/>
              <a:buChar char="●"/>
            </a:pPr>
            <a:r>
              <a:rPr lang="en" sz="1400">
                <a:solidFill>
                  <a:schemeClr val="lt1"/>
                </a:solidFill>
              </a:rPr>
              <a:t>Raw Values: </a:t>
            </a:r>
            <a:endParaRPr sz="1400">
              <a:solidFill>
                <a:schemeClr val="lt1"/>
              </a:solidFill>
            </a:endParaRPr>
          </a:p>
          <a:p>
            <a:pPr indent="-317500" lvl="1" marL="914400" rtl="0" algn="l">
              <a:lnSpc>
                <a:spcPct val="115000"/>
              </a:lnSpc>
              <a:spcBef>
                <a:spcPts val="0"/>
              </a:spcBef>
              <a:spcAft>
                <a:spcPts val="0"/>
              </a:spcAft>
              <a:buClr>
                <a:schemeClr val="lt1"/>
              </a:buClr>
              <a:buSzPts val="1400"/>
              <a:buChar char="○"/>
            </a:pPr>
            <a:r>
              <a:rPr lang="en" sz="1400">
                <a:solidFill>
                  <a:schemeClr val="lt1"/>
                </a:solidFill>
              </a:rPr>
              <a:t>ESPN article titles, Snippet text, Article count per player (totalResults), Google metadata (title, link, snippet)</a:t>
            </a:r>
            <a:endParaRPr sz="1400">
              <a:solidFill>
                <a:schemeClr val="lt1"/>
              </a:solidFill>
            </a:endParaRPr>
          </a:p>
          <a:p>
            <a:pPr indent="-317500" lvl="0" marL="457200" rtl="0" algn="l">
              <a:lnSpc>
                <a:spcPct val="115000"/>
              </a:lnSpc>
              <a:spcBef>
                <a:spcPts val="0"/>
              </a:spcBef>
              <a:spcAft>
                <a:spcPts val="0"/>
              </a:spcAft>
              <a:buClr>
                <a:schemeClr val="lt1"/>
              </a:buClr>
              <a:buSzPts val="1400"/>
              <a:buChar char="●"/>
            </a:pPr>
            <a:r>
              <a:rPr lang="en" sz="1400">
                <a:solidFill>
                  <a:schemeClr val="lt1"/>
                </a:solidFill>
              </a:rPr>
              <a:t>Cleaning:</a:t>
            </a:r>
            <a:endParaRPr sz="1400">
              <a:solidFill>
                <a:schemeClr val="lt1"/>
              </a:solidFill>
            </a:endParaRPr>
          </a:p>
          <a:p>
            <a:pPr indent="-317500" lvl="1" marL="914400" rtl="0" algn="l">
              <a:lnSpc>
                <a:spcPct val="115000"/>
              </a:lnSpc>
              <a:spcBef>
                <a:spcPts val="0"/>
              </a:spcBef>
              <a:spcAft>
                <a:spcPts val="0"/>
              </a:spcAft>
              <a:buClr>
                <a:schemeClr val="lt1"/>
              </a:buClr>
              <a:buSzPts val="1400"/>
              <a:buChar char="○"/>
            </a:pPr>
            <a:r>
              <a:rPr lang="en" sz="1400">
                <a:solidFill>
                  <a:schemeClr val="lt1"/>
                </a:solidFill>
              </a:rPr>
              <a:t>Removed invalid/missing headlines, Deduplicated repeated titles, Extracted article dates using regex, Standardized player names, Dropped rows without valid text for sentiment analysis</a:t>
            </a:r>
            <a:endParaRPr sz="1400">
              <a:solidFill>
                <a:schemeClr val="lt1"/>
              </a:solidFill>
            </a:endParaRPr>
          </a:p>
        </p:txBody>
      </p:sp>
      <p:pic>
        <p:nvPicPr>
          <p:cNvPr id="11201" name="Google Shape;11201;p1425" title="Screenshot 2025-12-02 at 10.46.17 PM.png"/>
          <p:cNvPicPr preferRelativeResize="0"/>
          <p:nvPr/>
        </p:nvPicPr>
        <p:blipFill rotWithShape="1">
          <a:blip r:embed="rId3">
            <a:alphaModFix/>
          </a:blip>
          <a:srcRect b="0" l="-1682" r="8259" t="0"/>
          <a:stretch/>
        </p:blipFill>
        <p:spPr>
          <a:xfrm>
            <a:off x="785564" y="1594732"/>
            <a:ext cx="2533350" cy="2111151"/>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05" name="Shape 11205"/>
        <p:cNvGrpSpPr/>
        <p:nvPr/>
      </p:nvGrpSpPr>
      <p:grpSpPr>
        <a:xfrm>
          <a:off x="0" y="0"/>
          <a:ext cx="0" cy="0"/>
          <a:chOff x="0" y="0"/>
          <a:chExt cx="0" cy="0"/>
        </a:xfrm>
      </p:grpSpPr>
      <p:sp>
        <p:nvSpPr>
          <p:cNvPr id="11206" name="Google Shape;11206;p1426"/>
          <p:cNvSpPr txBox="1"/>
          <p:nvPr>
            <p:ph type="title"/>
          </p:nvPr>
        </p:nvSpPr>
        <p:spPr>
          <a:xfrm>
            <a:off x="954125" y="653125"/>
            <a:ext cx="5508900" cy="47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Dataset 3: Online Popularity (Google Trend)</a:t>
            </a:r>
            <a:endParaRPr sz="1800"/>
          </a:p>
        </p:txBody>
      </p:sp>
      <p:sp>
        <p:nvSpPr>
          <p:cNvPr id="11207" name="Google Shape;11207;p1426"/>
          <p:cNvSpPr txBox="1"/>
          <p:nvPr>
            <p:ph idx="4294967295" type="subTitle"/>
          </p:nvPr>
        </p:nvSpPr>
        <p:spPr>
          <a:xfrm>
            <a:off x="756100" y="939075"/>
            <a:ext cx="7541400" cy="1794300"/>
          </a:xfrm>
          <a:prstGeom prst="rect">
            <a:avLst/>
          </a:prstGeom>
        </p:spPr>
        <p:txBody>
          <a:bodyPr anchorCtr="0" anchor="ctr" bIns="91425" lIns="91425" spcFirstLastPara="1" rIns="91425" wrap="square" tIns="91425">
            <a:noAutofit/>
          </a:bodyPr>
          <a:lstStyle/>
          <a:p>
            <a:pPr indent="-317500" lvl="0" marL="457200" rtl="0" algn="l">
              <a:lnSpc>
                <a:spcPct val="115000"/>
              </a:lnSpc>
              <a:spcBef>
                <a:spcPts val="0"/>
              </a:spcBef>
              <a:spcAft>
                <a:spcPts val="0"/>
              </a:spcAft>
              <a:buClr>
                <a:schemeClr val="lt1"/>
              </a:buClr>
              <a:buSzPts val="1400"/>
              <a:buFont typeface="Alfa Slab One"/>
              <a:buChar char="●"/>
            </a:pPr>
            <a:r>
              <a:rPr lang="en" sz="1400">
                <a:solidFill>
                  <a:schemeClr val="lt1"/>
                </a:solidFill>
              </a:rPr>
              <a:t>Source: Google Trends</a:t>
            </a:r>
            <a:endParaRPr sz="1400">
              <a:solidFill>
                <a:schemeClr val="lt1"/>
              </a:solidFill>
            </a:endParaRPr>
          </a:p>
          <a:p>
            <a:pPr indent="-317500" lvl="0" marL="457200" rtl="0" algn="l">
              <a:lnSpc>
                <a:spcPct val="115000"/>
              </a:lnSpc>
              <a:spcBef>
                <a:spcPts val="0"/>
              </a:spcBef>
              <a:spcAft>
                <a:spcPts val="0"/>
              </a:spcAft>
              <a:buClr>
                <a:schemeClr val="lt1"/>
              </a:buClr>
              <a:buSzPts val="1400"/>
              <a:buFont typeface="Roboto"/>
              <a:buChar char="●"/>
            </a:pPr>
            <a:r>
              <a:rPr lang="en" sz="1400">
                <a:solidFill>
                  <a:schemeClr val="lt1"/>
                </a:solidFill>
              </a:rPr>
              <a:t>Structure: One row per day, one column per player</a:t>
            </a:r>
            <a:endParaRPr sz="1400">
              <a:solidFill>
                <a:schemeClr val="lt1"/>
              </a:solidFill>
            </a:endParaRPr>
          </a:p>
          <a:p>
            <a:pPr indent="-317500" lvl="1" marL="914400" rtl="0" algn="l">
              <a:lnSpc>
                <a:spcPct val="115000"/>
              </a:lnSpc>
              <a:spcBef>
                <a:spcPts val="0"/>
              </a:spcBef>
              <a:spcAft>
                <a:spcPts val="0"/>
              </a:spcAft>
              <a:buClr>
                <a:schemeClr val="lt1"/>
              </a:buClr>
              <a:buSzPts val="1400"/>
              <a:buFont typeface="Roboto"/>
              <a:buChar char="○"/>
            </a:pPr>
            <a:r>
              <a:rPr lang="en">
                <a:solidFill>
                  <a:schemeClr val="lt1"/>
                </a:solidFill>
              </a:rPr>
              <a:t>Timeframe: start of season ~ final voting date</a:t>
            </a:r>
            <a:endParaRPr>
              <a:solidFill>
                <a:schemeClr val="lt1"/>
              </a:solidFill>
            </a:endParaRPr>
          </a:p>
          <a:p>
            <a:pPr indent="-317500" lvl="0" marL="457200" rtl="0" algn="l">
              <a:lnSpc>
                <a:spcPct val="115000"/>
              </a:lnSpc>
              <a:spcBef>
                <a:spcPts val="0"/>
              </a:spcBef>
              <a:spcAft>
                <a:spcPts val="0"/>
              </a:spcAft>
              <a:buClr>
                <a:schemeClr val="lt1"/>
              </a:buClr>
              <a:buSzPts val="1400"/>
              <a:buFont typeface="Roboto"/>
              <a:buChar char="●"/>
            </a:pPr>
            <a:r>
              <a:rPr lang="en" sz="1400">
                <a:solidFill>
                  <a:schemeClr val="lt1"/>
                </a:solidFill>
              </a:rPr>
              <a:t>Raw Values: </a:t>
            </a:r>
            <a:endParaRPr sz="1400">
              <a:solidFill>
                <a:schemeClr val="lt1"/>
              </a:solidFill>
            </a:endParaRPr>
          </a:p>
          <a:p>
            <a:pPr indent="-317500" lvl="1" marL="914400" rtl="0" algn="l">
              <a:lnSpc>
                <a:spcPct val="115000"/>
              </a:lnSpc>
              <a:spcBef>
                <a:spcPts val="0"/>
              </a:spcBef>
              <a:spcAft>
                <a:spcPts val="0"/>
              </a:spcAft>
              <a:buClr>
                <a:schemeClr val="lt1"/>
              </a:buClr>
              <a:buSzPts val="1400"/>
              <a:buFont typeface="Roboto"/>
              <a:buChar char="○"/>
            </a:pPr>
            <a:r>
              <a:rPr lang="en">
                <a:solidFill>
                  <a:schemeClr val="lt1"/>
                </a:solidFill>
              </a:rPr>
              <a:t>0-100 value based on a relative popularity of a search term, scaled so the peak interest is 100. </a:t>
            </a:r>
            <a:endParaRPr>
              <a:solidFill>
                <a:schemeClr val="lt1"/>
              </a:solidFill>
            </a:endParaRPr>
          </a:p>
        </p:txBody>
      </p:sp>
      <p:pic>
        <p:nvPicPr>
          <p:cNvPr id="11208" name="Google Shape;11208;p1426" title="Screenshot 2025-12-02 at 10.53.08 PM.png"/>
          <p:cNvPicPr preferRelativeResize="0"/>
          <p:nvPr/>
        </p:nvPicPr>
        <p:blipFill rotWithShape="1">
          <a:blip r:embed="rId3">
            <a:alphaModFix/>
          </a:blip>
          <a:srcRect b="9116" l="0" r="0" t="0"/>
          <a:stretch/>
        </p:blipFill>
        <p:spPr>
          <a:xfrm>
            <a:off x="3653100" y="2401720"/>
            <a:ext cx="3782026" cy="2076026"/>
          </a:xfrm>
          <a:prstGeom prst="rect">
            <a:avLst/>
          </a:prstGeom>
          <a:noFill/>
          <a:ln>
            <a:noFill/>
          </a:ln>
        </p:spPr>
      </p:pic>
      <p:grpSp>
        <p:nvGrpSpPr>
          <p:cNvPr id="11209" name="Google Shape;11209;p1426"/>
          <p:cNvGrpSpPr/>
          <p:nvPr/>
        </p:nvGrpSpPr>
        <p:grpSpPr>
          <a:xfrm>
            <a:off x="954114" y="3476263"/>
            <a:ext cx="1698379" cy="1107347"/>
            <a:chOff x="6473566" y="3511907"/>
            <a:chExt cx="1106004" cy="721117"/>
          </a:xfrm>
        </p:grpSpPr>
        <p:sp>
          <p:nvSpPr>
            <p:cNvPr id="11210" name="Google Shape;11210;p1426"/>
            <p:cNvSpPr/>
            <p:nvPr/>
          </p:nvSpPr>
          <p:spPr>
            <a:xfrm>
              <a:off x="6835092" y="3515372"/>
              <a:ext cx="381421" cy="381421"/>
            </a:xfrm>
            <a:custGeom>
              <a:rect b="b" l="l" r="r" t="t"/>
              <a:pathLst>
                <a:path extrusionOk="0" h="16070" w="16070">
                  <a:moveTo>
                    <a:pt x="8035" y="1"/>
                  </a:moveTo>
                  <a:cubicBezTo>
                    <a:pt x="3599" y="1"/>
                    <a:pt x="1" y="3599"/>
                    <a:pt x="1" y="8035"/>
                  </a:cubicBezTo>
                  <a:cubicBezTo>
                    <a:pt x="1" y="12471"/>
                    <a:pt x="3599" y="16070"/>
                    <a:pt x="8035" y="16070"/>
                  </a:cubicBezTo>
                  <a:cubicBezTo>
                    <a:pt x="12471" y="16070"/>
                    <a:pt x="16070" y="12471"/>
                    <a:pt x="16070" y="8035"/>
                  </a:cubicBezTo>
                  <a:cubicBezTo>
                    <a:pt x="16070" y="3599"/>
                    <a:pt x="12471" y="1"/>
                    <a:pt x="8035" y="1"/>
                  </a:cubicBezTo>
                  <a:close/>
                </a:path>
              </a:pathLst>
            </a:custGeom>
            <a:solidFill>
              <a:srgbClr val="E95E24"/>
            </a:solidFill>
            <a:ln>
              <a:noFill/>
            </a:ln>
          </p:spPr>
          <p:txBody>
            <a:bodyPr anchorCtr="0" anchor="ctr" bIns="145850" lIns="145850" spcFirstLastPara="1" rIns="145850" wrap="square" tIns="145850">
              <a:noAutofit/>
            </a:bodyPr>
            <a:lstStyle/>
            <a:p>
              <a:pPr indent="0" lvl="0" marL="0" rtl="0" algn="l">
                <a:spcBef>
                  <a:spcPts val="0"/>
                </a:spcBef>
                <a:spcAft>
                  <a:spcPts val="0"/>
                </a:spcAft>
                <a:buNone/>
              </a:pPr>
              <a:r>
                <a:t/>
              </a:r>
              <a:endParaRPr/>
            </a:p>
          </p:txBody>
        </p:sp>
        <p:sp>
          <p:nvSpPr>
            <p:cNvPr id="11211" name="Google Shape;11211;p1426"/>
            <p:cNvSpPr/>
            <p:nvPr/>
          </p:nvSpPr>
          <p:spPr>
            <a:xfrm>
              <a:off x="6831627" y="3708549"/>
              <a:ext cx="388376" cy="518016"/>
            </a:xfrm>
            <a:custGeom>
              <a:rect b="b" l="l" r="r" t="t"/>
              <a:pathLst>
                <a:path extrusionOk="0" h="21825" w="16363">
                  <a:moveTo>
                    <a:pt x="0" y="1"/>
                  </a:moveTo>
                  <a:lnTo>
                    <a:pt x="0" y="21824"/>
                  </a:lnTo>
                  <a:lnTo>
                    <a:pt x="16362" y="21824"/>
                  </a:lnTo>
                  <a:lnTo>
                    <a:pt x="16362" y="1"/>
                  </a:lnTo>
                  <a:close/>
                </a:path>
              </a:pathLst>
            </a:custGeom>
            <a:solidFill>
              <a:srgbClr val="E95E24"/>
            </a:solidFill>
            <a:ln>
              <a:noFill/>
            </a:ln>
          </p:spPr>
          <p:txBody>
            <a:bodyPr anchorCtr="0" anchor="ctr" bIns="145850" lIns="145850" spcFirstLastPara="1" rIns="145850" wrap="square" tIns="145850">
              <a:noAutofit/>
            </a:bodyPr>
            <a:lstStyle/>
            <a:p>
              <a:pPr indent="0" lvl="0" marL="0" rtl="0" algn="l">
                <a:spcBef>
                  <a:spcPts val="0"/>
                </a:spcBef>
                <a:spcAft>
                  <a:spcPts val="0"/>
                </a:spcAft>
                <a:buNone/>
              </a:pPr>
              <a:r>
                <a:t/>
              </a:r>
              <a:endParaRPr/>
            </a:p>
          </p:txBody>
        </p:sp>
        <p:sp>
          <p:nvSpPr>
            <p:cNvPr id="11212" name="Google Shape;11212;p1426"/>
            <p:cNvSpPr/>
            <p:nvPr/>
          </p:nvSpPr>
          <p:spPr>
            <a:xfrm>
              <a:off x="6473566" y="3511907"/>
              <a:ext cx="1106004" cy="721117"/>
            </a:xfrm>
            <a:custGeom>
              <a:rect b="b" l="l" r="r" t="t"/>
              <a:pathLst>
                <a:path extrusionOk="0" h="30382" w="46598">
                  <a:moveTo>
                    <a:pt x="23267" y="502"/>
                  </a:moveTo>
                  <a:cubicBezTo>
                    <a:pt x="27515" y="502"/>
                    <a:pt x="30988" y="3892"/>
                    <a:pt x="31114" y="8118"/>
                  </a:cubicBezTo>
                  <a:lnTo>
                    <a:pt x="15400" y="8118"/>
                  </a:lnTo>
                  <a:cubicBezTo>
                    <a:pt x="15400" y="7784"/>
                    <a:pt x="15442" y="7470"/>
                    <a:pt x="15484" y="7156"/>
                  </a:cubicBezTo>
                  <a:cubicBezTo>
                    <a:pt x="15546" y="6737"/>
                    <a:pt x="15651" y="6340"/>
                    <a:pt x="15777" y="5942"/>
                  </a:cubicBezTo>
                  <a:cubicBezTo>
                    <a:pt x="15902" y="5545"/>
                    <a:pt x="16070" y="5168"/>
                    <a:pt x="16237" y="4792"/>
                  </a:cubicBezTo>
                  <a:lnTo>
                    <a:pt x="16258" y="4792"/>
                  </a:lnTo>
                  <a:cubicBezTo>
                    <a:pt x="16446" y="4436"/>
                    <a:pt x="16655" y="4080"/>
                    <a:pt x="16906" y="3745"/>
                  </a:cubicBezTo>
                  <a:lnTo>
                    <a:pt x="16886" y="3745"/>
                  </a:lnTo>
                  <a:cubicBezTo>
                    <a:pt x="17137" y="3411"/>
                    <a:pt x="17409" y="3097"/>
                    <a:pt x="17702" y="2804"/>
                  </a:cubicBezTo>
                  <a:cubicBezTo>
                    <a:pt x="17995" y="2511"/>
                    <a:pt x="18308" y="2239"/>
                    <a:pt x="18643" y="2009"/>
                  </a:cubicBezTo>
                  <a:lnTo>
                    <a:pt x="18643" y="1988"/>
                  </a:lnTo>
                  <a:cubicBezTo>
                    <a:pt x="18978" y="1758"/>
                    <a:pt x="19334" y="1528"/>
                    <a:pt x="19710" y="1339"/>
                  </a:cubicBezTo>
                  <a:lnTo>
                    <a:pt x="19710" y="1360"/>
                  </a:lnTo>
                  <a:cubicBezTo>
                    <a:pt x="20066" y="1172"/>
                    <a:pt x="20464" y="1004"/>
                    <a:pt x="20840" y="879"/>
                  </a:cubicBezTo>
                  <a:cubicBezTo>
                    <a:pt x="21238" y="753"/>
                    <a:pt x="21635" y="649"/>
                    <a:pt x="22054" y="586"/>
                  </a:cubicBezTo>
                  <a:cubicBezTo>
                    <a:pt x="22263" y="565"/>
                    <a:pt x="22451" y="544"/>
                    <a:pt x="22660" y="523"/>
                  </a:cubicBezTo>
                  <a:lnTo>
                    <a:pt x="22681" y="523"/>
                  </a:lnTo>
                  <a:cubicBezTo>
                    <a:pt x="22870" y="502"/>
                    <a:pt x="23079" y="502"/>
                    <a:pt x="23267" y="502"/>
                  </a:cubicBezTo>
                  <a:close/>
                  <a:moveTo>
                    <a:pt x="20024" y="649"/>
                  </a:moveTo>
                  <a:lnTo>
                    <a:pt x="20024" y="649"/>
                  </a:lnTo>
                  <a:cubicBezTo>
                    <a:pt x="17011" y="1904"/>
                    <a:pt x="14898" y="4896"/>
                    <a:pt x="14898" y="8370"/>
                  </a:cubicBezTo>
                  <a:lnTo>
                    <a:pt x="14898" y="29879"/>
                  </a:lnTo>
                  <a:lnTo>
                    <a:pt x="502" y="29879"/>
                  </a:lnTo>
                  <a:lnTo>
                    <a:pt x="502" y="22598"/>
                  </a:lnTo>
                  <a:cubicBezTo>
                    <a:pt x="502" y="11278"/>
                    <a:pt x="9039" y="1925"/>
                    <a:pt x="20024" y="649"/>
                  </a:cubicBezTo>
                  <a:close/>
                  <a:moveTo>
                    <a:pt x="31135" y="8621"/>
                  </a:moveTo>
                  <a:lnTo>
                    <a:pt x="31135" y="9667"/>
                  </a:lnTo>
                  <a:lnTo>
                    <a:pt x="31093" y="9646"/>
                  </a:lnTo>
                  <a:cubicBezTo>
                    <a:pt x="31030" y="10064"/>
                    <a:pt x="30925" y="10462"/>
                    <a:pt x="30800" y="10859"/>
                  </a:cubicBezTo>
                  <a:lnTo>
                    <a:pt x="31135" y="10964"/>
                  </a:lnTo>
                  <a:lnTo>
                    <a:pt x="31135" y="29879"/>
                  </a:lnTo>
                  <a:lnTo>
                    <a:pt x="15400" y="29879"/>
                  </a:lnTo>
                  <a:lnTo>
                    <a:pt x="15400" y="11236"/>
                  </a:lnTo>
                  <a:cubicBezTo>
                    <a:pt x="15505" y="11571"/>
                    <a:pt x="15630" y="11885"/>
                    <a:pt x="15798" y="12199"/>
                  </a:cubicBezTo>
                  <a:lnTo>
                    <a:pt x="16237" y="11968"/>
                  </a:lnTo>
                  <a:cubicBezTo>
                    <a:pt x="16049" y="11613"/>
                    <a:pt x="15902" y="11215"/>
                    <a:pt x="15777" y="10818"/>
                  </a:cubicBezTo>
                  <a:lnTo>
                    <a:pt x="15400" y="10943"/>
                  </a:lnTo>
                  <a:lnTo>
                    <a:pt x="15400" y="9646"/>
                  </a:lnTo>
                  <a:lnTo>
                    <a:pt x="15484" y="9625"/>
                  </a:lnTo>
                  <a:cubicBezTo>
                    <a:pt x="15442" y="9290"/>
                    <a:pt x="15400" y="8955"/>
                    <a:pt x="15400" y="8621"/>
                  </a:cubicBezTo>
                  <a:close/>
                  <a:moveTo>
                    <a:pt x="26469" y="628"/>
                  </a:moveTo>
                  <a:lnTo>
                    <a:pt x="26469" y="628"/>
                  </a:lnTo>
                  <a:cubicBezTo>
                    <a:pt x="37495" y="1883"/>
                    <a:pt x="46074" y="11257"/>
                    <a:pt x="46074" y="22598"/>
                  </a:cubicBezTo>
                  <a:lnTo>
                    <a:pt x="46074" y="29879"/>
                  </a:lnTo>
                  <a:lnTo>
                    <a:pt x="31616" y="29879"/>
                  </a:lnTo>
                  <a:lnTo>
                    <a:pt x="31616" y="8411"/>
                  </a:lnTo>
                  <a:lnTo>
                    <a:pt x="31532" y="7114"/>
                  </a:lnTo>
                  <a:cubicBezTo>
                    <a:pt x="31469" y="6675"/>
                    <a:pt x="31365" y="6256"/>
                    <a:pt x="31239" y="5838"/>
                  </a:cubicBezTo>
                  <a:lnTo>
                    <a:pt x="30737" y="4624"/>
                  </a:lnTo>
                  <a:cubicBezTo>
                    <a:pt x="30549" y="4227"/>
                    <a:pt x="30319" y="3850"/>
                    <a:pt x="30067" y="3494"/>
                  </a:cubicBezTo>
                  <a:lnTo>
                    <a:pt x="29231" y="2490"/>
                  </a:lnTo>
                  <a:cubicBezTo>
                    <a:pt x="28917" y="2197"/>
                    <a:pt x="28582" y="1904"/>
                    <a:pt x="28226" y="1632"/>
                  </a:cubicBezTo>
                  <a:lnTo>
                    <a:pt x="27117" y="942"/>
                  </a:lnTo>
                  <a:cubicBezTo>
                    <a:pt x="26908" y="837"/>
                    <a:pt x="26699" y="732"/>
                    <a:pt x="26469" y="628"/>
                  </a:cubicBezTo>
                  <a:close/>
                  <a:moveTo>
                    <a:pt x="22598" y="0"/>
                  </a:moveTo>
                  <a:cubicBezTo>
                    <a:pt x="10378" y="0"/>
                    <a:pt x="419" y="9709"/>
                    <a:pt x="0" y="21823"/>
                  </a:cubicBezTo>
                  <a:lnTo>
                    <a:pt x="0" y="30381"/>
                  </a:lnTo>
                  <a:lnTo>
                    <a:pt x="46597" y="30381"/>
                  </a:lnTo>
                  <a:lnTo>
                    <a:pt x="46597" y="29879"/>
                  </a:lnTo>
                  <a:lnTo>
                    <a:pt x="46576" y="29879"/>
                  </a:lnTo>
                  <a:lnTo>
                    <a:pt x="46576" y="22598"/>
                  </a:lnTo>
                  <a:cubicBezTo>
                    <a:pt x="46576" y="10127"/>
                    <a:pt x="36449" y="0"/>
                    <a:pt x="23979" y="0"/>
                  </a:cubicBezTo>
                  <a:close/>
                </a:path>
              </a:pathLst>
            </a:custGeom>
            <a:solidFill>
              <a:srgbClr val="FFFFFF"/>
            </a:solidFill>
            <a:ln>
              <a:noFill/>
            </a:ln>
          </p:spPr>
          <p:txBody>
            <a:bodyPr anchorCtr="0" anchor="ctr" bIns="145850" lIns="145850" spcFirstLastPara="1" rIns="145850" wrap="square" tIns="145850">
              <a:noAutofit/>
            </a:bodyPr>
            <a:lstStyle/>
            <a:p>
              <a:pPr indent="0" lvl="0" marL="0" rtl="0" algn="l">
                <a:spcBef>
                  <a:spcPts val="0"/>
                </a:spcBef>
                <a:spcAft>
                  <a:spcPts val="0"/>
                </a:spcAft>
                <a:buNone/>
              </a:pPr>
              <a:r>
                <a:t/>
              </a:r>
              <a:endParaRPr/>
            </a:p>
          </p:txBody>
        </p:sp>
        <p:sp>
          <p:nvSpPr>
            <p:cNvPr id="11213" name="Google Shape;11213;p1426"/>
            <p:cNvSpPr/>
            <p:nvPr/>
          </p:nvSpPr>
          <p:spPr>
            <a:xfrm>
              <a:off x="7136048" y="3844121"/>
              <a:ext cx="30808" cy="28838"/>
            </a:xfrm>
            <a:custGeom>
              <a:rect b="b" l="l" r="r" t="t"/>
              <a:pathLst>
                <a:path extrusionOk="0" h="1215" w="1298">
                  <a:moveTo>
                    <a:pt x="942" y="1"/>
                  </a:moveTo>
                  <a:cubicBezTo>
                    <a:pt x="649" y="294"/>
                    <a:pt x="335" y="566"/>
                    <a:pt x="0" y="796"/>
                  </a:cubicBezTo>
                  <a:lnTo>
                    <a:pt x="293" y="1215"/>
                  </a:lnTo>
                  <a:cubicBezTo>
                    <a:pt x="649" y="943"/>
                    <a:pt x="984" y="671"/>
                    <a:pt x="1298" y="357"/>
                  </a:cubicBezTo>
                  <a:lnTo>
                    <a:pt x="942" y="1"/>
                  </a:lnTo>
                  <a:close/>
                </a:path>
              </a:pathLst>
            </a:custGeom>
            <a:solidFill>
              <a:srgbClr val="FFFFFF"/>
            </a:solidFill>
            <a:ln>
              <a:noFill/>
            </a:ln>
          </p:spPr>
          <p:txBody>
            <a:bodyPr anchorCtr="0" anchor="ctr" bIns="145850" lIns="145850" spcFirstLastPara="1" rIns="145850" wrap="square" tIns="145850">
              <a:noAutofit/>
            </a:bodyPr>
            <a:lstStyle/>
            <a:p>
              <a:pPr indent="0" lvl="0" marL="0" rtl="0" algn="l">
                <a:spcBef>
                  <a:spcPts val="0"/>
                </a:spcBef>
                <a:spcAft>
                  <a:spcPts val="0"/>
                </a:spcAft>
                <a:buNone/>
              </a:pPr>
              <a:r>
                <a:t/>
              </a:r>
              <a:endParaRPr/>
            </a:p>
          </p:txBody>
        </p:sp>
        <p:sp>
          <p:nvSpPr>
            <p:cNvPr id="11214" name="Google Shape;11214;p1426"/>
            <p:cNvSpPr/>
            <p:nvPr/>
          </p:nvSpPr>
          <p:spPr>
            <a:xfrm>
              <a:off x="7025800" y="3896267"/>
              <a:ext cx="31306" cy="14431"/>
            </a:xfrm>
            <a:custGeom>
              <a:rect b="b" l="l" r="r" t="t"/>
              <a:pathLst>
                <a:path extrusionOk="0" h="608" w="1319">
                  <a:moveTo>
                    <a:pt x="1235" y="1"/>
                  </a:moveTo>
                  <a:cubicBezTo>
                    <a:pt x="837" y="64"/>
                    <a:pt x="440" y="106"/>
                    <a:pt x="21" y="106"/>
                  </a:cubicBezTo>
                  <a:lnTo>
                    <a:pt x="0" y="608"/>
                  </a:lnTo>
                  <a:lnTo>
                    <a:pt x="21" y="608"/>
                  </a:lnTo>
                  <a:cubicBezTo>
                    <a:pt x="461" y="608"/>
                    <a:pt x="900" y="566"/>
                    <a:pt x="1318" y="503"/>
                  </a:cubicBezTo>
                  <a:lnTo>
                    <a:pt x="1235" y="1"/>
                  </a:lnTo>
                  <a:close/>
                </a:path>
              </a:pathLst>
            </a:custGeom>
            <a:solidFill>
              <a:srgbClr val="FFFFFF"/>
            </a:solidFill>
            <a:ln>
              <a:noFill/>
            </a:ln>
          </p:spPr>
          <p:txBody>
            <a:bodyPr anchorCtr="0" anchor="ctr" bIns="145850" lIns="145850" spcFirstLastPara="1" rIns="145850" wrap="square" tIns="145850">
              <a:noAutofit/>
            </a:bodyPr>
            <a:lstStyle/>
            <a:p>
              <a:pPr indent="0" lvl="0" marL="0" rtl="0" algn="l">
                <a:spcBef>
                  <a:spcPts val="0"/>
                </a:spcBef>
                <a:spcAft>
                  <a:spcPts val="0"/>
                </a:spcAft>
                <a:buNone/>
              </a:pPr>
              <a:r>
                <a:t/>
              </a:r>
              <a:endParaRPr/>
            </a:p>
          </p:txBody>
        </p:sp>
        <p:sp>
          <p:nvSpPr>
            <p:cNvPr id="11215" name="Google Shape;11215;p1426"/>
            <p:cNvSpPr/>
            <p:nvPr/>
          </p:nvSpPr>
          <p:spPr>
            <a:xfrm>
              <a:off x="7083902" y="3878394"/>
              <a:ext cx="32303" cy="22382"/>
            </a:xfrm>
            <a:custGeom>
              <a:rect b="b" l="l" r="r" t="t"/>
              <a:pathLst>
                <a:path extrusionOk="0" h="943" w="1361">
                  <a:moveTo>
                    <a:pt x="1151" y="1"/>
                  </a:moveTo>
                  <a:cubicBezTo>
                    <a:pt x="775" y="189"/>
                    <a:pt x="398" y="335"/>
                    <a:pt x="0" y="461"/>
                  </a:cubicBezTo>
                  <a:lnTo>
                    <a:pt x="147" y="942"/>
                  </a:lnTo>
                  <a:cubicBezTo>
                    <a:pt x="565" y="817"/>
                    <a:pt x="984" y="649"/>
                    <a:pt x="1360" y="440"/>
                  </a:cubicBezTo>
                  <a:lnTo>
                    <a:pt x="1151" y="1"/>
                  </a:lnTo>
                  <a:close/>
                </a:path>
              </a:pathLst>
            </a:custGeom>
            <a:solidFill>
              <a:srgbClr val="FFFFFF"/>
            </a:solidFill>
            <a:ln>
              <a:noFill/>
            </a:ln>
          </p:spPr>
          <p:txBody>
            <a:bodyPr anchorCtr="0" anchor="ctr" bIns="145850" lIns="145850" spcFirstLastPara="1" rIns="145850" wrap="square" tIns="145850">
              <a:noAutofit/>
            </a:bodyPr>
            <a:lstStyle/>
            <a:p>
              <a:pPr indent="0" lvl="0" marL="0" rtl="0" algn="l">
                <a:spcBef>
                  <a:spcPts val="0"/>
                </a:spcBef>
                <a:spcAft>
                  <a:spcPts val="0"/>
                </a:spcAft>
                <a:buNone/>
              </a:pPr>
              <a:r>
                <a:t/>
              </a:r>
              <a:endParaRPr/>
            </a:p>
          </p:txBody>
        </p:sp>
        <p:sp>
          <p:nvSpPr>
            <p:cNvPr id="11216" name="Google Shape;11216;p1426"/>
            <p:cNvSpPr/>
            <p:nvPr/>
          </p:nvSpPr>
          <p:spPr>
            <a:xfrm>
              <a:off x="6864903" y="3821289"/>
              <a:ext cx="28814" cy="30808"/>
            </a:xfrm>
            <a:custGeom>
              <a:rect b="b" l="l" r="r" t="t"/>
              <a:pathLst>
                <a:path extrusionOk="0" h="1298" w="1214">
                  <a:moveTo>
                    <a:pt x="398" y="1"/>
                  </a:moveTo>
                  <a:lnTo>
                    <a:pt x="0" y="293"/>
                  </a:lnTo>
                  <a:cubicBezTo>
                    <a:pt x="251" y="649"/>
                    <a:pt x="544" y="984"/>
                    <a:pt x="858" y="1298"/>
                  </a:cubicBezTo>
                  <a:lnTo>
                    <a:pt x="1214" y="942"/>
                  </a:lnTo>
                  <a:cubicBezTo>
                    <a:pt x="921" y="649"/>
                    <a:pt x="649" y="335"/>
                    <a:pt x="398" y="1"/>
                  </a:cubicBezTo>
                  <a:close/>
                </a:path>
              </a:pathLst>
            </a:custGeom>
            <a:solidFill>
              <a:srgbClr val="FFFFFF"/>
            </a:solidFill>
            <a:ln>
              <a:noFill/>
            </a:ln>
          </p:spPr>
          <p:txBody>
            <a:bodyPr anchorCtr="0" anchor="ctr" bIns="145850" lIns="145850" spcFirstLastPara="1" rIns="145850" wrap="square" tIns="145850">
              <a:noAutofit/>
            </a:bodyPr>
            <a:lstStyle/>
            <a:p>
              <a:pPr indent="0" lvl="0" marL="0" rtl="0" algn="l">
                <a:spcBef>
                  <a:spcPts val="0"/>
                </a:spcBef>
                <a:spcAft>
                  <a:spcPts val="0"/>
                </a:spcAft>
                <a:buNone/>
              </a:pPr>
              <a:r>
                <a:t/>
              </a:r>
              <a:endParaRPr/>
            </a:p>
          </p:txBody>
        </p:sp>
        <p:sp>
          <p:nvSpPr>
            <p:cNvPr id="11217" name="Google Shape;11217;p1426"/>
            <p:cNvSpPr/>
            <p:nvPr/>
          </p:nvSpPr>
          <p:spPr>
            <a:xfrm>
              <a:off x="7177749" y="3796462"/>
              <a:ext cx="25847" cy="32303"/>
            </a:xfrm>
            <a:custGeom>
              <a:rect b="b" l="l" r="r" t="t"/>
              <a:pathLst>
                <a:path extrusionOk="0" h="1361" w="1089">
                  <a:moveTo>
                    <a:pt x="650" y="0"/>
                  </a:moveTo>
                  <a:cubicBezTo>
                    <a:pt x="461" y="377"/>
                    <a:pt x="231" y="733"/>
                    <a:pt x="1" y="1067"/>
                  </a:cubicBezTo>
                  <a:lnTo>
                    <a:pt x="398" y="1360"/>
                  </a:lnTo>
                  <a:cubicBezTo>
                    <a:pt x="670" y="1005"/>
                    <a:pt x="901" y="628"/>
                    <a:pt x="1089" y="230"/>
                  </a:cubicBezTo>
                  <a:lnTo>
                    <a:pt x="650" y="0"/>
                  </a:lnTo>
                  <a:close/>
                </a:path>
              </a:pathLst>
            </a:custGeom>
            <a:solidFill>
              <a:srgbClr val="FFFFFF"/>
            </a:solidFill>
            <a:ln>
              <a:noFill/>
            </a:ln>
          </p:spPr>
          <p:txBody>
            <a:bodyPr anchorCtr="0" anchor="ctr" bIns="145850" lIns="145850" spcFirstLastPara="1" rIns="145850" wrap="square" tIns="145850">
              <a:noAutofit/>
            </a:bodyPr>
            <a:lstStyle/>
            <a:p>
              <a:pPr indent="0" lvl="0" marL="0" rtl="0" algn="l">
                <a:spcBef>
                  <a:spcPts val="0"/>
                </a:spcBef>
                <a:spcAft>
                  <a:spcPts val="0"/>
                </a:spcAft>
                <a:buNone/>
              </a:pPr>
              <a:r>
                <a:t/>
              </a:r>
              <a:endParaRPr/>
            </a:p>
          </p:txBody>
        </p:sp>
        <p:sp>
          <p:nvSpPr>
            <p:cNvPr id="11218" name="Google Shape;11218;p1426"/>
            <p:cNvSpPr/>
            <p:nvPr/>
          </p:nvSpPr>
          <p:spPr>
            <a:xfrm>
              <a:off x="6964209" y="3889336"/>
              <a:ext cx="32303" cy="18893"/>
            </a:xfrm>
            <a:custGeom>
              <a:rect b="b" l="l" r="r" t="t"/>
              <a:pathLst>
                <a:path extrusionOk="0" h="796" w="1361">
                  <a:moveTo>
                    <a:pt x="168" y="0"/>
                  </a:moveTo>
                  <a:lnTo>
                    <a:pt x="1" y="481"/>
                  </a:lnTo>
                  <a:cubicBezTo>
                    <a:pt x="419" y="607"/>
                    <a:pt x="859" y="711"/>
                    <a:pt x="1277" y="795"/>
                  </a:cubicBezTo>
                  <a:lnTo>
                    <a:pt x="1361" y="293"/>
                  </a:lnTo>
                  <a:cubicBezTo>
                    <a:pt x="963" y="230"/>
                    <a:pt x="545" y="126"/>
                    <a:pt x="168" y="0"/>
                  </a:cubicBezTo>
                  <a:close/>
                </a:path>
              </a:pathLst>
            </a:custGeom>
            <a:solidFill>
              <a:srgbClr val="FFFFFF"/>
            </a:solidFill>
            <a:ln>
              <a:noFill/>
            </a:ln>
          </p:spPr>
          <p:txBody>
            <a:bodyPr anchorCtr="0" anchor="ctr" bIns="145850" lIns="145850" spcFirstLastPara="1" rIns="145850" wrap="square" tIns="145850">
              <a:noAutofit/>
            </a:bodyPr>
            <a:lstStyle/>
            <a:p>
              <a:pPr indent="0" lvl="0" marL="0" rtl="0" algn="l">
                <a:spcBef>
                  <a:spcPts val="0"/>
                </a:spcBef>
                <a:spcAft>
                  <a:spcPts val="0"/>
                </a:spcAft>
                <a:buNone/>
              </a:pPr>
              <a:r>
                <a:t/>
              </a:r>
              <a:endParaRPr/>
            </a:p>
          </p:txBody>
        </p:sp>
        <p:sp>
          <p:nvSpPr>
            <p:cNvPr id="11219" name="Google Shape;11219;p1426"/>
            <p:cNvSpPr/>
            <p:nvPr/>
          </p:nvSpPr>
          <p:spPr>
            <a:xfrm>
              <a:off x="6908598" y="3862516"/>
              <a:ext cx="32303" cy="26346"/>
            </a:xfrm>
            <a:custGeom>
              <a:rect b="b" l="l" r="r" t="t"/>
              <a:pathLst>
                <a:path extrusionOk="0" h="1110" w="1361">
                  <a:moveTo>
                    <a:pt x="314" y="0"/>
                  </a:moveTo>
                  <a:lnTo>
                    <a:pt x="0" y="419"/>
                  </a:lnTo>
                  <a:cubicBezTo>
                    <a:pt x="356" y="670"/>
                    <a:pt x="733" y="900"/>
                    <a:pt x="1130" y="1109"/>
                  </a:cubicBezTo>
                  <a:lnTo>
                    <a:pt x="1360" y="649"/>
                  </a:lnTo>
                  <a:cubicBezTo>
                    <a:pt x="1005" y="460"/>
                    <a:pt x="649" y="251"/>
                    <a:pt x="314" y="0"/>
                  </a:cubicBezTo>
                  <a:close/>
                </a:path>
              </a:pathLst>
            </a:custGeom>
            <a:solidFill>
              <a:srgbClr val="FFFFFF"/>
            </a:solidFill>
            <a:ln>
              <a:noFill/>
            </a:ln>
          </p:spPr>
          <p:txBody>
            <a:bodyPr anchorCtr="0" anchor="ctr" bIns="145850" lIns="145850" spcFirstLastPara="1" rIns="145850" wrap="square" tIns="145850">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23" name="Shape 11223"/>
        <p:cNvGrpSpPr/>
        <p:nvPr/>
      </p:nvGrpSpPr>
      <p:grpSpPr>
        <a:xfrm>
          <a:off x="0" y="0"/>
          <a:ext cx="0" cy="0"/>
          <a:chOff x="0" y="0"/>
          <a:chExt cx="0" cy="0"/>
        </a:xfrm>
      </p:grpSpPr>
      <p:sp>
        <p:nvSpPr>
          <p:cNvPr id="11224" name="Google Shape;11224;p1427"/>
          <p:cNvSpPr txBox="1"/>
          <p:nvPr>
            <p:ph type="title"/>
          </p:nvPr>
        </p:nvSpPr>
        <p:spPr>
          <a:xfrm>
            <a:off x="1131175" y="2463675"/>
            <a:ext cx="5351100" cy="126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Methods</a:t>
            </a:r>
            <a:endParaRPr/>
          </a:p>
        </p:txBody>
      </p:sp>
      <p:sp>
        <p:nvSpPr>
          <p:cNvPr id="11225" name="Google Shape;11225;p1427"/>
          <p:cNvSpPr txBox="1"/>
          <p:nvPr>
            <p:ph idx="2" type="title"/>
          </p:nvPr>
        </p:nvSpPr>
        <p:spPr>
          <a:xfrm>
            <a:off x="1131163" y="968025"/>
            <a:ext cx="2150400" cy="166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grpSp>
        <p:nvGrpSpPr>
          <p:cNvPr id="11226" name="Google Shape;11226;p1427"/>
          <p:cNvGrpSpPr/>
          <p:nvPr/>
        </p:nvGrpSpPr>
        <p:grpSpPr>
          <a:xfrm flipH="1" rot="10800000">
            <a:off x="6455482" y="547358"/>
            <a:ext cx="1729168" cy="4048595"/>
            <a:chOff x="6278575" y="1116825"/>
            <a:chExt cx="1483500" cy="3473400"/>
          </a:xfrm>
        </p:grpSpPr>
        <p:cxnSp>
          <p:nvCxnSpPr>
            <p:cNvPr id="11227" name="Google Shape;11227;p1427"/>
            <p:cNvCxnSpPr/>
            <p:nvPr/>
          </p:nvCxnSpPr>
          <p:spPr>
            <a:xfrm>
              <a:off x="7020425" y="1116825"/>
              <a:ext cx="0" cy="3473400"/>
            </a:xfrm>
            <a:prstGeom prst="straightConnector1">
              <a:avLst/>
            </a:prstGeom>
            <a:noFill/>
            <a:ln cap="flat" cmpd="sng" w="38100">
              <a:solidFill>
                <a:schemeClr val="accent3"/>
              </a:solidFill>
              <a:prstDash val="dash"/>
              <a:round/>
              <a:headEnd len="med" w="med" type="none"/>
              <a:tailEnd len="med" w="med" type="none"/>
            </a:ln>
          </p:spPr>
        </p:cxnSp>
        <p:sp>
          <p:nvSpPr>
            <p:cNvPr id="11228" name="Google Shape;11228;p1427"/>
            <p:cNvSpPr/>
            <p:nvPr/>
          </p:nvSpPr>
          <p:spPr>
            <a:xfrm>
              <a:off x="6278575" y="2515700"/>
              <a:ext cx="1483500" cy="1483500"/>
            </a:xfrm>
            <a:prstGeom prst="ellipse">
              <a:avLst/>
            </a:prstGeom>
            <a:noFill/>
            <a:ln cap="flat" cmpd="sng" w="38100">
              <a:solidFill>
                <a:schemeClr val="accent3"/>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1427"/>
          <p:cNvGrpSpPr/>
          <p:nvPr/>
        </p:nvGrpSpPr>
        <p:grpSpPr>
          <a:xfrm flipH="1" rot="-9480232">
            <a:off x="3601486" y="979021"/>
            <a:ext cx="2244356" cy="984484"/>
            <a:chOff x="5239200" y="504175"/>
            <a:chExt cx="2244620" cy="984600"/>
          </a:xfrm>
        </p:grpSpPr>
        <p:sp>
          <p:nvSpPr>
            <p:cNvPr id="11230" name="Google Shape;11230;p1427"/>
            <p:cNvSpPr/>
            <p:nvPr/>
          </p:nvSpPr>
          <p:spPr>
            <a:xfrm>
              <a:off x="5239200" y="684775"/>
              <a:ext cx="485400" cy="4854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1" name="Google Shape;11231;p1427"/>
            <p:cNvGrpSpPr/>
            <p:nvPr/>
          </p:nvGrpSpPr>
          <p:grpSpPr>
            <a:xfrm>
              <a:off x="7083744" y="860634"/>
              <a:ext cx="400076" cy="400103"/>
              <a:chOff x="3365800" y="1183425"/>
              <a:chExt cx="261300" cy="261300"/>
            </a:xfrm>
          </p:grpSpPr>
          <p:cxnSp>
            <p:nvCxnSpPr>
              <p:cNvPr id="11232" name="Google Shape;11232;p1427"/>
              <p:cNvCxnSpPr/>
              <p:nvPr/>
            </p:nvCxnSpPr>
            <p:spPr>
              <a:xfrm>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cxnSp>
            <p:nvCxnSpPr>
              <p:cNvPr id="11233" name="Google Shape;11233;p1427"/>
              <p:cNvCxnSpPr/>
              <p:nvPr/>
            </p:nvCxnSpPr>
            <p:spPr>
              <a:xfrm flipH="1">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grpSp>
        <p:cxnSp>
          <p:nvCxnSpPr>
            <p:cNvPr id="11234" name="Google Shape;11234;p1427"/>
            <p:cNvCxnSpPr>
              <a:stCxn id="11230" idx="6"/>
            </p:cNvCxnSpPr>
            <p:nvPr/>
          </p:nvCxnSpPr>
          <p:spPr>
            <a:xfrm flipH="1" rot="-9480029">
              <a:off x="5755548" y="768208"/>
              <a:ext cx="1498403" cy="456535"/>
            </a:xfrm>
            <a:prstGeom prst="straightConnector1">
              <a:avLst/>
            </a:prstGeom>
            <a:noFill/>
            <a:ln cap="flat" cmpd="sng" w="38100">
              <a:solidFill>
                <a:schemeClr val="accent1"/>
              </a:solidFill>
              <a:prstDash val="dash"/>
              <a:round/>
              <a:headEnd len="med" w="med" type="none"/>
              <a:tailEnd len="med" w="med" type="none"/>
            </a:ln>
          </p:spPr>
        </p:cxnSp>
      </p:grpSp>
      <p:grpSp>
        <p:nvGrpSpPr>
          <p:cNvPr id="11235" name="Google Shape;11235;p1427"/>
          <p:cNvGrpSpPr/>
          <p:nvPr/>
        </p:nvGrpSpPr>
        <p:grpSpPr>
          <a:xfrm rot="-149976">
            <a:off x="5755934" y="3749645"/>
            <a:ext cx="989601" cy="867440"/>
            <a:chOff x="4125907" y="2536552"/>
            <a:chExt cx="688338" cy="603366"/>
          </a:xfrm>
        </p:grpSpPr>
        <p:sp>
          <p:nvSpPr>
            <p:cNvPr id="11236" name="Google Shape;11236;p1427"/>
            <p:cNvSpPr/>
            <p:nvPr/>
          </p:nvSpPr>
          <p:spPr>
            <a:xfrm>
              <a:off x="4186003" y="2936340"/>
              <a:ext cx="70042" cy="63088"/>
            </a:xfrm>
            <a:custGeom>
              <a:rect b="b" l="l" r="r" t="t"/>
              <a:pathLst>
                <a:path extrusionOk="0" h="2658" w="2951">
                  <a:moveTo>
                    <a:pt x="335" y="0"/>
                  </a:moveTo>
                  <a:cubicBezTo>
                    <a:pt x="273" y="84"/>
                    <a:pt x="189" y="168"/>
                    <a:pt x="126" y="272"/>
                  </a:cubicBezTo>
                  <a:cubicBezTo>
                    <a:pt x="84" y="314"/>
                    <a:pt x="42" y="377"/>
                    <a:pt x="1" y="440"/>
                  </a:cubicBezTo>
                  <a:cubicBezTo>
                    <a:pt x="1089" y="921"/>
                    <a:pt x="2156" y="1674"/>
                    <a:pt x="2721" y="2658"/>
                  </a:cubicBezTo>
                  <a:cubicBezTo>
                    <a:pt x="2742" y="2637"/>
                    <a:pt x="2742" y="2595"/>
                    <a:pt x="2763" y="2553"/>
                  </a:cubicBezTo>
                  <a:cubicBezTo>
                    <a:pt x="2763" y="2532"/>
                    <a:pt x="2783" y="2511"/>
                    <a:pt x="2783" y="2490"/>
                  </a:cubicBezTo>
                  <a:cubicBezTo>
                    <a:pt x="2804" y="2469"/>
                    <a:pt x="2804" y="2448"/>
                    <a:pt x="2804" y="2427"/>
                  </a:cubicBezTo>
                  <a:cubicBezTo>
                    <a:pt x="2804" y="2427"/>
                    <a:pt x="2804" y="2427"/>
                    <a:pt x="2804" y="2407"/>
                  </a:cubicBezTo>
                  <a:cubicBezTo>
                    <a:pt x="2825" y="2407"/>
                    <a:pt x="2825" y="2386"/>
                    <a:pt x="2825" y="2365"/>
                  </a:cubicBezTo>
                  <a:cubicBezTo>
                    <a:pt x="2825" y="2365"/>
                    <a:pt x="2825" y="2344"/>
                    <a:pt x="2825" y="2344"/>
                  </a:cubicBezTo>
                  <a:cubicBezTo>
                    <a:pt x="2846" y="2323"/>
                    <a:pt x="2846" y="2323"/>
                    <a:pt x="2846" y="2302"/>
                  </a:cubicBezTo>
                  <a:cubicBezTo>
                    <a:pt x="2846" y="2281"/>
                    <a:pt x="2846" y="2281"/>
                    <a:pt x="2846" y="2260"/>
                  </a:cubicBezTo>
                  <a:cubicBezTo>
                    <a:pt x="2867" y="2260"/>
                    <a:pt x="2867" y="2239"/>
                    <a:pt x="2867" y="2239"/>
                  </a:cubicBezTo>
                  <a:cubicBezTo>
                    <a:pt x="2867" y="2218"/>
                    <a:pt x="2867" y="2197"/>
                    <a:pt x="2888" y="2176"/>
                  </a:cubicBezTo>
                  <a:cubicBezTo>
                    <a:pt x="2888" y="2155"/>
                    <a:pt x="2888" y="2134"/>
                    <a:pt x="2888" y="2114"/>
                  </a:cubicBezTo>
                  <a:cubicBezTo>
                    <a:pt x="2888" y="2093"/>
                    <a:pt x="2888" y="2093"/>
                    <a:pt x="2909" y="2093"/>
                  </a:cubicBezTo>
                  <a:cubicBezTo>
                    <a:pt x="2909" y="2072"/>
                    <a:pt x="2909" y="2051"/>
                    <a:pt x="2909" y="2051"/>
                  </a:cubicBezTo>
                  <a:cubicBezTo>
                    <a:pt x="2909" y="2030"/>
                    <a:pt x="2909" y="2030"/>
                    <a:pt x="2909" y="2030"/>
                  </a:cubicBezTo>
                  <a:cubicBezTo>
                    <a:pt x="2909" y="2009"/>
                    <a:pt x="2909" y="1988"/>
                    <a:pt x="2930" y="1967"/>
                  </a:cubicBezTo>
                  <a:cubicBezTo>
                    <a:pt x="2930" y="1946"/>
                    <a:pt x="2930" y="1925"/>
                    <a:pt x="2930" y="1904"/>
                  </a:cubicBezTo>
                  <a:cubicBezTo>
                    <a:pt x="2930" y="1883"/>
                    <a:pt x="2930" y="1883"/>
                    <a:pt x="2930" y="1883"/>
                  </a:cubicBezTo>
                  <a:cubicBezTo>
                    <a:pt x="2930" y="1862"/>
                    <a:pt x="2930" y="1842"/>
                    <a:pt x="2930" y="1842"/>
                  </a:cubicBezTo>
                  <a:cubicBezTo>
                    <a:pt x="2930" y="1821"/>
                    <a:pt x="2930" y="1821"/>
                    <a:pt x="2951" y="1821"/>
                  </a:cubicBezTo>
                  <a:cubicBezTo>
                    <a:pt x="2951" y="1800"/>
                    <a:pt x="2951" y="1779"/>
                    <a:pt x="2951" y="1779"/>
                  </a:cubicBezTo>
                  <a:cubicBezTo>
                    <a:pt x="2951" y="1758"/>
                    <a:pt x="2951" y="1758"/>
                    <a:pt x="2951" y="1737"/>
                  </a:cubicBezTo>
                  <a:cubicBezTo>
                    <a:pt x="2951" y="1737"/>
                    <a:pt x="2951" y="1716"/>
                    <a:pt x="2951" y="1695"/>
                  </a:cubicBezTo>
                  <a:cubicBezTo>
                    <a:pt x="2951" y="1695"/>
                    <a:pt x="2951" y="1695"/>
                    <a:pt x="2951" y="1674"/>
                  </a:cubicBezTo>
                  <a:cubicBezTo>
                    <a:pt x="2951" y="1674"/>
                    <a:pt x="2951" y="1653"/>
                    <a:pt x="2951" y="1632"/>
                  </a:cubicBezTo>
                  <a:lnTo>
                    <a:pt x="2951" y="1611"/>
                  </a:lnTo>
                  <a:cubicBezTo>
                    <a:pt x="2951" y="1590"/>
                    <a:pt x="2951" y="1570"/>
                    <a:pt x="2951" y="1570"/>
                  </a:cubicBezTo>
                  <a:cubicBezTo>
                    <a:pt x="2951" y="1549"/>
                    <a:pt x="2951" y="1549"/>
                    <a:pt x="2951" y="1528"/>
                  </a:cubicBezTo>
                  <a:cubicBezTo>
                    <a:pt x="2951" y="1528"/>
                    <a:pt x="2951" y="1507"/>
                    <a:pt x="2951" y="1507"/>
                  </a:cubicBezTo>
                  <a:cubicBezTo>
                    <a:pt x="2951" y="1486"/>
                    <a:pt x="2951" y="1486"/>
                    <a:pt x="2951" y="1465"/>
                  </a:cubicBezTo>
                  <a:cubicBezTo>
                    <a:pt x="2951" y="1465"/>
                    <a:pt x="2951" y="1444"/>
                    <a:pt x="2951" y="1423"/>
                  </a:cubicBezTo>
                  <a:cubicBezTo>
                    <a:pt x="2951" y="1423"/>
                    <a:pt x="2951" y="1402"/>
                    <a:pt x="2951" y="1402"/>
                  </a:cubicBezTo>
                  <a:cubicBezTo>
                    <a:pt x="2951" y="1381"/>
                    <a:pt x="2951" y="1381"/>
                    <a:pt x="2951" y="1360"/>
                  </a:cubicBezTo>
                  <a:cubicBezTo>
                    <a:pt x="2951" y="1339"/>
                    <a:pt x="2951" y="1339"/>
                    <a:pt x="2951" y="1339"/>
                  </a:cubicBezTo>
                  <a:cubicBezTo>
                    <a:pt x="2951" y="1318"/>
                    <a:pt x="2951" y="1298"/>
                    <a:pt x="2951" y="1298"/>
                  </a:cubicBezTo>
                  <a:cubicBezTo>
                    <a:pt x="2951" y="1277"/>
                    <a:pt x="2930" y="1277"/>
                    <a:pt x="2930" y="1277"/>
                  </a:cubicBezTo>
                  <a:cubicBezTo>
                    <a:pt x="2930" y="1256"/>
                    <a:pt x="2930" y="1256"/>
                    <a:pt x="2930" y="1235"/>
                  </a:cubicBezTo>
                  <a:cubicBezTo>
                    <a:pt x="2930" y="1235"/>
                    <a:pt x="2930" y="1214"/>
                    <a:pt x="2930" y="1214"/>
                  </a:cubicBezTo>
                  <a:cubicBezTo>
                    <a:pt x="2930" y="1193"/>
                    <a:pt x="2930" y="1172"/>
                    <a:pt x="2930" y="1151"/>
                  </a:cubicBezTo>
                  <a:cubicBezTo>
                    <a:pt x="2930" y="1151"/>
                    <a:pt x="2930" y="1130"/>
                    <a:pt x="2930" y="1130"/>
                  </a:cubicBezTo>
                  <a:cubicBezTo>
                    <a:pt x="2909" y="1109"/>
                    <a:pt x="2909" y="1109"/>
                    <a:pt x="2909" y="1088"/>
                  </a:cubicBezTo>
                  <a:cubicBezTo>
                    <a:pt x="2909" y="1088"/>
                    <a:pt x="2909" y="1067"/>
                    <a:pt x="2909" y="1067"/>
                  </a:cubicBezTo>
                  <a:cubicBezTo>
                    <a:pt x="2909" y="1046"/>
                    <a:pt x="2909" y="1046"/>
                    <a:pt x="2909" y="1026"/>
                  </a:cubicBezTo>
                  <a:cubicBezTo>
                    <a:pt x="2909" y="1026"/>
                    <a:pt x="2909" y="1005"/>
                    <a:pt x="2909" y="1005"/>
                  </a:cubicBezTo>
                  <a:cubicBezTo>
                    <a:pt x="2888" y="984"/>
                    <a:pt x="2888" y="984"/>
                    <a:pt x="2888" y="984"/>
                  </a:cubicBezTo>
                  <a:cubicBezTo>
                    <a:pt x="2888" y="963"/>
                    <a:pt x="2888" y="942"/>
                    <a:pt x="2888" y="921"/>
                  </a:cubicBezTo>
                  <a:cubicBezTo>
                    <a:pt x="2867" y="900"/>
                    <a:pt x="2867" y="900"/>
                    <a:pt x="2867" y="900"/>
                  </a:cubicBezTo>
                  <a:cubicBezTo>
                    <a:pt x="2867" y="879"/>
                    <a:pt x="2867" y="879"/>
                    <a:pt x="2867" y="858"/>
                  </a:cubicBezTo>
                  <a:cubicBezTo>
                    <a:pt x="2867" y="858"/>
                    <a:pt x="2867" y="837"/>
                    <a:pt x="2867" y="837"/>
                  </a:cubicBezTo>
                  <a:cubicBezTo>
                    <a:pt x="2867" y="816"/>
                    <a:pt x="2846" y="816"/>
                    <a:pt x="2846" y="795"/>
                  </a:cubicBezTo>
                  <a:cubicBezTo>
                    <a:pt x="2846" y="795"/>
                    <a:pt x="2846" y="795"/>
                    <a:pt x="2846" y="774"/>
                  </a:cubicBezTo>
                  <a:cubicBezTo>
                    <a:pt x="2846" y="774"/>
                    <a:pt x="2846" y="754"/>
                    <a:pt x="2825" y="754"/>
                  </a:cubicBezTo>
                  <a:cubicBezTo>
                    <a:pt x="2825" y="733"/>
                    <a:pt x="2825" y="733"/>
                    <a:pt x="2825" y="733"/>
                  </a:cubicBezTo>
                  <a:cubicBezTo>
                    <a:pt x="2825" y="712"/>
                    <a:pt x="2804" y="691"/>
                    <a:pt x="2804" y="649"/>
                  </a:cubicBezTo>
                  <a:cubicBezTo>
                    <a:pt x="2804" y="628"/>
                    <a:pt x="2783" y="628"/>
                    <a:pt x="2783" y="607"/>
                  </a:cubicBezTo>
                  <a:cubicBezTo>
                    <a:pt x="2783" y="607"/>
                    <a:pt x="2783" y="586"/>
                    <a:pt x="2783" y="586"/>
                  </a:cubicBezTo>
                  <a:cubicBezTo>
                    <a:pt x="2783" y="586"/>
                    <a:pt x="2763" y="565"/>
                    <a:pt x="2763" y="544"/>
                  </a:cubicBezTo>
                  <a:cubicBezTo>
                    <a:pt x="2763" y="523"/>
                    <a:pt x="2742" y="502"/>
                    <a:pt x="2742" y="502"/>
                  </a:cubicBezTo>
                  <a:cubicBezTo>
                    <a:pt x="2470" y="398"/>
                    <a:pt x="2156" y="356"/>
                    <a:pt x="1821" y="335"/>
                  </a:cubicBezTo>
                  <a:cubicBezTo>
                    <a:pt x="1361" y="293"/>
                    <a:pt x="838" y="230"/>
                    <a:pt x="335" y="0"/>
                  </a:cubicBezTo>
                  <a:close/>
                </a:path>
              </a:pathLst>
            </a:custGeom>
            <a:solidFill>
              <a:srgbClr val="E95E24"/>
            </a:solidFill>
            <a:ln>
              <a:noFill/>
            </a:ln>
          </p:spPr>
          <p:txBody>
            <a:bodyPr anchorCtr="0" anchor="ctr" bIns="136575" lIns="136575" spcFirstLastPara="1" rIns="136575" wrap="square" tIns="136575">
              <a:noAutofit/>
            </a:bodyPr>
            <a:lstStyle/>
            <a:p>
              <a:pPr indent="0" lvl="0" marL="0" rtl="0" algn="l">
                <a:spcBef>
                  <a:spcPts val="0"/>
                </a:spcBef>
                <a:spcAft>
                  <a:spcPts val="0"/>
                </a:spcAft>
                <a:buNone/>
              </a:pPr>
              <a:r>
                <a:t/>
              </a:r>
              <a:endParaRPr/>
            </a:p>
          </p:txBody>
        </p:sp>
        <p:sp>
          <p:nvSpPr>
            <p:cNvPr id="11237" name="Google Shape;11237;p1427"/>
            <p:cNvSpPr/>
            <p:nvPr/>
          </p:nvSpPr>
          <p:spPr>
            <a:xfrm>
              <a:off x="4126405" y="2961237"/>
              <a:ext cx="45215" cy="65509"/>
            </a:xfrm>
            <a:custGeom>
              <a:rect b="b" l="l" r="r" t="t"/>
              <a:pathLst>
                <a:path extrusionOk="0" h="2760" w="1905">
                  <a:moveTo>
                    <a:pt x="1499" y="1"/>
                  </a:moveTo>
                  <a:cubicBezTo>
                    <a:pt x="1180" y="1"/>
                    <a:pt x="873" y="141"/>
                    <a:pt x="608" y="332"/>
                  </a:cubicBezTo>
                  <a:cubicBezTo>
                    <a:pt x="377" y="500"/>
                    <a:pt x="168" y="688"/>
                    <a:pt x="1" y="876"/>
                  </a:cubicBezTo>
                  <a:cubicBezTo>
                    <a:pt x="22" y="1023"/>
                    <a:pt x="64" y="1169"/>
                    <a:pt x="105" y="1295"/>
                  </a:cubicBezTo>
                  <a:cubicBezTo>
                    <a:pt x="105" y="1295"/>
                    <a:pt x="105" y="1295"/>
                    <a:pt x="105" y="1316"/>
                  </a:cubicBezTo>
                  <a:cubicBezTo>
                    <a:pt x="105" y="1316"/>
                    <a:pt x="105" y="1337"/>
                    <a:pt x="126" y="1358"/>
                  </a:cubicBezTo>
                  <a:cubicBezTo>
                    <a:pt x="126" y="1378"/>
                    <a:pt x="126" y="1378"/>
                    <a:pt x="126" y="1378"/>
                  </a:cubicBezTo>
                  <a:cubicBezTo>
                    <a:pt x="126" y="1399"/>
                    <a:pt x="126" y="1420"/>
                    <a:pt x="147" y="1420"/>
                  </a:cubicBezTo>
                  <a:cubicBezTo>
                    <a:pt x="147" y="1441"/>
                    <a:pt x="147" y="1441"/>
                    <a:pt x="147" y="1441"/>
                  </a:cubicBezTo>
                  <a:cubicBezTo>
                    <a:pt x="147" y="1462"/>
                    <a:pt x="168" y="1483"/>
                    <a:pt x="168" y="1504"/>
                  </a:cubicBezTo>
                  <a:cubicBezTo>
                    <a:pt x="168" y="1525"/>
                    <a:pt x="189" y="1546"/>
                    <a:pt x="189" y="1567"/>
                  </a:cubicBezTo>
                  <a:cubicBezTo>
                    <a:pt x="210" y="1588"/>
                    <a:pt x="210" y="1609"/>
                    <a:pt x="210" y="1630"/>
                  </a:cubicBezTo>
                  <a:lnTo>
                    <a:pt x="231" y="1630"/>
                  </a:lnTo>
                  <a:cubicBezTo>
                    <a:pt x="231" y="1650"/>
                    <a:pt x="231" y="1671"/>
                    <a:pt x="252" y="1692"/>
                  </a:cubicBezTo>
                  <a:cubicBezTo>
                    <a:pt x="273" y="1713"/>
                    <a:pt x="273" y="1734"/>
                    <a:pt x="273" y="1755"/>
                  </a:cubicBezTo>
                  <a:lnTo>
                    <a:pt x="294" y="1755"/>
                  </a:lnTo>
                  <a:cubicBezTo>
                    <a:pt x="294" y="1776"/>
                    <a:pt x="294" y="1797"/>
                    <a:pt x="315" y="1818"/>
                  </a:cubicBezTo>
                  <a:cubicBezTo>
                    <a:pt x="336" y="1839"/>
                    <a:pt x="336" y="1860"/>
                    <a:pt x="356" y="1881"/>
                  </a:cubicBezTo>
                  <a:cubicBezTo>
                    <a:pt x="356" y="1902"/>
                    <a:pt x="377" y="1922"/>
                    <a:pt x="377" y="1943"/>
                  </a:cubicBezTo>
                  <a:cubicBezTo>
                    <a:pt x="440" y="2027"/>
                    <a:pt x="482" y="2090"/>
                    <a:pt x="545" y="2174"/>
                  </a:cubicBezTo>
                  <a:cubicBezTo>
                    <a:pt x="566" y="2194"/>
                    <a:pt x="566" y="2215"/>
                    <a:pt x="587" y="2215"/>
                  </a:cubicBezTo>
                  <a:cubicBezTo>
                    <a:pt x="587" y="2236"/>
                    <a:pt x="587" y="2236"/>
                    <a:pt x="587" y="2236"/>
                  </a:cubicBezTo>
                  <a:cubicBezTo>
                    <a:pt x="608" y="2257"/>
                    <a:pt x="628" y="2257"/>
                    <a:pt x="628" y="2278"/>
                  </a:cubicBezTo>
                  <a:lnTo>
                    <a:pt x="649" y="2278"/>
                  </a:lnTo>
                  <a:cubicBezTo>
                    <a:pt x="649" y="2299"/>
                    <a:pt x="670" y="2320"/>
                    <a:pt x="670" y="2320"/>
                  </a:cubicBezTo>
                  <a:cubicBezTo>
                    <a:pt x="691" y="2341"/>
                    <a:pt x="691" y="2341"/>
                    <a:pt x="691" y="2341"/>
                  </a:cubicBezTo>
                  <a:cubicBezTo>
                    <a:pt x="691" y="2362"/>
                    <a:pt x="712" y="2362"/>
                    <a:pt x="712" y="2383"/>
                  </a:cubicBezTo>
                  <a:lnTo>
                    <a:pt x="733" y="2383"/>
                  </a:lnTo>
                  <a:cubicBezTo>
                    <a:pt x="754" y="2404"/>
                    <a:pt x="754" y="2425"/>
                    <a:pt x="775" y="2425"/>
                  </a:cubicBezTo>
                  <a:cubicBezTo>
                    <a:pt x="775" y="2425"/>
                    <a:pt x="775" y="2446"/>
                    <a:pt x="796" y="2446"/>
                  </a:cubicBezTo>
                  <a:cubicBezTo>
                    <a:pt x="796" y="2446"/>
                    <a:pt x="817" y="2466"/>
                    <a:pt x="817" y="2466"/>
                  </a:cubicBezTo>
                  <a:cubicBezTo>
                    <a:pt x="817" y="2487"/>
                    <a:pt x="838" y="2487"/>
                    <a:pt x="838" y="2487"/>
                  </a:cubicBezTo>
                  <a:cubicBezTo>
                    <a:pt x="838" y="2508"/>
                    <a:pt x="859" y="2508"/>
                    <a:pt x="880" y="2529"/>
                  </a:cubicBezTo>
                  <a:cubicBezTo>
                    <a:pt x="900" y="2550"/>
                    <a:pt x="900" y="2550"/>
                    <a:pt x="921" y="2571"/>
                  </a:cubicBezTo>
                  <a:cubicBezTo>
                    <a:pt x="921" y="2571"/>
                    <a:pt x="942" y="2571"/>
                    <a:pt x="942" y="2592"/>
                  </a:cubicBezTo>
                  <a:cubicBezTo>
                    <a:pt x="942" y="2592"/>
                    <a:pt x="963" y="2613"/>
                    <a:pt x="984" y="2613"/>
                  </a:cubicBezTo>
                  <a:cubicBezTo>
                    <a:pt x="984" y="2613"/>
                    <a:pt x="984" y="2634"/>
                    <a:pt x="984" y="2634"/>
                  </a:cubicBezTo>
                  <a:cubicBezTo>
                    <a:pt x="1005" y="2634"/>
                    <a:pt x="1026" y="2655"/>
                    <a:pt x="1026" y="2655"/>
                  </a:cubicBezTo>
                  <a:cubicBezTo>
                    <a:pt x="1026" y="2655"/>
                    <a:pt x="1047" y="2676"/>
                    <a:pt x="1047" y="2676"/>
                  </a:cubicBezTo>
                  <a:cubicBezTo>
                    <a:pt x="1068" y="2676"/>
                    <a:pt x="1068" y="2697"/>
                    <a:pt x="1089" y="2697"/>
                  </a:cubicBezTo>
                  <a:cubicBezTo>
                    <a:pt x="1089" y="2697"/>
                    <a:pt x="1089" y="2718"/>
                    <a:pt x="1110" y="2718"/>
                  </a:cubicBezTo>
                  <a:cubicBezTo>
                    <a:pt x="1110" y="2718"/>
                    <a:pt x="1131" y="2738"/>
                    <a:pt x="1152" y="2759"/>
                  </a:cubicBezTo>
                  <a:cubicBezTo>
                    <a:pt x="1152" y="2571"/>
                    <a:pt x="1172" y="2383"/>
                    <a:pt x="1193" y="2215"/>
                  </a:cubicBezTo>
                  <a:cubicBezTo>
                    <a:pt x="1277" y="1483"/>
                    <a:pt x="1549" y="751"/>
                    <a:pt x="1905" y="81"/>
                  </a:cubicBezTo>
                  <a:cubicBezTo>
                    <a:pt x="1769" y="26"/>
                    <a:pt x="1633" y="1"/>
                    <a:pt x="1499" y="1"/>
                  </a:cubicBezTo>
                  <a:close/>
                </a:path>
              </a:pathLst>
            </a:custGeom>
            <a:solidFill>
              <a:srgbClr val="E95E24"/>
            </a:solidFill>
            <a:ln>
              <a:noFill/>
            </a:ln>
          </p:spPr>
          <p:txBody>
            <a:bodyPr anchorCtr="0" anchor="ctr" bIns="136575" lIns="136575" spcFirstLastPara="1" rIns="136575" wrap="square" tIns="136575">
              <a:noAutofit/>
            </a:bodyPr>
            <a:lstStyle/>
            <a:p>
              <a:pPr indent="0" lvl="0" marL="0" rtl="0" algn="l">
                <a:spcBef>
                  <a:spcPts val="0"/>
                </a:spcBef>
                <a:spcAft>
                  <a:spcPts val="0"/>
                </a:spcAft>
                <a:buNone/>
              </a:pPr>
              <a:r>
                <a:t/>
              </a:r>
              <a:endParaRPr/>
            </a:p>
          </p:txBody>
        </p:sp>
        <p:sp>
          <p:nvSpPr>
            <p:cNvPr id="11238" name="Google Shape;11238;p1427"/>
            <p:cNvSpPr/>
            <p:nvPr/>
          </p:nvSpPr>
          <p:spPr>
            <a:xfrm>
              <a:off x="4177055" y="2950248"/>
              <a:ext cx="71537" cy="84948"/>
            </a:xfrm>
            <a:custGeom>
              <a:rect b="b" l="l" r="r" t="t"/>
              <a:pathLst>
                <a:path extrusionOk="0" h="3579" w="3014">
                  <a:moveTo>
                    <a:pt x="294" y="0"/>
                  </a:moveTo>
                  <a:cubicBezTo>
                    <a:pt x="189" y="147"/>
                    <a:pt x="85" y="314"/>
                    <a:pt x="1" y="481"/>
                  </a:cubicBezTo>
                  <a:cubicBezTo>
                    <a:pt x="775" y="921"/>
                    <a:pt x="1131" y="2406"/>
                    <a:pt x="1361" y="3453"/>
                  </a:cubicBezTo>
                  <a:cubicBezTo>
                    <a:pt x="1382" y="3494"/>
                    <a:pt x="1382" y="3536"/>
                    <a:pt x="1403" y="3578"/>
                  </a:cubicBezTo>
                  <a:cubicBezTo>
                    <a:pt x="1528" y="3536"/>
                    <a:pt x="1654" y="3494"/>
                    <a:pt x="1779" y="3432"/>
                  </a:cubicBezTo>
                  <a:cubicBezTo>
                    <a:pt x="1779" y="3432"/>
                    <a:pt x="1800" y="3411"/>
                    <a:pt x="1821" y="3411"/>
                  </a:cubicBezTo>
                  <a:cubicBezTo>
                    <a:pt x="1842" y="3390"/>
                    <a:pt x="1863" y="3390"/>
                    <a:pt x="1884" y="3369"/>
                  </a:cubicBezTo>
                  <a:cubicBezTo>
                    <a:pt x="1905" y="3369"/>
                    <a:pt x="1926" y="3348"/>
                    <a:pt x="1947" y="3348"/>
                  </a:cubicBezTo>
                  <a:cubicBezTo>
                    <a:pt x="1968" y="3327"/>
                    <a:pt x="1989" y="3327"/>
                    <a:pt x="2010" y="3306"/>
                  </a:cubicBezTo>
                  <a:cubicBezTo>
                    <a:pt x="2031" y="3306"/>
                    <a:pt x="2051" y="3285"/>
                    <a:pt x="2051" y="3285"/>
                  </a:cubicBezTo>
                  <a:cubicBezTo>
                    <a:pt x="2051" y="3264"/>
                    <a:pt x="2051" y="3264"/>
                    <a:pt x="2051" y="3264"/>
                  </a:cubicBezTo>
                  <a:cubicBezTo>
                    <a:pt x="2072" y="3264"/>
                    <a:pt x="2093" y="3243"/>
                    <a:pt x="2114" y="3243"/>
                  </a:cubicBezTo>
                  <a:cubicBezTo>
                    <a:pt x="2135" y="3222"/>
                    <a:pt x="2156" y="3222"/>
                    <a:pt x="2177" y="3201"/>
                  </a:cubicBezTo>
                  <a:cubicBezTo>
                    <a:pt x="2198" y="3181"/>
                    <a:pt x="2198" y="3181"/>
                    <a:pt x="2219" y="3160"/>
                  </a:cubicBezTo>
                  <a:cubicBezTo>
                    <a:pt x="2240" y="3139"/>
                    <a:pt x="2261" y="3139"/>
                    <a:pt x="2282" y="3118"/>
                  </a:cubicBezTo>
                  <a:cubicBezTo>
                    <a:pt x="2303" y="3118"/>
                    <a:pt x="2303" y="3097"/>
                    <a:pt x="2324" y="3076"/>
                  </a:cubicBezTo>
                  <a:cubicBezTo>
                    <a:pt x="2344" y="3076"/>
                    <a:pt x="2365" y="3055"/>
                    <a:pt x="2386" y="3034"/>
                  </a:cubicBezTo>
                  <a:cubicBezTo>
                    <a:pt x="2386" y="3013"/>
                    <a:pt x="2407" y="3013"/>
                    <a:pt x="2428" y="2992"/>
                  </a:cubicBezTo>
                  <a:cubicBezTo>
                    <a:pt x="2449" y="2971"/>
                    <a:pt x="2470" y="2971"/>
                    <a:pt x="2470" y="2950"/>
                  </a:cubicBezTo>
                  <a:cubicBezTo>
                    <a:pt x="2491" y="2929"/>
                    <a:pt x="2512" y="2909"/>
                    <a:pt x="2533" y="2909"/>
                  </a:cubicBezTo>
                  <a:cubicBezTo>
                    <a:pt x="2533" y="2888"/>
                    <a:pt x="2554" y="2867"/>
                    <a:pt x="2575" y="2846"/>
                  </a:cubicBezTo>
                  <a:cubicBezTo>
                    <a:pt x="2596" y="2846"/>
                    <a:pt x="2596" y="2825"/>
                    <a:pt x="2616" y="2804"/>
                  </a:cubicBezTo>
                  <a:cubicBezTo>
                    <a:pt x="2637" y="2783"/>
                    <a:pt x="2637" y="2762"/>
                    <a:pt x="2658" y="2762"/>
                  </a:cubicBezTo>
                  <a:cubicBezTo>
                    <a:pt x="2679" y="2741"/>
                    <a:pt x="2700" y="2720"/>
                    <a:pt x="2700" y="2699"/>
                  </a:cubicBezTo>
                  <a:cubicBezTo>
                    <a:pt x="2721" y="2678"/>
                    <a:pt x="2742" y="2678"/>
                    <a:pt x="2742" y="2657"/>
                  </a:cubicBezTo>
                  <a:cubicBezTo>
                    <a:pt x="2763" y="2637"/>
                    <a:pt x="2784" y="2616"/>
                    <a:pt x="2784" y="2595"/>
                  </a:cubicBezTo>
                  <a:cubicBezTo>
                    <a:pt x="2805" y="2574"/>
                    <a:pt x="2805" y="2553"/>
                    <a:pt x="2826" y="2553"/>
                  </a:cubicBezTo>
                  <a:cubicBezTo>
                    <a:pt x="2826" y="2532"/>
                    <a:pt x="2826" y="2532"/>
                    <a:pt x="2826" y="2532"/>
                  </a:cubicBezTo>
                  <a:cubicBezTo>
                    <a:pt x="2847" y="2532"/>
                    <a:pt x="2847" y="2511"/>
                    <a:pt x="2868" y="2490"/>
                  </a:cubicBezTo>
                  <a:cubicBezTo>
                    <a:pt x="2909" y="2406"/>
                    <a:pt x="2972" y="2344"/>
                    <a:pt x="3014" y="2260"/>
                  </a:cubicBezTo>
                  <a:cubicBezTo>
                    <a:pt x="2470" y="1235"/>
                    <a:pt x="1403" y="481"/>
                    <a:pt x="315" y="0"/>
                  </a:cubicBezTo>
                  <a:close/>
                </a:path>
              </a:pathLst>
            </a:custGeom>
            <a:solidFill>
              <a:srgbClr val="E95E24"/>
            </a:solidFill>
            <a:ln>
              <a:noFill/>
            </a:ln>
          </p:spPr>
          <p:txBody>
            <a:bodyPr anchorCtr="0" anchor="ctr" bIns="136575" lIns="136575" spcFirstLastPara="1" rIns="136575" wrap="square" tIns="136575">
              <a:noAutofit/>
            </a:bodyPr>
            <a:lstStyle/>
            <a:p>
              <a:pPr indent="0" lvl="0" marL="0" rtl="0" algn="l">
                <a:spcBef>
                  <a:spcPts val="0"/>
                </a:spcBef>
                <a:spcAft>
                  <a:spcPts val="0"/>
                </a:spcAft>
                <a:buNone/>
              </a:pPr>
              <a:r>
                <a:t/>
              </a:r>
              <a:endParaRPr/>
            </a:p>
          </p:txBody>
        </p:sp>
        <p:sp>
          <p:nvSpPr>
            <p:cNvPr id="11239" name="Google Shape;11239;p1427"/>
            <p:cNvSpPr/>
            <p:nvPr/>
          </p:nvSpPr>
          <p:spPr>
            <a:xfrm>
              <a:off x="4157213" y="2964632"/>
              <a:ext cx="49677" cy="73531"/>
            </a:xfrm>
            <a:custGeom>
              <a:rect b="b" l="l" r="r" t="t"/>
              <a:pathLst>
                <a:path extrusionOk="0" h="3098" w="2093">
                  <a:moveTo>
                    <a:pt x="753" y="1"/>
                  </a:moveTo>
                  <a:cubicBezTo>
                    <a:pt x="398" y="650"/>
                    <a:pt x="126" y="1382"/>
                    <a:pt x="42" y="2093"/>
                  </a:cubicBezTo>
                  <a:cubicBezTo>
                    <a:pt x="21" y="2303"/>
                    <a:pt x="0" y="2512"/>
                    <a:pt x="21" y="2721"/>
                  </a:cubicBezTo>
                  <a:cubicBezTo>
                    <a:pt x="21" y="2721"/>
                    <a:pt x="42" y="2721"/>
                    <a:pt x="63" y="2742"/>
                  </a:cubicBezTo>
                  <a:cubicBezTo>
                    <a:pt x="84" y="2742"/>
                    <a:pt x="84" y="2763"/>
                    <a:pt x="105" y="2763"/>
                  </a:cubicBezTo>
                  <a:cubicBezTo>
                    <a:pt x="146" y="2784"/>
                    <a:pt x="167" y="2805"/>
                    <a:pt x="188" y="2805"/>
                  </a:cubicBezTo>
                  <a:lnTo>
                    <a:pt x="209" y="2805"/>
                  </a:lnTo>
                  <a:cubicBezTo>
                    <a:pt x="209" y="2826"/>
                    <a:pt x="230" y="2826"/>
                    <a:pt x="230" y="2826"/>
                  </a:cubicBezTo>
                  <a:cubicBezTo>
                    <a:pt x="251" y="2826"/>
                    <a:pt x="251" y="2826"/>
                    <a:pt x="251" y="2847"/>
                  </a:cubicBezTo>
                  <a:lnTo>
                    <a:pt x="293" y="2847"/>
                  </a:lnTo>
                  <a:cubicBezTo>
                    <a:pt x="293" y="2847"/>
                    <a:pt x="293" y="2867"/>
                    <a:pt x="314" y="2867"/>
                  </a:cubicBezTo>
                  <a:cubicBezTo>
                    <a:pt x="335" y="2867"/>
                    <a:pt x="335" y="2867"/>
                    <a:pt x="356" y="2888"/>
                  </a:cubicBezTo>
                  <a:lnTo>
                    <a:pt x="398" y="2888"/>
                  </a:lnTo>
                  <a:cubicBezTo>
                    <a:pt x="398" y="2909"/>
                    <a:pt x="419" y="2909"/>
                    <a:pt x="419" y="2909"/>
                  </a:cubicBezTo>
                  <a:cubicBezTo>
                    <a:pt x="439" y="2909"/>
                    <a:pt x="439" y="2909"/>
                    <a:pt x="460" y="2930"/>
                  </a:cubicBezTo>
                  <a:lnTo>
                    <a:pt x="481" y="2930"/>
                  </a:lnTo>
                  <a:cubicBezTo>
                    <a:pt x="481" y="2930"/>
                    <a:pt x="502" y="2930"/>
                    <a:pt x="502" y="2951"/>
                  </a:cubicBezTo>
                  <a:lnTo>
                    <a:pt x="544" y="2951"/>
                  </a:lnTo>
                  <a:cubicBezTo>
                    <a:pt x="565" y="2951"/>
                    <a:pt x="565" y="2972"/>
                    <a:pt x="586" y="2972"/>
                  </a:cubicBezTo>
                  <a:lnTo>
                    <a:pt x="607" y="2972"/>
                  </a:lnTo>
                  <a:cubicBezTo>
                    <a:pt x="628" y="2972"/>
                    <a:pt x="649" y="2993"/>
                    <a:pt x="649" y="2993"/>
                  </a:cubicBezTo>
                  <a:lnTo>
                    <a:pt x="670" y="2993"/>
                  </a:lnTo>
                  <a:cubicBezTo>
                    <a:pt x="691" y="2993"/>
                    <a:pt x="711" y="2993"/>
                    <a:pt x="711" y="3014"/>
                  </a:cubicBezTo>
                  <a:lnTo>
                    <a:pt x="732" y="3014"/>
                  </a:lnTo>
                  <a:cubicBezTo>
                    <a:pt x="753" y="3014"/>
                    <a:pt x="774" y="3014"/>
                    <a:pt x="795" y="3035"/>
                  </a:cubicBezTo>
                  <a:lnTo>
                    <a:pt x="879" y="3035"/>
                  </a:lnTo>
                  <a:cubicBezTo>
                    <a:pt x="879" y="3035"/>
                    <a:pt x="900" y="3056"/>
                    <a:pt x="900" y="3056"/>
                  </a:cubicBezTo>
                  <a:lnTo>
                    <a:pt x="983" y="3056"/>
                  </a:lnTo>
                  <a:cubicBezTo>
                    <a:pt x="1004" y="3056"/>
                    <a:pt x="1004" y="3077"/>
                    <a:pt x="1025" y="3077"/>
                  </a:cubicBezTo>
                  <a:lnTo>
                    <a:pt x="1130" y="3077"/>
                  </a:lnTo>
                  <a:cubicBezTo>
                    <a:pt x="1151" y="3077"/>
                    <a:pt x="1172" y="3077"/>
                    <a:pt x="1193" y="3098"/>
                  </a:cubicBezTo>
                  <a:lnTo>
                    <a:pt x="1611" y="3098"/>
                  </a:lnTo>
                  <a:cubicBezTo>
                    <a:pt x="1632" y="3098"/>
                    <a:pt x="1674" y="3098"/>
                    <a:pt x="1695" y="3077"/>
                  </a:cubicBezTo>
                  <a:lnTo>
                    <a:pt x="1841" y="3077"/>
                  </a:lnTo>
                  <a:cubicBezTo>
                    <a:pt x="1841" y="3056"/>
                    <a:pt x="1862" y="3056"/>
                    <a:pt x="1862" y="3056"/>
                  </a:cubicBezTo>
                  <a:lnTo>
                    <a:pt x="1946" y="3056"/>
                  </a:lnTo>
                  <a:cubicBezTo>
                    <a:pt x="1946" y="3056"/>
                    <a:pt x="1967" y="3035"/>
                    <a:pt x="1988" y="3035"/>
                  </a:cubicBezTo>
                  <a:lnTo>
                    <a:pt x="2009" y="3035"/>
                  </a:lnTo>
                  <a:cubicBezTo>
                    <a:pt x="2030" y="3035"/>
                    <a:pt x="2051" y="3035"/>
                    <a:pt x="2071" y="3014"/>
                  </a:cubicBezTo>
                  <a:lnTo>
                    <a:pt x="2092" y="3014"/>
                  </a:lnTo>
                  <a:cubicBezTo>
                    <a:pt x="2071" y="2972"/>
                    <a:pt x="2071" y="2930"/>
                    <a:pt x="2051" y="2888"/>
                  </a:cubicBezTo>
                  <a:cubicBezTo>
                    <a:pt x="1820" y="1863"/>
                    <a:pt x="1465" y="419"/>
                    <a:pt x="753" y="1"/>
                  </a:cubicBezTo>
                  <a:close/>
                </a:path>
              </a:pathLst>
            </a:custGeom>
            <a:solidFill>
              <a:srgbClr val="E95E24"/>
            </a:solidFill>
            <a:ln>
              <a:noFill/>
            </a:ln>
          </p:spPr>
          <p:txBody>
            <a:bodyPr anchorCtr="0" anchor="ctr" bIns="136575" lIns="136575" spcFirstLastPara="1" rIns="136575" wrap="square" tIns="136575">
              <a:noAutofit/>
            </a:bodyPr>
            <a:lstStyle/>
            <a:p>
              <a:pPr indent="0" lvl="0" marL="0" rtl="0" algn="l">
                <a:spcBef>
                  <a:spcPts val="0"/>
                </a:spcBef>
                <a:spcAft>
                  <a:spcPts val="0"/>
                </a:spcAft>
                <a:buNone/>
              </a:pPr>
              <a:r>
                <a:t/>
              </a:r>
              <a:endParaRPr/>
            </a:p>
          </p:txBody>
        </p:sp>
        <p:sp>
          <p:nvSpPr>
            <p:cNvPr id="11240" name="Google Shape;11240;p1427"/>
            <p:cNvSpPr/>
            <p:nvPr/>
          </p:nvSpPr>
          <p:spPr>
            <a:xfrm>
              <a:off x="4139815" y="2911015"/>
              <a:ext cx="50674" cy="34273"/>
            </a:xfrm>
            <a:custGeom>
              <a:rect b="b" l="l" r="r" t="t"/>
              <a:pathLst>
                <a:path extrusionOk="0" h="1444" w="2135">
                  <a:moveTo>
                    <a:pt x="1319" y="0"/>
                  </a:moveTo>
                  <a:cubicBezTo>
                    <a:pt x="1277" y="21"/>
                    <a:pt x="1256" y="21"/>
                    <a:pt x="1214" y="42"/>
                  </a:cubicBezTo>
                  <a:cubicBezTo>
                    <a:pt x="1152" y="63"/>
                    <a:pt x="1089" y="84"/>
                    <a:pt x="1047" y="105"/>
                  </a:cubicBezTo>
                  <a:lnTo>
                    <a:pt x="1026" y="105"/>
                  </a:lnTo>
                  <a:cubicBezTo>
                    <a:pt x="963" y="147"/>
                    <a:pt x="921" y="168"/>
                    <a:pt x="859" y="188"/>
                  </a:cubicBezTo>
                  <a:cubicBezTo>
                    <a:pt x="859" y="209"/>
                    <a:pt x="859" y="209"/>
                    <a:pt x="859" y="209"/>
                  </a:cubicBezTo>
                  <a:cubicBezTo>
                    <a:pt x="796" y="230"/>
                    <a:pt x="733" y="272"/>
                    <a:pt x="691" y="293"/>
                  </a:cubicBezTo>
                  <a:cubicBezTo>
                    <a:pt x="691" y="293"/>
                    <a:pt x="670" y="293"/>
                    <a:pt x="670" y="314"/>
                  </a:cubicBezTo>
                  <a:cubicBezTo>
                    <a:pt x="628" y="335"/>
                    <a:pt x="566" y="377"/>
                    <a:pt x="524" y="419"/>
                  </a:cubicBezTo>
                  <a:lnTo>
                    <a:pt x="503" y="419"/>
                  </a:lnTo>
                  <a:cubicBezTo>
                    <a:pt x="461" y="461"/>
                    <a:pt x="419" y="502"/>
                    <a:pt x="356" y="544"/>
                  </a:cubicBezTo>
                  <a:cubicBezTo>
                    <a:pt x="315" y="586"/>
                    <a:pt x="252" y="628"/>
                    <a:pt x="210" y="670"/>
                  </a:cubicBezTo>
                  <a:lnTo>
                    <a:pt x="210" y="691"/>
                  </a:lnTo>
                  <a:cubicBezTo>
                    <a:pt x="168" y="733"/>
                    <a:pt x="126" y="774"/>
                    <a:pt x="84" y="816"/>
                  </a:cubicBezTo>
                  <a:cubicBezTo>
                    <a:pt x="63" y="837"/>
                    <a:pt x="63" y="837"/>
                    <a:pt x="63" y="837"/>
                  </a:cubicBezTo>
                  <a:cubicBezTo>
                    <a:pt x="43" y="858"/>
                    <a:pt x="22" y="879"/>
                    <a:pt x="1" y="900"/>
                  </a:cubicBezTo>
                  <a:cubicBezTo>
                    <a:pt x="545" y="1005"/>
                    <a:pt x="1172" y="1172"/>
                    <a:pt x="1800" y="1444"/>
                  </a:cubicBezTo>
                  <a:cubicBezTo>
                    <a:pt x="1842" y="1381"/>
                    <a:pt x="1905" y="1297"/>
                    <a:pt x="1947" y="1235"/>
                  </a:cubicBezTo>
                  <a:cubicBezTo>
                    <a:pt x="2009" y="1151"/>
                    <a:pt x="2072" y="1067"/>
                    <a:pt x="2135" y="1005"/>
                  </a:cubicBezTo>
                  <a:cubicBezTo>
                    <a:pt x="1528" y="670"/>
                    <a:pt x="1340" y="314"/>
                    <a:pt x="1319" y="0"/>
                  </a:cubicBezTo>
                  <a:close/>
                </a:path>
              </a:pathLst>
            </a:custGeom>
            <a:solidFill>
              <a:srgbClr val="E95E24"/>
            </a:solidFill>
            <a:ln>
              <a:noFill/>
            </a:ln>
          </p:spPr>
          <p:txBody>
            <a:bodyPr anchorCtr="0" anchor="ctr" bIns="136575" lIns="136575" spcFirstLastPara="1" rIns="136575" wrap="square" tIns="136575">
              <a:noAutofit/>
            </a:bodyPr>
            <a:lstStyle/>
            <a:p>
              <a:pPr indent="0" lvl="0" marL="0" rtl="0" algn="l">
                <a:spcBef>
                  <a:spcPts val="0"/>
                </a:spcBef>
                <a:spcAft>
                  <a:spcPts val="0"/>
                </a:spcAft>
                <a:buNone/>
              </a:pPr>
              <a:r>
                <a:t/>
              </a:r>
              <a:endParaRPr/>
            </a:p>
          </p:txBody>
        </p:sp>
        <p:sp>
          <p:nvSpPr>
            <p:cNvPr id="11241" name="Google Shape;11241;p1427"/>
            <p:cNvSpPr/>
            <p:nvPr/>
          </p:nvSpPr>
          <p:spPr>
            <a:xfrm>
              <a:off x="4175085" y="2908024"/>
              <a:ext cx="37762" cy="23854"/>
            </a:xfrm>
            <a:custGeom>
              <a:rect b="b" l="l" r="r" t="t"/>
              <a:pathLst>
                <a:path extrusionOk="0" h="1005" w="1591">
                  <a:moveTo>
                    <a:pt x="398" y="1"/>
                  </a:moveTo>
                  <a:cubicBezTo>
                    <a:pt x="377" y="1"/>
                    <a:pt x="377" y="22"/>
                    <a:pt x="377" y="22"/>
                  </a:cubicBezTo>
                  <a:lnTo>
                    <a:pt x="230" y="22"/>
                  </a:lnTo>
                  <a:cubicBezTo>
                    <a:pt x="230" y="22"/>
                    <a:pt x="230" y="22"/>
                    <a:pt x="230" y="42"/>
                  </a:cubicBezTo>
                  <a:cubicBezTo>
                    <a:pt x="147" y="42"/>
                    <a:pt x="63" y="63"/>
                    <a:pt x="0" y="84"/>
                  </a:cubicBezTo>
                  <a:cubicBezTo>
                    <a:pt x="0" y="377"/>
                    <a:pt x="168" y="712"/>
                    <a:pt x="754" y="1005"/>
                  </a:cubicBezTo>
                  <a:cubicBezTo>
                    <a:pt x="1026" y="649"/>
                    <a:pt x="1318" y="356"/>
                    <a:pt x="1590" y="147"/>
                  </a:cubicBezTo>
                  <a:cubicBezTo>
                    <a:pt x="1570" y="147"/>
                    <a:pt x="1549" y="147"/>
                    <a:pt x="1507" y="126"/>
                  </a:cubicBezTo>
                  <a:cubicBezTo>
                    <a:pt x="1486" y="126"/>
                    <a:pt x="1465" y="126"/>
                    <a:pt x="1444" y="105"/>
                  </a:cubicBezTo>
                  <a:cubicBezTo>
                    <a:pt x="1423" y="105"/>
                    <a:pt x="1402" y="105"/>
                    <a:pt x="1381" y="84"/>
                  </a:cubicBezTo>
                  <a:lnTo>
                    <a:pt x="1360" y="84"/>
                  </a:lnTo>
                  <a:cubicBezTo>
                    <a:pt x="1339" y="84"/>
                    <a:pt x="1318" y="63"/>
                    <a:pt x="1298" y="63"/>
                  </a:cubicBezTo>
                  <a:cubicBezTo>
                    <a:pt x="1277" y="63"/>
                    <a:pt x="1235" y="63"/>
                    <a:pt x="1214" y="42"/>
                  </a:cubicBezTo>
                  <a:lnTo>
                    <a:pt x="1109" y="42"/>
                  </a:lnTo>
                  <a:cubicBezTo>
                    <a:pt x="1088" y="22"/>
                    <a:pt x="1067" y="22"/>
                    <a:pt x="1067" y="22"/>
                  </a:cubicBezTo>
                  <a:lnTo>
                    <a:pt x="963" y="22"/>
                  </a:lnTo>
                  <a:cubicBezTo>
                    <a:pt x="900" y="1"/>
                    <a:pt x="858" y="1"/>
                    <a:pt x="795" y="1"/>
                  </a:cubicBezTo>
                  <a:close/>
                </a:path>
              </a:pathLst>
            </a:custGeom>
            <a:solidFill>
              <a:srgbClr val="E95E24"/>
            </a:solidFill>
            <a:ln>
              <a:noFill/>
            </a:ln>
          </p:spPr>
          <p:txBody>
            <a:bodyPr anchorCtr="0" anchor="ctr" bIns="136575" lIns="136575" spcFirstLastPara="1" rIns="136575" wrap="square" tIns="136575">
              <a:noAutofit/>
            </a:bodyPr>
            <a:lstStyle/>
            <a:p>
              <a:pPr indent="0" lvl="0" marL="0" rtl="0" algn="l">
                <a:spcBef>
                  <a:spcPts val="0"/>
                </a:spcBef>
                <a:spcAft>
                  <a:spcPts val="0"/>
                </a:spcAft>
                <a:buNone/>
              </a:pPr>
              <a:r>
                <a:t/>
              </a:r>
              <a:endParaRPr/>
            </a:p>
          </p:txBody>
        </p:sp>
        <p:sp>
          <p:nvSpPr>
            <p:cNvPr id="11242" name="Google Shape;11242;p1427"/>
            <p:cNvSpPr/>
            <p:nvPr/>
          </p:nvSpPr>
          <p:spPr>
            <a:xfrm>
              <a:off x="4196423" y="2912985"/>
              <a:ext cx="52668" cy="30333"/>
            </a:xfrm>
            <a:custGeom>
              <a:rect b="b" l="l" r="r" t="t"/>
              <a:pathLst>
                <a:path extrusionOk="0" h="1278" w="2219">
                  <a:moveTo>
                    <a:pt x="859" y="1"/>
                  </a:moveTo>
                  <a:cubicBezTo>
                    <a:pt x="587" y="189"/>
                    <a:pt x="294" y="482"/>
                    <a:pt x="1" y="859"/>
                  </a:cubicBezTo>
                  <a:cubicBezTo>
                    <a:pt x="461" y="1068"/>
                    <a:pt x="943" y="1110"/>
                    <a:pt x="1403" y="1152"/>
                  </a:cubicBezTo>
                  <a:cubicBezTo>
                    <a:pt x="1696" y="1194"/>
                    <a:pt x="1968" y="1214"/>
                    <a:pt x="2219" y="1277"/>
                  </a:cubicBezTo>
                  <a:cubicBezTo>
                    <a:pt x="2135" y="1152"/>
                    <a:pt x="2052" y="1005"/>
                    <a:pt x="1968" y="880"/>
                  </a:cubicBezTo>
                  <a:cubicBezTo>
                    <a:pt x="1947" y="880"/>
                    <a:pt x="1947" y="859"/>
                    <a:pt x="1926" y="838"/>
                  </a:cubicBezTo>
                  <a:cubicBezTo>
                    <a:pt x="1926" y="817"/>
                    <a:pt x="1905" y="817"/>
                    <a:pt x="1905" y="796"/>
                  </a:cubicBezTo>
                  <a:lnTo>
                    <a:pt x="1884" y="796"/>
                  </a:lnTo>
                  <a:cubicBezTo>
                    <a:pt x="1821" y="712"/>
                    <a:pt x="1738" y="629"/>
                    <a:pt x="1654" y="545"/>
                  </a:cubicBezTo>
                  <a:cubicBezTo>
                    <a:pt x="1654" y="545"/>
                    <a:pt x="1654" y="545"/>
                    <a:pt x="1654" y="524"/>
                  </a:cubicBezTo>
                  <a:cubicBezTo>
                    <a:pt x="1633" y="524"/>
                    <a:pt x="1633" y="503"/>
                    <a:pt x="1612" y="503"/>
                  </a:cubicBezTo>
                  <a:cubicBezTo>
                    <a:pt x="1612" y="503"/>
                    <a:pt x="1612" y="503"/>
                    <a:pt x="1612" y="482"/>
                  </a:cubicBezTo>
                  <a:cubicBezTo>
                    <a:pt x="1591" y="482"/>
                    <a:pt x="1591" y="482"/>
                    <a:pt x="1570" y="461"/>
                  </a:cubicBezTo>
                  <a:cubicBezTo>
                    <a:pt x="1570" y="461"/>
                    <a:pt x="1570" y="461"/>
                    <a:pt x="1549" y="440"/>
                  </a:cubicBezTo>
                  <a:cubicBezTo>
                    <a:pt x="1549" y="440"/>
                    <a:pt x="1528" y="440"/>
                    <a:pt x="1528" y="419"/>
                  </a:cubicBezTo>
                  <a:lnTo>
                    <a:pt x="1508" y="419"/>
                  </a:lnTo>
                  <a:cubicBezTo>
                    <a:pt x="1508" y="398"/>
                    <a:pt x="1487" y="398"/>
                    <a:pt x="1487" y="378"/>
                  </a:cubicBezTo>
                  <a:lnTo>
                    <a:pt x="1466" y="378"/>
                  </a:lnTo>
                  <a:cubicBezTo>
                    <a:pt x="1445" y="357"/>
                    <a:pt x="1445" y="357"/>
                    <a:pt x="1424" y="336"/>
                  </a:cubicBezTo>
                  <a:cubicBezTo>
                    <a:pt x="1361" y="294"/>
                    <a:pt x="1298" y="252"/>
                    <a:pt x="1235" y="210"/>
                  </a:cubicBezTo>
                  <a:cubicBezTo>
                    <a:pt x="1215" y="189"/>
                    <a:pt x="1194" y="189"/>
                    <a:pt x="1194" y="189"/>
                  </a:cubicBezTo>
                  <a:cubicBezTo>
                    <a:pt x="1194" y="189"/>
                    <a:pt x="1173" y="168"/>
                    <a:pt x="1173" y="168"/>
                  </a:cubicBezTo>
                  <a:cubicBezTo>
                    <a:pt x="1152" y="168"/>
                    <a:pt x="1152" y="168"/>
                    <a:pt x="1131" y="147"/>
                  </a:cubicBezTo>
                  <a:lnTo>
                    <a:pt x="1110" y="147"/>
                  </a:lnTo>
                  <a:cubicBezTo>
                    <a:pt x="1110" y="126"/>
                    <a:pt x="1089" y="126"/>
                    <a:pt x="1089" y="126"/>
                  </a:cubicBezTo>
                  <a:cubicBezTo>
                    <a:pt x="1068" y="126"/>
                    <a:pt x="1068" y="105"/>
                    <a:pt x="1068" y="105"/>
                  </a:cubicBezTo>
                  <a:cubicBezTo>
                    <a:pt x="1047" y="105"/>
                    <a:pt x="1047" y="105"/>
                    <a:pt x="1026" y="85"/>
                  </a:cubicBezTo>
                  <a:lnTo>
                    <a:pt x="1005" y="85"/>
                  </a:lnTo>
                  <a:cubicBezTo>
                    <a:pt x="984" y="85"/>
                    <a:pt x="984" y="64"/>
                    <a:pt x="963" y="64"/>
                  </a:cubicBezTo>
                  <a:cubicBezTo>
                    <a:pt x="963" y="64"/>
                    <a:pt x="963" y="64"/>
                    <a:pt x="943" y="43"/>
                  </a:cubicBezTo>
                  <a:lnTo>
                    <a:pt x="922" y="43"/>
                  </a:lnTo>
                  <a:cubicBezTo>
                    <a:pt x="901" y="43"/>
                    <a:pt x="901" y="22"/>
                    <a:pt x="880" y="22"/>
                  </a:cubicBezTo>
                  <a:cubicBezTo>
                    <a:pt x="880" y="22"/>
                    <a:pt x="859" y="22"/>
                    <a:pt x="859" y="1"/>
                  </a:cubicBezTo>
                  <a:close/>
                </a:path>
              </a:pathLst>
            </a:custGeom>
            <a:solidFill>
              <a:srgbClr val="E95E24"/>
            </a:solidFill>
            <a:ln>
              <a:noFill/>
            </a:ln>
          </p:spPr>
          <p:txBody>
            <a:bodyPr anchorCtr="0" anchor="ctr" bIns="136575" lIns="136575" spcFirstLastPara="1" rIns="136575" wrap="square" tIns="136575">
              <a:noAutofit/>
            </a:bodyPr>
            <a:lstStyle/>
            <a:p>
              <a:pPr indent="0" lvl="0" marL="0" rtl="0" algn="l">
                <a:spcBef>
                  <a:spcPts val="0"/>
                </a:spcBef>
                <a:spcAft>
                  <a:spcPts val="0"/>
                </a:spcAft>
                <a:buNone/>
              </a:pPr>
              <a:r>
                <a:t/>
              </a:r>
              <a:endParaRPr/>
            </a:p>
          </p:txBody>
        </p:sp>
        <p:sp>
          <p:nvSpPr>
            <p:cNvPr id="11243" name="Google Shape;11243;p1427"/>
            <p:cNvSpPr/>
            <p:nvPr/>
          </p:nvSpPr>
          <p:spPr>
            <a:xfrm>
              <a:off x="4125907" y="2935841"/>
              <a:ext cx="54662" cy="41726"/>
            </a:xfrm>
            <a:custGeom>
              <a:rect b="b" l="l" r="r" t="t"/>
              <a:pathLst>
                <a:path extrusionOk="0" h="1758" w="2303">
                  <a:moveTo>
                    <a:pt x="482" y="0"/>
                  </a:moveTo>
                  <a:cubicBezTo>
                    <a:pt x="482" y="21"/>
                    <a:pt x="461" y="21"/>
                    <a:pt x="461" y="42"/>
                  </a:cubicBezTo>
                  <a:cubicBezTo>
                    <a:pt x="461" y="42"/>
                    <a:pt x="461" y="42"/>
                    <a:pt x="461" y="63"/>
                  </a:cubicBezTo>
                  <a:cubicBezTo>
                    <a:pt x="440" y="63"/>
                    <a:pt x="440" y="84"/>
                    <a:pt x="419" y="105"/>
                  </a:cubicBezTo>
                  <a:cubicBezTo>
                    <a:pt x="419" y="126"/>
                    <a:pt x="398" y="147"/>
                    <a:pt x="398" y="147"/>
                  </a:cubicBezTo>
                  <a:cubicBezTo>
                    <a:pt x="398" y="147"/>
                    <a:pt x="377" y="168"/>
                    <a:pt x="377" y="168"/>
                  </a:cubicBezTo>
                  <a:cubicBezTo>
                    <a:pt x="377" y="189"/>
                    <a:pt x="377" y="189"/>
                    <a:pt x="357" y="210"/>
                  </a:cubicBezTo>
                  <a:cubicBezTo>
                    <a:pt x="357" y="210"/>
                    <a:pt x="357" y="210"/>
                    <a:pt x="357" y="231"/>
                  </a:cubicBezTo>
                  <a:cubicBezTo>
                    <a:pt x="336" y="231"/>
                    <a:pt x="336" y="251"/>
                    <a:pt x="336" y="251"/>
                  </a:cubicBezTo>
                  <a:cubicBezTo>
                    <a:pt x="336" y="272"/>
                    <a:pt x="315" y="272"/>
                    <a:pt x="315" y="272"/>
                  </a:cubicBezTo>
                  <a:cubicBezTo>
                    <a:pt x="315" y="293"/>
                    <a:pt x="315" y="314"/>
                    <a:pt x="294" y="314"/>
                  </a:cubicBezTo>
                  <a:cubicBezTo>
                    <a:pt x="294" y="335"/>
                    <a:pt x="294" y="335"/>
                    <a:pt x="294" y="335"/>
                  </a:cubicBezTo>
                  <a:cubicBezTo>
                    <a:pt x="273" y="356"/>
                    <a:pt x="273" y="356"/>
                    <a:pt x="273" y="377"/>
                  </a:cubicBezTo>
                  <a:cubicBezTo>
                    <a:pt x="273" y="377"/>
                    <a:pt x="273" y="398"/>
                    <a:pt x="252" y="398"/>
                  </a:cubicBezTo>
                  <a:cubicBezTo>
                    <a:pt x="252" y="419"/>
                    <a:pt x="252" y="419"/>
                    <a:pt x="252" y="440"/>
                  </a:cubicBezTo>
                  <a:cubicBezTo>
                    <a:pt x="231" y="440"/>
                    <a:pt x="231" y="461"/>
                    <a:pt x="231" y="461"/>
                  </a:cubicBezTo>
                  <a:cubicBezTo>
                    <a:pt x="231" y="482"/>
                    <a:pt x="231" y="482"/>
                    <a:pt x="210" y="503"/>
                  </a:cubicBezTo>
                  <a:cubicBezTo>
                    <a:pt x="210" y="503"/>
                    <a:pt x="210" y="523"/>
                    <a:pt x="210" y="523"/>
                  </a:cubicBezTo>
                  <a:cubicBezTo>
                    <a:pt x="210" y="544"/>
                    <a:pt x="189" y="544"/>
                    <a:pt x="189" y="565"/>
                  </a:cubicBezTo>
                  <a:cubicBezTo>
                    <a:pt x="189" y="565"/>
                    <a:pt x="189" y="586"/>
                    <a:pt x="189" y="586"/>
                  </a:cubicBezTo>
                  <a:cubicBezTo>
                    <a:pt x="168" y="607"/>
                    <a:pt x="168" y="607"/>
                    <a:pt x="168" y="628"/>
                  </a:cubicBezTo>
                  <a:cubicBezTo>
                    <a:pt x="168" y="628"/>
                    <a:pt x="168" y="649"/>
                    <a:pt x="147" y="649"/>
                  </a:cubicBezTo>
                  <a:cubicBezTo>
                    <a:pt x="147" y="670"/>
                    <a:pt x="147" y="670"/>
                    <a:pt x="147" y="691"/>
                  </a:cubicBezTo>
                  <a:cubicBezTo>
                    <a:pt x="147" y="691"/>
                    <a:pt x="147" y="712"/>
                    <a:pt x="126" y="712"/>
                  </a:cubicBezTo>
                  <a:cubicBezTo>
                    <a:pt x="126" y="733"/>
                    <a:pt x="126" y="733"/>
                    <a:pt x="126" y="754"/>
                  </a:cubicBezTo>
                  <a:cubicBezTo>
                    <a:pt x="126" y="754"/>
                    <a:pt x="126" y="775"/>
                    <a:pt x="105" y="775"/>
                  </a:cubicBezTo>
                  <a:cubicBezTo>
                    <a:pt x="105" y="795"/>
                    <a:pt x="105" y="795"/>
                    <a:pt x="105" y="816"/>
                  </a:cubicBezTo>
                  <a:cubicBezTo>
                    <a:pt x="105" y="837"/>
                    <a:pt x="105" y="837"/>
                    <a:pt x="85" y="858"/>
                  </a:cubicBezTo>
                  <a:cubicBezTo>
                    <a:pt x="85" y="858"/>
                    <a:pt x="85" y="879"/>
                    <a:pt x="85" y="879"/>
                  </a:cubicBezTo>
                  <a:cubicBezTo>
                    <a:pt x="85" y="900"/>
                    <a:pt x="85" y="921"/>
                    <a:pt x="64" y="942"/>
                  </a:cubicBezTo>
                  <a:cubicBezTo>
                    <a:pt x="64" y="963"/>
                    <a:pt x="64" y="984"/>
                    <a:pt x="64" y="1005"/>
                  </a:cubicBezTo>
                  <a:cubicBezTo>
                    <a:pt x="64" y="1005"/>
                    <a:pt x="64" y="1026"/>
                    <a:pt x="43" y="1026"/>
                  </a:cubicBezTo>
                  <a:cubicBezTo>
                    <a:pt x="43" y="1047"/>
                    <a:pt x="43" y="1047"/>
                    <a:pt x="43" y="1067"/>
                  </a:cubicBezTo>
                  <a:cubicBezTo>
                    <a:pt x="43" y="1088"/>
                    <a:pt x="43" y="1088"/>
                    <a:pt x="43" y="1088"/>
                  </a:cubicBezTo>
                  <a:cubicBezTo>
                    <a:pt x="43" y="1109"/>
                    <a:pt x="43" y="1130"/>
                    <a:pt x="22" y="1151"/>
                  </a:cubicBezTo>
                  <a:cubicBezTo>
                    <a:pt x="22" y="1151"/>
                    <a:pt x="22" y="1151"/>
                    <a:pt x="22" y="1172"/>
                  </a:cubicBezTo>
                  <a:cubicBezTo>
                    <a:pt x="22" y="1172"/>
                    <a:pt x="22" y="1193"/>
                    <a:pt x="22" y="1214"/>
                  </a:cubicBezTo>
                  <a:cubicBezTo>
                    <a:pt x="22" y="1214"/>
                    <a:pt x="22" y="1235"/>
                    <a:pt x="22" y="1235"/>
                  </a:cubicBezTo>
                  <a:cubicBezTo>
                    <a:pt x="22" y="1256"/>
                    <a:pt x="22" y="1256"/>
                    <a:pt x="22" y="1277"/>
                  </a:cubicBezTo>
                  <a:cubicBezTo>
                    <a:pt x="22" y="1277"/>
                    <a:pt x="22" y="1298"/>
                    <a:pt x="1" y="1298"/>
                  </a:cubicBezTo>
                  <a:cubicBezTo>
                    <a:pt x="1" y="1319"/>
                    <a:pt x="1" y="1339"/>
                    <a:pt x="1" y="1360"/>
                  </a:cubicBezTo>
                  <a:cubicBezTo>
                    <a:pt x="1" y="1360"/>
                    <a:pt x="1" y="1381"/>
                    <a:pt x="1" y="1381"/>
                  </a:cubicBezTo>
                  <a:cubicBezTo>
                    <a:pt x="1" y="1402"/>
                    <a:pt x="1" y="1402"/>
                    <a:pt x="1" y="1402"/>
                  </a:cubicBezTo>
                  <a:cubicBezTo>
                    <a:pt x="1" y="1423"/>
                    <a:pt x="1" y="1423"/>
                    <a:pt x="1" y="1444"/>
                  </a:cubicBezTo>
                  <a:cubicBezTo>
                    <a:pt x="1" y="1444"/>
                    <a:pt x="1" y="1465"/>
                    <a:pt x="1" y="1465"/>
                  </a:cubicBezTo>
                  <a:cubicBezTo>
                    <a:pt x="1" y="1507"/>
                    <a:pt x="1" y="1549"/>
                    <a:pt x="1" y="1591"/>
                  </a:cubicBezTo>
                  <a:lnTo>
                    <a:pt x="1" y="1611"/>
                  </a:lnTo>
                  <a:cubicBezTo>
                    <a:pt x="1" y="1653"/>
                    <a:pt x="1" y="1695"/>
                    <a:pt x="1" y="1758"/>
                  </a:cubicBezTo>
                  <a:cubicBezTo>
                    <a:pt x="147" y="1591"/>
                    <a:pt x="336" y="1402"/>
                    <a:pt x="545" y="1277"/>
                  </a:cubicBezTo>
                  <a:cubicBezTo>
                    <a:pt x="828" y="1064"/>
                    <a:pt x="1151" y="919"/>
                    <a:pt x="1498" y="919"/>
                  </a:cubicBezTo>
                  <a:cubicBezTo>
                    <a:pt x="1663" y="919"/>
                    <a:pt x="1834" y="951"/>
                    <a:pt x="2010" y="1026"/>
                  </a:cubicBezTo>
                  <a:cubicBezTo>
                    <a:pt x="2093" y="858"/>
                    <a:pt x="2198" y="691"/>
                    <a:pt x="2302" y="544"/>
                  </a:cubicBezTo>
                  <a:cubicBezTo>
                    <a:pt x="1654" y="251"/>
                    <a:pt x="1005" y="84"/>
                    <a:pt x="482" y="0"/>
                  </a:cubicBezTo>
                  <a:close/>
                </a:path>
              </a:pathLst>
            </a:custGeom>
            <a:solidFill>
              <a:srgbClr val="E95E24"/>
            </a:solidFill>
            <a:ln>
              <a:noFill/>
            </a:ln>
          </p:spPr>
          <p:txBody>
            <a:bodyPr anchorCtr="0" anchor="ctr" bIns="136575" lIns="136575" spcFirstLastPara="1" rIns="136575" wrap="square" tIns="136575">
              <a:noAutofit/>
            </a:bodyPr>
            <a:lstStyle/>
            <a:p>
              <a:pPr indent="0" lvl="0" marL="0" rtl="0" algn="l">
                <a:spcBef>
                  <a:spcPts val="0"/>
                </a:spcBef>
                <a:spcAft>
                  <a:spcPts val="0"/>
                </a:spcAft>
                <a:buNone/>
              </a:pPr>
              <a:r>
                <a:t/>
              </a:r>
              <a:endParaRPr/>
            </a:p>
          </p:txBody>
        </p:sp>
        <p:sp>
          <p:nvSpPr>
            <p:cNvPr id="11244" name="Google Shape;11244;p1427"/>
            <p:cNvSpPr/>
            <p:nvPr/>
          </p:nvSpPr>
          <p:spPr>
            <a:xfrm>
              <a:off x="4336481" y="2536552"/>
              <a:ext cx="124182" cy="124680"/>
            </a:xfrm>
            <a:custGeom>
              <a:rect b="b" l="l" r="r" t="t"/>
              <a:pathLst>
                <a:path extrusionOk="0" h="5253" w="5232">
                  <a:moveTo>
                    <a:pt x="2616" y="1"/>
                  </a:moveTo>
                  <a:cubicBezTo>
                    <a:pt x="1172" y="1"/>
                    <a:pt x="0" y="1173"/>
                    <a:pt x="0" y="2637"/>
                  </a:cubicBezTo>
                  <a:cubicBezTo>
                    <a:pt x="0" y="4081"/>
                    <a:pt x="1172" y="5253"/>
                    <a:pt x="2616" y="5253"/>
                  </a:cubicBezTo>
                  <a:cubicBezTo>
                    <a:pt x="4060" y="5253"/>
                    <a:pt x="5231" y="4081"/>
                    <a:pt x="5231" y="2637"/>
                  </a:cubicBezTo>
                  <a:cubicBezTo>
                    <a:pt x="5231" y="1173"/>
                    <a:pt x="4060" y="1"/>
                    <a:pt x="2616" y="1"/>
                  </a:cubicBezTo>
                  <a:close/>
                </a:path>
              </a:pathLst>
            </a:custGeom>
            <a:solidFill>
              <a:srgbClr val="F9A350"/>
            </a:solidFill>
            <a:ln>
              <a:noFill/>
            </a:ln>
          </p:spPr>
          <p:txBody>
            <a:bodyPr anchorCtr="0" anchor="ctr" bIns="136575" lIns="136575" spcFirstLastPara="1" rIns="136575" wrap="square" tIns="136575">
              <a:noAutofit/>
            </a:bodyPr>
            <a:lstStyle/>
            <a:p>
              <a:pPr indent="0" lvl="0" marL="0" rtl="0" algn="l">
                <a:spcBef>
                  <a:spcPts val="0"/>
                </a:spcBef>
                <a:spcAft>
                  <a:spcPts val="0"/>
                </a:spcAft>
                <a:buNone/>
              </a:pPr>
              <a:r>
                <a:t/>
              </a:r>
              <a:endParaRPr/>
            </a:p>
          </p:txBody>
        </p:sp>
        <p:sp>
          <p:nvSpPr>
            <p:cNvPr id="11245" name="Google Shape;11245;p1427"/>
            <p:cNvSpPr/>
            <p:nvPr/>
          </p:nvSpPr>
          <p:spPr>
            <a:xfrm>
              <a:off x="4207863" y="2648794"/>
              <a:ext cx="606382" cy="491125"/>
            </a:xfrm>
            <a:custGeom>
              <a:rect b="b" l="l" r="r" t="t"/>
              <a:pathLst>
                <a:path extrusionOk="0" h="20692" w="25548">
                  <a:moveTo>
                    <a:pt x="10650" y="1"/>
                  </a:moveTo>
                  <a:cubicBezTo>
                    <a:pt x="10650" y="1"/>
                    <a:pt x="6110" y="5524"/>
                    <a:pt x="5419" y="5985"/>
                  </a:cubicBezTo>
                  <a:cubicBezTo>
                    <a:pt x="4729" y="6445"/>
                    <a:pt x="1716" y="6843"/>
                    <a:pt x="1716" y="6843"/>
                  </a:cubicBezTo>
                  <a:cubicBezTo>
                    <a:pt x="1716" y="6843"/>
                    <a:pt x="0" y="7428"/>
                    <a:pt x="209" y="8286"/>
                  </a:cubicBezTo>
                  <a:cubicBezTo>
                    <a:pt x="318" y="8731"/>
                    <a:pt x="613" y="8839"/>
                    <a:pt x="871" y="8839"/>
                  </a:cubicBezTo>
                  <a:cubicBezTo>
                    <a:pt x="1110" y="8839"/>
                    <a:pt x="1318" y="8747"/>
                    <a:pt x="1318" y="8747"/>
                  </a:cubicBezTo>
                  <a:cubicBezTo>
                    <a:pt x="1318" y="8747"/>
                    <a:pt x="5754" y="7826"/>
                    <a:pt x="6487" y="7659"/>
                  </a:cubicBezTo>
                  <a:cubicBezTo>
                    <a:pt x="7198" y="7491"/>
                    <a:pt x="9562" y="5064"/>
                    <a:pt x="9562" y="5064"/>
                  </a:cubicBezTo>
                  <a:cubicBezTo>
                    <a:pt x="9562" y="5650"/>
                    <a:pt x="13412" y="10337"/>
                    <a:pt x="13412" y="10337"/>
                  </a:cubicBezTo>
                  <a:cubicBezTo>
                    <a:pt x="13412" y="10337"/>
                    <a:pt x="10713" y="10944"/>
                    <a:pt x="10127" y="11132"/>
                  </a:cubicBezTo>
                  <a:cubicBezTo>
                    <a:pt x="9562" y="11341"/>
                    <a:pt x="6842" y="17723"/>
                    <a:pt x="6842" y="17723"/>
                  </a:cubicBezTo>
                  <a:cubicBezTo>
                    <a:pt x="6842" y="17723"/>
                    <a:pt x="5817" y="19229"/>
                    <a:pt x="7198" y="19752"/>
                  </a:cubicBezTo>
                  <a:cubicBezTo>
                    <a:pt x="7410" y="19830"/>
                    <a:pt x="7600" y="19862"/>
                    <a:pt x="7768" y="19862"/>
                  </a:cubicBezTo>
                  <a:cubicBezTo>
                    <a:pt x="8692" y="19862"/>
                    <a:pt x="8976" y="18874"/>
                    <a:pt x="8976" y="18874"/>
                  </a:cubicBezTo>
                  <a:lnTo>
                    <a:pt x="11969" y="13454"/>
                  </a:lnTo>
                  <a:lnTo>
                    <a:pt x="16572" y="12973"/>
                  </a:lnTo>
                  <a:cubicBezTo>
                    <a:pt x="16572" y="12973"/>
                    <a:pt x="17325" y="15714"/>
                    <a:pt x="18015" y="16928"/>
                  </a:cubicBezTo>
                  <a:cubicBezTo>
                    <a:pt x="18706" y="18141"/>
                    <a:pt x="23539" y="20610"/>
                    <a:pt x="23539" y="20610"/>
                  </a:cubicBezTo>
                  <a:cubicBezTo>
                    <a:pt x="23539" y="20610"/>
                    <a:pt x="23859" y="20691"/>
                    <a:pt x="24226" y="20691"/>
                  </a:cubicBezTo>
                  <a:cubicBezTo>
                    <a:pt x="24604" y="20691"/>
                    <a:pt x="25033" y="20605"/>
                    <a:pt x="25213" y="20255"/>
                  </a:cubicBezTo>
                  <a:cubicBezTo>
                    <a:pt x="25548" y="19564"/>
                    <a:pt x="24857" y="18643"/>
                    <a:pt x="24857" y="18643"/>
                  </a:cubicBezTo>
                  <a:cubicBezTo>
                    <a:pt x="24857" y="18643"/>
                    <a:pt x="21070" y="16174"/>
                    <a:pt x="19752" y="14856"/>
                  </a:cubicBezTo>
                  <a:cubicBezTo>
                    <a:pt x="18413" y="13538"/>
                    <a:pt x="19794" y="12136"/>
                    <a:pt x="18183" y="8119"/>
                  </a:cubicBezTo>
                  <a:cubicBezTo>
                    <a:pt x="16572" y="4081"/>
                    <a:pt x="12324" y="1"/>
                    <a:pt x="12324" y="1"/>
                  </a:cubicBezTo>
                  <a:close/>
                </a:path>
              </a:pathLst>
            </a:custGeom>
            <a:solidFill>
              <a:srgbClr val="F9A350"/>
            </a:solidFill>
            <a:ln>
              <a:noFill/>
            </a:ln>
          </p:spPr>
          <p:txBody>
            <a:bodyPr anchorCtr="0" anchor="ctr" bIns="136575" lIns="136575" spcFirstLastPara="1" rIns="136575" wrap="square" tIns="136575">
              <a:noAutofit/>
            </a:bodyPr>
            <a:lstStyle/>
            <a:p>
              <a:pPr indent="0" lvl="0" marL="0" rtl="0" algn="l">
                <a:spcBef>
                  <a:spcPts val="0"/>
                </a:spcBef>
                <a:spcAft>
                  <a:spcPts val="0"/>
                </a:spcAft>
                <a:buNone/>
              </a:pPr>
              <a:r>
                <a:t/>
              </a:r>
              <a:endParaRPr/>
            </a:p>
          </p:txBody>
        </p:sp>
        <p:sp>
          <p:nvSpPr>
            <p:cNvPr id="11246" name="Google Shape;11246;p1427"/>
            <p:cNvSpPr/>
            <p:nvPr/>
          </p:nvSpPr>
          <p:spPr>
            <a:xfrm>
              <a:off x="4520733" y="2651286"/>
              <a:ext cx="244352" cy="131349"/>
            </a:xfrm>
            <a:custGeom>
              <a:rect b="b" l="l" r="r" t="t"/>
              <a:pathLst>
                <a:path extrusionOk="0" h="5534" w="10295">
                  <a:moveTo>
                    <a:pt x="0" y="0"/>
                  </a:moveTo>
                  <a:lnTo>
                    <a:pt x="0" y="0"/>
                  </a:lnTo>
                  <a:cubicBezTo>
                    <a:pt x="0" y="0"/>
                    <a:pt x="1465" y="1465"/>
                    <a:pt x="1925" y="2260"/>
                  </a:cubicBezTo>
                  <a:cubicBezTo>
                    <a:pt x="1925" y="2260"/>
                    <a:pt x="3687" y="1923"/>
                    <a:pt x="4562" y="1923"/>
                  </a:cubicBezTo>
                  <a:cubicBezTo>
                    <a:pt x="4687" y="1923"/>
                    <a:pt x="4794" y="1930"/>
                    <a:pt x="4875" y="1946"/>
                  </a:cubicBezTo>
                  <a:cubicBezTo>
                    <a:pt x="5524" y="2072"/>
                    <a:pt x="8474" y="5126"/>
                    <a:pt x="8474" y="5126"/>
                  </a:cubicBezTo>
                  <a:cubicBezTo>
                    <a:pt x="8474" y="5126"/>
                    <a:pt x="8869" y="5533"/>
                    <a:pt x="9307" y="5533"/>
                  </a:cubicBezTo>
                  <a:cubicBezTo>
                    <a:pt x="9440" y="5533"/>
                    <a:pt x="9577" y="5496"/>
                    <a:pt x="9709" y="5398"/>
                  </a:cubicBezTo>
                  <a:cubicBezTo>
                    <a:pt x="10295" y="4980"/>
                    <a:pt x="9520" y="3955"/>
                    <a:pt x="9520" y="3955"/>
                  </a:cubicBezTo>
                  <a:cubicBezTo>
                    <a:pt x="9520" y="3955"/>
                    <a:pt x="6089" y="251"/>
                    <a:pt x="5733" y="188"/>
                  </a:cubicBezTo>
                  <a:cubicBezTo>
                    <a:pt x="5378" y="105"/>
                    <a:pt x="0" y="0"/>
                    <a:pt x="0" y="0"/>
                  </a:cubicBezTo>
                  <a:close/>
                </a:path>
              </a:pathLst>
            </a:custGeom>
            <a:solidFill>
              <a:srgbClr val="F9A350"/>
            </a:solidFill>
            <a:ln>
              <a:noFill/>
            </a:ln>
          </p:spPr>
          <p:txBody>
            <a:bodyPr anchorCtr="0" anchor="ctr" bIns="136575" lIns="136575" spcFirstLastPara="1" rIns="136575" wrap="square" tIns="136575">
              <a:noAutofit/>
            </a:bodyPr>
            <a:lstStyle/>
            <a:p>
              <a:pPr indent="0" lvl="0" marL="0" rtl="0" algn="l">
                <a:spcBef>
                  <a:spcPts val="0"/>
                </a:spcBef>
                <a:spcAft>
                  <a:spcPts val="0"/>
                </a:spcAft>
                <a:buNone/>
              </a:pPr>
              <a:r>
                <a:t/>
              </a:r>
              <a:endParaRPr/>
            </a:p>
          </p:txBody>
        </p:sp>
      </p:grpSp>
      <p:grpSp>
        <p:nvGrpSpPr>
          <p:cNvPr id="11247" name="Google Shape;11247;p1427"/>
          <p:cNvGrpSpPr/>
          <p:nvPr/>
        </p:nvGrpSpPr>
        <p:grpSpPr>
          <a:xfrm>
            <a:off x="4359233" y="2633914"/>
            <a:ext cx="728844" cy="839219"/>
            <a:chOff x="4600897" y="1783601"/>
            <a:chExt cx="782778" cy="901417"/>
          </a:xfrm>
        </p:grpSpPr>
        <p:sp>
          <p:nvSpPr>
            <p:cNvPr id="11248" name="Google Shape;11248;p1427"/>
            <p:cNvSpPr/>
            <p:nvPr/>
          </p:nvSpPr>
          <p:spPr>
            <a:xfrm>
              <a:off x="4917833" y="2258320"/>
              <a:ext cx="22547" cy="22033"/>
            </a:xfrm>
            <a:custGeom>
              <a:rect b="b" l="l" r="r" t="t"/>
              <a:pathLst>
                <a:path extrusionOk="0" h="1287" w="1317">
                  <a:moveTo>
                    <a:pt x="674" y="1"/>
                  </a:moveTo>
                  <a:cubicBezTo>
                    <a:pt x="455" y="205"/>
                    <a:pt x="220" y="408"/>
                    <a:pt x="0" y="612"/>
                  </a:cubicBezTo>
                  <a:cubicBezTo>
                    <a:pt x="204" y="832"/>
                    <a:pt x="423" y="1051"/>
                    <a:pt x="643" y="1286"/>
                  </a:cubicBezTo>
                  <a:cubicBezTo>
                    <a:pt x="705" y="1223"/>
                    <a:pt x="768" y="1161"/>
                    <a:pt x="847" y="1098"/>
                  </a:cubicBezTo>
                  <a:cubicBezTo>
                    <a:pt x="1003" y="957"/>
                    <a:pt x="1160" y="800"/>
                    <a:pt x="1317" y="659"/>
                  </a:cubicBezTo>
                  <a:cubicBezTo>
                    <a:pt x="1097" y="440"/>
                    <a:pt x="878" y="205"/>
                    <a:pt x="674" y="1"/>
                  </a:cubicBezTo>
                  <a:close/>
                </a:path>
              </a:pathLst>
            </a:custGeom>
            <a:solidFill>
              <a:srgbClr val="0F3140"/>
            </a:solidFill>
            <a:ln>
              <a:noFill/>
            </a:ln>
          </p:spPr>
          <p:txBody>
            <a:bodyPr anchorCtr="0" anchor="ctr" bIns="85125" lIns="85125" spcFirstLastPara="1" rIns="85125" wrap="square" tIns="85125">
              <a:noAutofit/>
            </a:bodyPr>
            <a:lstStyle/>
            <a:p>
              <a:pPr indent="0" lvl="0" marL="0" rtl="0" algn="l">
                <a:spcBef>
                  <a:spcPts val="0"/>
                </a:spcBef>
                <a:spcAft>
                  <a:spcPts val="0"/>
                </a:spcAft>
                <a:buNone/>
              </a:pPr>
              <a:r>
                <a:t/>
              </a:r>
              <a:endParaRPr/>
            </a:p>
          </p:txBody>
        </p:sp>
        <p:sp>
          <p:nvSpPr>
            <p:cNvPr id="11249" name="Google Shape;11249;p1427"/>
            <p:cNvSpPr/>
            <p:nvPr/>
          </p:nvSpPr>
          <p:spPr>
            <a:xfrm>
              <a:off x="5044217" y="2258320"/>
              <a:ext cx="22564" cy="22033"/>
            </a:xfrm>
            <a:custGeom>
              <a:rect b="b" l="l" r="r" t="t"/>
              <a:pathLst>
                <a:path extrusionOk="0" h="1287" w="1318">
                  <a:moveTo>
                    <a:pt x="643" y="1"/>
                  </a:moveTo>
                  <a:cubicBezTo>
                    <a:pt x="440" y="205"/>
                    <a:pt x="220" y="440"/>
                    <a:pt x="1" y="659"/>
                  </a:cubicBezTo>
                  <a:cubicBezTo>
                    <a:pt x="157" y="800"/>
                    <a:pt x="314" y="957"/>
                    <a:pt x="471" y="1098"/>
                  </a:cubicBezTo>
                  <a:cubicBezTo>
                    <a:pt x="534" y="1161"/>
                    <a:pt x="612" y="1223"/>
                    <a:pt x="675" y="1286"/>
                  </a:cubicBezTo>
                  <a:cubicBezTo>
                    <a:pt x="894" y="1067"/>
                    <a:pt x="1114" y="832"/>
                    <a:pt x="1317" y="612"/>
                  </a:cubicBezTo>
                  <a:cubicBezTo>
                    <a:pt x="1082" y="408"/>
                    <a:pt x="863" y="205"/>
                    <a:pt x="643" y="1"/>
                  </a:cubicBezTo>
                  <a:close/>
                </a:path>
              </a:pathLst>
            </a:custGeom>
            <a:solidFill>
              <a:srgbClr val="0F3140"/>
            </a:solidFill>
            <a:ln>
              <a:noFill/>
            </a:ln>
          </p:spPr>
          <p:txBody>
            <a:bodyPr anchorCtr="0" anchor="ctr" bIns="85125" lIns="85125" spcFirstLastPara="1" rIns="85125" wrap="square" tIns="85125">
              <a:noAutofit/>
            </a:bodyPr>
            <a:lstStyle/>
            <a:p>
              <a:pPr indent="0" lvl="0" marL="0" rtl="0" algn="l">
                <a:spcBef>
                  <a:spcPts val="0"/>
                </a:spcBef>
                <a:spcAft>
                  <a:spcPts val="0"/>
                </a:spcAft>
                <a:buNone/>
              </a:pPr>
              <a:r>
                <a:t/>
              </a:r>
              <a:endParaRPr/>
            </a:p>
          </p:txBody>
        </p:sp>
        <p:sp>
          <p:nvSpPr>
            <p:cNvPr id="11250" name="Google Shape;11250;p1427"/>
            <p:cNvSpPr/>
            <p:nvPr/>
          </p:nvSpPr>
          <p:spPr>
            <a:xfrm>
              <a:off x="4600897" y="1783601"/>
              <a:ext cx="782778" cy="571329"/>
            </a:xfrm>
            <a:custGeom>
              <a:rect b="b" l="l" r="r" t="t"/>
              <a:pathLst>
                <a:path extrusionOk="0" h="33372" w="45723">
                  <a:moveTo>
                    <a:pt x="44202" y="1521"/>
                  </a:moveTo>
                  <a:lnTo>
                    <a:pt x="44202" y="31851"/>
                  </a:lnTo>
                  <a:lnTo>
                    <a:pt x="1505" y="31851"/>
                  </a:lnTo>
                  <a:lnTo>
                    <a:pt x="1505" y="1521"/>
                  </a:lnTo>
                  <a:close/>
                  <a:moveTo>
                    <a:pt x="1" y="1"/>
                  </a:moveTo>
                  <a:lnTo>
                    <a:pt x="1" y="33372"/>
                  </a:lnTo>
                  <a:lnTo>
                    <a:pt x="45723" y="33372"/>
                  </a:lnTo>
                  <a:lnTo>
                    <a:pt x="45723" y="1"/>
                  </a:lnTo>
                  <a:close/>
                </a:path>
              </a:pathLst>
            </a:custGeom>
            <a:solidFill>
              <a:srgbClr val="FFFFFF"/>
            </a:solidFill>
            <a:ln>
              <a:noFill/>
            </a:ln>
          </p:spPr>
          <p:txBody>
            <a:bodyPr anchorCtr="0" anchor="ctr" bIns="85125" lIns="85125" spcFirstLastPara="1" rIns="85125" wrap="square" tIns="85125">
              <a:noAutofit/>
            </a:bodyPr>
            <a:lstStyle/>
            <a:p>
              <a:pPr indent="0" lvl="0" marL="0" rtl="0" algn="l">
                <a:spcBef>
                  <a:spcPts val="0"/>
                </a:spcBef>
                <a:spcAft>
                  <a:spcPts val="0"/>
                </a:spcAft>
                <a:buNone/>
              </a:pPr>
              <a:r>
                <a:t/>
              </a:r>
              <a:endParaRPr/>
            </a:p>
          </p:txBody>
        </p:sp>
        <p:sp>
          <p:nvSpPr>
            <p:cNvPr id="11251" name="Google Shape;11251;p1427"/>
            <p:cNvSpPr/>
            <p:nvPr/>
          </p:nvSpPr>
          <p:spPr>
            <a:xfrm>
              <a:off x="4782307" y="1905979"/>
              <a:ext cx="415417" cy="363081"/>
            </a:xfrm>
            <a:custGeom>
              <a:rect b="b" l="l" r="r" t="t"/>
              <a:pathLst>
                <a:path extrusionOk="0" h="21208" w="24265">
                  <a:moveTo>
                    <a:pt x="22744" y="1521"/>
                  </a:moveTo>
                  <a:lnTo>
                    <a:pt x="22744" y="19703"/>
                  </a:lnTo>
                  <a:lnTo>
                    <a:pt x="1521" y="19703"/>
                  </a:lnTo>
                  <a:lnTo>
                    <a:pt x="1521" y="1521"/>
                  </a:lnTo>
                  <a:close/>
                  <a:moveTo>
                    <a:pt x="1" y="0"/>
                  </a:moveTo>
                  <a:lnTo>
                    <a:pt x="1" y="21208"/>
                  </a:lnTo>
                  <a:lnTo>
                    <a:pt x="24264" y="21208"/>
                  </a:lnTo>
                  <a:lnTo>
                    <a:pt x="24264" y="0"/>
                  </a:lnTo>
                  <a:close/>
                </a:path>
              </a:pathLst>
            </a:custGeom>
            <a:solidFill>
              <a:srgbClr val="FFFFFF"/>
            </a:solidFill>
            <a:ln>
              <a:noFill/>
            </a:ln>
          </p:spPr>
          <p:txBody>
            <a:bodyPr anchorCtr="0" anchor="ctr" bIns="85125" lIns="85125" spcFirstLastPara="1" rIns="85125" wrap="square" tIns="85125">
              <a:noAutofit/>
            </a:bodyPr>
            <a:lstStyle/>
            <a:p>
              <a:pPr indent="0" lvl="0" marL="0" rtl="0" algn="l">
                <a:spcBef>
                  <a:spcPts val="0"/>
                </a:spcBef>
                <a:spcAft>
                  <a:spcPts val="0"/>
                </a:spcAft>
                <a:buNone/>
              </a:pPr>
              <a:r>
                <a:t/>
              </a:r>
              <a:endParaRPr/>
            </a:p>
          </p:txBody>
        </p:sp>
        <p:sp>
          <p:nvSpPr>
            <p:cNvPr id="11252" name="Google Shape;11252;p1427"/>
            <p:cNvSpPr/>
            <p:nvPr/>
          </p:nvSpPr>
          <p:spPr>
            <a:xfrm>
              <a:off x="4820691" y="2316821"/>
              <a:ext cx="53414" cy="49939"/>
            </a:xfrm>
            <a:custGeom>
              <a:rect b="b" l="l" r="r" t="t"/>
              <a:pathLst>
                <a:path extrusionOk="0" h="2917" w="3120">
                  <a:moveTo>
                    <a:pt x="2477" y="1"/>
                  </a:moveTo>
                  <a:cubicBezTo>
                    <a:pt x="2241" y="205"/>
                    <a:pt x="2006" y="393"/>
                    <a:pt x="1771" y="581"/>
                  </a:cubicBezTo>
                  <a:cubicBezTo>
                    <a:pt x="1442" y="863"/>
                    <a:pt x="1097" y="1129"/>
                    <a:pt x="768" y="1396"/>
                  </a:cubicBezTo>
                  <a:cubicBezTo>
                    <a:pt x="517" y="1600"/>
                    <a:pt x="266" y="1788"/>
                    <a:pt x="0" y="1991"/>
                  </a:cubicBezTo>
                  <a:cubicBezTo>
                    <a:pt x="110" y="2289"/>
                    <a:pt x="204" y="2603"/>
                    <a:pt x="298" y="2916"/>
                  </a:cubicBezTo>
                  <a:cubicBezTo>
                    <a:pt x="564" y="2728"/>
                    <a:pt x="815" y="2524"/>
                    <a:pt x="1066" y="2321"/>
                  </a:cubicBezTo>
                  <a:cubicBezTo>
                    <a:pt x="1520" y="1976"/>
                    <a:pt x="1975" y="1615"/>
                    <a:pt x="2414" y="1255"/>
                  </a:cubicBezTo>
                  <a:cubicBezTo>
                    <a:pt x="2649" y="1051"/>
                    <a:pt x="2884" y="863"/>
                    <a:pt x="3119" y="659"/>
                  </a:cubicBezTo>
                  <a:cubicBezTo>
                    <a:pt x="2900" y="440"/>
                    <a:pt x="2680" y="220"/>
                    <a:pt x="2477" y="1"/>
                  </a:cubicBezTo>
                  <a:close/>
                </a:path>
              </a:pathLst>
            </a:custGeom>
            <a:solidFill>
              <a:srgbClr val="FFFAE9"/>
            </a:solidFill>
            <a:ln>
              <a:noFill/>
            </a:ln>
          </p:spPr>
          <p:txBody>
            <a:bodyPr anchorCtr="0" anchor="ctr" bIns="85125" lIns="85125" spcFirstLastPara="1" rIns="85125" wrap="square" tIns="85125">
              <a:noAutofit/>
            </a:bodyPr>
            <a:lstStyle/>
            <a:p>
              <a:pPr indent="0" lvl="0" marL="0" rtl="0" algn="l">
                <a:spcBef>
                  <a:spcPts val="0"/>
                </a:spcBef>
                <a:spcAft>
                  <a:spcPts val="0"/>
                </a:spcAft>
                <a:buNone/>
              </a:pPr>
              <a:r>
                <a:t/>
              </a:r>
              <a:endParaRPr/>
            </a:p>
          </p:txBody>
        </p:sp>
        <p:sp>
          <p:nvSpPr>
            <p:cNvPr id="11253" name="Google Shape;11253;p1427"/>
            <p:cNvSpPr/>
            <p:nvPr/>
          </p:nvSpPr>
          <p:spPr>
            <a:xfrm>
              <a:off x="4977669" y="2564779"/>
              <a:ext cx="139014" cy="111931"/>
            </a:xfrm>
            <a:custGeom>
              <a:rect b="b" l="l" r="r" t="t"/>
              <a:pathLst>
                <a:path extrusionOk="0" h="6538" w="8120">
                  <a:moveTo>
                    <a:pt x="8120" y="1"/>
                  </a:moveTo>
                  <a:lnTo>
                    <a:pt x="8120" y="1"/>
                  </a:lnTo>
                  <a:cubicBezTo>
                    <a:pt x="7791" y="283"/>
                    <a:pt x="7446" y="565"/>
                    <a:pt x="7117" y="832"/>
                  </a:cubicBezTo>
                  <a:cubicBezTo>
                    <a:pt x="6521" y="1318"/>
                    <a:pt x="5925" y="1788"/>
                    <a:pt x="5314" y="2258"/>
                  </a:cubicBezTo>
                  <a:cubicBezTo>
                    <a:pt x="5063" y="2462"/>
                    <a:pt x="4797" y="2650"/>
                    <a:pt x="4530" y="2854"/>
                  </a:cubicBezTo>
                  <a:cubicBezTo>
                    <a:pt x="3355" y="3731"/>
                    <a:pt x="2117" y="4609"/>
                    <a:pt x="831" y="5456"/>
                  </a:cubicBezTo>
                  <a:cubicBezTo>
                    <a:pt x="565" y="5628"/>
                    <a:pt x="283" y="5816"/>
                    <a:pt x="1" y="5989"/>
                  </a:cubicBezTo>
                  <a:cubicBezTo>
                    <a:pt x="283" y="6177"/>
                    <a:pt x="549" y="6365"/>
                    <a:pt x="831" y="6537"/>
                  </a:cubicBezTo>
                  <a:cubicBezTo>
                    <a:pt x="1113" y="6349"/>
                    <a:pt x="1396" y="6177"/>
                    <a:pt x="1678" y="5989"/>
                  </a:cubicBezTo>
                  <a:cubicBezTo>
                    <a:pt x="2963" y="5142"/>
                    <a:pt x="4186" y="4249"/>
                    <a:pt x="5361" y="3371"/>
                  </a:cubicBezTo>
                  <a:cubicBezTo>
                    <a:pt x="5628" y="3167"/>
                    <a:pt x="5878" y="2979"/>
                    <a:pt x="6145" y="2775"/>
                  </a:cubicBezTo>
                  <a:cubicBezTo>
                    <a:pt x="6427" y="2556"/>
                    <a:pt x="6709" y="2336"/>
                    <a:pt x="6991" y="2117"/>
                  </a:cubicBezTo>
                  <a:cubicBezTo>
                    <a:pt x="7320" y="1835"/>
                    <a:pt x="7650" y="1584"/>
                    <a:pt x="7979" y="1318"/>
                  </a:cubicBezTo>
                  <a:cubicBezTo>
                    <a:pt x="8010" y="879"/>
                    <a:pt x="8057" y="440"/>
                    <a:pt x="8120" y="1"/>
                  </a:cubicBezTo>
                  <a:close/>
                </a:path>
              </a:pathLst>
            </a:custGeom>
            <a:solidFill>
              <a:srgbClr val="F9A350"/>
            </a:solidFill>
            <a:ln>
              <a:noFill/>
            </a:ln>
          </p:spPr>
          <p:txBody>
            <a:bodyPr anchorCtr="0" anchor="ctr" bIns="85125" lIns="85125" spcFirstLastPara="1" rIns="85125" wrap="square" tIns="85125">
              <a:noAutofit/>
            </a:bodyPr>
            <a:lstStyle/>
            <a:p>
              <a:pPr indent="0" lvl="0" marL="0" rtl="0" algn="l">
                <a:spcBef>
                  <a:spcPts val="0"/>
                </a:spcBef>
                <a:spcAft>
                  <a:spcPts val="0"/>
                </a:spcAft>
                <a:buNone/>
              </a:pPr>
              <a:r>
                <a:t/>
              </a:r>
              <a:endParaRPr/>
            </a:p>
          </p:txBody>
        </p:sp>
        <p:sp>
          <p:nvSpPr>
            <p:cNvPr id="11254" name="Google Shape;11254;p1427"/>
            <p:cNvSpPr/>
            <p:nvPr/>
          </p:nvSpPr>
          <p:spPr>
            <a:xfrm>
              <a:off x="5110508" y="2316821"/>
              <a:ext cx="53414" cy="49939"/>
            </a:xfrm>
            <a:custGeom>
              <a:rect b="b" l="l" r="r" t="t"/>
              <a:pathLst>
                <a:path extrusionOk="0" h="2917" w="3120">
                  <a:moveTo>
                    <a:pt x="643" y="1"/>
                  </a:moveTo>
                  <a:cubicBezTo>
                    <a:pt x="439" y="220"/>
                    <a:pt x="220" y="440"/>
                    <a:pt x="0" y="659"/>
                  </a:cubicBezTo>
                  <a:cubicBezTo>
                    <a:pt x="235" y="863"/>
                    <a:pt x="471" y="1051"/>
                    <a:pt x="706" y="1255"/>
                  </a:cubicBezTo>
                  <a:cubicBezTo>
                    <a:pt x="1145" y="1615"/>
                    <a:pt x="1599" y="1976"/>
                    <a:pt x="2054" y="2321"/>
                  </a:cubicBezTo>
                  <a:cubicBezTo>
                    <a:pt x="2304" y="2524"/>
                    <a:pt x="2555" y="2728"/>
                    <a:pt x="2822" y="2916"/>
                  </a:cubicBezTo>
                  <a:cubicBezTo>
                    <a:pt x="2916" y="2603"/>
                    <a:pt x="3010" y="2289"/>
                    <a:pt x="3119" y="1991"/>
                  </a:cubicBezTo>
                  <a:cubicBezTo>
                    <a:pt x="2853" y="1788"/>
                    <a:pt x="2602" y="1600"/>
                    <a:pt x="2351" y="1396"/>
                  </a:cubicBezTo>
                  <a:cubicBezTo>
                    <a:pt x="2007" y="1129"/>
                    <a:pt x="1677" y="863"/>
                    <a:pt x="1348" y="581"/>
                  </a:cubicBezTo>
                  <a:cubicBezTo>
                    <a:pt x="1113" y="393"/>
                    <a:pt x="878" y="189"/>
                    <a:pt x="643" y="1"/>
                  </a:cubicBezTo>
                  <a:close/>
                </a:path>
              </a:pathLst>
            </a:custGeom>
            <a:solidFill>
              <a:srgbClr val="FFFAE9"/>
            </a:solidFill>
            <a:ln>
              <a:noFill/>
            </a:ln>
          </p:spPr>
          <p:txBody>
            <a:bodyPr anchorCtr="0" anchor="ctr" bIns="85125" lIns="85125" spcFirstLastPara="1" rIns="85125" wrap="square" tIns="85125">
              <a:noAutofit/>
            </a:bodyPr>
            <a:lstStyle/>
            <a:p>
              <a:pPr indent="0" lvl="0" marL="0" rtl="0" algn="l">
                <a:spcBef>
                  <a:spcPts val="0"/>
                </a:spcBef>
                <a:spcAft>
                  <a:spcPts val="0"/>
                </a:spcAft>
                <a:buNone/>
              </a:pPr>
              <a:r>
                <a:t/>
              </a:r>
              <a:endParaRPr/>
            </a:p>
          </p:txBody>
        </p:sp>
        <p:sp>
          <p:nvSpPr>
            <p:cNvPr id="11255" name="Google Shape;11255;p1427"/>
            <p:cNvSpPr/>
            <p:nvPr/>
          </p:nvSpPr>
          <p:spPr>
            <a:xfrm>
              <a:off x="4779619" y="2237930"/>
              <a:ext cx="425346" cy="447089"/>
            </a:xfrm>
            <a:custGeom>
              <a:rect b="b" l="l" r="r" t="t"/>
              <a:pathLst>
                <a:path extrusionOk="0" h="26115" w="24845">
                  <a:moveTo>
                    <a:pt x="2023" y="2869"/>
                  </a:moveTo>
                  <a:lnTo>
                    <a:pt x="2023" y="2869"/>
                  </a:lnTo>
                  <a:cubicBezTo>
                    <a:pt x="2618" y="3543"/>
                    <a:pt x="3339" y="4327"/>
                    <a:pt x="4170" y="5189"/>
                  </a:cubicBezTo>
                  <a:cubicBezTo>
                    <a:pt x="4374" y="5408"/>
                    <a:pt x="4593" y="5628"/>
                    <a:pt x="4813" y="5863"/>
                  </a:cubicBezTo>
                  <a:cubicBezTo>
                    <a:pt x="5706" y="6788"/>
                    <a:pt x="6709" y="7791"/>
                    <a:pt x="7822" y="8841"/>
                  </a:cubicBezTo>
                  <a:cubicBezTo>
                    <a:pt x="6819" y="9656"/>
                    <a:pt x="5769" y="10487"/>
                    <a:pt x="4672" y="11286"/>
                  </a:cubicBezTo>
                  <a:cubicBezTo>
                    <a:pt x="4296" y="9703"/>
                    <a:pt x="3872" y="8230"/>
                    <a:pt x="3465" y="6929"/>
                  </a:cubicBezTo>
                  <a:cubicBezTo>
                    <a:pt x="3371" y="6615"/>
                    <a:pt x="3261" y="6302"/>
                    <a:pt x="3167" y="6004"/>
                  </a:cubicBezTo>
                  <a:cubicBezTo>
                    <a:pt x="2760" y="4797"/>
                    <a:pt x="2368" y="3747"/>
                    <a:pt x="2023" y="2869"/>
                  </a:cubicBezTo>
                  <a:close/>
                  <a:moveTo>
                    <a:pt x="22823" y="2869"/>
                  </a:moveTo>
                  <a:cubicBezTo>
                    <a:pt x="22478" y="3731"/>
                    <a:pt x="22086" y="4797"/>
                    <a:pt x="21678" y="6004"/>
                  </a:cubicBezTo>
                  <a:cubicBezTo>
                    <a:pt x="21584" y="6302"/>
                    <a:pt x="21475" y="6615"/>
                    <a:pt x="21381" y="6929"/>
                  </a:cubicBezTo>
                  <a:cubicBezTo>
                    <a:pt x="20973" y="8230"/>
                    <a:pt x="20550" y="9703"/>
                    <a:pt x="20174" y="11286"/>
                  </a:cubicBezTo>
                  <a:cubicBezTo>
                    <a:pt x="19077" y="10487"/>
                    <a:pt x="18026" y="9656"/>
                    <a:pt x="17023" y="8841"/>
                  </a:cubicBezTo>
                  <a:cubicBezTo>
                    <a:pt x="18120" y="7791"/>
                    <a:pt x="19139" y="6788"/>
                    <a:pt x="20033" y="5863"/>
                  </a:cubicBezTo>
                  <a:cubicBezTo>
                    <a:pt x="20252" y="5628"/>
                    <a:pt x="20472" y="5408"/>
                    <a:pt x="20675" y="5189"/>
                  </a:cubicBezTo>
                  <a:cubicBezTo>
                    <a:pt x="21506" y="4327"/>
                    <a:pt x="22227" y="3543"/>
                    <a:pt x="22823" y="2869"/>
                  </a:cubicBezTo>
                  <a:close/>
                  <a:moveTo>
                    <a:pt x="12415" y="6067"/>
                  </a:moveTo>
                  <a:cubicBezTo>
                    <a:pt x="13387" y="6960"/>
                    <a:pt x="14453" y="7900"/>
                    <a:pt x="15628" y="8888"/>
                  </a:cubicBezTo>
                  <a:cubicBezTo>
                    <a:pt x="14625" y="9797"/>
                    <a:pt x="13559" y="10753"/>
                    <a:pt x="12431" y="11709"/>
                  </a:cubicBezTo>
                  <a:cubicBezTo>
                    <a:pt x="11286" y="10753"/>
                    <a:pt x="10221" y="9797"/>
                    <a:pt x="9217" y="8872"/>
                  </a:cubicBezTo>
                  <a:cubicBezTo>
                    <a:pt x="10377" y="7900"/>
                    <a:pt x="11459" y="6960"/>
                    <a:pt x="12415" y="6067"/>
                  </a:cubicBezTo>
                  <a:close/>
                  <a:moveTo>
                    <a:pt x="8496" y="9468"/>
                  </a:moveTo>
                  <a:cubicBezTo>
                    <a:pt x="8543" y="9515"/>
                    <a:pt x="8590" y="9546"/>
                    <a:pt x="8622" y="9593"/>
                  </a:cubicBezTo>
                  <a:cubicBezTo>
                    <a:pt x="9562" y="10455"/>
                    <a:pt x="10581" y="11364"/>
                    <a:pt x="11710" y="12305"/>
                  </a:cubicBezTo>
                  <a:cubicBezTo>
                    <a:pt x="10628" y="13198"/>
                    <a:pt x="9484" y="14092"/>
                    <a:pt x="8308" y="14954"/>
                  </a:cubicBezTo>
                  <a:cubicBezTo>
                    <a:pt x="7164" y="13998"/>
                    <a:pt x="6098" y="13026"/>
                    <a:pt x="5111" y="12101"/>
                  </a:cubicBezTo>
                  <a:cubicBezTo>
                    <a:pt x="6302" y="11223"/>
                    <a:pt x="7430" y="10346"/>
                    <a:pt x="8496" y="9468"/>
                  </a:cubicBezTo>
                  <a:close/>
                  <a:moveTo>
                    <a:pt x="16334" y="9468"/>
                  </a:moveTo>
                  <a:cubicBezTo>
                    <a:pt x="17399" y="10346"/>
                    <a:pt x="18544" y="11223"/>
                    <a:pt x="19735" y="12101"/>
                  </a:cubicBezTo>
                  <a:cubicBezTo>
                    <a:pt x="18747" y="13026"/>
                    <a:pt x="17681" y="13998"/>
                    <a:pt x="16537" y="14954"/>
                  </a:cubicBezTo>
                  <a:cubicBezTo>
                    <a:pt x="15362" y="14092"/>
                    <a:pt x="14217" y="13198"/>
                    <a:pt x="13136" y="12305"/>
                  </a:cubicBezTo>
                  <a:cubicBezTo>
                    <a:pt x="14264" y="11364"/>
                    <a:pt x="15283" y="10455"/>
                    <a:pt x="16208" y="9593"/>
                  </a:cubicBezTo>
                  <a:cubicBezTo>
                    <a:pt x="16255" y="9546"/>
                    <a:pt x="16302" y="9515"/>
                    <a:pt x="16334" y="9468"/>
                  </a:cubicBezTo>
                  <a:close/>
                  <a:moveTo>
                    <a:pt x="5158" y="13402"/>
                  </a:moveTo>
                  <a:lnTo>
                    <a:pt x="5158" y="13402"/>
                  </a:lnTo>
                  <a:cubicBezTo>
                    <a:pt x="5894" y="14076"/>
                    <a:pt x="6678" y="14797"/>
                    <a:pt x="7540" y="15518"/>
                  </a:cubicBezTo>
                  <a:cubicBezTo>
                    <a:pt x="6960" y="15941"/>
                    <a:pt x="6365" y="16349"/>
                    <a:pt x="5753" y="16756"/>
                  </a:cubicBezTo>
                  <a:cubicBezTo>
                    <a:pt x="5581" y="15597"/>
                    <a:pt x="5377" y="14468"/>
                    <a:pt x="5158" y="13402"/>
                  </a:cubicBezTo>
                  <a:close/>
                  <a:moveTo>
                    <a:pt x="19688" y="13402"/>
                  </a:moveTo>
                  <a:lnTo>
                    <a:pt x="19688" y="13402"/>
                  </a:lnTo>
                  <a:cubicBezTo>
                    <a:pt x="19468" y="14468"/>
                    <a:pt x="19265" y="15597"/>
                    <a:pt x="19092" y="16756"/>
                  </a:cubicBezTo>
                  <a:cubicBezTo>
                    <a:pt x="18481" y="16349"/>
                    <a:pt x="17885" y="15941"/>
                    <a:pt x="17305" y="15518"/>
                  </a:cubicBezTo>
                  <a:cubicBezTo>
                    <a:pt x="18152" y="14781"/>
                    <a:pt x="18951" y="14076"/>
                    <a:pt x="19688" y="13402"/>
                  </a:cubicBezTo>
                  <a:close/>
                  <a:moveTo>
                    <a:pt x="12415" y="12901"/>
                  </a:moveTo>
                  <a:cubicBezTo>
                    <a:pt x="13481" y="13778"/>
                    <a:pt x="14625" y="14672"/>
                    <a:pt x="15816" y="15565"/>
                  </a:cubicBezTo>
                  <a:cubicBezTo>
                    <a:pt x="14750" y="16474"/>
                    <a:pt x="13606" y="17368"/>
                    <a:pt x="12431" y="18261"/>
                  </a:cubicBezTo>
                  <a:cubicBezTo>
                    <a:pt x="11239" y="17368"/>
                    <a:pt x="10095" y="16474"/>
                    <a:pt x="9014" y="15565"/>
                  </a:cubicBezTo>
                  <a:cubicBezTo>
                    <a:pt x="10221" y="14672"/>
                    <a:pt x="11365" y="13778"/>
                    <a:pt x="12415" y="12901"/>
                  </a:cubicBezTo>
                  <a:close/>
                  <a:moveTo>
                    <a:pt x="8261" y="16129"/>
                  </a:moveTo>
                  <a:cubicBezTo>
                    <a:pt x="9311" y="17007"/>
                    <a:pt x="10456" y="17916"/>
                    <a:pt x="11647" y="18825"/>
                  </a:cubicBezTo>
                  <a:cubicBezTo>
                    <a:pt x="10471" y="19703"/>
                    <a:pt x="9233" y="20550"/>
                    <a:pt x="7948" y="21365"/>
                  </a:cubicBezTo>
                  <a:cubicBezTo>
                    <a:pt x="7666" y="21537"/>
                    <a:pt x="7399" y="21710"/>
                    <a:pt x="7117" y="21882"/>
                  </a:cubicBezTo>
                  <a:cubicBezTo>
                    <a:pt x="6866" y="22039"/>
                    <a:pt x="6615" y="22195"/>
                    <a:pt x="6365" y="22337"/>
                  </a:cubicBezTo>
                  <a:cubicBezTo>
                    <a:pt x="6349" y="21960"/>
                    <a:pt x="6318" y="21600"/>
                    <a:pt x="6286" y="21224"/>
                  </a:cubicBezTo>
                  <a:cubicBezTo>
                    <a:pt x="6255" y="20800"/>
                    <a:pt x="6208" y="20377"/>
                    <a:pt x="6177" y="19954"/>
                  </a:cubicBezTo>
                  <a:cubicBezTo>
                    <a:pt x="6098" y="19202"/>
                    <a:pt x="6004" y="18465"/>
                    <a:pt x="5910" y="17760"/>
                  </a:cubicBezTo>
                  <a:cubicBezTo>
                    <a:pt x="6709" y="17227"/>
                    <a:pt x="7493" y="16678"/>
                    <a:pt x="8261" y="16129"/>
                  </a:cubicBezTo>
                  <a:close/>
                  <a:moveTo>
                    <a:pt x="16584" y="16129"/>
                  </a:moveTo>
                  <a:cubicBezTo>
                    <a:pt x="17352" y="16678"/>
                    <a:pt x="18136" y="17227"/>
                    <a:pt x="18935" y="17760"/>
                  </a:cubicBezTo>
                  <a:cubicBezTo>
                    <a:pt x="18841" y="18465"/>
                    <a:pt x="18747" y="19186"/>
                    <a:pt x="18685" y="19923"/>
                  </a:cubicBezTo>
                  <a:cubicBezTo>
                    <a:pt x="18638" y="20346"/>
                    <a:pt x="18591" y="20769"/>
                    <a:pt x="18559" y="21208"/>
                  </a:cubicBezTo>
                  <a:cubicBezTo>
                    <a:pt x="18528" y="21584"/>
                    <a:pt x="18497" y="21960"/>
                    <a:pt x="18481" y="22337"/>
                  </a:cubicBezTo>
                  <a:cubicBezTo>
                    <a:pt x="18214" y="22180"/>
                    <a:pt x="17964" y="22023"/>
                    <a:pt x="17713" y="21866"/>
                  </a:cubicBezTo>
                  <a:cubicBezTo>
                    <a:pt x="17431" y="21710"/>
                    <a:pt x="17149" y="21521"/>
                    <a:pt x="16882" y="21349"/>
                  </a:cubicBezTo>
                  <a:cubicBezTo>
                    <a:pt x="15612" y="20550"/>
                    <a:pt x="14374" y="19703"/>
                    <a:pt x="13183" y="18825"/>
                  </a:cubicBezTo>
                  <a:cubicBezTo>
                    <a:pt x="14390" y="17916"/>
                    <a:pt x="15534" y="17007"/>
                    <a:pt x="16584" y="16129"/>
                  </a:cubicBezTo>
                  <a:close/>
                  <a:moveTo>
                    <a:pt x="769" y="1"/>
                  </a:moveTo>
                  <a:lnTo>
                    <a:pt x="487" y="236"/>
                  </a:lnTo>
                  <a:lnTo>
                    <a:pt x="1" y="486"/>
                  </a:lnTo>
                  <a:cubicBezTo>
                    <a:pt x="17" y="534"/>
                    <a:pt x="1161" y="2791"/>
                    <a:pt x="2399" y="6599"/>
                  </a:cubicBezTo>
                  <a:cubicBezTo>
                    <a:pt x="2509" y="6897"/>
                    <a:pt x="2603" y="7211"/>
                    <a:pt x="2697" y="7524"/>
                  </a:cubicBezTo>
                  <a:cubicBezTo>
                    <a:pt x="2995" y="8480"/>
                    <a:pt x="3292" y="9531"/>
                    <a:pt x="3575" y="10643"/>
                  </a:cubicBezTo>
                  <a:cubicBezTo>
                    <a:pt x="3684" y="11035"/>
                    <a:pt x="3778" y="11443"/>
                    <a:pt x="3888" y="11866"/>
                  </a:cubicBezTo>
                  <a:cubicBezTo>
                    <a:pt x="3919" y="12023"/>
                    <a:pt x="3951" y="12164"/>
                    <a:pt x="3982" y="12321"/>
                  </a:cubicBezTo>
                  <a:cubicBezTo>
                    <a:pt x="4029" y="12493"/>
                    <a:pt x="4061" y="12665"/>
                    <a:pt x="4108" y="12838"/>
                  </a:cubicBezTo>
                  <a:cubicBezTo>
                    <a:pt x="4405" y="14233"/>
                    <a:pt x="4687" y="15738"/>
                    <a:pt x="4923" y="17305"/>
                  </a:cubicBezTo>
                  <a:cubicBezTo>
                    <a:pt x="4970" y="17634"/>
                    <a:pt x="5017" y="17963"/>
                    <a:pt x="5064" y="18308"/>
                  </a:cubicBezTo>
                  <a:cubicBezTo>
                    <a:pt x="5095" y="18575"/>
                    <a:pt x="5126" y="18841"/>
                    <a:pt x="5158" y="19123"/>
                  </a:cubicBezTo>
                  <a:cubicBezTo>
                    <a:pt x="5220" y="19562"/>
                    <a:pt x="5267" y="19985"/>
                    <a:pt x="5299" y="20440"/>
                  </a:cubicBezTo>
                  <a:cubicBezTo>
                    <a:pt x="5377" y="21224"/>
                    <a:pt x="5440" y="22039"/>
                    <a:pt x="5487" y="22854"/>
                  </a:cubicBezTo>
                  <a:cubicBezTo>
                    <a:pt x="5503" y="23183"/>
                    <a:pt x="5518" y="23528"/>
                    <a:pt x="5534" y="23873"/>
                  </a:cubicBezTo>
                  <a:cubicBezTo>
                    <a:pt x="5565" y="24609"/>
                    <a:pt x="5581" y="25362"/>
                    <a:pt x="5581" y="26114"/>
                  </a:cubicBezTo>
                  <a:lnTo>
                    <a:pt x="6490" y="26114"/>
                  </a:lnTo>
                  <a:cubicBezTo>
                    <a:pt x="6490" y="25189"/>
                    <a:pt x="6459" y="24264"/>
                    <a:pt x="6427" y="23355"/>
                  </a:cubicBezTo>
                  <a:cubicBezTo>
                    <a:pt x="6913" y="23073"/>
                    <a:pt x="7415" y="22775"/>
                    <a:pt x="7885" y="22478"/>
                  </a:cubicBezTo>
                  <a:cubicBezTo>
                    <a:pt x="8167" y="22305"/>
                    <a:pt x="8449" y="22133"/>
                    <a:pt x="8716" y="21945"/>
                  </a:cubicBezTo>
                  <a:cubicBezTo>
                    <a:pt x="10001" y="21130"/>
                    <a:pt x="11239" y="20267"/>
                    <a:pt x="12431" y="19405"/>
                  </a:cubicBezTo>
                  <a:cubicBezTo>
                    <a:pt x="13590" y="20267"/>
                    <a:pt x="14829" y="21114"/>
                    <a:pt x="16098" y="21945"/>
                  </a:cubicBezTo>
                  <a:cubicBezTo>
                    <a:pt x="16381" y="22117"/>
                    <a:pt x="16663" y="22289"/>
                    <a:pt x="16929" y="22462"/>
                  </a:cubicBezTo>
                  <a:cubicBezTo>
                    <a:pt x="17415" y="22775"/>
                    <a:pt x="17917" y="23073"/>
                    <a:pt x="18418" y="23355"/>
                  </a:cubicBezTo>
                  <a:cubicBezTo>
                    <a:pt x="18387" y="24264"/>
                    <a:pt x="18355" y="25189"/>
                    <a:pt x="18355" y="26114"/>
                  </a:cubicBezTo>
                  <a:lnTo>
                    <a:pt x="19265" y="26114"/>
                  </a:lnTo>
                  <a:cubicBezTo>
                    <a:pt x="19265" y="25362"/>
                    <a:pt x="19280" y="24609"/>
                    <a:pt x="19312" y="23873"/>
                  </a:cubicBezTo>
                  <a:cubicBezTo>
                    <a:pt x="19327" y="23528"/>
                    <a:pt x="19343" y="23183"/>
                    <a:pt x="19359" y="22854"/>
                  </a:cubicBezTo>
                  <a:cubicBezTo>
                    <a:pt x="19406" y="22023"/>
                    <a:pt x="19468" y="21208"/>
                    <a:pt x="19547" y="20409"/>
                  </a:cubicBezTo>
                  <a:cubicBezTo>
                    <a:pt x="19594" y="19970"/>
                    <a:pt x="19641" y="19531"/>
                    <a:pt x="19688" y="19092"/>
                  </a:cubicBezTo>
                  <a:cubicBezTo>
                    <a:pt x="19719" y="18825"/>
                    <a:pt x="19751" y="18575"/>
                    <a:pt x="19782" y="18308"/>
                  </a:cubicBezTo>
                  <a:cubicBezTo>
                    <a:pt x="19829" y="17963"/>
                    <a:pt x="19876" y="17634"/>
                    <a:pt x="19923" y="17305"/>
                  </a:cubicBezTo>
                  <a:cubicBezTo>
                    <a:pt x="20158" y="15738"/>
                    <a:pt x="20440" y="14233"/>
                    <a:pt x="20738" y="12838"/>
                  </a:cubicBezTo>
                  <a:cubicBezTo>
                    <a:pt x="20785" y="12665"/>
                    <a:pt x="20816" y="12477"/>
                    <a:pt x="20863" y="12305"/>
                  </a:cubicBezTo>
                  <a:cubicBezTo>
                    <a:pt x="20895" y="12164"/>
                    <a:pt x="20926" y="12023"/>
                    <a:pt x="20957" y="11866"/>
                  </a:cubicBezTo>
                  <a:cubicBezTo>
                    <a:pt x="21067" y="11459"/>
                    <a:pt x="21161" y="11035"/>
                    <a:pt x="21271" y="10643"/>
                  </a:cubicBezTo>
                  <a:cubicBezTo>
                    <a:pt x="21553" y="9531"/>
                    <a:pt x="21851" y="8480"/>
                    <a:pt x="22149" y="7524"/>
                  </a:cubicBezTo>
                  <a:cubicBezTo>
                    <a:pt x="22243" y="7211"/>
                    <a:pt x="22337" y="6897"/>
                    <a:pt x="22446" y="6599"/>
                  </a:cubicBezTo>
                  <a:cubicBezTo>
                    <a:pt x="23685" y="2791"/>
                    <a:pt x="24829" y="534"/>
                    <a:pt x="24845" y="486"/>
                  </a:cubicBezTo>
                  <a:lnTo>
                    <a:pt x="24359" y="236"/>
                  </a:lnTo>
                  <a:lnTo>
                    <a:pt x="24343" y="220"/>
                  </a:lnTo>
                  <a:lnTo>
                    <a:pt x="24061" y="1"/>
                  </a:lnTo>
                  <a:cubicBezTo>
                    <a:pt x="24030" y="63"/>
                    <a:pt x="22541" y="1929"/>
                    <a:pt x="19970" y="4609"/>
                  </a:cubicBezTo>
                  <a:cubicBezTo>
                    <a:pt x="19766" y="4828"/>
                    <a:pt x="19547" y="5048"/>
                    <a:pt x="19327" y="5267"/>
                  </a:cubicBezTo>
                  <a:cubicBezTo>
                    <a:pt x="18434" y="6192"/>
                    <a:pt x="17415" y="7195"/>
                    <a:pt x="16302" y="8245"/>
                  </a:cubicBezTo>
                  <a:cubicBezTo>
                    <a:pt x="15174" y="7305"/>
                    <a:pt x="14092" y="6364"/>
                    <a:pt x="13105" y="5440"/>
                  </a:cubicBezTo>
                  <a:cubicBezTo>
                    <a:pt x="14202" y="4405"/>
                    <a:pt x="15221" y="3402"/>
                    <a:pt x="16130" y="2477"/>
                  </a:cubicBezTo>
                  <a:cubicBezTo>
                    <a:pt x="16349" y="2258"/>
                    <a:pt x="16569" y="2023"/>
                    <a:pt x="16772" y="1803"/>
                  </a:cubicBezTo>
                  <a:cubicBezTo>
                    <a:pt x="16537" y="1599"/>
                    <a:pt x="16318" y="1396"/>
                    <a:pt x="16098" y="1192"/>
                  </a:cubicBezTo>
                  <a:cubicBezTo>
                    <a:pt x="15895" y="1396"/>
                    <a:pt x="15675" y="1631"/>
                    <a:pt x="15456" y="1850"/>
                  </a:cubicBezTo>
                  <a:cubicBezTo>
                    <a:pt x="14547" y="2775"/>
                    <a:pt x="13528" y="3778"/>
                    <a:pt x="12415" y="4813"/>
                  </a:cubicBezTo>
                  <a:cubicBezTo>
                    <a:pt x="11302" y="3778"/>
                    <a:pt x="10299" y="2775"/>
                    <a:pt x="9390" y="1850"/>
                  </a:cubicBezTo>
                  <a:cubicBezTo>
                    <a:pt x="9170" y="1631"/>
                    <a:pt x="8951" y="1396"/>
                    <a:pt x="8747" y="1192"/>
                  </a:cubicBezTo>
                  <a:cubicBezTo>
                    <a:pt x="8528" y="1396"/>
                    <a:pt x="8293" y="1599"/>
                    <a:pt x="8073" y="1803"/>
                  </a:cubicBezTo>
                  <a:cubicBezTo>
                    <a:pt x="8277" y="2023"/>
                    <a:pt x="8496" y="2242"/>
                    <a:pt x="8716" y="2477"/>
                  </a:cubicBezTo>
                  <a:cubicBezTo>
                    <a:pt x="9625" y="3402"/>
                    <a:pt x="10628" y="4405"/>
                    <a:pt x="11741" y="5440"/>
                  </a:cubicBezTo>
                  <a:cubicBezTo>
                    <a:pt x="10738" y="6364"/>
                    <a:pt x="9672" y="7305"/>
                    <a:pt x="8543" y="8245"/>
                  </a:cubicBezTo>
                  <a:cubicBezTo>
                    <a:pt x="7430" y="7195"/>
                    <a:pt x="6412" y="6192"/>
                    <a:pt x="5518" y="5267"/>
                  </a:cubicBezTo>
                  <a:cubicBezTo>
                    <a:pt x="5299" y="5048"/>
                    <a:pt x="5079" y="4828"/>
                    <a:pt x="4876" y="4609"/>
                  </a:cubicBezTo>
                  <a:cubicBezTo>
                    <a:pt x="2305" y="1929"/>
                    <a:pt x="816" y="63"/>
                    <a:pt x="769" y="1"/>
                  </a:cubicBezTo>
                  <a:close/>
                </a:path>
              </a:pathLst>
            </a:custGeom>
            <a:solidFill>
              <a:srgbClr val="F9A350"/>
            </a:solidFill>
            <a:ln>
              <a:noFill/>
            </a:ln>
          </p:spPr>
          <p:txBody>
            <a:bodyPr anchorCtr="0" anchor="ctr" bIns="85125" lIns="85125" spcFirstLastPara="1" rIns="85125" wrap="square" tIns="85125">
              <a:noAutofit/>
            </a:bodyPr>
            <a:lstStyle/>
            <a:p>
              <a:pPr indent="0" lvl="0" marL="0" rtl="0" algn="l">
                <a:spcBef>
                  <a:spcPts val="0"/>
                </a:spcBef>
                <a:spcAft>
                  <a:spcPts val="0"/>
                </a:spcAft>
                <a:buNone/>
              </a:pPr>
              <a:r>
                <a:t/>
              </a:r>
              <a:endParaRPr/>
            </a:p>
          </p:txBody>
        </p:sp>
        <p:sp>
          <p:nvSpPr>
            <p:cNvPr id="11256" name="Google Shape;11256;p1427"/>
            <p:cNvSpPr/>
            <p:nvPr/>
          </p:nvSpPr>
          <p:spPr>
            <a:xfrm>
              <a:off x="4867910" y="2565326"/>
              <a:ext cx="138484" cy="111383"/>
            </a:xfrm>
            <a:custGeom>
              <a:rect b="b" l="l" r="r" t="t"/>
              <a:pathLst>
                <a:path extrusionOk="0" h="6506" w="8089">
                  <a:moveTo>
                    <a:pt x="1" y="0"/>
                  </a:moveTo>
                  <a:lnTo>
                    <a:pt x="1" y="0"/>
                  </a:lnTo>
                  <a:cubicBezTo>
                    <a:pt x="63" y="423"/>
                    <a:pt x="110" y="862"/>
                    <a:pt x="142" y="1317"/>
                  </a:cubicBezTo>
                  <a:cubicBezTo>
                    <a:pt x="471" y="1583"/>
                    <a:pt x="800" y="1834"/>
                    <a:pt x="1129" y="2101"/>
                  </a:cubicBezTo>
                  <a:cubicBezTo>
                    <a:pt x="1396" y="2320"/>
                    <a:pt x="1678" y="2540"/>
                    <a:pt x="1960" y="2759"/>
                  </a:cubicBezTo>
                  <a:cubicBezTo>
                    <a:pt x="2211" y="2963"/>
                    <a:pt x="2477" y="3151"/>
                    <a:pt x="2728" y="3355"/>
                  </a:cubicBezTo>
                  <a:cubicBezTo>
                    <a:pt x="3904" y="4232"/>
                    <a:pt x="5126" y="5110"/>
                    <a:pt x="6412" y="5957"/>
                  </a:cubicBezTo>
                  <a:cubicBezTo>
                    <a:pt x="6694" y="6145"/>
                    <a:pt x="6960" y="6333"/>
                    <a:pt x="7242" y="6505"/>
                  </a:cubicBezTo>
                  <a:cubicBezTo>
                    <a:pt x="7524" y="6317"/>
                    <a:pt x="7807" y="6145"/>
                    <a:pt x="8089" y="5957"/>
                  </a:cubicBezTo>
                  <a:cubicBezTo>
                    <a:pt x="7807" y="5784"/>
                    <a:pt x="7524" y="5596"/>
                    <a:pt x="7242" y="5424"/>
                  </a:cubicBezTo>
                  <a:cubicBezTo>
                    <a:pt x="5973" y="4577"/>
                    <a:pt x="4750" y="3715"/>
                    <a:pt x="3559" y="2822"/>
                  </a:cubicBezTo>
                  <a:cubicBezTo>
                    <a:pt x="3308" y="2634"/>
                    <a:pt x="3042" y="2430"/>
                    <a:pt x="2791" y="2242"/>
                  </a:cubicBezTo>
                  <a:cubicBezTo>
                    <a:pt x="2179" y="1771"/>
                    <a:pt x="1584" y="1301"/>
                    <a:pt x="1004" y="831"/>
                  </a:cubicBezTo>
                  <a:cubicBezTo>
                    <a:pt x="675" y="549"/>
                    <a:pt x="330" y="282"/>
                    <a:pt x="1" y="0"/>
                  </a:cubicBezTo>
                  <a:close/>
                </a:path>
              </a:pathLst>
            </a:custGeom>
            <a:solidFill>
              <a:srgbClr val="F9A350"/>
            </a:solidFill>
            <a:ln>
              <a:noFill/>
            </a:ln>
          </p:spPr>
          <p:txBody>
            <a:bodyPr anchorCtr="0" anchor="ctr" bIns="85125" lIns="85125" spcFirstLastPara="1" rIns="85125" wrap="square" tIns="85125">
              <a:noAutofit/>
            </a:bodyPr>
            <a:lstStyle/>
            <a:p>
              <a:pPr indent="0" lvl="0" marL="0" rtl="0" algn="l">
                <a:spcBef>
                  <a:spcPts val="0"/>
                </a:spcBef>
                <a:spcAft>
                  <a:spcPts val="0"/>
                </a:spcAft>
                <a:buNone/>
              </a:pPr>
              <a:r>
                <a:t/>
              </a:r>
              <a:endParaRPr/>
            </a:p>
          </p:txBody>
        </p:sp>
        <p:sp>
          <p:nvSpPr>
            <p:cNvPr id="11257" name="Google Shape;11257;p1427"/>
            <p:cNvSpPr/>
            <p:nvPr/>
          </p:nvSpPr>
          <p:spPr>
            <a:xfrm>
              <a:off x="4767823" y="2233633"/>
              <a:ext cx="448955" cy="38931"/>
            </a:xfrm>
            <a:custGeom>
              <a:rect b="b" l="l" r="r" t="t"/>
              <a:pathLst>
                <a:path extrusionOk="0" h="2274" w="26224">
                  <a:moveTo>
                    <a:pt x="1129" y="1"/>
                  </a:moveTo>
                  <a:cubicBezTo>
                    <a:pt x="502" y="1"/>
                    <a:pt x="0" y="502"/>
                    <a:pt x="0" y="1129"/>
                  </a:cubicBezTo>
                  <a:cubicBezTo>
                    <a:pt x="0" y="1756"/>
                    <a:pt x="502" y="2274"/>
                    <a:pt x="1129" y="2274"/>
                  </a:cubicBezTo>
                  <a:lnTo>
                    <a:pt x="25079" y="2274"/>
                  </a:lnTo>
                  <a:cubicBezTo>
                    <a:pt x="25722" y="2274"/>
                    <a:pt x="26223" y="1756"/>
                    <a:pt x="26223" y="1129"/>
                  </a:cubicBezTo>
                  <a:cubicBezTo>
                    <a:pt x="26223" y="502"/>
                    <a:pt x="25722" y="1"/>
                    <a:pt x="25079" y="1"/>
                  </a:cubicBezTo>
                  <a:close/>
                </a:path>
              </a:pathLst>
            </a:custGeom>
            <a:solidFill>
              <a:srgbClr val="E95E24"/>
            </a:solidFill>
            <a:ln>
              <a:noFill/>
            </a:ln>
          </p:spPr>
          <p:txBody>
            <a:bodyPr anchorCtr="0" anchor="ctr" bIns="85125" lIns="85125" spcFirstLastPara="1" rIns="85125" wrap="square" tIns="851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61" name="Shape 11261"/>
        <p:cNvGrpSpPr/>
        <p:nvPr/>
      </p:nvGrpSpPr>
      <p:grpSpPr>
        <a:xfrm>
          <a:off x="0" y="0"/>
          <a:ext cx="0" cy="0"/>
          <a:chOff x="0" y="0"/>
          <a:chExt cx="0" cy="0"/>
        </a:xfrm>
      </p:grpSpPr>
      <p:cxnSp>
        <p:nvCxnSpPr>
          <p:cNvPr id="11262" name="Google Shape;11262;p1428"/>
          <p:cNvCxnSpPr/>
          <p:nvPr/>
        </p:nvCxnSpPr>
        <p:spPr>
          <a:xfrm rot="10800000">
            <a:off x="4572050" y="1112250"/>
            <a:ext cx="0" cy="3491700"/>
          </a:xfrm>
          <a:prstGeom prst="straightConnector1">
            <a:avLst/>
          </a:prstGeom>
          <a:noFill/>
          <a:ln cap="flat" cmpd="sng" w="38100">
            <a:solidFill>
              <a:schemeClr val="accent1"/>
            </a:solidFill>
            <a:prstDash val="solid"/>
            <a:round/>
            <a:headEnd len="med" w="med" type="none"/>
            <a:tailEnd len="med" w="med" type="none"/>
          </a:ln>
        </p:spPr>
      </p:cxnSp>
      <p:sp>
        <p:nvSpPr>
          <p:cNvPr id="11263" name="Google Shape;11263;p142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Methods: A Two-Model Approach</a:t>
            </a:r>
            <a:endParaRPr/>
          </a:p>
        </p:txBody>
      </p:sp>
      <p:sp>
        <p:nvSpPr>
          <p:cNvPr id="11264" name="Google Shape;11264;p1428"/>
          <p:cNvSpPr txBox="1"/>
          <p:nvPr>
            <p:ph idx="3" type="subTitle"/>
          </p:nvPr>
        </p:nvSpPr>
        <p:spPr>
          <a:xfrm>
            <a:off x="895825" y="2167175"/>
            <a:ext cx="3458700" cy="1651500"/>
          </a:xfrm>
          <a:prstGeom prst="rect">
            <a:avLst/>
          </a:prstGeom>
        </p:spPr>
        <p:txBody>
          <a:bodyPr anchorCtr="0" anchor="t" bIns="91425" lIns="91425" spcFirstLastPara="1" rIns="91425" wrap="square" tIns="91425">
            <a:noAutofit/>
          </a:bodyPr>
          <a:lstStyle/>
          <a:p>
            <a:pPr indent="-317500" lvl="0" marL="457200" rtl="0" algn="l">
              <a:lnSpc>
                <a:spcPct val="115000"/>
              </a:lnSpc>
              <a:spcBef>
                <a:spcPts val="0"/>
              </a:spcBef>
              <a:spcAft>
                <a:spcPts val="0"/>
              </a:spcAft>
              <a:buSzPts val="1400"/>
              <a:buChar char="●"/>
            </a:pPr>
            <a:r>
              <a:rPr lang="en"/>
              <a:t>Model 1 (</a:t>
            </a:r>
            <a:r>
              <a:rPr lang="en"/>
              <a:t>Performance</a:t>
            </a:r>
            <a:r>
              <a:rPr lang="en"/>
              <a:t>): Objective side (Player Stats, Efficiency, Team Success).</a:t>
            </a:r>
            <a:endParaRPr/>
          </a:p>
          <a:p>
            <a:pPr indent="-317500" lvl="0" marL="457200" rtl="0" algn="l">
              <a:lnSpc>
                <a:spcPct val="115000"/>
              </a:lnSpc>
              <a:spcBef>
                <a:spcPts val="0"/>
              </a:spcBef>
              <a:spcAft>
                <a:spcPts val="0"/>
              </a:spcAft>
              <a:buSzPts val="1400"/>
              <a:buChar char="●"/>
            </a:pPr>
            <a:r>
              <a:rPr lang="en"/>
              <a:t>Model 2 (Sentiment/Popularity): Subjective side (Hype, Media Narratives, Fan Attention).</a:t>
            </a:r>
            <a:endParaRPr/>
          </a:p>
        </p:txBody>
      </p:sp>
      <p:sp>
        <p:nvSpPr>
          <p:cNvPr id="11265" name="Google Shape;11265;p1428"/>
          <p:cNvSpPr txBox="1"/>
          <p:nvPr>
            <p:ph idx="4" type="subTitle"/>
          </p:nvPr>
        </p:nvSpPr>
        <p:spPr>
          <a:xfrm>
            <a:off x="833613" y="1736133"/>
            <a:ext cx="3684000" cy="3654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sz="1600"/>
              <a:t>Solution: Split into Two Models</a:t>
            </a:r>
            <a:endParaRPr sz="1600"/>
          </a:p>
        </p:txBody>
      </p:sp>
      <p:sp>
        <p:nvSpPr>
          <p:cNvPr id="11266" name="Google Shape;11266;p1428"/>
          <p:cNvSpPr txBox="1"/>
          <p:nvPr>
            <p:ph idx="7" type="subTitle"/>
          </p:nvPr>
        </p:nvSpPr>
        <p:spPr>
          <a:xfrm>
            <a:off x="4789575" y="2090825"/>
            <a:ext cx="3458700" cy="1804200"/>
          </a:xfrm>
          <a:prstGeom prst="rect">
            <a:avLst/>
          </a:prstGeom>
        </p:spPr>
        <p:txBody>
          <a:bodyPr anchorCtr="0" anchor="t" bIns="91425" lIns="91425" spcFirstLastPara="1" rIns="91425" wrap="square" tIns="91425">
            <a:noAutofit/>
          </a:bodyPr>
          <a:lstStyle/>
          <a:p>
            <a:pPr indent="-317500" lvl="0" marL="457200" rtl="0" algn="l">
              <a:lnSpc>
                <a:spcPct val="115000"/>
              </a:lnSpc>
              <a:spcBef>
                <a:spcPts val="0"/>
              </a:spcBef>
              <a:spcAft>
                <a:spcPts val="0"/>
              </a:spcAft>
              <a:buSzPts val="1400"/>
              <a:buChar char="●"/>
            </a:pPr>
            <a:r>
              <a:rPr lang="en"/>
              <a:t>Pure performance misses underrated players; popularity alone overrated.</a:t>
            </a:r>
            <a:endParaRPr/>
          </a:p>
          <a:p>
            <a:pPr indent="-317500" lvl="0" marL="457200" rtl="0" algn="l">
              <a:lnSpc>
                <a:spcPct val="115000"/>
              </a:lnSpc>
              <a:spcBef>
                <a:spcPts val="0"/>
              </a:spcBef>
              <a:spcAft>
                <a:spcPts val="0"/>
              </a:spcAft>
              <a:buSzPts val="1400"/>
              <a:buChar char="●"/>
            </a:pPr>
            <a:r>
              <a:rPr lang="en"/>
              <a:t>Mirrors Voting: reflects Fan (50%), Media (25%), Player (25%) split.</a:t>
            </a:r>
            <a:endParaRPr/>
          </a:p>
          <a:p>
            <a:pPr indent="0" lvl="0" marL="0" rtl="0" algn="l">
              <a:lnSpc>
                <a:spcPct val="115000"/>
              </a:lnSpc>
              <a:spcBef>
                <a:spcPts val="0"/>
              </a:spcBef>
              <a:spcAft>
                <a:spcPts val="0"/>
              </a:spcAft>
              <a:buNone/>
            </a:pPr>
            <a:r>
              <a:t/>
            </a:r>
            <a:endParaRPr/>
          </a:p>
        </p:txBody>
      </p:sp>
      <p:sp>
        <p:nvSpPr>
          <p:cNvPr id="11267" name="Google Shape;11267;p1428"/>
          <p:cNvSpPr txBox="1"/>
          <p:nvPr>
            <p:ph idx="8" type="subTitle"/>
          </p:nvPr>
        </p:nvSpPr>
        <p:spPr>
          <a:xfrm>
            <a:off x="4789575" y="1702975"/>
            <a:ext cx="3318000" cy="4317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sz="1600"/>
              <a:t>Why Our Approach Works:</a:t>
            </a:r>
            <a:endParaRPr sz="1600"/>
          </a:p>
        </p:txBody>
      </p:sp>
      <p:grpSp>
        <p:nvGrpSpPr>
          <p:cNvPr id="11268" name="Google Shape;11268;p1428"/>
          <p:cNvGrpSpPr/>
          <p:nvPr/>
        </p:nvGrpSpPr>
        <p:grpSpPr>
          <a:xfrm>
            <a:off x="497378" y="890062"/>
            <a:ext cx="431694" cy="431694"/>
            <a:chOff x="3365800" y="1183425"/>
            <a:chExt cx="261300" cy="261300"/>
          </a:xfrm>
        </p:grpSpPr>
        <p:cxnSp>
          <p:nvCxnSpPr>
            <p:cNvPr id="11269" name="Google Shape;11269;p1428"/>
            <p:cNvCxnSpPr/>
            <p:nvPr/>
          </p:nvCxnSpPr>
          <p:spPr>
            <a:xfrm>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cxnSp>
          <p:nvCxnSpPr>
            <p:cNvPr id="11270" name="Google Shape;11270;p1428"/>
            <p:cNvCxnSpPr/>
            <p:nvPr/>
          </p:nvCxnSpPr>
          <p:spPr>
            <a:xfrm flipH="1">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grpSp>
      <p:grpSp>
        <p:nvGrpSpPr>
          <p:cNvPr id="11271" name="Google Shape;11271;p1428"/>
          <p:cNvGrpSpPr/>
          <p:nvPr/>
        </p:nvGrpSpPr>
        <p:grpSpPr>
          <a:xfrm>
            <a:off x="8203755" y="2625968"/>
            <a:ext cx="431694" cy="431694"/>
            <a:chOff x="3365800" y="1183425"/>
            <a:chExt cx="261300" cy="261300"/>
          </a:xfrm>
        </p:grpSpPr>
        <p:cxnSp>
          <p:nvCxnSpPr>
            <p:cNvPr id="11272" name="Google Shape;11272;p1428"/>
            <p:cNvCxnSpPr/>
            <p:nvPr/>
          </p:nvCxnSpPr>
          <p:spPr>
            <a:xfrm>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cxnSp>
          <p:nvCxnSpPr>
            <p:cNvPr id="11273" name="Google Shape;11273;p1428"/>
            <p:cNvCxnSpPr/>
            <p:nvPr/>
          </p:nvCxnSpPr>
          <p:spPr>
            <a:xfrm flipH="1">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77" name="Shape 11277"/>
        <p:cNvGrpSpPr/>
        <p:nvPr/>
      </p:nvGrpSpPr>
      <p:grpSpPr>
        <a:xfrm>
          <a:off x="0" y="0"/>
          <a:ext cx="0" cy="0"/>
          <a:chOff x="0" y="0"/>
          <a:chExt cx="0" cy="0"/>
        </a:xfrm>
      </p:grpSpPr>
      <p:cxnSp>
        <p:nvCxnSpPr>
          <p:cNvPr id="11278" name="Google Shape;11278;p1429"/>
          <p:cNvCxnSpPr>
            <a:stCxn id="11279" idx="2"/>
            <a:endCxn id="11280" idx="2"/>
          </p:cNvCxnSpPr>
          <p:nvPr/>
        </p:nvCxnSpPr>
        <p:spPr>
          <a:xfrm rot="10800000">
            <a:off x="4572000" y="1112225"/>
            <a:ext cx="0" cy="3491700"/>
          </a:xfrm>
          <a:prstGeom prst="straightConnector1">
            <a:avLst/>
          </a:prstGeom>
          <a:noFill/>
          <a:ln cap="flat" cmpd="sng" w="38100">
            <a:solidFill>
              <a:schemeClr val="accent1"/>
            </a:solidFill>
            <a:prstDash val="dash"/>
            <a:round/>
            <a:headEnd len="med" w="med" type="none"/>
            <a:tailEnd len="med" w="med" type="none"/>
          </a:ln>
        </p:spPr>
      </p:cxnSp>
      <p:sp>
        <p:nvSpPr>
          <p:cNvPr id="11280" name="Google Shape;11280;p142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Methods</a:t>
            </a:r>
            <a:endParaRPr/>
          </a:p>
        </p:txBody>
      </p:sp>
      <p:sp>
        <p:nvSpPr>
          <p:cNvPr id="11281" name="Google Shape;11281;p1429"/>
          <p:cNvSpPr txBox="1"/>
          <p:nvPr>
            <p:ph idx="3" type="subTitle"/>
          </p:nvPr>
        </p:nvSpPr>
        <p:spPr>
          <a:xfrm>
            <a:off x="4768275" y="2071675"/>
            <a:ext cx="3376800" cy="2577300"/>
          </a:xfrm>
          <a:prstGeom prst="rect">
            <a:avLst/>
          </a:prstGeom>
        </p:spPr>
        <p:txBody>
          <a:bodyPr anchorCtr="0" anchor="t" bIns="91425" lIns="91425" spcFirstLastPara="1" rIns="91425" wrap="square" tIns="91425">
            <a:noAutofit/>
          </a:bodyPr>
          <a:lstStyle/>
          <a:p>
            <a:pPr indent="-317500" lvl="0" marL="457200" rtl="0" algn="l">
              <a:lnSpc>
                <a:spcPct val="115000"/>
              </a:lnSpc>
              <a:spcBef>
                <a:spcPts val="0"/>
              </a:spcBef>
              <a:spcAft>
                <a:spcPts val="0"/>
              </a:spcAft>
              <a:buSzPts val="1400"/>
              <a:buChar char="●"/>
            </a:pPr>
            <a:r>
              <a:rPr lang="en"/>
              <a:t>Inputs:</a:t>
            </a:r>
            <a:endParaRPr/>
          </a:p>
          <a:p>
            <a:pPr indent="-317500" lvl="1" marL="914400" rtl="0" algn="l">
              <a:lnSpc>
                <a:spcPct val="115000"/>
              </a:lnSpc>
              <a:spcBef>
                <a:spcPts val="0"/>
              </a:spcBef>
              <a:spcAft>
                <a:spcPts val="0"/>
              </a:spcAft>
              <a:buSzPts val="1400"/>
              <a:buChar char="○"/>
            </a:pPr>
            <a:r>
              <a:rPr lang="en"/>
              <a:t>Media sentiment (ESPN headlines)</a:t>
            </a:r>
            <a:endParaRPr/>
          </a:p>
          <a:p>
            <a:pPr indent="-317500" lvl="1" marL="914400" rtl="0" algn="l">
              <a:lnSpc>
                <a:spcPct val="115000"/>
              </a:lnSpc>
              <a:spcBef>
                <a:spcPts val="0"/>
              </a:spcBef>
              <a:spcAft>
                <a:spcPts val="0"/>
              </a:spcAft>
              <a:buSzPts val="1400"/>
              <a:buChar char="○"/>
            </a:pPr>
            <a:r>
              <a:rPr lang="en"/>
              <a:t>Google Trends popularity</a:t>
            </a:r>
            <a:endParaRPr/>
          </a:p>
          <a:p>
            <a:pPr indent="-317500" lvl="0" marL="457200" rtl="0" algn="l">
              <a:lnSpc>
                <a:spcPct val="115000"/>
              </a:lnSpc>
              <a:spcBef>
                <a:spcPts val="0"/>
              </a:spcBef>
              <a:spcAft>
                <a:spcPts val="0"/>
              </a:spcAft>
              <a:buSzPts val="1400"/>
              <a:buChar char="●"/>
            </a:pPr>
            <a:r>
              <a:rPr lang="en"/>
              <a:t>Techniques: sentiment scoring + time-series normalization</a:t>
            </a:r>
            <a:endParaRPr/>
          </a:p>
          <a:p>
            <a:pPr indent="-317500" lvl="0" marL="457200" rtl="0" algn="l">
              <a:lnSpc>
                <a:spcPct val="115000"/>
              </a:lnSpc>
              <a:spcBef>
                <a:spcPts val="0"/>
              </a:spcBef>
              <a:spcAft>
                <a:spcPts val="0"/>
              </a:spcAft>
              <a:buSzPts val="1400"/>
              <a:buChar char="●"/>
            </a:pPr>
            <a:r>
              <a:rPr lang="en"/>
              <a:t>Output: popularity-driven All-Star probability (0–1)</a:t>
            </a:r>
            <a:endParaRPr/>
          </a:p>
        </p:txBody>
      </p:sp>
      <p:sp>
        <p:nvSpPr>
          <p:cNvPr id="11282" name="Google Shape;11282;p1429"/>
          <p:cNvSpPr txBox="1"/>
          <p:nvPr>
            <p:ph idx="1" type="subTitle"/>
          </p:nvPr>
        </p:nvSpPr>
        <p:spPr>
          <a:xfrm>
            <a:off x="998925" y="2071683"/>
            <a:ext cx="3376800" cy="2275800"/>
          </a:xfrm>
          <a:prstGeom prst="rect">
            <a:avLst/>
          </a:prstGeom>
        </p:spPr>
        <p:txBody>
          <a:bodyPr anchorCtr="0" anchor="t" bIns="91425" lIns="91425" spcFirstLastPara="1" rIns="91425" wrap="square" tIns="91425">
            <a:noAutofit/>
          </a:bodyPr>
          <a:lstStyle/>
          <a:p>
            <a:pPr indent="-317500" lvl="0" marL="457200" rtl="0" algn="l">
              <a:lnSpc>
                <a:spcPct val="115000"/>
              </a:lnSpc>
              <a:spcBef>
                <a:spcPts val="0"/>
              </a:spcBef>
              <a:spcAft>
                <a:spcPts val="0"/>
              </a:spcAft>
              <a:buSzPts val="1400"/>
              <a:buChar char="●"/>
            </a:pPr>
            <a:r>
              <a:rPr lang="en"/>
              <a:t>Features: PTS, AST, REB, STL, BLK, FG%, 3P%, FT%, +/-, Win %, Usage Rate, GS, MIN</a:t>
            </a:r>
            <a:endParaRPr/>
          </a:p>
          <a:p>
            <a:pPr indent="-317500" lvl="0" marL="457200" rtl="0" algn="l">
              <a:lnSpc>
                <a:spcPct val="115000"/>
              </a:lnSpc>
              <a:spcBef>
                <a:spcPts val="0"/>
              </a:spcBef>
              <a:spcAft>
                <a:spcPts val="0"/>
              </a:spcAft>
              <a:buSzPts val="1400"/>
              <a:buChar char="●"/>
            </a:pPr>
            <a:r>
              <a:rPr lang="en"/>
              <a:t>Models used: logistic regression, neural network, random forest (ensemble)</a:t>
            </a:r>
            <a:endParaRPr/>
          </a:p>
          <a:p>
            <a:pPr indent="-317500" lvl="0" marL="457200" rtl="0" algn="l">
              <a:lnSpc>
                <a:spcPct val="115000"/>
              </a:lnSpc>
              <a:spcBef>
                <a:spcPts val="0"/>
              </a:spcBef>
              <a:spcAft>
                <a:spcPts val="0"/>
              </a:spcAft>
              <a:buSzPts val="1400"/>
              <a:buChar char="●"/>
            </a:pPr>
            <a:r>
              <a:rPr lang="en"/>
              <a:t>Output: performance-based All-Star probability (0–1)</a:t>
            </a:r>
            <a:endParaRPr/>
          </a:p>
        </p:txBody>
      </p:sp>
      <p:sp>
        <p:nvSpPr>
          <p:cNvPr id="11283" name="Google Shape;11283;p1429"/>
          <p:cNvSpPr txBox="1"/>
          <p:nvPr>
            <p:ph idx="2" type="subTitle"/>
          </p:nvPr>
        </p:nvSpPr>
        <p:spPr>
          <a:xfrm>
            <a:off x="1361150" y="1486425"/>
            <a:ext cx="3146400" cy="4317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Model 1: Statistical Performance Model</a:t>
            </a:r>
            <a:endParaRPr/>
          </a:p>
        </p:txBody>
      </p:sp>
      <p:sp>
        <p:nvSpPr>
          <p:cNvPr id="11284" name="Google Shape;11284;p1429"/>
          <p:cNvSpPr txBox="1"/>
          <p:nvPr>
            <p:ph idx="4" type="subTitle"/>
          </p:nvPr>
        </p:nvSpPr>
        <p:spPr>
          <a:xfrm>
            <a:off x="5387825" y="1486425"/>
            <a:ext cx="2918700" cy="4317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Model 2: Sentiment &amp; Popularity Model</a:t>
            </a:r>
            <a:endParaRPr/>
          </a:p>
        </p:txBody>
      </p:sp>
      <p:grpSp>
        <p:nvGrpSpPr>
          <p:cNvPr id="11285" name="Google Shape;11285;p1429"/>
          <p:cNvGrpSpPr/>
          <p:nvPr/>
        </p:nvGrpSpPr>
        <p:grpSpPr>
          <a:xfrm>
            <a:off x="998929" y="1415317"/>
            <a:ext cx="573932" cy="502162"/>
            <a:chOff x="1681125" y="2722100"/>
            <a:chExt cx="995200" cy="870750"/>
          </a:xfrm>
        </p:grpSpPr>
        <p:sp>
          <p:nvSpPr>
            <p:cNvPr id="11286" name="Google Shape;11286;p1429"/>
            <p:cNvSpPr/>
            <p:nvPr/>
          </p:nvSpPr>
          <p:spPr>
            <a:xfrm>
              <a:off x="1681125" y="2722100"/>
              <a:ext cx="995200" cy="56225"/>
            </a:xfrm>
            <a:custGeom>
              <a:rect b="b" l="l" r="r" t="t"/>
              <a:pathLst>
                <a:path extrusionOk="0" h="2249" w="39808">
                  <a:moveTo>
                    <a:pt x="1" y="1"/>
                  </a:moveTo>
                  <a:lnTo>
                    <a:pt x="1" y="2249"/>
                  </a:lnTo>
                  <a:lnTo>
                    <a:pt x="39808" y="2249"/>
                  </a:lnTo>
                  <a:lnTo>
                    <a:pt x="39808" y="1"/>
                  </a:lnTo>
                  <a:close/>
                </a:path>
              </a:pathLst>
            </a:custGeom>
            <a:solidFill>
              <a:srgbClr val="F17726"/>
            </a:solidFill>
            <a:ln>
              <a:noFill/>
            </a:ln>
          </p:spPr>
          <p:txBody>
            <a:bodyPr anchorCtr="0" anchor="ctr" bIns="45250" lIns="45250" spcFirstLastPara="1" rIns="45250" wrap="square" tIns="45250">
              <a:noAutofit/>
            </a:bodyPr>
            <a:lstStyle/>
            <a:p>
              <a:pPr indent="0" lvl="0" marL="0" rtl="0" algn="l">
                <a:spcBef>
                  <a:spcPts val="0"/>
                </a:spcBef>
                <a:spcAft>
                  <a:spcPts val="0"/>
                </a:spcAft>
                <a:buNone/>
              </a:pPr>
              <a:r>
                <a:t/>
              </a:r>
              <a:endParaRPr/>
            </a:p>
          </p:txBody>
        </p:sp>
        <p:sp>
          <p:nvSpPr>
            <p:cNvPr id="11287" name="Google Shape;11287;p1429"/>
            <p:cNvSpPr/>
            <p:nvPr/>
          </p:nvSpPr>
          <p:spPr>
            <a:xfrm>
              <a:off x="1742700" y="2778300"/>
              <a:ext cx="430475" cy="814550"/>
            </a:xfrm>
            <a:custGeom>
              <a:rect b="b" l="l" r="r" t="t"/>
              <a:pathLst>
                <a:path extrusionOk="0" h="32582" w="17219">
                  <a:moveTo>
                    <a:pt x="4265" y="6050"/>
                  </a:moveTo>
                  <a:lnTo>
                    <a:pt x="8226" y="10082"/>
                  </a:lnTo>
                  <a:lnTo>
                    <a:pt x="5674" y="12473"/>
                  </a:lnTo>
                  <a:cubicBezTo>
                    <a:pt x="5264" y="9957"/>
                    <a:pt x="4782" y="7834"/>
                    <a:pt x="4265" y="6050"/>
                  </a:cubicBezTo>
                  <a:close/>
                  <a:moveTo>
                    <a:pt x="13293" y="6781"/>
                  </a:moveTo>
                  <a:lnTo>
                    <a:pt x="16683" y="9904"/>
                  </a:lnTo>
                  <a:lnTo>
                    <a:pt x="13347" y="13811"/>
                  </a:lnTo>
                  <a:lnTo>
                    <a:pt x="9724" y="10118"/>
                  </a:lnTo>
                  <a:lnTo>
                    <a:pt x="13293" y="6781"/>
                  </a:lnTo>
                  <a:close/>
                  <a:moveTo>
                    <a:pt x="8957" y="10849"/>
                  </a:moveTo>
                  <a:lnTo>
                    <a:pt x="12669" y="14614"/>
                  </a:lnTo>
                  <a:lnTo>
                    <a:pt x="9885" y="17879"/>
                  </a:lnTo>
                  <a:lnTo>
                    <a:pt x="6013" y="13597"/>
                  </a:lnTo>
                  <a:lnTo>
                    <a:pt x="8957" y="10849"/>
                  </a:lnTo>
                  <a:close/>
                  <a:moveTo>
                    <a:pt x="6085" y="15256"/>
                  </a:moveTo>
                  <a:lnTo>
                    <a:pt x="9189" y="18682"/>
                  </a:lnTo>
                  <a:lnTo>
                    <a:pt x="6709" y="21573"/>
                  </a:lnTo>
                  <a:cubicBezTo>
                    <a:pt x="6549" y="19271"/>
                    <a:pt x="6334" y="17166"/>
                    <a:pt x="6085" y="15256"/>
                  </a:cubicBezTo>
                  <a:close/>
                  <a:moveTo>
                    <a:pt x="13400" y="15381"/>
                  </a:moveTo>
                  <a:lnTo>
                    <a:pt x="16701" y="18736"/>
                  </a:lnTo>
                  <a:lnTo>
                    <a:pt x="13703" y="22090"/>
                  </a:lnTo>
                  <a:lnTo>
                    <a:pt x="10599" y="18664"/>
                  </a:lnTo>
                  <a:lnTo>
                    <a:pt x="13400" y="15381"/>
                  </a:lnTo>
                  <a:close/>
                  <a:moveTo>
                    <a:pt x="9903" y="19467"/>
                  </a:moveTo>
                  <a:lnTo>
                    <a:pt x="12990" y="22893"/>
                  </a:lnTo>
                  <a:lnTo>
                    <a:pt x="9814" y="26462"/>
                  </a:lnTo>
                  <a:lnTo>
                    <a:pt x="6941" y="22947"/>
                  </a:lnTo>
                  <a:lnTo>
                    <a:pt x="9903" y="19467"/>
                  </a:lnTo>
                  <a:close/>
                  <a:moveTo>
                    <a:pt x="6888" y="24535"/>
                  </a:moveTo>
                  <a:lnTo>
                    <a:pt x="9100" y="27264"/>
                  </a:lnTo>
                  <a:lnTo>
                    <a:pt x="7030" y="29602"/>
                  </a:lnTo>
                  <a:cubicBezTo>
                    <a:pt x="6995" y="27818"/>
                    <a:pt x="6959" y="26140"/>
                    <a:pt x="6888" y="24535"/>
                  </a:cubicBezTo>
                  <a:close/>
                  <a:moveTo>
                    <a:pt x="13703" y="23678"/>
                  </a:moveTo>
                  <a:lnTo>
                    <a:pt x="16719" y="26997"/>
                  </a:lnTo>
                  <a:lnTo>
                    <a:pt x="13471" y="30904"/>
                  </a:lnTo>
                  <a:lnTo>
                    <a:pt x="10492" y="27282"/>
                  </a:lnTo>
                  <a:lnTo>
                    <a:pt x="13703" y="23678"/>
                  </a:lnTo>
                  <a:close/>
                  <a:moveTo>
                    <a:pt x="0" y="1"/>
                  </a:moveTo>
                  <a:cubicBezTo>
                    <a:pt x="1820" y="2802"/>
                    <a:pt x="5442" y="10867"/>
                    <a:pt x="5442" y="31796"/>
                  </a:cubicBezTo>
                  <a:cubicBezTo>
                    <a:pt x="5442" y="32225"/>
                    <a:pt x="5799" y="32564"/>
                    <a:pt x="6245" y="32564"/>
                  </a:cubicBezTo>
                  <a:cubicBezTo>
                    <a:pt x="6673" y="32564"/>
                    <a:pt x="7030" y="32189"/>
                    <a:pt x="7030" y="31761"/>
                  </a:cubicBezTo>
                  <a:cubicBezTo>
                    <a:pt x="7030" y="31565"/>
                    <a:pt x="7030" y="31368"/>
                    <a:pt x="7030" y="31190"/>
                  </a:cubicBezTo>
                  <a:lnTo>
                    <a:pt x="9778" y="28085"/>
                  </a:lnTo>
                  <a:lnTo>
                    <a:pt x="13471" y="32582"/>
                  </a:lnTo>
                  <a:lnTo>
                    <a:pt x="17218" y="27996"/>
                  </a:lnTo>
                  <a:lnTo>
                    <a:pt x="17201" y="27978"/>
                  </a:lnTo>
                  <a:lnTo>
                    <a:pt x="17201" y="26051"/>
                  </a:lnTo>
                  <a:lnTo>
                    <a:pt x="17218" y="26033"/>
                  </a:lnTo>
                  <a:lnTo>
                    <a:pt x="14399" y="22875"/>
                  </a:lnTo>
                  <a:lnTo>
                    <a:pt x="17218" y="19664"/>
                  </a:lnTo>
                  <a:lnTo>
                    <a:pt x="17201" y="19664"/>
                  </a:lnTo>
                  <a:lnTo>
                    <a:pt x="17201" y="17826"/>
                  </a:lnTo>
                  <a:lnTo>
                    <a:pt x="17218" y="17808"/>
                  </a:lnTo>
                  <a:lnTo>
                    <a:pt x="14078" y="14561"/>
                  </a:lnTo>
                  <a:lnTo>
                    <a:pt x="17218" y="10849"/>
                  </a:lnTo>
                  <a:lnTo>
                    <a:pt x="17201" y="10831"/>
                  </a:lnTo>
                  <a:lnTo>
                    <a:pt x="17201" y="9029"/>
                  </a:lnTo>
                  <a:lnTo>
                    <a:pt x="17218" y="9011"/>
                  </a:lnTo>
                  <a:lnTo>
                    <a:pt x="13775" y="5871"/>
                  </a:lnTo>
                  <a:cubicBezTo>
                    <a:pt x="13703" y="4140"/>
                    <a:pt x="12918" y="1678"/>
                    <a:pt x="12330" y="1"/>
                  </a:cubicBezTo>
                  <a:lnTo>
                    <a:pt x="11205" y="1"/>
                  </a:lnTo>
                  <a:cubicBezTo>
                    <a:pt x="11776" y="1678"/>
                    <a:pt x="12669" y="4194"/>
                    <a:pt x="12740" y="5889"/>
                  </a:cubicBezTo>
                  <a:lnTo>
                    <a:pt x="8993" y="9386"/>
                  </a:lnTo>
                  <a:lnTo>
                    <a:pt x="3569" y="3891"/>
                  </a:lnTo>
                  <a:cubicBezTo>
                    <a:pt x="2962" y="2178"/>
                    <a:pt x="2373" y="840"/>
                    <a:pt x="1838" y="1"/>
                  </a:cubicBezTo>
                  <a:close/>
                </a:path>
              </a:pathLst>
            </a:custGeom>
            <a:solidFill>
              <a:srgbClr val="F5F6F0"/>
            </a:solidFill>
            <a:ln>
              <a:noFill/>
            </a:ln>
          </p:spPr>
          <p:txBody>
            <a:bodyPr anchorCtr="0" anchor="ctr" bIns="45250" lIns="45250" spcFirstLastPara="1" rIns="45250" wrap="square" tIns="45250">
              <a:noAutofit/>
            </a:bodyPr>
            <a:lstStyle/>
            <a:p>
              <a:pPr indent="0" lvl="0" marL="0" rtl="0" algn="l">
                <a:spcBef>
                  <a:spcPts val="0"/>
                </a:spcBef>
                <a:spcAft>
                  <a:spcPts val="0"/>
                </a:spcAft>
                <a:buNone/>
              </a:pPr>
              <a:r>
                <a:t/>
              </a:r>
              <a:endParaRPr/>
            </a:p>
          </p:txBody>
        </p:sp>
        <p:sp>
          <p:nvSpPr>
            <p:cNvPr id="11288" name="Google Shape;11288;p1429"/>
            <p:cNvSpPr/>
            <p:nvPr/>
          </p:nvSpPr>
          <p:spPr>
            <a:xfrm>
              <a:off x="2172700" y="2778300"/>
              <a:ext cx="435375" cy="814550"/>
            </a:xfrm>
            <a:custGeom>
              <a:rect b="b" l="l" r="r" t="t"/>
              <a:pathLst>
                <a:path extrusionOk="0" h="32582" w="17415">
                  <a:moveTo>
                    <a:pt x="13115" y="6050"/>
                  </a:moveTo>
                  <a:cubicBezTo>
                    <a:pt x="12615" y="7834"/>
                    <a:pt x="12134" y="9957"/>
                    <a:pt x="11705" y="12473"/>
                  </a:cubicBezTo>
                  <a:lnTo>
                    <a:pt x="9172" y="10082"/>
                  </a:lnTo>
                  <a:lnTo>
                    <a:pt x="13115" y="6050"/>
                  </a:lnTo>
                  <a:close/>
                  <a:moveTo>
                    <a:pt x="4104" y="6781"/>
                  </a:moveTo>
                  <a:lnTo>
                    <a:pt x="7655" y="10118"/>
                  </a:lnTo>
                  <a:lnTo>
                    <a:pt x="4033" y="13811"/>
                  </a:lnTo>
                  <a:lnTo>
                    <a:pt x="696" y="9904"/>
                  </a:lnTo>
                  <a:lnTo>
                    <a:pt x="4104" y="6781"/>
                  </a:lnTo>
                  <a:close/>
                  <a:moveTo>
                    <a:pt x="8422" y="10849"/>
                  </a:moveTo>
                  <a:lnTo>
                    <a:pt x="11366" y="13597"/>
                  </a:lnTo>
                  <a:lnTo>
                    <a:pt x="7512" y="17879"/>
                  </a:lnTo>
                  <a:lnTo>
                    <a:pt x="4729" y="14614"/>
                  </a:lnTo>
                  <a:lnTo>
                    <a:pt x="8422" y="10849"/>
                  </a:lnTo>
                  <a:close/>
                  <a:moveTo>
                    <a:pt x="11295" y="15256"/>
                  </a:moveTo>
                  <a:cubicBezTo>
                    <a:pt x="11045" y="17166"/>
                    <a:pt x="10849" y="19271"/>
                    <a:pt x="10688" y="21573"/>
                  </a:cubicBezTo>
                  <a:lnTo>
                    <a:pt x="8208" y="18682"/>
                  </a:lnTo>
                  <a:lnTo>
                    <a:pt x="11295" y="15256"/>
                  </a:lnTo>
                  <a:close/>
                  <a:moveTo>
                    <a:pt x="3979" y="15381"/>
                  </a:moveTo>
                  <a:lnTo>
                    <a:pt x="6799" y="18664"/>
                  </a:lnTo>
                  <a:lnTo>
                    <a:pt x="3694" y="22090"/>
                  </a:lnTo>
                  <a:lnTo>
                    <a:pt x="696" y="18736"/>
                  </a:lnTo>
                  <a:lnTo>
                    <a:pt x="3979" y="15381"/>
                  </a:lnTo>
                  <a:close/>
                  <a:moveTo>
                    <a:pt x="7494" y="19467"/>
                  </a:moveTo>
                  <a:lnTo>
                    <a:pt x="10456" y="22947"/>
                  </a:lnTo>
                  <a:lnTo>
                    <a:pt x="7566" y="26462"/>
                  </a:lnTo>
                  <a:lnTo>
                    <a:pt x="4390" y="22893"/>
                  </a:lnTo>
                  <a:lnTo>
                    <a:pt x="7494" y="19467"/>
                  </a:lnTo>
                  <a:close/>
                  <a:moveTo>
                    <a:pt x="10510" y="24535"/>
                  </a:moveTo>
                  <a:lnTo>
                    <a:pt x="10510" y="24535"/>
                  </a:lnTo>
                  <a:cubicBezTo>
                    <a:pt x="10439" y="26140"/>
                    <a:pt x="10385" y="27818"/>
                    <a:pt x="10367" y="29602"/>
                  </a:cubicBezTo>
                  <a:lnTo>
                    <a:pt x="8280" y="27264"/>
                  </a:lnTo>
                  <a:lnTo>
                    <a:pt x="10510" y="24535"/>
                  </a:lnTo>
                  <a:close/>
                  <a:moveTo>
                    <a:pt x="3676" y="23678"/>
                  </a:moveTo>
                  <a:lnTo>
                    <a:pt x="6888" y="27282"/>
                  </a:lnTo>
                  <a:lnTo>
                    <a:pt x="3926" y="30922"/>
                  </a:lnTo>
                  <a:lnTo>
                    <a:pt x="679" y="26997"/>
                  </a:lnTo>
                  <a:lnTo>
                    <a:pt x="3676" y="23678"/>
                  </a:lnTo>
                  <a:close/>
                  <a:moveTo>
                    <a:pt x="5068" y="1"/>
                  </a:moveTo>
                  <a:cubicBezTo>
                    <a:pt x="4479" y="1678"/>
                    <a:pt x="3605" y="4140"/>
                    <a:pt x="3533" y="5871"/>
                  </a:cubicBezTo>
                  <a:lnTo>
                    <a:pt x="18" y="9011"/>
                  </a:lnTo>
                  <a:lnTo>
                    <a:pt x="1" y="9029"/>
                  </a:lnTo>
                  <a:lnTo>
                    <a:pt x="1" y="10831"/>
                  </a:lnTo>
                  <a:lnTo>
                    <a:pt x="18" y="10849"/>
                  </a:lnTo>
                  <a:lnTo>
                    <a:pt x="3194" y="14561"/>
                  </a:lnTo>
                  <a:lnTo>
                    <a:pt x="18" y="17808"/>
                  </a:lnTo>
                  <a:lnTo>
                    <a:pt x="1" y="17826"/>
                  </a:lnTo>
                  <a:lnTo>
                    <a:pt x="1" y="19664"/>
                  </a:lnTo>
                  <a:lnTo>
                    <a:pt x="18" y="19664"/>
                  </a:lnTo>
                  <a:lnTo>
                    <a:pt x="2873" y="22875"/>
                  </a:lnTo>
                  <a:lnTo>
                    <a:pt x="18" y="26033"/>
                  </a:lnTo>
                  <a:lnTo>
                    <a:pt x="1" y="26051"/>
                  </a:lnTo>
                  <a:lnTo>
                    <a:pt x="1" y="27978"/>
                  </a:lnTo>
                  <a:lnTo>
                    <a:pt x="18" y="27996"/>
                  </a:lnTo>
                  <a:lnTo>
                    <a:pt x="3872" y="32582"/>
                  </a:lnTo>
                  <a:lnTo>
                    <a:pt x="7602" y="28085"/>
                  </a:lnTo>
                  <a:lnTo>
                    <a:pt x="10349" y="31172"/>
                  </a:lnTo>
                  <a:cubicBezTo>
                    <a:pt x="10349" y="31368"/>
                    <a:pt x="10349" y="31547"/>
                    <a:pt x="10349" y="31743"/>
                  </a:cubicBezTo>
                  <a:cubicBezTo>
                    <a:pt x="10349" y="32189"/>
                    <a:pt x="10706" y="32546"/>
                    <a:pt x="11152" y="32546"/>
                  </a:cubicBezTo>
                  <a:cubicBezTo>
                    <a:pt x="11580" y="32546"/>
                    <a:pt x="11937" y="32225"/>
                    <a:pt x="11937" y="31796"/>
                  </a:cubicBezTo>
                  <a:cubicBezTo>
                    <a:pt x="11937" y="10992"/>
                    <a:pt x="15613" y="2802"/>
                    <a:pt x="17415" y="1"/>
                  </a:cubicBezTo>
                  <a:lnTo>
                    <a:pt x="15559" y="1"/>
                  </a:lnTo>
                  <a:cubicBezTo>
                    <a:pt x="15024" y="840"/>
                    <a:pt x="14417" y="2178"/>
                    <a:pt x="13829" y="3873"/>
                  </a:cubicBezTo>
                  <a:lnTo>
                    <a:pt x="8404" y="9386"/>
                  </a:lnTo>
                  <a:lnTo>
                    <a:pt x="4657" y="5907"/>
                  </a:lnTo>
                  <a:cubicBezTo>
                    <a:pt x="4729" y="4212"/>
                    <a:pt x="5621" y="1678"/>
                    <a:pt x="6192" y="1"/>
                  </a:cubicBezTo>
                  <a:close/>
                </a:path>
              </a:pathLst>
            </a:custGeom>
            <a:solidFill>
              <a:srgbClr val="F5F6F0"/>
            </a:solidFill>
            <a:ln>
              <a:noFill/>
            </a:ln>
          </p:spPr>
          <p:txBody>
            <a:bodyPr anchorCtr="0" anchor="ctr" bIns="45250" lIns="45250" spcFirstLastPara="1" rIns="45250" wrap="square" tIns="45250">
              <a:noAutofit/>
            </a:bodyPr>
            <a:lstStyle/>
            <a:p>
              <a:pPr indent="0" lvl="0" marL="0" rtl="0" algn="l">
                <a:spcBef>
                  <a:spcPts val="0"/>
                </a:spcBef>
                <a:spcAft>
                  <a:spcPts val="0"/>
                </a:spcAft>
                <a:buNone/>
              </a:pPr>
              <a:r>
                <a:t/>
              </a:r>
              <a:endParaRPr/>
            </a:p>
          </p:txBody>
        </p:sp>
      </p:grpSp>
      <p:grpSp>
        <p:nvGrpSpPr>
          <p:cNvPr id="11289" name="Google Shape;11289;p1429"/>
          <p:cNvGrpSpPr/>
          <p:nvPr/>
        </p:nvGrpSpPr>
        <p:grpSpPr>
          <a:xfrm>
            <a:off x="4768271" y="1415333"/>
            <a:ext cx="573915" cy="573892"/>
            <a:chOff x="4698775" y="1609625"/>
            <a:chExt cx="624975" cy="624950"/>
          </a:xfrm>
        </p:grpSpPr>
        <p:sp>
          <p:nvSpPr>
            <p:cNvPr id="11290" name="Google Shape;11290;p1429"/>
            <p:cNvSpPr/>
            <p:nvPr/>
          </p:nvSpPr>
          <p:spPr>
            <a:xfrm>
              <a:off x="4715275" y="1626125"/>
              <a:ext cx="591950" cy="592400"/>
            </a:xfrm>
            <a:custGeom>
              <a:rect b="b" l="l" r="r" t="t"/>
              <a:pathLst>
                <a:path extrusionOk="0" h="23696" w="23678">
                  <a:moveTo>
                    <a:pt x="11848" y="0"/>
                  </a:moveTo>
                  <a:cubicBezTo>
                    <a:pt x="5300" y="0"/>
                    <a:pt x="1" y="5300"/>
                    <a:pt x="1" y="11848"/>
                  </a:cubicBezTo>
                  <a:cubicBezTo>
                    <a:pt x="1" y="18378"/>
                    <a:pt x="5300" y="23695"/>
                    <a:pt x="11848" y="23695"/>
                  </a:cubicBezTo>
                  <a:cubicBezTo>
                    <a:pt x="18379" y="23695"/>
                    <a:pt x="23678" y="18378"/>
                    <a:pt x="23678" y="11848"/>
                  </a:cubicBezTo>
                  <a:cubicBezTo>
                    <a:pt x="23678" y="5300"/>
                    <a:pt x="18379" y="0"/>
                    <a:pt x="11848" y="0"/>
                  </a:cubicBezTo>
                  <a:close/>
                </a:path>
              </a:pathLst>
            </a:custGeom>
            <a:solidFill>
              <a:schemeClr val="accent1"/>
            </a:solidFill>
            <a:ln>
              <a:noFill/>
            </a:ln>
          </p:spPr>
          <p:txBody>
            <a:bodyPr anchorCtr="0" anchor="ctr" bIns="51700" lIns="51700" spcFirstLastPara="1" rIns="51700" wrap="square" tIns="51700">
              <a:noAutofit/>
            </a:bodyPr>
            <a:lstStyle/>
            <a:p>
              <a:pPr indent="0" lvl="0" marL="0" rtl="0" algn="l">
                <a:spcBef>
                  <a:spcPts val="0"/>
                </a:spcBef>
                <a:spcAft>
                  <a:spcPts val="0"/>
                </a:spcAft>
                <a:buNone/>
              </a:pPr>
              <a:r>
                <a:t/>
              </a:r>
              <a:endParaRPr/>
            </a:p>
          </p:txBody>
        </p:sp>
        <p:sp>
          <p:nvSpPr>
            <p:cNvPr id="11291" name="Google Shape;11291;p1429"/>
            <p:cNvSpPr/>
            <p:nvPr/>
          </p:nvSpPr>
          <p:spPr>
            <a:xfrm>
              <a:off x="4698775" y="1609625"/>
              <a:ext cx="624975" cy="624950"/>
            </a:xfrm>
            <a:custGeom>
              <a:rect b="b" l="l" r="r" t="t"/>
              <a:pathLst>
                <a:path extrusionOk="0" h="24998" w="24999">
                  <a:moveTo>
                    <a:pt x="12508" y="1321"/>
                  </a:moveTo>
                  <a:cubicBezTo>
                    <a:pt x="14364" y="1321"/>
                    <a:pt x="16130" y="1785"/>
                    <a:pt x="17683" y="2587"/>
                  </a:cubicBezTo>
                  <a:cubicBezTo>
                    <a:pt x="16666" y="6852"/>
                    <a:pt x="14524" y="11045"/>
                    <a:pt x="12223" y="14631"/>
                  </a:cubicBezTo>
                  <a:cubicBezTo>
                    <a:pt x="11063" y="13650"/>
                    <a:pt x="10296" y="12098"/>
                    <a:pt x="9992" y="10117"/>
                  </a:cubicBezTo>
                  <a:cubicBezTo>
                    <a:pt x="9903" y="9510"/>
                    <a:pt x="9867" y="8904"/>
                    <a:pt x="9867" y="8261"/>
                  </a:cubicBezTo>
                  <a:cubicBezTo>
                    <a:pt x="9867" y="6067"/>
                    <a:pt x="10403" y="3694"/>
                    <a:pt x="11420" y="1392"/>
                  </a:cubicBezTo>
                  <a:cubicBezTo>
                    <a:pt x="11420" y="1392"/>
                    <a:pt x="11420" y="1374"/>
                    <a:pt x="11420" y="1374"/>
                  </a:cubicBezTo>
                  <a:cubicBezTo>
                    <a:pt x="11777" y="1338"/>
                    <a:pt x="12133" y="1321"/>
                    <a:pt x="12508" y="1321"/>
                  </a:cubicBezTo>
                  <a:close/>
                  <a:moveTo>
                    <a:pt x="18646" y="3158"/>
                  </a:moveTo>
                  <a:cubicBezTo>
                    <a:pt x="21073" y="4764"/>
                    <a:pt x="22839" y="7262"/>
                    <a:pt x="23446" y="10188"/>
                  </a:cubicBezTo>
                  <a:cubicBezTo>
                    <a:pt x="22322" y="11901"/>
                    <a:pt x="20948" y="13311"/>
                    <a:pt x="19449" y="14310"/>
                  </a:cubicBezTo>
                  <a:cubicBezTo>
                    <a:pt x="18038" y="15254"/>
                    <a:pt x="16620" y="15734"/>
                    <a:pt x="15313" y="15734"/>
                  </a:cubicBezTo>
                  <a:cubicBezTo>
                    <a:pt x="14620" y="15734"/>
                    <a:pt x="13959" y="15599"/>
                    <a:pt x="13347" y="15327"/>
                  </a:cubicBezTo>
                  <a:cubicBezTo>
                    <a:pt x="13258" y="15291"/>
                    <a:pt x="13186" y="15256"/>
                    <a:pt x="13097" y="15220"/>
                  </a:cubicBezTo>
                  <a:cubicBezTo>
                    <a:pt x="15434" y="11634"/>
                    <a:pt x="17575" y="7423"/>
                    <a:pt x="18646" y="3158"/>
                  </a:cubicBezTo>
                  <a:close/>
                  <a:moveTo>
                    <a:pt x="10171" y="1553"/>
                  </a:moveTo>
                  <a:cubicBezTo>
                    <a:pt x="8975" y="4514"/>
                    <a:pt x="8529" y="7601"/>
                    <a:pt x="8940" y="10278"/>
                  </a:cubicBezTo>
                  <a:cubicBezTo>
                    <a:pt x="9279" y="12579"/>
                    <a:pt x="10224" y="14399"/>
                    <a:pt x="11616" y="15523"/>
                  </a:cubicBezTo>
                  <a:cubicBezTo>
                    <a:pt x="11295" y="16005"/>
                    <a:pt x="10974" y="16451"/>
                    <a:pt x="10653" y="16897"/>
                  </a:cubicBezTo>
                  <a:cubicBezTo>
                    <a:pt x="8636" y="15541"/>
                    <a:pt x="7155" y="14060"/>
                    <a:pt x="6103" y="12758"/>
                  </a:cubicBezTo>
                  <a:cubicBezTo>
                    <a:pt x="4069" y="10206"/>
                    <a:pt x="3248" y="7797"/>
                    <a:pt x="2945" y="6673"/>
                  </a:cubicBezTo>
                  <a:cubicBezTo>
                    <a:pt x="4533" y="4104"/>
                    <a:pt x="7120" y="2213"/>
                    <a:pt x="10171" y="1553"/>
                  </a:cubicBezTo>
                  <a:close/>
                  <a:moveTo>
                    <a:pt x="2249" y="8047"/>
                  </a:moveTo>
                  <a:cubicBezTo>
                    <a:pt x="2713" y="9385"/>
                    <a:pt x="3605" y="11312"/>
                    <a:pt x="5228" y="13364"/>
                  </a:cubicBezTo>
                  <a:cubicBezTo>
                    <a:pt x="6549" y="15042"/>
                    <a:pt x="8155" y="16523"/>
                    <a:pt x="10010" y="17772"/>
                  </a:cubicBezTo>
                  <a:cubicBezTo>
                    <a:pt x="9707" y="18200"/>
                    <a:pt x="9386" y="18610"/>
                    <a:pt x="9082" y="18985"/>
                  </a:cubicBezTo>
                  <a:cubicBezTo>
                    <a:pt x="7976" y="18432"/>
                    <a:pt x="6656" y="17932"/>
                    <a:pt x="5103" y="17575"/>
                  </a:cubicBezTo>
                  <a:cubicBezTo>
                    <a:pt x="3962" y="17308"/>
                    <a:pt x="2998" y="17040"/>
                    <a:pt x="2159" y="16772"/>
                  </a:cubicBezTo>
                  <a:cubicBezTo>
                    <a:pt x="1606" y="15452"/>
                    <a:pt x="1303" y="14007"/>
                    <a:pt x="1303" y="12508"/>
                  </a:cubicBezTo>
                  <a:cubicBezTo>
                    <a:pt x="1303" y="10920"/>
                    <a:pt x="1642" y="9403"/>
                    <a:pt x="2249" y="8047"/>
                  </a:cubicBezTo>
                  <a:close/>
                  <a:moveTo>
                    <a:pt x="23660" y="11741"/>
                  </a:moveTo>
                  <a:cubicBezTo>
                    <a:pt x="23678" y="11991"/>
                    <a:pt x="23696" y="12258"/>
                    <a:pt x="23696" y="12508"/>
                  </a:cubicBezTo>
                  <a:cubicBezTo>
                    <a:pt x="23696" y="15809"/>
                    <a:pt x="22250" y="18771"/>
                    <a:pt x="19984" y="20823"/>
                  </a:cubicBezTo>
                  <a:cubicBezTo>
                    <a:pt x="16505" y="20002"/>
                    <a:pt x="13739" y="18806"/>
                    <a:pt x="11563" y="17486"/>
                  </a:cubicBezTo>
                  <a:cubicBezTo>
                    <a:pt x="11884" y="17040"/>
                    <a:pt x="12187" y="16594"/>
                    <a:pt x="12508" y="16112"/>
                  </a:cubicBezTo>
                  <a:cubicBezTo>
                    <a:pt x="12633" y="16184"/>
                    <a:pt x="12776" y="16255"/>
                    <a:pt x="12901" y="16308"/>
                  </a:cubicBezTo>
                  <a:cubicBezTo>
                    <a:pt x="13658" y="16646"/>
                    <a:pt x="14468" y="16813"/>
                    <a:pt x="15309" y="16813"/>
                  </a:cubicBezTo>
                  <a:cubicBezTo>
                    <a:pt x="16827" y="16813"/>
                    <a:pt x="18449" y="16270"/>
                    <a:pt x="20056" y="15202"/>
                  </a:cubicBezTo>
                  <a:cubicBezTo>
                    <a:pt x="21376" y="14328"/>
                    <a:pt x="22589" y="13150"/>
                    <a:pt x="23660" y="11741"/>
                  </a:cubicBezTo>
                  <a:close/>
                  <a:moveTo>
                    <a:pt x="2820" y="18093"/>
                  </a:moveTo>
                  <a:cubicBezTo>
                    <a:pt x="3426" y="18271"/>
                    <a:pt x="4104" y="18450"/>
                    <a:pt x="4854" y="18628"/>
                  </a:cubicBezTo>
                  <a:cubicBezTo>
                    <a:pt x="6228" y="18931"/>
                    <a:pt x="7387" y="19377"/>
                    <a:pt x="8387" y="19859"/>
                  </a:cubicBezTo>
                  <a:cubicBezTo>
                    <a:pt x="7726" y="20644"/>
                    <a:pt x="7102" y="21340"/>
                    <a:pt x="6531" y="21965"/>
                  </a:cubicBezTo>
                  <a:cubicBezTo>
                    <a:pt x="4996" y="20983"/>
                    <a:pt x="3712" y="19663"/>
                    <a:pt x="2820" y="18093"/>
                  </a:cubicBezTo>
                  <a:close/>
                  <a:moveTo>
                    <a:pt x="10920" y="18360"/>
                  </a:moveTo>
                  <a:cubicBezTo>
                    <a:pt x="11170" y="18521"/>
                    <a:pt x="11438" y="18681"/>
                    <a:pt x="11705" y="18842"/>
                  </a:cubicBezTo>
                  <a:cubicBezTo>
                    <a:pt x="13846" y="20038"/>
                    <a:pt x="16255" y="20983"/>
                    <a:pt x="18914" y="21661"/>
                  </a:cubicBezTo>
                  <a:cubicBezTo>
                    <a:pt x="17486" y="22660"/>
                    <a:pt x="15827" y="23338"/>
                    <a:pt x="14043" y="23588"/>
                  </a:cubicBezTo>
                  <a:lnTo>
                    <a:pt x="14168" y="23517"/>
                  </a:lnTo>
                  <a:cubicBezTo>
                    <a:pt x="14114" y="23392"/>
                    <a:pt x="12990" y="21304"/>
                    <a:pt x="10028" y="19520"/>
                  </a:cubicBezTo>
                  <a:cubicBezTo>
                    <a:pt x="10331" y="19145"/>
                    <a:pt x="10617" y="18753"/>
                    <a:pt x="10920" y="18360"/>
                  </a:cubicBezTo>
                  <a:close/>
                  <a:moveTo>
                    <a:pt x="9350" y="20377"/>
                  </a:moveTo>
                  <a:cubicBezTo>
                    <a:pt x="11473" y="21626"/>
                    <a:pt x="12580" y="23053"/>
                    <a:pt x="13008" y="23677"/>
                  </a:cubicBezTo>
                  <a:cubicBezTo>
                    <a:pt x="12847" y="23695"/>
                    <a:pt x="12669" y="23695"/>
                    <a:pt x="12508" y="23695"/>
                  </a:cubicBezTo>
                  <a:cubicBezTo>
                    <a:pt x="10706" y="23695"/>
                    <a:pt x="8993" y="23267"/>
                    <a:pt x="7494" y="22500"/>
                  </a:cubicBezTo>
                  <a:cubicBezTo>
                    <a:pt x="8065" y="21875"/>
                    <a:pt x="8690" y="21162"/>
                    <a:pt x="9350" y="20377"/>
                  </a:cubicBezTo>
                  <a:close/>
                  <a:moveTo>
                    <a:pt x="12508" y="0"/>
                  </a:moveTo>
                  <a:cubicBezTo>
                    <a:pt x="5603" y="0"/>
                    <a:pt x="0" y="5621"/>
                    <a:pt x="0" y="12508"/>
                  </a:cubicBezTo>
                  <a:cubicBezTo>
                    <a:pt x="0" y="19395"/>
                    <a:pt x="5603" y="24998"/>
                    <a:pt x="12508" y="24998"/>
                  </a:cubicBezTo>
                  <a:cubicBezTo>
                    <a:pt x="19395" y="24998"/>
                    <a:pt x="24998" y="19395"/>
                    <a:pt x="24998" y="12508"/>
                  </a:cubicBezTo>
                  <a:cubicBezTo>
                    <a:pt x="24998" y="5621"/>
                    <a:pt x="19395" y="0"/>
                    <a:pt x="12508" y="0"/>
                  </a:cubicBezTo>
                  <a:close/>
                </a:path>
              </a:pathLst>
            </a:custGeom>
            <a:solidFill>
              <a:schemeClr val="accent2"/>
            </a:solidFill>
            <a:ln>
              <a:noFill/>
            </a:ln>
          </p:spPr>
          <p:txBody>
            <a:bodyPr anchorCtr="0" anchor="ctr" bIns="51700" lIns="51700" spcFirstLastPara="1" rIns="51700" wrap="square" tIns="51700">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95" name="Shape 11295"/>
        <p:cNvGrpSpPr/>
        <p:nvPr/>
      </p:nvGrpSpPr>
      <p:grpSpPr>
        <a:xfrm>
          <a:off x="0" y="0"/>
          <a:ext cx="0" cy="0"/>
          <a:chOff x="0" y="0"/>
          <a:chExt cx="0" cy="0"/>
        </a:xfrm>
      </p:grpSpPr>
      <p:sp>
        <p:nvSpPr>
          <p:cNvPr id="11296" name="Google Shape;11296;p1430"/>
          <p:cNvSpPr txBox="1"/>
          <p:nvPr>
            <p:ph type="title"/>
          </p:nvPr>
        </p:nvSpPr>
        <p:spPr>
          <a:xfrm>
            <a:off x="842550" y="711550"/>
            <a:ext cx="7458900" cy="507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Final Step: Final score (Weighted Ensemble)</a:t>
            </a:r>
            <a:endParaRPr/>
          </a:p>
        </p:txBody>
      </p:sp>
      <p:sp>
        <p:nvSpPr>
          <p:cNvPr id="11297" name="Google Shape;11297;p1430"/>
          <p:cNvSpPr txBox="1"/>
          <p:nvPr>
            <p:ph idx="1" type="subTitle"/>
          </p:nvPr>
        </p:nvSpPr>
        <p:spPr>
          <a:xfrm>
            <a:off x="895650" y="1286350"/>
            <a:ext cx="7352700" cy="3219600"/>
          </a:xfrm>
          <a:prstGeom prst="rect">
            <a:avLst/>
          </a:prstGeom>
        </p:spPr>
        <p:txBody>
          <a:bodyPr anchorCtr="0" anchor="t" bIns="91425" lIns="91425" spcFirstLastPara="1" rIns="91425" wrap="square" tIns="91425">
            <a:noAutofit/>
          </a:bodyPr>
          <a:lstStyle/>
          <a:p>
            <a:pPr indent="-317500" lvl="0" marL="457200" rtl="0" algn="l">
              <a:lnSpc>
                <a:spcPct val="115000"/>
              </a:lnSpc>
              <a:spcBef>
                <a:spcPts val="0"/>
              </a:spcBef>
              <a:spcAft>
                <a:spcPts val="0"/>
              </a:spcAft>
              <a:buSzPts val="1400"/>
              <a:buChar char="●"/>
            </a:pPr>
            <a:r>
              <a:rPr lang="en"/>
              <a:t>Goal: Combine objective (Model 1: Stats) and subjective (Model 2: Hype) scores to align with the official voting structure (Fans, Media, Players).</a:t>
            </a:r>
            <a:endParaRPr/>
          </a:p>
          <a:p>
            <a:pPr indent="-317500" lvl="0" marL="457200" rtl="0" algn="l">
              <a:lnSpc>
                <a:spcPct val="115000"/>
              </a:lnSpc>
              <a:spcBef>
                <a:spcPts val="0"/>
              </a:spcBef>
              <a:spcAft>
                <a:spcPts val="0"/>
              </a:spcAft>
              <a:buSzPts val="1400"/>
              <a:buChar char="●"/>
            </a:pPr>
            <a:r>
              <a:rPr b="1" lang="en"/>
              <a:t>Model Components:</a:t>
            </a:r>
            <a:endParaRPr b="1"/>
          </a:p>
          <a:p>
            <a:pPr indent="-317500" lvl="0" marL="457200" rtl="0" algn="l">
              <a:lnSpc>
                <a:spcPct val="115000"/>
              </a:lnSpc>
              <a:spcBef>
                <a:spcPts val="0"/>
              </a:spcBef>
              <a:spcAft>
                <a:spcPts val="0"/>
              </a:spcAft>
              <a:buSzPts val="1400"/>
              <a:buChar char="●"/>
            </a:pPr>
            <a:r>
              <a:rPr lang="en"/>
              <a:t>Model 1: Performance-based (Ensemble of Logistic Regression, Neural Net, Random Forest).</a:t>
            </a:r>
            <a:endParaRPr/>
          </a:p>
          <a:p>
            <a:pPr indent="-317500" lvl="0" marL="457200" rtl="0" algn="l">
              <a:lnSpc>
                <a:spcPct val="115000"/>
              </a:lnSpc>
              <a:spcBef>
                <a:spcPts val="0"/>
              </a:spcBef>
              <a:spcAft>
                <a:spcPts val="0"/>
              </a:spcAft>
              <a:buSzPts val="1400"/>
              <a:buChar char="●"/>
            </a:pPr>
            <a:r>
              <a:rPr lang="en"/>
              <a:t>Model 2: Sentiment &amp; Popularity (ESPN Sentiment Analysis + Google Trend).</a:t>
            </a:r>
            <a:endParaRPr/>
          </a:p>
          <a:p>
            <a:pPr indent="-317500" lvl="0" marL="457200" rtl="0" algn="l">
              <a:lnSpc>
                <a:spcPct val="115000"/>
              </a:lnSpc>
              <a:spcBef>
                <a:spcPts val="0"/>
              </a:spcBef>
              <a:spcAft>
                <a:spcPts val="0"/>
              </a:spcAft>
              <a:buSzPts val="1400"/>
              <a:buChar char="●"/>
            </a:pPr>
            <a:r>
              <a:rPr lang="en"/>
              <a:t>Weighted Ensemble Formula: </a:t>
            </a:r>
            <a:endParaRPr/>
          </a:p>
          <a:p>
            <a:pPr indent="-317500" lvl="1" marL="914400" rtl="0" algn="l">
              <a:lnSpc>
                <a:spcPct val="115000"/>
              </a:lnSpc>
              <a:spcBef>
                <a:spcPts val="0"/>
              </a:spcBef>
              <a:spcAft>
                <a:spcPts val="0"/>
              </a:spcAft>
              <a:buSzPts val="1400"/>
              <a:buChar char="○"/>
            </a:pPr>
            <a:r>
              <a:rPr b="1" lang="en" sz="1400"/>
              <a:t>Final Score = α * Model 1 + (1 - α) * [ β * ESPN + (1 - β) * Google Trend ] </a:t>
            </a:r>
            <a:endParaRPr b="1" sz="1400"/>
          </a:p>
          <a:p>
            <a:pPr indent="-317500" lvl="0" marL="457200" rtl="0" algn="l">
              <a:lnSpc>
                <a:spcPct val="115000"/>
              </a:lnSpc>
              <a:spcBef>
                <a:spcPts val="0"/>
              </a:spcBef>
              <a:spcAft>
                <a:spcPts val="0"/>
              </a:spcAft>
              <a:buSzPts val="1400"/>
              <a:buChar char="●"/>
            </a:pPr>
            <a:r>
              <a:rPr lang="en"/>
              <a:t>Parameter Tuning (Grid Search):</a:t>
            </a:r>
            <a:endParaRPr/>
          </a:p>
          <a:p>
            <a:pPr indent="-317500" lvl="1" marL="914400" rtl="0" algn="l">
              <a:lnSpc>
                <a:spcPct val="115000"/>
              </a:lnSpc>
              <a:spcBef>
                <a:spcPts val="0"/>
              </a:spcBef>
              <a:spcAft>
                <a:spcPts val="0"/>
              </a:spcAft>
              <a:buSzPts val="1400"/>
              <a:buChar char="○"/>
            </a:pPr>
            <a:r>
              <a:rPr lang="en" sz="1400"/>
              <a:t>α: Weighting between performance (stats) vs. hype (sentiment/popularity).</a:t>
            </a:r>
            <a:endParaRPr sz="1400"/>
          </a:p>
          <a:p>
            <a:pPr indent="-317500" lvl="1" marL="914400" rtl="0" algn="l">
              <a:lnSpc>
                <a:spcPct val="115000"/>
              </a:lnSpc>
              <a:spcBef>
                <a:spcPts val="0"/>
              </a:spcBef>
              <a:spcAft>
                <a:spcPts val="0"/>
              </a:spcAft>
              <a:buSzPts val="1400"/>
              <a:buChar char="○"/>
            </a:pPr>
            <a:r>
              <a:rPr lang="en" sz="1400"/>
              <a:t>β: Relative weight between ESPN sentiment vs. Google popularity.Output: A single, continuous All-Star probability [0, 1] per player.</a:t>
            </a:r>
            <a:endParaRPr sz="1400"/>
          </a:p>
        </p:txBody>
      </p:sp>
      <p:grpSp>
        <p:nvGrpSpPr>
          <p:cNvPr id="11298" name="Google Shape;11298;p1430"/>
          <p:cNvGrpSpPr/>
          <p:nvPr/>
        </p:nvGrpSpPr>
        <p:grpSpPr>
          <a:xfrm>
            <a:off x="8089655" y="241741"/>
            <a:ext cx="692025" cy="692012"/>
            <a:chOff x="206610" y="1727680"/>
            <a:chExt cx="910679" cy="910662"/>
          </a:xfrm>
        </p:grpSpPr>
        <p:sp>
          <p:nvSpPr>
            <p:cNvPr id="11299" name="Google Shape;11299;p1430"/>
            <p:cNvSpPr/>
            <p:nvPr/>
          </p:nvSpPr>
          <p:spPr>
            <a:xfrm>
              <a:off x="206610" y="1727680"/>
              <a:ext cx="910679" cy="910662"/>
            </a:xfrm>
            <a:custGeom>
              <a:rect b="b" l="l" r="r" t="t"/>
              <a:pathLst>
                <a:path extrusionOk="0" h="54547" w="54548">
                  <a:moveTo>
                    <a:pt x="27274" y="0"/>
                  </a:moveTo>
                  <a:cubicBezTo>
                    <a:pt x="23027" y="0"/>
                    <a:pt x="19014" y="972"/>
                    <a:pt x="15425" y="2696"/>
                  </a:cubicBezTo>
                  <a:cubicBezTo>
                    <a:pt x="14829" y="2994"/>
                    <a:pt x="14249" y="3292"/>
                    <a:pt x="13685" y="3621"/>
                  </a:cubicBezTo>
                  <a:cubicBezTo>
                    <a:pt x="9327" y="6129"/>
                    <a:pt x="5722" y="9812"/>
                    <a:pt x="3324" y="14232"/>
                  </a:cubicBezTo>
                  <a:cubicBezTo>
                    <a:pt x="2995" y="14812"/>
                    <a:pt x="2713" y="15408"/>
                    <a:pt x="2431" y="16019"/>
                  </a:cubicBezTo>
                  <a:cubicBezTo>
                    <a:pt x="879" y="19452"/>
                    <a:pt x="1" y="23261"/>
                    <a:pt x="1" y="27273"/>
                  </a:cubicBezTo>
                  <a:cubicBezTo>
                    <a:pt x="1" y="28214"/>
                    <a:pt x="48" y="29139"/>
                    <a:pt x="142" y="30063"/>
                  </a:cubicBezTo>
                  <a:cubicBezTo>
                    <a:pt x="299" y="31584"/>
                    <a:pt x="581" y="33057"/>
                    <a:pt x="973" y="34499"/>
                  </a:cubicBezTo>
                  <a:cubicBezTo>
                    <a:pt x="3355" y="43167"/>
                    <a:pt x="9907" y="50111"/>
                    <a:pt x="18340" y="53042"/>
                  </a:cubicBezTo>
                  <a:cubicBezTo>
                    <a:pt x="19641" y="53496"/>
                    <a:pt x="20989" y="53841"/>
                    <a:pt x="22368" y="54092"/>
                  </a:cubicBezTo>
                  <a:cubicBezTo>
                    <a:pt x="23967" y="54390"/>
                    <a:pt x="25597" y="54547"/>
                    <a:pt x="27274" y="54547"/>
                  </a:cubicBezTo>
                  <a:cubicBezTo>
                    <a:pt x="29892" y="54547"/>
                    <a:pt x="32431" y="54170"/>
                    <a:pt x="34814" y="53481"/>
                  </a:cubicBezTo>
                  <a:cubicBezTo>
                    <a:pt x="35503" y="53293"/>
                    <a:pt x="36193" y="53058"/>
                    <a:pt x="36851" y="52807"/>
                  </a:cubicBezTo>
                  <a:cubicBezTo>
                    <a:pt x="41319" y="51145"/>
                    <a:pt x="45206" y="48340"/>
                    <a:pt x="48215" y="44750"/>
                  </a:cubicBezTo>
                  <a:cubicBezTo>
                    <a:pt x="48638" y="44233"/>
                    <a:pt x="49046" y="43716"/>
                    <a:pt x="49438" y="43167"/>
                  </a:cubicBezTo>
                  <a:cubicBezTo>
                    <a:pt x="52651" y="38700"/>
                    <a:pt x="54548" y="33198"/>
                    <a:pt x="54548" y="27273"/>
                  </a:cubicBezTo>
                  <a:cubicBezTo>
                    <a:pt x="54548" y="20486"/>
                    <a:pt x="52087" y="14295"/>
                    <a:pt x="47996" y="9530"/>
                  </a:cubicBezTo>
                  <a:cubicBezTo>
                    <a:pt x="47306" y="8731"/>
                    <a:pt x="46585" y="7978"/>
                    <a:pt x="45817" y="7273"/>
                  </a:cubicBezTo>
                  <a:cubicBezTo>
                    <a:pt x="42729" y="4404"/>
                    <a:pt x="38983" y="2241"/>
                    <a:pt x="34814" y="1050"/>
                  </a:cubicBezTo>
                  <a:cubicBezTo>
                    <a:pt x="33481" y="658"/>
                    <a:pt x="32102" y="376"/>
                    <a:pt x="30691" y="204"/>
                  </a:cubicBezTo>
                  <a:cubicBezTo>
                    <a:pt x="29563" y="63"/>
                    <a:pt x="28434" y="0"/>
                    <a:pt x="27274" y="0"/>
                  </a:cubicBezTo>
                  <a:close/>
                </a:path>
              </a:pathLst>
            </a:custGeom>
            <a:solidFill>
              <a:srgbClr val="E95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0" name="Google Shape;11300;p1430"/>
            <p:cNvGrpSpPr/>
            <p:nvPr/>
          </p:nvGrpSpPr>
          <p:grpSpPr>
            <a:xfrm>
              <a:off x="208980" y="1731069"/>
              <a:ext cx="822996" cy="899694"/>
              <a:chOff x="208980" y="1731069"/>
              <a:chExt cx="822996" cy="899694"/>
            </a:xfrm>
          </p:grpSpPr>
          <p:sp>
            <p:nvSpPr>
              <p:cNvPr id="11301" name="Google Shape;11301;p1430"/>
              <p:cNvSpPr/>
              <p:nvPr/>
            </p:nvSpPr>
            <p:spPr>
              <a:xfrm>
                <a:off x="335360" y="1731069"/>
                <a:ext cx="452468" cy="899694"/>
              </a:xfrm>
              <a:custGeom>
                <a:rect b="b" l="l" r="r" t="t"/>
                <a:pathLst>
                  <a:path extrusionOk="0" h="53890" w="27102">
                    <a:moveTo>
                      <a:pt x="22979" y="1"/>
                    </a:moveTo>
                    <a:cubicBezTo>
                      <a:pt x="21772" y="314"/>
                      <a:pt x="20612" y="690"/>
                      <a:pt x="19468" y="1145"/>
                    </a:cubicBezTo>
                    <a:cubicBezTo>
                      <a:pt x="16224" y="2415"/>
                      <a:pt x="13261" y="4217"/>
                      <a:pt x="10659" y="6459"/>
                    </a:cubicBezTo>
                    <a:cubicBezTo>
                      <a:pt x="10189" y="6866"/>
                      <a:pt x="9735" y="7289"/>
                      <a:pt x="9280" y="7713"/>
                    </a:cubicBezTo>
                    <a:cubicBezTo>
                      <a:pt x="7509" y="9452"/>
                      <a:pt x="5926" y="11396"/>
                      <a:pt x="4609" y="13512"/>
                    </a:cubicBezTo>
                    <a:cubicBezTo>
                      <a:pt x="4296" y="14029"/>
                      <a:pt x="3998" y="14531"/>
                      <a:pt x="3700" y="15064"/>
                    </a:cubicBezTo>
                    <a:cubicBezTo>
                      <a:pt x="2650" y="16992"/>
                      <a:pt x="1819" y="19029"/>
                      <a:pt x="1192" y="21177"/>
                    </a:cubicBezTo>
                    <a:cubicBezTo>
                      <a:pt x="1035" y="21710"/>
                      <a:pt x="894" y="22258"/>
                      <a:pt x="769" y="22807"/>
                    </a:cubicBezTo>
                    <a:cubicBezTo>
                      <a:pt x="267" y="25001"/>
                      <a:pt x="1" y="27305"/>
                      <a:pt x="1" y="29657"/>
                    </a:cubicBezTo>
                    <a:cubicBezTo>
                      <a:pt x="1" y="31726"/>
                      <a:pt x="205" y="33732"/>
                      <a:pt x="596" y="35676"/>
                    </a:cubicBezTo>
                    <a:cubicBezTo>
                      <a:pt x="973" y="37619"/>
                      <a:pt x="1553" y="39484"/>
                      <a:pt x="2289" y="41271"/>
                    </a:cubicBezTo>
                    <a:cubicBezTo>
                      <a:pt x="4123" y="45754"/>
                      <a:pt x="7007" y="49720"/>
                      <a:pt x="10628" y="52839"/>
                    </a:cubicBezTo>
                    <a:cubicBezTo>
                      <a:pt x="11929" y="53293"/>
                      <a:pt x="13277" y="53638"/>
                      <a:pt x="14656" y="53889"/>
                    </a:cubicBezTo>
                    <a:cubicBezTo>
                      <a:pt x="9656" y="50582"/>
                      <a:pt x="5722" y="45770"/>
                      <a:pt x="3527" y="40096"/>
                    </a:cubicBezTo>
                    <a:cubicBezTo>
                      <a:pt x="3308" y="39531"/>
                      <a:pt x="3120" y="38967"/>
                      <a:pt x="2932" y="38403"/>
                    </a:cubicBezTo>
                    <a:cubicBezTo>
                      <a:pt x="2070" y="35644"/>
                      <a:pt x="1600" y="32713"/>
                      <a:pt x="1600" y="29657"/>
                    </a:cubicBezTo>
                    <a:cubicBezTo>
                      <a:pt x="1600" y="27290"/>
                      <a:pt x="1882" y="24986"/>
                      <a:pt x="2415" y="22776"/>
                    </a:cubicBezTo>
                    <a:cubicBezTo>
                      <a:pt x="2540" y="22258"/>
                      <a:pt x="2697" y="21725"/>
                      <a:pt x="2853" y="21208"/>
                    </a:cubicBezTo>
                    <a:cubicBezTo>
                      <a:pt x="3496" y="19092"/>
                      <a:pt x="4390" y="17054"/>
                      <a:pt x="5487" y="15158"/>
                    </a:cubicBezTo>
                    <a:cubicBezTo>
                      <a:pt x="5769" y="14641"/>
                      <a:pt x="6098" y="14139"/>
                      <a:pt x="6427" y="13637"/>
                    </a:cubicBezTo>
                    <a:cubicBezTo>
                      <a:pt x="7760" y="11631"/>
                      <a:pt x="9343" y="9797"/>
                      <a:pt x="11130" y="8167"/>
                    </a:cubicBezTo>
                    <a:cubicBezTo>
                      <a:pt x="11647" y="7697"/>
                      <a:pt x="12195" y="7227"/>
                      <a:pt x="12760" y="6788"/>
                    </a:cubicBezTo>
                    <a:cubicBezTo>
                      <a:pt x="15769" y="4437"/>
                      <a:pt x="19249" y="2665"/>
                      <a:pt x="23042" y="1647"/>
                    </a:cubicBezTo>
                    <a:cubicBezTo>
                      <a:pt x="24359" y="1286"/>
                      <a:pt x="25707" y="1020"/>
                      <a:pt x="27102" y="847"/>
                    </a:cubicBezTo>
                    <a:cubicBezTo>
                      <a:pt x="25769" y="455"/>
                      <a:pt x="24390" y="173"/>
                      <a:pt x="22979" y="1"/>
                    </a:cubicBezTo>
                    <a:close/>
                  </a:path>
                </a:pathLst>
              </a:custGeom>
              <a:solidFill>
                <a:srgbClr val="F9A3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1430"/>
              <p:cNvSpPr/>
              <p:nvPr/>
            </p:nvSpPr>
            <p:spPr>
              <a:xfrm>
                <a:off x="247178" y="1955598"/>
                <a:ext cx="784799" cy="519198"/>
              </a:xfrm>
              <a:custGeom>
                <a:rect b="b" l="l" r="r" t="t"/>
                <a:pathLst>
                  <a:path extrusionOk="0" h="31099" w="47008">
                    <a:moveTo>
                      <a:pt x="7728" y="0"/>
                    </a:moveTo>
                    <a:cubicBezTo>
                      <a:pt x="6396" y="0"/>
                      <a:pt x="5079" y="63"/>
                      <a:pt x="3778" y="188"/>
                    </a:cubicBezTo>
                    <a:cubicBezTo>
                      <a:pt x="2806" y="282"/>
                      <a:pt x="1834" y="408"/>
                      <a:pt x="894" y="580"/>
                    </a:cubicBezTo>
                    <a:cubicBezTo>
                      <a:pt x="565" y="1160"/>
                      <a:pt x="283" y="1756"/>
                      <a:pt x="1" y="2367"/>
                    </a:cubicBezTo>
                    <a:cubicBezTo>
                      <a:pt x="1004" y="2163"/>
                      <a:pt x="2038" y="1991"/>
                      <a:pt x="3073" y="1881"/>
                    </a:cubicBezTo>
                    <a:cubicBezTo>
                      <a:pt x="4593" y="1693"/>
                      <a:pt x="6145" y="1599"/>
                      <a:pt x="7728" y="1599"/>
                    </a:cubicBezTo>
                    <a:cubicBezTo>
                      <a:pt x="8151" y="1599"/>
                      <a:pt x="8574" y="1599"/>
                      <a:pt x="8982" y="1615"/>
                    </a:cubicBezTo>
                    <a:cubicBezTo>
                      <a:pt x="9578" y="1630"/>
                      <a:pt x="10173" y="1677"/>
                      <a:pt x="10769" y="1709"/>
                    </a:cubicBezTo>
                    <a:cubicBezTo>
                      <a:pt x="17305" y="2210"/>
                      <a:pt x="23418" y="4342"/>
                      <a:pt x="28685" y="7665"/>
                    </a:cubicBezTo>
                    <a:cubicBezTo>
                      <a:pt x="34061" y="11082"/>
                      <a:pt x="38575" y="15769"/>
                      <a:pt x="41773" y="21286"/>
                    </a:cubicBezTo>
                    <a:cubicBezTo>
                      <a:pt x="43528" y="24327"/>
                      <a:pt x="44876" y="27619"/>
                      <a:pt x="45785" y="31098"/>
                    </a:cubicBezTo>
                    <a:cubicBezTo>
                      <a:pt x="46208" y="30581"/>
                      <a:pt x="46616" y="30064"/>
                      <a:pt x="47008" y="29515"/>
                    </a:cubicBezTo>
                    <a:cubicBezTo>
                      <a:pt x="45989" y="26051"/>
                      <a:pt x="44531" y="22759"/>
                      <a:pt x="42697" y="19734"/>
                    </a:cubicBezTo>
                    <a:cubicBezTo>
                      <a:pt x="39468" y="14421"/>
                      <a:pt x="35080" y="9907"/>
                      <a:pt x="29860" y="6537"/>
                    </a:cubicBezTo>
                    <a:cubicBezTo>
                      <a:pt x="24531" y="3088"/>
                      <a:pt x="18339" y="831"/>
                      <a:pt x="11709" y="188"/>
                    </a:cubicBezTo>
                    <a:cubicBezTo>
                      <a:pt x="11098" y="141"/>
                      <a:pt x="10502" y="94"/>
                      <a:pt x="9891" y="63"/>
                    </a:cubicBezTo>
                    <a:cubicBezTo>
                      <a:pt x="9186" y="16"/>
                      <a:pt x="8449" y="0"/>
                      <a:pt x="7728" y="0"/>
                    </a:cubicBezTo>
                    <a:close/>
                  </a:path>
                </a:pathLst>
              </a:custGeom>
              <a:solidFill>
                <a:srgbClr val="F9A3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1430"/>
              <p:cNvSpPr/>
              <p:nvPr/>
            </p:nvSpPr>
            <p:spPr>
              <a:xfrm>
                <a:off x="208980" y="2084348"/>
                <a:ext cx="612873" cy="536193"/>
              </a:xfrm>
              <a:custGeom>
                <a:rect b="b" l="l" r="r" t="t"/>
                <a:pathLst>
                  <a:path extrusionOk="0" h="32117" w="36710">
                    <a:moveTo>
                      <a:pt x="9123" y="0"/>
                    </a:moveTo>
                    <a:cubicBezTo>
                      <a:pt x="8997" y="0"/>
                      <a:pt x="8887" y="0"/>
                      <a:pt x="8762" y="16"/>
                    </a:cubicBezTo>
                    <a:cubicBezTo>
                      <a:pt x="6975" y="78"/>
                      <a:pt x="5361" y="690"/>
                      <a:pt x="4013" y="1787"/>
                    </a:cubicBezTo>
                    <a:cubicBezTo>
                      <a:pt x="3339" y="2336"/>
                      <a:pt x="2727" y="2994"/>
                      <a:pt x="2194" y="3762"/>
                    </a:cubicBezTo>
                    <a:cubicBezTo>
                      <a:pt x="1254" y="5110"/>
                      <a:pt x="533" y="6771"/>
                      <a:pt x="0" y="8699"/>
                    </a:cubicBezTo>
                    <a:cubicBezTo>
                      <a:pt x="157" y="10220"/>
                      <a:pt x="439" y="11693"/>
                      <a:pt x="831" y="13135"/>
                    </a:cubicBezTo>
                    <a:cubicBezTo>
                      <a:pt x="1191" y="9608"/>
                      <a:pt x="2085" y="6709"/>
                      <a:pt x="3511" y="4671"/>
                    </a:cubicBezTo>
                    <a:cubicBezTo>
                      <a:pt x="3699" y="4405"/>
                      <a:pt x="3903" y="4138"/>
                      <a:pt x="4122" y="3903"/>
                    </a:cubicBezTo>
                    <a:cubicBezTo>
                      <a:pt x="5267" y="2571"/>
                      <a:pt x="6693" y="1818"/>
                      <a:pt x="8339" y="1646"/>
                    </a:cubicBezTo>
                    <a:cubicBezTo>
                      <a:pt x="8605" y="1615"/>
                      <a:pt x="8856" y="1599"/>
                      <a:pt x="9123" y="1599"/>
                    </a:cubicBezTo>
                    <a:cubicBezTo>
                      <a:pt x="9420" y="1599"/>
                      <a:pt x="9718" y="1599"/>
                      <a:pt x="9985" y="1615"/>
                    </a:cubicBezTo>
                    <a:cubicBezTo>
                      <a:pt x="14891" y="1881"/>
                      <a:pt x="16787" y="4436"/>
                      <a:pt x="19107" y="11270"/>
                    </a:cubicBezTo>
                    <a:cubicBezTo>
                      <a:pt x="19248" y="11677"/>
                      <a:pt x="19389" y="12085"/>
                      <a:pt x="19530" y="12524"/>
                    </a:cubicBezTo>
                    <a:cubicBezTo>
                      <a:pt x="20502" y="15486"/>
                      <a:pt x="21787" y="19436"/>
                      <a:pt x="24813" y="23480"/>
                    </a:cubicBezTo>
                    <a:cubicBezTo>
                      <a:pt x="27007" y="26411"/>
                      <a:pt x="30110" y="29405"/>
                      <a:pt x="34672" y="32117"/>
                    </a:cubicBezTo>
                    <a:cubicBezTo>
                      <a:pt x="35361" y="31929"/>
                      <a:pt x="36051" y="31694"/>
                      <a:pt x="36709" y="31443"/>
                    </a:cubicBezTo>
                    <a:cubicBezTo>
                      <a:pt x="32226" y="28951"/>
                      <a:pt x="29107" y="26208"/>
                      <a:pt x="26866" y="23480"/>
                    </a:cubicBezTo>
                    <a:cubicBezTo>
                      <a:pt x="23402" y="19264"/>
                      <a:pt x="22054" y="15110"/>
                      <a:pt x="21051" y="12022"/>
                    </a:cubicBezTo>
                    <a:cubicBezTo>
                      <a:pt x="20816" y="11333"/>
                      <a:pt x="20596" y="10690"/>
                      <a:pt x="20377" y="10063"/>
                    </a:cubicBezTo>
                    <a:cubicBezTo>
                      <a:pt x="18057" y="3495"/>
                      <a:pt x="15800" y="455"/>
                      <a:pt x="10423" y="47"/>
                    </a:cubicBezTo>
                    <a:cubicBezTo>
                      <a:pt x="10000" y="16"/>
                      <a:pt x="9577" y="0"/>
                      <a:pt x="9123" y="0"/>
                    </a:cubicBezTo>
                    <a:close/>
                  </a:path>
                </a:pathLst>
              </a:custGeom>
              <a:solidFill>
                <a:srgbClr val="F9A3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1430"/>
              <p:cNvSpPr/>
              <p:nvPr/>
            </p:nvSpPr>
            <p:spPr>
              <a:xfrm>
                <a:off x="434544" y="1772672"/>
                <a:ext cx="573356" cy="114110"/>
              </a:xfrm>
              <a:custGeom>
                <a:rect b="b" l="l" r="r" t="t"/>
                <a:pathLst>
                  <a:path extrusionOk="0" h="6835" w="34343">
                    <a:moveTo>
                      <a:pt x="1772" y="1"/>
                    </a:moveTo>
                    <a:cubicBezTo>
                      <a:pt x="1176" y="299"/>
                      <a:pt x="596" y="597"/>
                      <a:pt x="32" y="926"/>
                    </a:cubicBezTo>
                    <a:cubicBezTo>
                      <a:pt x="0" y="1427"/>
                      <a:pt x="47" y="1882"/>
                      <a:pt x="173" y="2289"/>
                    </a:cubicBezTo>
                    <a:cubicBezTo>
                      <a:pt x="251" y="2587"/>
                      <a:pt x="361" y="2869"/>
                      <a:pt x="502" y="3136"/>
                    </a:cubicBezTo>
                    <a:cubicBezTo>
                      <a:pt x="1019" y="4061"/>
                      <a:pt x="1928" y="4750"/>
                      <a:pt x="3339" y="5221"/>
                    </a:cubicBezTo>
                    <a:cubicBezTo>
                      <a:pt x="3872" y="5409"/>
                      <a:pt x="4483" y="5550"/>
                      <a:pt x="5189" y="5675"/>
                    </a:cubicBezTo>
                    <a:cubicBezTo>
                      <a:pt x="6709" y="5942"/>
                      <a:pt x="8653" y="6067"/>
                      <a:pt x="11066" y="6067"/>
                    </a:cubicBezTo>
                    <a:cubicBezTo>
                      <a:pt x="14671" y="6067"/>
                      <a:pt x="19311" y="5785"/>
                      <a:pt x="23778" y="5487"/>
                    </a:cubicBezTo>
                    <a:cubicBezTo>
                      <a:pt x="24405" y="5440"/>
                      <a:pt x="25017" y="5424"/>
                      <a:pt x="25644" y="5424"/>
                    </a:cubicBezTo>
                    <a:cubicBezTo>
                      <a:pt x="26521" y="5424"/>
                      <a:pt x="27368" y="5471"/>
                      <a:pt x="28214" y="5550"/>
                    </a:cubicBezTo>
                    <a:cubicBezTo>
                      <a:pt x="29076" y="5628"/>
                      <a:pt x="29938" y="5753"/>
                      <a:pt x="30769" y="5910"/>
                    </a:cubicBezTo>
                    <a:cubicBezTo>
                      <a:pt x="32007" y="6145"/>
                      <a:pt x="33183" y="6459"/>
                      <a:pt x="34343" y="6835"/>
                    </a:cubicBezTo>
                    <a:cubicBezTo>
                      <a:pt x="33653" y="6036"/>
                      <a:pt x="32932" y="5283"/>
                      <a:pt x="32164" y="4578"/>
                    </a:cubicBezTo>
                    <a:cubicBezTo>
                      <a:pt x="30361" y="4155"/>
                      <a:pt x="28449" y="3888"/>
                      <a:pt x="26427" y="3841"/>
                    </a:cubicBezTo>
                    <a:cubicBezTo>
                      <a:pt x="26161" y="3826"/>
                      <a:pt x="25910" y="3826"/>
                      <a:pt x="25644" y="3826"/>
                    </a:cubicBezTo>
                    <a:cubicBezTo>
                      <a:pt x="24985" y="3826"/>
                      <a:pt x="24327" y="3841"/>
                      <a:pt x="23669" y="3888"/>
                    </a:cubicBezTo>
                    <a:cubicBezTo>
                      <a:pt x="19217" y="4202"/>
                      <a:pt x="14624" y="4468"/>
                      <a:pt x="11066" y="4468"/>
                    </a:cubicBezTo>
                    <a:cubicBezTo>
                      <a:pt x="9421" y="4468"/>
                      <a:pt x="8010" y="4421"/>
                      <a:pt x="6819" y="4296"/>
                    </a:cubicBezTo>
                    <a:cubicBezTo>
                      <a:pt x="6019" y="4217"/>
                      <a:pt x="5330" y="4108"/>
                      <a:pt x="4718" y="3967"/>
                    </a:cubicBezTo>
                    <a:cubicBezTo>
                      <a:pt x="3214" y="3622"/>
                      <a:pt x="2304" y="3089"/>
                      <a:pt x="1897" y="2352"/>
                    </a:cubicBezTo>
                    <a:cubicBezTo>
                      <a:pt x="1740" y="2086"/>
                      <a:pt x="1646" y="1772"/>
                      <a:pt x="1630" y="1396"/>
                    </a:cubicBezTo>
                    <a:cubicBezTo>
                      <a:pt x="1599" y="988"/>
                      <a:pt x="1646" y="534"/>
                      <a:pt x="1772" y="1"/>
                    </a:cubicBezTo>
                    <a:close/>
                  </a:path>
                </a:pathLst>
              </a:custGeom>
              <a:solidFill>
                <a:srgbClr val="F9A3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8" name="Shape 11308"/>
        <p:cNvGrpSpPr/>
        <p:nvPr/>
      </p:nvGrpSpPr>
      <p:grpSpPr>
        <a:xfrm>
          <a:off x="0" y="0"/>
          <a:ext cx="0" cy="0"/>
          <a:chOff x="0" y="0"/>
          <a:chExt cx="0" cy="0"/>
        </a:xfrm>
      </p:grpSpPr>
      <p:sp>
        <p:nvSpPr>
          <p:cNvPr id="11309" name="Google Shape;11309;p1431"/>
          <p:cNvSpPr txBox="1"/>
          <p:nvPr>
            <p:ph type="title"/>
          </p:nvPr>
        </p:nvSpPr>
        <p:spPr>
          <a:xfrm>
            <a:off x="1388100" y="1392600"/>
            <a:ext cx="6367800" cy="235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Model 1 Overview</a:t>
            </a:r>
            <a:endParaRPr/>
          </a:p>
        </p:txBody>
      </p:sp>
      <p:grpSp>
        <p:nvGrpSpPr>
          <p:cNvPr id="11310" name="Google Shape;11310;p1431"/>
          <p:cNvGrpSpPr/>
          <p:nvPr/>
        </p:nvGrpSpPr>
        <p:grpSpPr>
          <a:xfrm>
            <a:off x="470525" y="886100"/>
            <a:ext cx="7947450" cy="3468425"/>
            <a:chOff x="470525" y="886100"/>
            <a:chExt cx="7947450" cy="3468425"/>
          </a:xfrm>
        </p:grpSpPr>
        <p:cxnSp>
          <p:nvCxnSpPr>
            <p:cNvPr id="11311" name="Google Shape;11311;p1431"/>
            <p:cNvCxnSpPr/>
            <p:nvPr/>
          </p:nvCxnSpPr>
          <p:spPr>
            <a:xfrm>
              <a:off x="725975" y="4047175"/>
              <a:ext cx="7692000" cy="0"/>
            </a:xfrm>
            <a:prstGeom prst="straightConnector1">
              <a:avLst/>
            </a:prstGeom>
            <a:noFill/>
            <a:ln cap="flat" cmpd="sng" w="38100">
              <a:solidFill>
                <a:schemeClr val="accent1"/>
              </a:solidFill>
              <a:prstDash val="solid"/>
              <a:round/>
              <a:headEnd len="med" w="med" type="none"/>
              <a:tailEnd len="med" w="med" type="none"/>
            </a:ln>
          </p:spPr>
        </p:cxnSp>
        <p:sp>
          <p:nvSpPr>
            <p:cNvPr id="11312" name="Google Shape;11312;p1431"/>
            <p:cNvSpPr/>
            <p:nvPr/>
          </p:nvSpPr>
          <p:spPr>
            <a:xfrm>
              <a:off x="7459100" y="3739825"/>
              <a:ext cx="614700" cy="6147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1431"/>
            <p:cNvSpPr/>
            <p:nvPr/>
          </p:nvSpPr>
          <p:spPr>
            <a:xfrm>
              <a:off x="470525" y="886100"/>
              <a:ext cx="485400" cy="4854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14" name="Google Shape;11314;p1431"/>
            <p:cNvCxnSpPr>
              <a:stCxn id="11313" idx="6"/>
            </p:cNvCxnSpPr>
            <p:nvPr/>
          </p:nvCxnSpPr>
          <p:spPr>
            <a:xfrm>
              <a:off x="955925" y="1128800"/>
              <a:ext cx="6790200" cy="0"/>
            </a:xfrm>
            <a:prstGeom prst="straightConnector1">
              <a:avLst/>
            </a:prstGeom>
            <a:noFill/>
            <a:ln cap="flat" cmpd="sng" w="38100">
              <a:solidFill>
                <a:schemeClr val="accent1"/>
              </a:solidFill>
              <a:prstDash val="dash"/>
              <a:round/>
              <a:headEnd len="med" w="med" type="none"/>
              <a:tailEnd len="med" w="med" type="none"/>
            </a:ln>
          </p:spPr>
        </p:cxnSp>
        <p:cxnSp>
          <p:nvCxnSpPr>
            <p:cNvPr id="11315" name="Google Shape;11315;p1431"/>
            <p:cNvCxnSpPr>
              <a:endCxn id="11312" idx="0"/>
            </p:cNvCxnSpPr>
            <p:nvPr/>
          </p:nvCxnSpPr>
          <p:spPr>
            <a:xfrm flipH="1">
              <a:off x="7766450" y="1137325"/>
              <a:ext cx="10200" cy="2602500"/>
            </a:xfrm>
            <a:prstGeom prst="straightConnector1">
              <a:avLst/>
            </a:prstGeom>
            <a:noFill/>
            <a:ln cap="flat" cmpd="sng" w="38100">
              <a:solidFill>
                <a:schemeClr val="accent1"/>
              </a:solidFill>
              <a:prstDash val="dash"/>
              <a:round/>
              <a:headEnd len="med" w="med" type="none"/>
              <a:tailEnd len="med" w="med" type="none"/>
            </a:ln>
          </p:spPr>
        </p:cxnSp>
        <p:grpSp>
          <p:nvGrpSpPr>
            <p:cNvPr id="11316" name="Google Shape;11316;p1431"/>
            <p:cNvGrpSpPr/>
            <p:nvPr/>
          </p:nvGrpSpPr>
          <p:grpSpPr>
            <a:xfrm>
              <a:off x="7523758" y="886109"/>
              <a:ext cx="485391" cy="485391"/>
              <a:chOff x="3365800" y="1183425"/>
              <a:chExt cx="261300" cy="261300"/>
            </a:xfrm>
          </p:grpSpPr>
          <p:cxnSp>
            <p:nvCxnSpPr>
              <p:cNvPr id="11317" name="Google Shape;11317;p1431"/>
              <p:cNvCxnSpPr/>
              <p:nvPr/>
            </p:nvCxnSpPr>
            <p:spPr>
              <a:xfrm>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cxnSp>
            <p:nvCxnSpPr>
              <p:cNvPr id="11318" name="Google Shape;11318;p1431"/>
              <p:cNvCxnSpPr/>
              <p:nvPr/>
            </p:nvCxnSpPr>
            <p:spPr>
              <a:xfrm flipH="1">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grpSp>
      </p:grpSp>
      <p:grpSp>
        <p:nvGrpSpPr>
          <p:cNvPr id="11319" name="Google Shape;11319;p1431"/>
          <p:cNvGrpSpPr/>
          <p:nvPr/>
        </p:nvGrpSpPr>
        <p:grpSpPr>
          <a:xfrm flipH="1">
            <a:off x="852697" y="3632128"/>
            <a:ext cx="781176" cy="448491"/>
            <a:chOff x="5265717" y="3834746"/>
            <a:chExt cx="693700" cy="398269"/>
          </a:xfrm>
        </p:grpSpPr>
        <p:sp>
          <p:nvSpPr>
            <p:cNvPr id="11320" name="Google Shape;11320;p1431"/>
            <p:cNvSpPr/>
            <p:nvPr/>
          </p:nvSpPr>
          <p:spPr>
            <a:xfrm>
              <a:off x="5302862" y="3854066"/>
              <a:ext cx="514527" cy="325810"/>
            </a:xfrm>
            <a:custGeom>
              <a:rect b="b" l="l" r="r" t="t"/>
              <a:pathLst>
                <a:path extrusionOk="0" h="13727" w="21678">
                  <a:moveTo>
                    <a:pt x="13497" y="0"/>
                  </a:moveTo>
                  <a:lnTo>
                    <a:pt x="12534" y="544"/>
                  </a:lnTo>
                  <a:lnTo>
                    <a:pt x="11634" y="1549"/>
                  </a:lnTo>
                  <a:lnTo>
                    <a:pt x="10797" y="2616"/>
                  </a:lnTo>
                  <a:lnTo>
                    <a:pt x="10442" y="3725"/>
                  </a:lnTo>
                  <a:lnTo>
                    <a:pt x="10128" y="4060"/>
                  </a:lnTo>
                  <a:cubicBezTo>
                    <a:pt x="10128" y="4060"/>
                    <a:pt x="9668" y="4646"/>
                    <a:pt x="8998" y="5127"/>
                  </a:cubicBezTo>
                  <a:cubicBezTo>
                    <a:pt x="8998" y="5127"/>
                    <a:pt x="8517" y="5650"/>
                    <a:pt x="8224" y="5671"/>
                  </a:cubicBezTo>
                  <a:lnTo>
                    <a:pt x="7910" y="5859"/>
                  </a:lnTo>
                  <a:lnTo>
                    <a:pt x="7826" y="5901"/>
                  </a:lnTo>
                  <a:lnTo>
                    <a:pt x="7387" y="6131"/>
                  </a:lnTo>
                  <a:cubicBezTo>
                    <a:pt x="7387" y="6131"/>
                    <a:pt x="6906" y="6529"/>
                    <a:pt x="6090" y="6529"/>
                  </a:cubicBezTo>
                  <a:lnTo>
                    <a:pt x="5755" y="6591"/>
                  </a:lnTo>
                  <a:lnTo>
                    <a:pt x="5274" y="6696"/>
                  </a:lnTo>
                  <a:lnTo>
                    <a:pt x="4709" y="6842"/>
                  </a:lnTo>
                  <a:lnTo>
                    <a:pt x="1" y="10881"/>
                  </a:lnTo>
                  <a:lnTo>
                    <a:pt x="1" y="12241"/>
                  </a:lnTo>
                  <a:lnTo>
                    <a:pt x="7408" y="13726"/>
                  </a:lnTo>
                  <a:lnTo>
                    <a:pt x="21678" y="12094"/>
                  </a:lnTo>
                  <a:lnTo>
                    <a:pt x="21678" y="10797"/>
                  </a:lnTo>
                  <a:lnTo>
                    <a:pt x="19230" y="0"/>
                  </a:lnTo>
                  <a:close/>
                </a:path>
              </a:pathLst>
            </a:custGeom>
            <a:solidFill>
              <a:srgbClr val="FFFFFF"/>
            </a:solidFill>
            <a:ln>
              <a:noFill/>
            </a:ln>
          </p:spPr>
          <p:txBody>
            <a:bodyPr anchorCtr="0" anchor="ctr" bIns="106950" lIns="106950" spcFirstLastPara="1" rIns="106950" wrap="square" tIns="106950">
              <a:noAutofit/>
            </a:bodyPr>
            <a:lstStyle/>
            <a:p>
              <a:pPr indent="0" lvl="0" marL="0" rtl="0" algn="l">
                <a:spcBef>
                  <a:spcPts val="0"/>
                </a:spcBef>
                <a:spcAft>
                  <a:spcPts val="0"/>
                </a:spcAft>
                <a:buNone/>
              </a:pPr>
              <a:r>
                <a:t/>
              </a:r>
              <a:endParaRPr/>
            </a:p>
          </p:txBody>
        </p:sp>
        <p:sp>
          <p:nvSpPr>
            <p:cNvPr id="11321" name="Google Shape;11321;p1431"/>
            <p:cNvSpPr/>
            <p:nvPr/>
          </p:nvSpPr>
          <p:spPr>
            <a:xfrm>
              <a:off x="5488609" y="3993128"/>
              <a:ext cx="3489" cy="1994"/>
            </a:xfrm>
            <a:custGeom>
              <a:rect b="b" l="l" r="r" t="t"/>
              <a:pathLst>
                <a:path extrusionOk="0" h="84" w="147">
                  <a:moveTo>
                    <a:pt x="84" y="0"/>
                  </a:moveTo>
                  <a:cubicBezTo>
                    <a:pt x="63" y="21"/>
                    <a:pt x="21" y="21"/>
                    <a:pt x="0" y="42"/>
                  </a:cubicBezTo>
                  <a:lnTo>
                    <a:pt x="147" y="84"/>
                  </a:lnTo>
                  <a:lnTo>
                    <a:pt x="147" y="84"/>
                  </a:lnTo>
                  <a:lnTo>
                    <a:pt x="84" y="0"/>
                  </a:lnTo>
                  <a:close/>
                </a:path>
              </a:pathLst>
            </a:custGeom>
            <a:solidFill>
              <a:srgbClr val="E95E24"/>
            </a:solidFill>
            <a:ln>
              <a:noFill/>
            </a:ln>
          </p:spPr>
          <p:txBody>
            <a:bodyPr anchorCtr="0" anchor="ctr" bIns="106950" lIns="106950" spcFirstLastPara="1" rIns="106950" wrap="square" tIns="106950">
              <a:noAutofit/>
            </a:bodyPr>
            <a:lstStyle/>
            <a:p>
              <a:pPr indent="0" lvl="0" marL="0" rtl="0" algn="l">
                <a:spcBef>
                  <a:spcPts val="0"/>
                </a:spcBef>
                <a:spcAft>
                  <a:spcPts val="0"/>
                </a:spcAft>
                <a:buNone/>
              </a:pPr>
              <a:r>
                <a:t/>
              </a:r>
              <a:endParaRPr/>
            </a:p>
          </p:txBody>
        </p:sp>
        <p:sp>
          <p:nvSpPr>
            <p:cNvPr id="11322" name="Google Shape;11322;p1431"/>
            <p:cNvSpPr/>
            <p:nvPr/>
          </p:nvSpPr>
          <p:spPr>
            <a:xfrm>
              <a:off x="5526347" y="3956861"/>
              <a:ext cx="21884" cy="15926"/>
            </a:xfrm>
            <a:custGeom>
              <a:rect b="b" l="l" r="r" t="t"/>
              <a:pathLst>
                <a:path extrusionOk="0" h="671" w="922">
                  <a:moveTo>
                    <a:pt x="461" y="1"/>
                  </a:moveTo>
                  <a:cubicBezTo>
                    <a:pt x="314" y="147"/>
                    <a:pt x="147" y="315"/>
                    <a:pt x="1" y="440"/>
                  </a:cubicBezTo>
                  <a:lnTo>
                    <a:pt x="921" y="670"/>
                  </a:lnTo>
                  <a:lnTo>
                    <a:pt x="921" y="670"/>
                  </a:lnTo>
                  <a:lnTo>
                    <a:pt x="461" y="1"/>
                  </a:lnTo>
                  <a:close/>
                </a:path>
              </a:pathLst>
            </a:custGeom>
            <a:solidFill>
              <a:srgbClr val="E95E24"/>
            </a:solidFill>
            <a:ln>
              <a:noFill/>
            </a:ln>
          </p:spPr>
          <p:txBody>
            <a:bodyPr anchorCtr="0" anchor="ctr" bIns="106950" lIns="106950" spcFirstLastPara="1" rIns="106950" wrap="square" tIns="106950">
              <a:noAutofit/>
            </a:bodyPr>
            <a:lstStyle/>
            <a:p>
              <a:pPr indent="0" lvl="0" marL="0" rtl="0" algn="l">
                <a:spcBef>
                  <a:spcPts val="0"/>
                </a:spcBef>
                <a:spcAft>
                  <a:spcPts val="0"/>
                </a:spcAft>
                <a:buNone/>
              </a:pPr>
              <a:r>
                <a:t/>
              </a:r>
              <a:endParaRPr/>
            </a:p>
          </p:txBody>
        </p:sp>
        <p:sp>
          <p:nvSpPr>
            <p:cNvPr id="11323" name="Google Shape;11323;p1431"/>
            <p:cNvSpPr/>
            <p:nvPr/>
          </p:nvSpPr>
          <p:spPr>
            <a:xfrm>
              <a:off x="5428014" y="4010502"/>
              <a:ext cx="14431" cy="8473"/>
            </a:xfrm>
            <a:custGeom>
              <a:rect b="b" l="l" r="r" t="t"/>
              <a:pathLst>
                <a:path extrusionOk="0" h="357" w="608">
                  <a:moveTo>
                    <a:pt x="482" y="0"/>
                  </a:moveTo>
                  <a:cubicBezTo>
                    <a:pt x="314" y="42"/>
                    <a:pt x="168" y="84"/>
                    <a:pt x="1" y="105"/>
                  </a:cubicBezTo>
                  <a:lnTo>
                    <a:pt x="607" y="356"/>
                  </a:lnTo>
                  <a:lnTo>
                    <a:pt x="482" y="0"/>
                  </a:lnTo>
                  <a:close/>
                </a:path>
              </a:pathLst>
            </a:custGeom>
            <a:solidFill>
              <a:srgbClr val="E95E24"/>
            </a:solidFill>
            <a:ln>
              <a:noFill/>
            </a:ln>
          </p:spPr>
          <p:txBody>
            <a:bodyPr anchorCtr="0" anchor="ctr" bIns="106950" lIns="106950" spcFirstLastPara="1" rIns="106950" wrap="square" tIns="106950">
              <a:noAutofit/>
            </a:bodyPr>
            <a:lstStyle/>
            <a:p>
              <a:pPr indent="0" lvl="0" marL="0" rtl="0" algn="l">
                <a:spcBef>
                  <a:spcPts val="0"/>
                </a:spcBef>
                <a:spcAft>
                  <a:spcPts val="0"/>
                </a:spcAft>
                <a:buNone/>
              </a:pPr>
              <a:r>
                <a:t/>
              </a:r>
              <a:endParaRPr/>
            </a:p>
          </p:txBody>
        </p:sp>
        <p:sp>
          <p:nvSpPr>
            <p:cNvPr id="11324" name="Google Shape;11324;p1431"/>
            <p:cNvSpPr/>
            <p:nvPr/>
          </p:nvSpPr>
          <p:spPr>
            <a:xfrm>
              <a:off x="5301390" y="3834746"/>
              <a:ext cx="518990" cy="306490"/>
            </a:xfrm>
            <a:custGeom>
              <a:rect b="b" l="l" r="r" t="t"/>
              <a:pathLst>
                <a:path extrusionOk="0" h="12913" w="21866">
                  <a:moveTo>
                    <a:pt x="13496" y="1066"/>
                  </a:moveTo>
                  <a:cubicBezTo>
                    <a:pt x="14312" y="1233"/>
                    <a:pt x="15044" y="1777"/>
                    <a:pt x="15463" y="2447"/>
                  </a:cubicBezTo>
                  <a:cubicBezTo>
                    <a:pt x="15886" y="3112"/>
                    <a:pt x="13293" y="5238"/>
                    <a:pt x="11964" y="5238"/>
                  </a:cubicBezTo>
                  <a:cubicBezTo>
                    <a:pt x="11915" y="5238"/>
                    <a:pt x="11867" y="5235"/>
                    <a:pt x="11822" y="5229"/>
                  </a:cubicBezTo>
                  <a:cubicBezTo>
                    <a:pt x="11257" y="5146"/>
                    <a:pt x="10901" y="4936"/>
                    <a:pt x="10692" y="4727"/>
                  </a:cubicBezTo>
                  <a:cubicBezTo>
                    <a:pt x="10776" y="2823"/>
                    <a:pt x="12952" y="1400"/>
                    <a:pt x="13496" y="1066"/>
                  </a:cubicBezTo>
                  <a:close/>
                  <a:moveTo>
                    <a:pt x="20359" y="6276"/>
                  </a:moveTo>
                  <a:lnTo>
                    <a:pt x="20359" y="6276"/>
                  </a:lnTo>
                  <a:cubicBezTo>
                    <a:pt x="19668" y="8326"/>
                    <a:pt x="13412" y="11716"/>
                    <a:pt x="12052" y="11967"/>
                  </a:cubicBezTo>
                  <a:cubicBezTo>
                    <a:pt x="11830" y="12011"/>
                    <a:pt x="11567" y="12033"/>
                    <a:pt x="11281" y="12033"/>
                  </a:cubicBezTo>
                  <a:cubicBezTo>
                    <a:pt x="9789" y="12033"/>
                    <a:pt x="7683" y="11431"/>
                    <a:pt x="7595" y="10167"/>
                  </a:cubicBezTo>
                  <a:cubicBezTo>
                    <a:pt x="7520" y="9074"/>
                    <a:pt x="8851" y="8945"/>
                    <a:pt x="10565" y="8945"/>
                  </a:cubicBezTo>
                  <a:cubicBezTo>
                    <a:pt x="11090" y="8945"/>
                    <a:pt x="11651" y="8957"/>
                    <a:pt x="12219" y="8957"/>
                  </a:cubicBezTo>
                  <a:cubicBezTo>
                    <a:pt x="12386" y="8957"/>
                    <a:pt x="12554" y="8956"/>
                    <a:pt x="12722" y="8954"/>
                  </a:cubicBezTo>
                  <a:cubicBezTo>
                    <a:pt x="15316" y="8933"/>
                    <a:pt x="20359" y="6276"/>
                    <a:pt x="20359" y="6276"/>
                  </a:cubicBezTo>
                  <a:close/>
                  <a:moveTo>
                    <a:pt x="17883" y="0"/>
                  </a:moveTo>
                  <a:cubicBezTo>
                    <a:pt x="15427" y="0"/>
                    <a:pt x="13349" y="689"/>
                    <a:pt x="13349" y="689"/>
                  </a:cubicBezTo>
                  <a:cubicBezTo>
                    <a:pt x="13349" y="689"/>
                    <a:pt x="13349" y="731"/>
                    <a:pt x="13308" y="773"/>
                  </a:cubicBezTo>
                  <a:cubicBezTo>
                    <a:pt x="12701" y="1128"/>
                    <a:pt x="10420" y="2614"/>
                    <a:pt x="10336" y="4706"/>
                  </a:cubicBezTo>
                  <a:cubicBezTo>
                    <a:pt x="10295" y="4769"/>
                    <a:pt x="10232" y="4832"/>
                    <a:pt x="10190" y="4874"/>
                  </a:cubicBezTo>
                  <a:lnTo>
                    <a:pt x="10922" y="5920"/>
                  </a:lnTo>
                  <a:lnTo>
                    <a:pt x="13391" y="6506"/>
                  </a:lnTo>
                  <a:cubicBezTo>
                    <a:pt x="13496" y="6548"/>
                    <a:pt x="13559" y="6631"/>
                    <a:pt x="13538" y="6715"/>
                  </a:cubicBezTo>
                  <a:cubicBezTo>
                    <a:pt x="13517" y="6799"/>
                    <a:pt x="13433" y="6861"/>
                    <a:pt x="13349" y="6861"/>
                  </a:cubicBezTo>
                  <a:lnTo>
                    <a:pt x="13328" y="6861"/>
                  </a:lnTo>
                  <a:lnTo>
                    <a:pt x="11215" y="6359"/>
                  </a:lnTo>
                  <a:lnTo>
                    <a:pt x="11947" y="7426"/>
                  </a:lnTo>
                  <a:cubicBezTo>
                    <a:pt x="12010" y="7510"/>
                    <a:pt x="11989" y="7615"/>
                    <a:pt x="11906" y="7677"/>
                  </a:cubicBezTo>
                  <a:cubicBezTo>
                    <a:pt x="11885" y="7698"/>
                    <a:pt x="11843" y="7698"/>
                    <a:pt x="11822" y="7698"/>
                  </a:cubicBezTo>
                  <a:cubicBezTo>
                    <a:pt x="11759" y="7698"/>
                    <a:pt x="11696" y="7677"/>
                    <a:pt x="11675" y="7636"/>
                  </a:cubicBezTo>
                  <a:lnTo>
                    <a:pt x="10713" y="6234"/>
                  </a:lnTo>
                  <a:lnTo>
                    <a:pt x="9144" y="5878"/>
                  </a:lnTo>
                  <a:cubicBezTo>
                    <a:pt x="8851" y="6108"/>
                    <a:pt x="8558" y="6317"/>
                    <a:pt x="8286" y="6485"/>
                  </a:cubicBezTo>
                  <a:lnTo>
                    <a:pt x="8495" y="6903"/>
                  </a:lnTo>
                  <a:lnTo>
                    <a:pt x="9939" y="7364"/>
                  </a:lnTo>
                  <a:cubicBezTo>
                    <a:pt x="10023" y="7384"/>
                    <a:pt x="10085" y="7489"/>
                    <a:pt x="10043" y="7594"/>
                  </a:cubicBezTo>
                  <a:cubicBezTo>
                    <a:pt x="10023" y="7656"/>
                    <a:pt x="9960" y="7698"/>
                    <a:pt x="9876" y="7698"/>
                  </a:cubicBezTo>
                  <a:lnTo>
                    <a:pt x="9834" y="7698"/>
                  </a:lnTo>
                  <a:lnTo>
                    <a:pt x="8704" y="7343"/>
                  </a:lnTo>
                  <a:lnTo>
                    <a:pt x="8704" y="7343"/>
                  </a:lnTo>
                  <a:lnTo>
                    <a:pt x="9018" y="7949"/>
                  </a:lnTo>
                  <a:cubicBezTo>
                    <a:pt x="9060" y="8033"/>
                    <a:pt x="9018" y="8138"/>
                    <a:pt x="8934" y="8180"/>
                  </a:cubicBezTo>
                  <a:cubicBezTo>
                    <a:pt x="8914" y="8200"/>
                    <a:pt x="8893" y="8200"/>
                    <a:pt x="8872" y="8200"/>
                  </a:cubicBezTo>
                  <a:cubicBezTo>
                    <a:pt x="8809" y="8200"/>
                    <a:pt x="8746" y="8159"/>
                    <a:pt x="8704" y="8117"/>
                  </a:cubicBezTo>
                  <a:lnTo>
                    <a:pt x="8244" y="7196"/>
                  </a:lnTo>
                  <a:lnTo>
                    <a:pt x="7449" y="6945"/>
                  </a:lnTo>
                  <a:cubicBezTo>
                    <a:pt x="6989" y="7154"/>
                    <a:pt x="6696" y="7238"/>
                    <a:pt x="6696" y="7238"/>
                  </a:cubicBezTo>
                  <a:cubicBezTo>
                    <a:pt x="6507" y="7280"/>
                    <a:pt x="6340" y="7301"/>
                    <a:pt x="6152" y="7343"/>
                  </a:cubicBezTo>
                  <a:lnTo>
                    <a:pt x="6403" y="7928"/>
                  </a:lnTo>
                  <a:lnTo>
                    <a:pt x="7637" y="8410"/>
                  </a:lnTo>
                  <a:cubicBezTo>
                    <a:pt x="7742" y="8452"/>
                    <a:pt x="7784" y="8556"/>
                    <a:pt x="7742" y="8640"/>
                  </a:cubicBezTo>
                  <a:cubicBezTo>
                    <a:pt x="7721" y="8724"/>
                    <a:pt x="7637" y="8765"/>
                    <a:pt x="7574" y="8765"/>
                  </a:cubicBezTo>
                  <a:cubicBezTo>
                    <a:pt x="7554" y="8765"/>
                    <a:pt x="7533" y="8745"/>
                    <a:pt x="7512" y="8745"/>
                  </a:cubicBezTo>
                  <a:lnTo>
                    <a:pt x="6591" y="8389"/>
                  </a:lnTo>
                  <a:lnTo>
                    <a:pt x="6863" y="9079"/>
                  </a:lnTo>
                  <a:cubicBezTo>
                    <a:pt x="6905" y="9163"/>
                    <a:pt x="6863" y="9268"/>
                    <a:pt x="6758" y="9309"/>
                  </a:cubicBezTo>
                  <a:lnTo>
                    <a:pt x="6696" y="9309"/>
                  </a:lnTo>
                  <a:cubicBezTo>
                    <a:pt x="6633" y="9309"/>
                    <a:pt x="6570" y="9268"/>
                    <a:pt x="6549" y="9205"/>
                  </a:cubicBezTo>
                  <a:lnTo>
                    <a:pt x="6131" y="8200"/>
                  </a:lnTo>
                  <a:lnTo>
                    <a:pt x="4771" y="7656"/>
                  </a:lnTo>
                  <a:cubicBezTo>
                    <a:pt x="544" y="8828"/>
                    <a:pt x="0" y="10816"/>
                    <a:pt x="63" y="11527"/>
                  </a:cubicBezTo>
                  <a:cubicBezTo>
                    <a:pt x="163" y="12306"/>
                    <a:pt x="4945" y="12913"/>
                    <a:pt x="9671" y="12913"/>
                  </a:cubicBezTo>
                  <a:cubicBezTo>
                    <a:pt x="9900" y="12913"/>
                    <a:pt x="10129" y="12911"/>
                    <a:pt x="10357" y="12908"/>
                  </a:cubicBezTo>
                  <a:cubicBezTo>
                    <a:pt x="15295" y="12846"/>
                    <a:pt x="21740" y="11611"/>
                    <a:pt x="21740" y="11611"/>
                  </a:cubicBezTo>
                  <a:cubicBezTo>
                    <a:pt x="21865" y="9393"/>
                    <a:pt x="20505" y="4413"/>
                    <a:pt x="20505" y="4413"/>
                  </a:cubicBezTo>
                  <a:lnTo>
                    <a:pt x="20359" y="270"/>
                  </a:lnTo>
                  <a:cubicBezTo>
                    <a:pt x="19533" y="74"/>
                    <a:pt x="18688" y="0"/>
                    <a:pt x="17883" y="0"/>
                  </a:cubicBezTo>
                  <a:close/>
                </a:path>
              </a:pathLst>
            </a:custGeom>
            <a:solidFill>
              <a:srgbClr val="E95E24"/>
            </a:solidFill>
            <a:ln>
              <a:noFill/>
            </a:ln>
          </p:spPr>
          <p:txBody>
            <a:bodyPr anchorCtr="0" anchor="ctr" bIns="106950" lIns="106950" spcFirstLastPara="1" rIns="106950" wrap="square" tIns="106950">
              <a:noAutofit/>
            </a:bodyPr>
            <a:lstStyle/>
            <a:p>
              <a:pPr indent="0" lvl="0" marL="0" rtl="0" algn="l">
                <a:spcBef>
                  <a:spcPts val="0"/>
                </a:spcBef>
                <a:spcAft>
                  <a:spcPts val="0"/>
                </a:spcAft>
                <a:buNone/>
              </a:pPr>
              <a:r>
                <a:t/>
              </a:r>
              <a:endParaRPr/>
            </a:p>
          </p:txBody>
        </p:sp>
        <p:sp>
          <p:nvSpPr>
            <p:cNvPr id="11325" name="Google Shape;11325;p1431"/>
            <p:cNvSpPr/>
            <p:nvPr/>
          </p:nvSpPr>
          <p:spPr>
            <a:xfrm>
              <a:off x="5265717" y="4131169"/>
              <a:ext cx="551673" cy="59148"/>
            </a:xfrm>
            <a:custGeom>
              <a:rect b="b" l="l" r="r" t="t"/>
              <a:pathLst>
                <a:path extrusionOk="0" h="2492" w="23243">
                  <a:moveTo>
                    <a:pt x="23243" y="1"/>
                  </a:moveTo>
                  <a:cubicBezTo>
                    <a:pt x="23243" y="1"/>
                    <a:pt x="16903" y="880"/>
                    <a:pt x="10375" y="1235"/>
                  </a:cubicBezTo>
                  <a:cubicBezTo>
                    <a:pt x="9716" y="1271"/>
                    <a:pt x="9101" y="1287"/>
                    <a:pt x="8527" y="1287"/>
                  </a:cubicBezTo>
                  <a:cubicBezTo>
                    <a:pt x="3394" y="1287"/>
                    <a:pt x="1566" y="1"/>
                    <a:pt x="1566" y="1"/>
                  </a:cubicBezTo>
                  <a:lnTo>
                    <a:pt x="1566" y="1"/>
                  </a:lnTo>
                  <a:cubicBezTo>
                    <a:pt x="0" y="2387"/>
                    <a:pt x="5211" y="2492"/>
                    <a:pt x="8710" y="2492"/>
                  </a:cubicBezTo>
                  <a:cubicBezTo>
                    <a:pt x="9046" y="2492"/>
                    <a:pt x="9366" y="2491"/>
                    <a:pt x="9663" y="2491"/>
                  </a:cubicBezTo>
                  <a:cubicBezTo>
                    <a:pt x="13053" y="2491"/>
                    <a:pt x="23243" y="1110"/>
                    <a:pt x="23243" y="1110"/>
                  </a:cubicBezTo>
                  <a:lnTo>
                    <a:pt x="23243" y="1"/>
                  </a:lnTo>
                  <a:close/>
                </a:path>
              </a:pathLst>
            </a:custGeom>
            <a:solidFill>
              <a:srgbClr val="E95E24"/>
            </a:solidFill>
            <a:ln>
              <a:noFill/>
            </a:ln>
          </p:spPr>
          <p:txBody>
            <a:bodyPr anchorCtr="0" anchor="ctr" bIns="106950" lIns="106950" spcFirstLastPara="1" rIns="106950" wrap="square" tIns="106950">
              <a:noAutofit/>
            </a:bodyPr>
            <a:lstStyle/>
            <a:p>
              <a:pPr indent="0" lvl="0" marL="0" rtl="0" algn="l">
                <a:spcBef>
                  <a:spcPts val="0"/>
                </a:spcBef>
                <a:spcAft>
                  <a:spcPts val="0"/>
                </a:spcAft>
                <a:buNone/>
              </a:pPr>
              <a:r>
                <a:t/>
              </a:r>
              <a:endParaRPr/>
            </a:p>
          </p:txBody>
        </p:sp>
        <p:sp>
          <p:nvSpPr>
            <p:cNvPr id="11326" name="Google Shape;11326;p1431"/>
            <p:cNvSpPr/>
            <p:nvPr/>
          </p:nvSpPr>
          <p:spPr>
            <a:xfrm>
              <a:off x="5442421" y="3896765"/>
              <a:ext cx="514527" cy="325810"/>
            </a:xfrm>
            <a:custGeom>
              <a:rect b="b" l="l" r="r" t="t"/>
              <a:pathLst>
                <a:path extrusionOk="0" h="13727" w="21678">
                  <a:moveTo>
                    <a:pt x="13496" y="1"/>
                  </a:moveTo>
                  <a:lnTo>
                    <a:pt x="12513" y="545"/>
                  </a:lnTo>
                  <a:lnTo>
                    <a:pt x="11613" y="1549"/>
                  </a:lnTo>
                  <a:lnTo>
                    <a:pt x="10776" y="2616"/>
                  </a:lnTo>
                  <a:lnTo>
                    <a:pt x="10441" y="3725"/>
                  </a:lnTo>
                  <a:lnTo>
                    <a:pt x="10127" y="4060"/>
                  </a:lnTo>
                  <a:cubicBezTo>
                    <a:pt x="10127" y="4060"/>
                    <a:pt x="9667" y="4646"/>
                    <a:pt x="8977" y="5127"/>
                  </a:cubicBezTo>
                  <a:cubicBezTo>
                    <a:pt x="8977" y="5127"/>
                    <a:pt x="8516" y="5650"/>
                    <a:pt x="8202" y="5671"/>
                  </a:cubicBezTo>
                  <a:lnTo>
                    <a:pt x="7910" y="5860"/>
                  </a:lnTo>
                  <a:lnTo>
                    <a:pt x="7805" y="5901"/>
                  </a:lnTo>
                  <a:lnTo>
                    <a:pt x="7366" y="6132"/>
                  </a:lnTo>
                  <a:cubicBezTo>
                    <a:pt x="7366" y="6132"/>
                    <a:pt x="6884" y="6529"/>
                    <a:pt x="6089" y="6529"/>
                  </a:cubicBezTo>
                  <a:lnTo>
                    <a:pt x="5733" y="6592"/>
                  </a:lnTo>
                  <a:lnTo>
                    <a:pt x="5273" y="6696"/>
                  </a:lnTo>
                  <a:lnTo>
                    <a:pt x="4687" y="6843"/>
                  </a:lnTo>
                  <a:lnTo>
                    <a:pt x="0" y="10881"/>
                  </a:lnTo>
                  <a:lnTo>
                    <a:pt x="0" y="12241"/>
                  </a:lnTo>
                  <a:lnTo>
                    <a:pt x="7386" y="13727"/>
                  </a:lnTo>
                  <a:lnTo>
                    <a:pt x="21677" y="12095"/>
                  </a:lnTo>
                  <a:lnTo>
                    <a:pt x="21677" y="10797"/>
                  </a:lnTo>
                  <a:lnTo>
                    <a:pt x="19208" y="1"/>
                  </a:lnTo>
                  <a:close/>
                </a:path>
              </a:pathLst>
            </a:custGeom>
            <a:solidFill>
              <a:srgbClr val="FFFFFF"/>
            </a:solidFill>
            <a:ln>
              <a:noFill/>
            </a:ln>
          </p:spPr>
          <p:txBody>
            <a:bodyPr anchorCtr="0" anchor="ctr" bIns="106950" lIns="106950" spcFirstLastPara="1" rIns="106950" wrap="square" tIns="106950">
              <a:noAutofit/>
            </a:bodyPr>
            <a:lstStyle/>
            <a:p>
              <a:pPr indent="0" lvl="0" marL="0" rtl="0" algn="l">
                <a:spcBef>
                  <a:spcPts val="0"/>
                </a:spcBef>
                <a:spcAft>
                  <a:spcPts val="0"/>
                </a:spcAft>
                <a:buNone/>
              </a:pPr>
              <a:r>
                <a:t/>
              </a:r>
              <a:endParaRPr/>
            </a:p>
          </p:txBody>
        </p:sp>
        <p:sp>
          <p:nvSpPr>
            <p:cNvPr id="11327" name="Google Shape;11327;p1431"/>
            <p:cNvSpPr/>
            <p:nvPr/>
          </p:nvSpPr>
          <p:spPr>
            <a:xfrm>
              <a:off x="5627647" y="4035827"/>
              <a:ext cx="3513" cy="2017"/>
            </a:xfrm>
            <a:custGeom>
              <a:rect b="b" l="l" r="r" t="t"/>
              <a:pathLst>
                <a:path extrusionOk="0" h="85" w="148">
                  <a:moveTo>
                    <a:pt x="106" y="1"/>
                  </a:moveTo>
                  <a:cubicBezTo>
                    <a:pt x="64" y="1"/>
                    <a:pt x="43" y="21"/>
                    <a:pt x="1" y="42"/>
                  </a:cubicBezTo>
                  <a:lnTo>
                    <a:pt x="147" y="84"/>
                  </a:lnTo>
                  <a:lnTo>
                    <a:pt x="106" y="1"/>
                  </a:lnTo>
                  <a:close/>
                </a:path>
              </a:pathLst>
            </a:custGeom>
            <a:solidFill>
              <a:srgbClr val="F9A350"/>
            </a:solidFill>
            <a:ln>
              <a:noFill/>
            </a:ln>
          </p:spPr>
          <p:txBody>
            <a:bodyPr anchorCtr="0" anchor="ctr" bIns="106950" lIns="106950" spcFirstLastPara="1" rIns="106950" wrap="square" tIns="106950">
              <a:noAutofit/>
            </a:bodyPr>
            <a:lstStyle/>
            <a:p>
              <a:pPr indent="0" lvl="0" marL="0" rtl="0" algn="l">
                <a:spcBef>
                  <a:spcPts val="0"/>
                </a:spcBef>
                <a:spcAft>
                  <a:spcPts val="0"/>
                </a:spcAft>
                <a:buNone/>
              </a:pPr>
              <a:r>
                <a:t/>
              </a:r>
              <a:endParaRPr/>
            </a:p>
          </p:txBody>
        </p:sp>
        <p:sp>
          <p:nvSpPr>
            <p:cNvPr id="11328" name="Google Shape;11328;p1431"/>
            <p:cNvSpPr/>
            <p:nvPr/>
          </p:nvSpPr>
          <p:spPr>
            <a:xfrm>
              <a:off x="5665409" y="3999584"/>
              <a:ext cx="22358" cy="15902"/>
            </a:xfrm>
            <a:custGeom>
              <a:rect b="b" l="l" r="r" t="t"/>
              <a:pathLst>
                <a:path extrusionOk="0" h="670" w="942">
                  <a:moveTo>
                    <a:pt x="481" y="0"/>
                  </a:moveTo>
                  <a:cubicBezTo>
                    <a:pt x="314" y="147"/>
                    <a:pt x="168" y="293"/>
                    <a:pt x="0" y="439"/>
                  </a:cubicBezTo>
                  <a:lnTo>
                    <a:pt x="942" y="670"/>
                  </a:lnTo>
                  <a:lnTo>
                    <a:pt x="481" y="0"/>
                  </a:lnTo>
                  <a:close/>
                </a:path>
              </a:pathLst>
            </a:custGeom>
            <a:solidFill>
              <a:srgbClr val="F9A350"/>
            </a:solidFill>
            <a:ln>
              <a:noFill/>
            </a:ln>
          </p:spPr>
          <p:txBody>
            <a:bodyPr anchorCtr="0" anchor="ctr" bIns="106950" lIns="106950" spcFirstLastPara="1" rIns="106950" wrap="square" tIns="106950">
              <a:noAutofit/>
            </a:bodyPr>
            <a:lstStyle/>
            <a:p>
              <a:pPr indent="0" lvl="0" marL="0" rtl="0" algn="l">
                <a:spcBef>
                  <a:spcPts val="0"/>
                </a:spcBef>
                <a:spcAft>
                  <a:spcPts val="0"/>
                </a:spcAft>
                <a:buNone/>
              </a:pPr>
              <a:r>
                <a:t/>
              </a:r>
              <a:endParaRPr/>
            </a:p>
          </p:txBody>
        </p:sp>
        <p:sp>
          <p:nvSpPr>
            <p:cNvPr id="11329" name="Google Shape;11329;p1431"/>
            <p:cNvSpPr/>
            <p:nvPr/>
          </p:nvSpPr>
          <p:spPr>
            <a:xfrm>
              <a:off x="5567574" y="4053201"/>
              <a:ext cx="14407" cy="7975"/>
            </a:xfrm>
            <a:custGeom>
              <a:rect b="b" l="l" r="r" t="t"/>
              <a:pathLst>
                <a:path extrusionOk="0" h="336" w="607">
                  <a:moveTo>
                    <a:pt x="460" y="1"/>
                  </a:moveTo>
                  <a:cubicBezTo>
                    <a:pt x="293" y="43"/>
                    <a:pt x="147" y="64"/>
                    <a:pt x="0" y="105"/>
                  </a:cubicBezTo>
                  <a:lnTo>
                    <a:pt x="607" y="336"/>
                  </a:lnTo>
                  <a:lnTo>
                    <a:pt x="460" y="1"/>
                  </a:lnTo>
                  <a:close/>
                </a:path>
              </a:pathLst>
            </a:custGeom>
            <a:solidFill>
              <a:srgbClr val="F9A350"/>
            </a:solidFill>
            <a:ln>
              <a:noFill/>
            </a:ln>
          </p:spPr>
          <p:txBody>
            <a:bodyPr anchorCtr="0" anchor="ctr" bIns="106950" lIns="106950" spcFirstLastPara="1" rIns="106950" wrap="square" tIns="106950">
              <a:noAutofit/>
            </a:bodyPr>
            <a:lstStyle/>
            <a:p>
              <a:pPr indent="0" lvl="0" marL="0" rtl="0" algn="l">
                <a:spcBef>
                  <a:spcPts val="0"/>
                </a:spcBef>
                <a:spcAft>
                  <a:spcPts val="0"/>
                </a:spcAft>
                <a:buNone/>
              </a:pPr>
              <a:r>
                <a:t/>
              </a:r>
              <a:endParaRPr/>
            </a:p>
          </p:txBody>
        </p:sp>
        <p:sp>
          <p:nvSpPr>
            <p:cNvPr id="11330" name="Google Shape;11330;p1431"/>
            <p:cNvSpPr/>
            <p:nvPr/>
          </p:nvSpPr>
          <p:spPr>
            <a:xfrm>
              <a:off x="5440428" y="3877231"/>
              <a:ext cx="518990" cy="306656"/>
            </a:xfrm>
            <a:custGeom>
              <a:rect b="b" l="l" r="r" t="t"/>
              <a:pathLst>
                <a:path extrusionOk="0" h="12920" w="21866">
                  <a:moveTo>
                    <a:pt x="13496" y="1075"/>
                  </a:moveTo>
                  <a:cubicBezTo>
                    <a:pt x="14333" y="1242"/>
                    <a:pt x="15045" y="1786"/>
                    <a:pt x="15463" y="2456"/>
                  </a:cubicBezTo>
                  <a:cubicBezTo>
                    <a:pt x="15907" y="3122"/>
                    <a:pt x="13295" y="5248"/>
                    <a:pt x="11964" y="5248"/>
                  </a:cubicBezTo>
                  <a:cubicBezTo>
                    <a:pt x="11915" y="5248"/>
                    <a:pt x="11868" y="5245"/>
                    <a:pt x="11823" y="5239"/>
                  </a:cubicBezTo>
                  <a:cubicBezTo>
                    <a:pt x="11258" y="5155"/>
                    <a:pt x="10902" y="4946"/>
                    <a:pt x="10693" y="4737"/>
                  </a:cubicBezTo>
                  <a:cubicBezTo>
                    <a:pt x="10776" y="2833"/>
                    <a:pt x="12973" y="1389"/>
                    <a:pt x="13496" y="1075"/>
                  </a:cubicBezTo>
                  <a:close/>
                  <a:moveTo>
                    <a:pt x="20380" y="6285"/>
                  </a:moveTo>
                  <a:lnTo>
                    <a:pt x="20380" y="6285"/>
                  </a:lnTo>
                  <a:cubicBezTo>
                    <a:pt x="19669" y="8335"/>
                    <a:pt x="13434" y="11704"/>
                    <a:pt x="12053" y="11976"/>
                  </a:cubicBezTo>
                  <a:cubicBezTo>
                    <a:pt x="11834" y="12020"/>
                    <a:pt x="11574" y="12042"/>
                    <a:pt x="11290" y="12042"/>
                  </a:cubicBezTo>
                  <a:cubicBezTo>
                    <a:pt x="9806" y="12042"/>
                    <a:pt x="7684" y="11438"/>
                    <a:pt x="7596" y="10156"/>
                  </a:cubicBezTo>
                  <a:cubicBezTo>
                    <a:pt x="7521" y="9082"/>
                    <a:pt x="8839" y="8954"/>
                    <a:pt x="10541" y="8954"/>
                  </a:cubicBezTo>
                  <a:cubicBezTo>
                    <a:pt x="11073" y="8954"/>
                    <a:pt x="11644" y="8967"/>
                    <a:pt x="12221" y="8967"/>
                  </a:cubicBezTo>
                  <a:cubicBezTo>
                    <a:pt x="12388" y="8967"/>
                    <a:pt x="12555" y="8966"/>
                    <a:pt x="12722" y="8963"/>
                  </a:cubicBezTo>
                  <a:cubicBezTo>
                    <a:pt x="15317" y="8942"/>
                    <a:pt x="20380" y="6285"/>
                    <a:pt x="20380" y="6285"/>
                  </a:cubicBezTo>
                  <a:close/>
                  <a:moveTo>
                    <a:pt x="17944" y="1"/>
                  </a:moveTo>
                  <a:cubicBezTo>
                    <a:pt x="15464" y="1"/>
                    <a:pt x="13371" y="698"/>
                    <a:pt x="13371" y="698"/>
                  </a:cubicBezTo>
                  <a:cubicBezTo>
                    <a:pt x="13371" y="698"/>
                    <a:pt x="13350" y="740"/>
                    <a:pt x="13308" y="782"/>
                  </a:cubicBezTo>
                  <a:cubicBezTo>
                    <a:pt x="12701" y="1138"/>
                    <a:pt x="10442" y="2623"/>
                    <a:pt x="10337" y="4716"/>
                  </a:cubicBezTo>
                  <a:cubicBezTo>
                    <a:pt x="10295" y="4778"/>
                    <a:pt x="10253" y="4841"/>
                    <a:pt x="10211" y="4883"/>
                  </a:cubicBezTo>
                  <a:lnTo>
                    <a:pt x="10923" y="5929"/>
                  </a:lnTo>
                  <a:lnTo>
                    <a:pt x="13413" y="6515"/>
                  </a:lnTo>
                  <a:cubicBezTo>
                    <a:pt x="13496" y="6536"/>
                    <a:pt x="13559" y="6641"/>
                    <a:pt x="13538" y="6724"/>
                  </a:cubicBezTo>
                  <a:cubicBezTo>
                    <a:pt x="13517" y="6808"/>
                    <a:pt x="13455" y="6871"/>
                    <a:pt x="13371" y="6871"/>
                  </a:cubicBezTo>
                  <a:lnTo>
                    <a:pt x="13329" y="6871"/>
                  </a:lnTo>
                  <a:lnTo>
                    <a:pt x="11216" y="6369"/>
                  </a:lnTo>
                  <a:lnTo>
                    <a:pt x="11969" y="7436"/>
                  </a:lnTo>
                  <a:cubicBezTo>
                    <a:pt x="12032" y="7519"/>
                    <a:pt x="12011" y="7624"/>
                    <a:pt x="11927" y="7687"/>
                  </a:cubicBezTo>
                  <a:cubicBezTo>
                    <a:pt x="11885" y="7708"/>
                    <a:pt x="11864" y="7708"/>
                    <a:pt x="11823" y="7708"/>
                  </a:cubicBezTo>
                  <a:cubicBezTo>
                    <a:pt x="11760" y="7708"/>
                    <a:pt x="11718" y="7687"/>
                    <a:pt x="11676" y="7645"/>
                  </a:cubicBezTo>
                  <a:lnTo>
                    <a:pt x="10714" y="6243"/>
                  </a:lnTo>
                  <a:lnTo>
                    <a:pt x="9144" y="5866"/>
                  </a:lnTo>
                  <a:cubicBezTo>
                    <a:pt x="8851" y="6118"/>
                    <a:pt x="8558" y="6327"/>
                    <a:pt x="8286" y="6494"/>
                  </a:cubicBezTo>
                  <a:lnTo>
                    <a:pt x="8496" y="6913"/>
                  </a:lnTo>
                  <a:lnTo>
                    <a:pt x="9939" y="7373"/>
                  </a:lnTo>
                  <a:cubicBezTo>
                    <a:pt x="10044" y="7394"/>
                    <a:pt x="10086" y="7499"/>
                    <a:pt x="10065" y="7582"/>
                  </a:cubicBezTo>
                  <a:cubicBezTo>
                    <a:pt x="10044" y="7666"/>
                    <a:pt x="9960" y="7708"/>
                    <a:pt x="9898" y="7708"/>
                  </a:cubicBezTo>
                  <a:lnTo>
                    <a:pt x="9835" y="7708"/>
                  </a:lnTo>
                  <a:lnTo>
                    <a:pt x="8726" y="7352"/>
                  </a:lnTo>
                  <a:lnTo>
                    <a:pt x="9040" y="7959"/>
                  </a:lnTo>
                  <a:cubicBezTo>
                    <a:pt x="9082" y="8043"/>
                    <a:pt x="9040" y="8147"/>
                    <a:pt x="8956" y="8189"/>
                  </a:cubicBezTo>
                  <a:cubicBezTo>
                    <a:pt x="8935" y="8210"/>
                    <a:pt x="8893" y="8210"/>
                    <a:pt x="8872" y="8210"/>
                  </a:cubicBezTo>
                  <a:cubicBezTo>
                    <a:pt x="8810" y="8210"/>
                    <a:pt x="8747" y="8168"/>
                    <a:pt x="8726" y="8105"/>
                  </a:cubicBezTo>
                  <a:lnTo>
                    <a:pt x="8266" y="7206"/>
                  </a:lnTo>
                  <a:lnTo>
                    <a:pt x="7450" y="6955"/>
                  </a:lnTo>
                  <a:cubicBezTo>
                    <a:pt x="7010" y="7164"/>
                    <a:pt x="6717" y="7247"/>
                    <a:pt x="6717" y="7247"/>
                  </a:cubicBezTo>
                  <a:cubicBezTo>
                    <a:pt x="6529" y="7268"/>
                    <a:pt x="6341" y="7310"/>
                    <a:pt x="6173" y="7352"/>
                  </a:cubicBezTo>
                  <a:lnTo>
                    <a:pt x="6403" y="7938"/>
                  </a:lnTo>
                  <a:lnTo>
                    <a:pt x="7659" y="8419"/>
                  </a:lnTo>
                  <a:cubicBezTo>
                    <a:pt x="7742" y="8461"/>
                    <a:pt x="7784" y="8566"/>
                    <a:pt x="7742" y="8649"/>
                  </a:cubicBezTo>
                  <a:cubicBezTo>
                    <a:pt x="7722" y="8712"/>
                    <a:pt x="7659" y="8754"/>
                    <a:pt x="7596" y="8754"/>
                  </a:cubicBezTo>
                  <a:lnTo>
                    <a:pt x="7533" y="8754"/>
                  </a:lnTo>
                  <a:lnTo>
                    <a:pt x="6592" y="8377"/>
                  </a:lnTo>
                  <a:lnTo>
                    <a:pt x="6592" y="8377"/>
                  </a:lnTo>
                  <a:lnTo>
                    <a:pt x="6885" y="9068"/>
                  </a:lnTo>
                  <a:cubicBezTo>
                    <a:pt x="6906" y="9172"/>
                    <a:pt x="6864" y="9277"/>
                    <a:pt x="6780" y="9298"/>
                  </a:cubicBezTo>
                  <a:cubicBezTo>
                    <a:pt x="6759" y="9319"/>
                    <a:pt x="6738" y="9319"/>
                    <a:pt x="6717" y="9319"/>
                  </a:cubicBezTo>
                  <a:cubicBezTo>
                    <a:pt x="6634" y="9319"/>
                    <a:pt x="6571" y="9277"/>
                    <a:pt x="6550" y="9214"/>
                  </a:cubicBezTo>
                  <a:lnTo>
                    <a:pt x="6131" y="8210"/>
                  </a:lnTo>
                  <a:lnTo>
                    <a:pt x="4771" y="7666"/>
                  </a:lnTo>
                  <a:cubicBezTo>
                    <a:pt x="566" y="8838"/>
                    <a:pt x="1" y="10825"/>
                    <a:pt x="84" y="11537"/>
                  </a:cubicBezTo>
                  <a:cubicBezTo>
                    <a:pt x="165" y="12326"/>
                    <a:pt x="5083" y="12920"/>
                    <a:pt x="9874" y="12920"/>
                  </a:cubicBezTo>
                  <a:cubicBezTo>
                    <a:pt x="10035" y="12920"/>
                    <a:pt x="10197" y="12919"/>
                    <a:pt x="10358" y="12918"/>
                  </a:cubicBezTo>
                  <a:cubicBezTo>
                    <a:pt x="15296" y="12855"/>
                    <a:pt x="21740" y="11620"/>
                    <a:pt x="21740" y="11620"/>
                  </a:cubicBezTo>
                  <a:cubicBezTo>
                    <a:pt x="21866" y="9403"/>
                    <a:pt x="20527" y="4423"/>
                    <a:pt x="20527" y="4423"/>
                  </a:cubicBezTo>
                  <a:lnTo>
                    <a:pt x="20380" y="259"/>
                  </a:lnTo>
                  <a:cubicBezTo>
                    <a:pt x="19566" y="72"/>
                    <a:pt x="18735" y="1"/>
                    <a:pt x="17944" y="1"/>
                  </a:cubicBezTo>
                  <a:close/>
                </a:path>
              </a:pathLst>
            </a:custGeom>
            <a:solidFill>
              <a:srgbClr val="F9A350"/>
            </a:solidFill>
            <a:ln>
              <a:noFill/>
            </a:ln>
          </p:spPr>
          <p:txBody>
            <a:bodyPr anchorCtr="0" anchor="ctr" bIns="106950" lIns="106950" spcFirstLastPara="1" rIns="106950" wrap="square" tIns="106950">
              <a:noAutofit/>
            </a:bodyPr>
            <a:lstStyle/>
            <a:p>
              <a:pPr indent="0" lvl="0" marL="0" rtl="0" algn="l">
                <a:spcBef>
                  <a:spcPts val="0"/>
                </a:spcBef>
                <a:spcAft>
                  <a:spcPts val="0"/>
                </a:spcAft>
                <a:buNone/>
              </a:pPr>
              <a:r>
                <a:t/>
              </a:r>
              <a:endParaRPr/>
            </a:p>
          </p:txBody>
        </p:sp>
        <p:sp>
          <p:nvSpPr>
            <p:cNvPr id="11331" name="Google Shape;11331;p1431"/>
            <p:cNvSpPr/>
            <p:nvPr/>
          </p:nvSpPr>
          <p:spPr>
            <a:xfrm>
              <a:off x="5404280" y="4173892"/>
              <a:ext cx="552669" cy="59124"/>
            </a:xfrm>
            <a:custGeom>
              <a:rect b="b" l="l" r="r" t="t"/>
              <a:pathLst>
                <a:path extrusionOk="0" h="2491" w="23285">
                  <a:moveTo>
                    <a:pt x="23284" y="0"/>
                  </a:moveTo>
                  <a:cubicBezTo>
                    <a:pt x="23284" y="0"/>
                    <a:pt x="16944" y="879"/>
                    <a:pt x="10395" y="1235"/>
                  </a:cubicBezTo>
                  <a:cubicBezTo>
                    <a:pt x="9764" y="1267"/>
                    <a:pt x="9173" y="1282"/>
                    <a:pt x="8620" y="1282"/>
                  </a:cubicBezTo>
                  <a:cubicBezTo>
                    <a:pt x="3436" y="1282"/>
                    <a:pt x="1608" y="0"/>
                    <a:pt x="1607" y="0"/>
                  </a:cubicBezTo>
                  <a:lnTo>
                    <a:pt x="1607" y="0"/>
                  </a:lnTo>
                  <a:cubicBezTo>
                    <a:pt x="0" y="2401"/>
                    <a:pt x="5399" y="2491"/>
                    <a:pt x="8900" y="2491"/>
                  </a:cubicBezTo>
                  <a:cubicBezTo>
                    <a:pt x="9182" y="2491"/>
                    <a:pt x="9452" y="2490"/>
                    <a:pt x="9705" y="2490"/>
                  </a:cubicBezTo>
                  <a:cubicBezTo>
                    <a:pt x="13074" y="2490"/>
                    <a:pt x="23284" y="1109"/>
                    <a:pt x="23284" y="1109"/>
                  </a:cubicBezTo>
                  <a:lnTo>
                    <a:pt x="23284" y="0"/>
                  </a:lnTo>
                  <a:close/>
                </a:path>
              </a:pathLst>
            </a:custGeom>
            <a:solidFill>
              <a:srgbClr val="F9A350"/>
            </a:solidFill>
            <a:ln>
              <a:noFill/>
            </a:ln>
          </p:spPr>
          <p:txBody>
            <a:bodyPr anchorCtr="0" anchor="ctr" bIns="106950" lIns="106950" spcFirstLastPara="1" rIns="106950" wrap="square" tIns="106950">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35" name="Shape 11335"/>
        <p:cNvGrpSpPr/>
        <p:nvPr/>
      </p:nvGrpSpPr>
      <p:grpSpPr>
        <a:xfrm>
          <a:off x="0" y="0"/>
          <a:ext cx="0" cy="0"/>
          <a:chOff x="0" y="0"/>
          <a:chExt cx="0" cy="0"/>
        </a:xfrm>
      </p:grpSpPr>
      <p:sp>
        <p:nvSpPr>
          <p:cNvPr id="11336" name="Google Shape;11336;p1432"/>
          <p:cNvSpPr txBox="1"/>
          <p:nvPr>
            <p:ph type="title"/>
          </p:nvPr>
        </p:nvSpPr>
        <p:spPr>
          <a:xfrm>
            <a:off x="4116728" y="985300"/>
            <a:ext cx="3805800" cy="2028900"/>
          </a:xfrm>
          <a:prstGeom prst="rect">
            <a:avLst/>
          </a:prstGeom>
        </p:spPr>
        <p:txBody>
          <a:bodyPr anchorCtr="0" anchor="ctr" bIns="91425" lIns="91425" spcFirstLastPara="1" rIns="91425" wrap="square" tIns="91425">
            <a:noAutofit/>
          </a:bodyPr>
          <a:lstStyle/>
          <a:p>
            <a:pPr indent="-330200" lvl="0" marL="457200" rtl="0" algn="l">
              <a:lnSpc>
                <a:spcPct val="150000"/>
              </a:lnSpc>
              <a:spcBef>
                <a:spcPts val="0"/>
              </a:spcBef>
              <a:spcAft>
                <a:spcPts val="0"/>
              </a:spcAft>
              <a:buSzPts val="1600"/>
              <a:buFont typeface="Roboto"/>
              <a:buChar char="●"/>
            </a:pPr>
            <a:r>
              <a:rPr lang="en" sz="1600">
                <a:latin typeface="Roboto"/>
                <a:ea typeface="Roboto"/>
                <a:cs typeface="Roboto"/>
                <a:sym typeface="Roboto"/>
              </a:rPr>
              <a:t>Goal: Predict NBA All-Star selections</a:t>
            </a:r>
            <a:endParaRPr sz="1600">
              <a:latin typeface="Roboto"/>
              <a:ea typeface="Roboto"/>
              <a:cs typeface="Roboto"/>
              <a:sym typeface="Roboto"/>
            </a:endParaRPr>
          </a:p>
          <a:p>
            <a:pPr indent="-330200" lvl="0" marL="457200" rtl="0" algn="l">
              <a:lnSpc>
                <a:spcPct val="150000"/>
              </a:lnSpc>
              <a:spcBef>
                <a:spcPts val="0"/>
              </a:spcBef>
              <a:spcAft>
                <a:spcPts val="0"/>
              </a:spcAft>
              <a:buSzPts val="1600"/>
              <a:buFont typeface="Roboto"/>
              <a:buChar char="●"/>
            </a:pPr>
            <a:r>
              <a:rPr lang="en" sz="1600">
                <a:latin typeface="Roboto"/>
                <a:ea typeface="Roboto"/>
                <a:cs typeface="Roboto"/>
                <a:sym typeface="Roboto"/>
              </a:rPr>
              <a:t>Dataset: Player stats (per-game + advanced metrics)</a:t>
            </a:r>
            <a:endParaRPr sz="1600">
              <a:latin typeface="Roboto"/>
              <a:ea typeface="Roboto"/>
              <a:cs typeface="Roboto"/>
              <a:sym typeface="Roboto"/>
            </a:endParaRPr>
          </a:p>
          <a:p>
            <a:pPr indent="-330200" lvl="0" marL="457200" rtl="0" algn="l">
              <a:lnSpc>
                <a:spcPct val="150000"/>
              </a:lnSpc>
              <a:spcBef>
                <a:spcPts val="0"/>
              </a:spcBef>
              <a:spcAft>
                <a:spcPts val="0"/>
              </a:spcAft>
              <a:buSzPts val="1600"/>
              <a:buFont typeface="Roboto"/>
              <a:buChar char="●"/>
            </a:pPr>
            <a:r>
              <a:rPr lang="en" sz="1600">
                <a:latin typeface="Roboto"/>
                <a:ea typeface="Roboto"/>
                <a:cs typeface="Roboto"/>
                <a:sym typeface="Roboto"/>
              </a:rPr>
              <a:t>Approach: Build 3 models → compare → ensemble</a:t>
            </a:r>
            <a:endParaRPr sz="1600">
              <a:latin typeface="Roboto"/>
              <a:ea typeface="Roboto"/>
              <a:cs typeface="Roboto"/>
              <a:sym typeface="Roboto"/>
            </a:endParaRPr>
          </a:p>
        </p:txBody>
      </p:sp>
      <p:sp>
        <p:nvSpPr>
          <p:cNvPr id="11337" name="Google Shape;11337;p1432"/>
          <p:cNvSpPr txBox="1"/>
          <p:nvPr>
            <p:ph idx="1" type="subTitle"/>
          </p:nvPr>
        </p:nvSpPr>
        <p:spPr>
          <a:xfrm>
            <a:off x="1263200" y="3761225"/>
            <a:ext cx="6531300" cy="583800"/>
          </a:xfrm>
          <a:prstGeom prst="rect">
            <a:avLst/>
          </a:prstGeom>
        </p:spPr>
        <p:txBody>
          <a:bodyPr anchorCtr="0" anchor="ctr" bIns="91425" lIns="91425" spcFirstLastPara="1" rIns="91425" wrap="square" tIns="91425">
            <a:noAutofit/>
          </a:bodyPr>
          <a:lstStyle/>
          <a:p>
            <a:pPr indent="0" lvl="0" marL="457200" rtl="0" algn="ctr">
              <a:spcBef>
                <a:spcPts val="0"/>
              </a:spcBef>
              <a:spcAft>
                <a:spcPts val="1200"/>
              </a:spcAft>
              <a:buNone/>
            </a:pPr>
            <a:r>
              <a:rPr lang="en" sz="2000">
                <a:latin typeface="Alfa Slab One"/>
                <a:ea typeface="Alfa Slab One"/>
                <a:cs typeface="Alfa Slab One"/>
                <a:sym typeface="Alfa Slab One"/>
              </a:rPr>
              <a:t>Model 1 Overview</a:t>
            </a:r>
            <a:endParaRPr sz="2000"/>
          </a:p>
        </p:txBody>
      </p:sp>
      <p:pic>
        <p:nvPicPr>
          <p:cNvPr id="11338" name="Google Shape;11338;p1432"/>
          <p:cNvPicPr preferRelativeResize="0"/>
          <p:nvPr/>
        </p:nvPicPr>
        <p:blipFill rotWithShape="1">
          <a:blip r:embed="rId3">
            <a:alphaModFix/>
          </a:blip>
          <a:srcRect b="0" l="0" r="0" t="0"/>
          <a:stretch/>
        </p:blipFill>
        <p:spPr>
          <a:xfrm>
            <a:off x="1422013" y="851393"/>
            <a:ext cx="2374200" cy="2374200"/>
          </a:xfrm>
          <a:prstGeom prst="ellipse">
            <a:avLst/>
          </a:prstGeom>
          <a:noFill/>
          <a:ln>
            <a:noFill/>
          </a:ln>
        </p:spPr>
      </p:pic>
      <p:grpSp>
        <p:nvGrpSpPr>
          <p:cNvPr id="11339" name="Google Shape;11339;p1432"/>
          <p:cNvGrpSpPr/>
          <p:nvPr/>
        </p:nvGrpSpPr>
        <p:grpSpPr>
          <a:xfrm rot="-5400000">
            <a:off x="4456364" y="-424821"/>
            <a:ext cx="431700" cy="7940400"/>
            <a:chOff x="3619250" y="-3120562"/>
            <a:chExt cx="431700" cy="7940400"/>
          </a:xfrm>
        </p:grpSpPr>
        <p:cxnSp>
          <p:nvCxnSpPr>
            <p:cNvPr id="11340" name="Google Shape;11340;p1432"/>
            <p:cNvCxnSpPr>
              <a:stCxn id="11341" idx="0"/>
            </p:cNvCxnSpPr>
            <p:nvPr/>
          </p:nvCxnSpPr>
          <p:spPr>
            <a:xfrm rot="-5400000">
              <a:off x="80750" y="633788"/>
              <a:ext cx="7508700" cy="0"/>
            </a:xfrm>
            <a:prstGeom prst="straightConnector1">
              <a:avLst/>
            </a:prstGeom>
            <a:noFill/>
            <a:ln cap="flat" cmpd="sng" w="38100">
              <a:solidFill>
                <a:schemeClr val="accent1"/>
              </a:solidFill>
              <a:prstDash val="dash"/>
              <a:round/>
              <a:headEnd len="med" w="med" type="none"/>
              <a:tailEnd len="med" w="med" type="none"/>
            </a:ln>
          </p:spPr>
        </p:cxnSp>
        <p:sp>
          <p:nvSpPr>
            <p:cNvPr id="11341" name="Google Shape;11341;p1432"/>
            <p:cNvSpPr/>
            <p:nvPr/>
          </p:nvSpPr>
          <p:spPr>
            <a:xfrm>
              <a:off x="3619250" y="4388138"/>
              <a:ext cx="431700" cy="4317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5" name="Shape 11345"/>
        <p:cNvGrpSpPr/>
        <p:nvPr/>
      </p:nvGrpSpPr>
      <p:grpSpPr>
        <a:xfrm>
          <a:off x="0" y="0"/>
          <a:ext cx="0" cy="0"/>
          <a:chOff x="0" y="0"/>
          <a:chExt cx="0" cy="0"/>
        </a:xfrm>
      </p:grpSpPr>
      <p:sp>
        <p:nvSpPr>
          <p:cNvPr id="11346" name="Google Shape;11346;p143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Data Preparation (Model 1)</a:t>
            </a:r>
            <a:endParaRPr/>
          </a:p>
        </p:txBody>
      </p:sp>
      <p:pic>
        <p:nvPicPr>
          <p:cNvPr id="11347" name="Google Shape;11347;p1433" title="Screenshot 2025-12-02 at 11.50.01 PM.png"/>
          <p:cNvPicPr preferRelativeResize="0"/>
          <p:nvPr/>
        </p:nvPicPr>
        <p:blipFill>
          <a:blip r:embed="rId3">
            <a:alphaModFix/>
          </a:blip>
          <a:stretch>
            <a:fillRect/>
          </a:stretch>
        </p:blipFill>
        <p:spPr>
          <a:xfrm>
            <a:off x="7470725" y="1128275"/>
            <a:ext cx="800100" cy="3276600"/>
          </a:xfrm>
          <a:prstGeom prst="rect">
            <a:avLst/>
          </a:prstGeom>
          <a:noFill/>
          <a:ln>
            <a:noFill/>
          </a:ln>
        </p:spPr>
      </p:pic>
      <p:grpSp>
        <p:nvGrpSpPr>
          <p:cNvPr id="11348" name="Google Shape;11348;p1433"/>
          <p:cNvGrpSpPr/>
          <p:nvPr/>
        </p:nvGrpSpPr>
        <p:grpSpPr>
          <a:xfrm>
            <a:off x="4246550" y="1292188"/>
            <a:ext cx="3069079" cy="3112675"/>
            <a:chOff x="3974425" y="1460076"/>
            <a:chExt cx="3069079" cy="3112675"/>
          </a:xfrm>
        </p:grpSpPr>
        <p:pic>
          <p:nvPicPr>
            <p:cNvPr id="11349" name="Google Shape;11349;p1433" title="Screenshot 2025-12-09 at 7.44.01 AM.png"/>
            <p:cNvPicPr preferRelativeResize="0"/>
            <p:nvPr/>
          </p:nvPicPr>
          <p:blipFill>
            <a:blip r:embed="rId4">
              <a:alphaModFix/>
            </a:blip>
            <a:stretch>
              <a:fillRect/>
            </a:stretch>
          </p:blipFill>
          <p:spPr>
            <a:xfrm>
              <a:off x="3974425" y="1460076"/>
              <a:ext cx="3069079" cy="3112675"/>
            </a:xfrm>
            <a:prstGeom prst="rect">
              <a:avLst/>
            </a:prstGeom>
            <a:noFill/>
            <a:ln>
              <a:noFill/>
            </a:ln>
          </p:spPr>
        </p:pic>
        <p:sp>
          <p:nvSpPr>
            <p:cNvPr id="11350" name="Google Shape;11350;p1433"/>
            <p:cNvSpPr/>
            <p:nvPr/>
          </p:nvSpPr>
          <p:spPr>
            <a:xfrm>
              <a:off x="5503750" y="1726426"/>
              <a:ext cx="860220" cy="241380"/>
            </a:xfrm>
            <a:prstGeom prst="flowChartTerminator">
              <a:avLst/>
            </a:prstGeom>
            <a:noFill/>
            <a:ln cap="flat" cmpd="sng" w="7250">
              <a:solidFill>
                <a:srgbClr val="FF0000"/>
              </a:solidFill>
              <a:prstDash val="solid"/>
              <a:round/>
              <a:headEnd len="sm" w="sm" type="none"/>
              <a:tailEnd len="sm" w="sm" type="none"/>
            </a:ln>
          </p:spPr>
          <p:txBody>
            <a:bodyPr anchorCtr="0" anchor="ctr" bIns="69550" lIns="69550" spcFirstLastPara="1" rIns="69550" wrap="square" tIns="69550">
              <a:noAutofit/>
            </a:bodyPr>
            <a:lstStyle/>
            <a:p>
              <a:pPr indent="0" lvl="0" marL="0" rtl="0" algn="ctr">
                <a:spcBef>
                  <a:spcPts val="0"/>
                </a:spcBef>
                <a:spcAft>
                  <a:spcPts val="0"/>
                </a:spcAft>
                <a:buNone/>
              </a:pPr>
              <a:r>
                <a:t/>
              </a:r>
              <a:endParaRPr sz="1065">
                <a:latin typeface="Roboto"/>
                <a:ea typeface="Roboto"/>
                <a:cs typeface="Roboto"/>
                <a:sym typeface="Roboto"/>
              </a:endParaRPr>
            </a:p>
          </p:txBody>
        </p:sp>
        <p:cxnSp>
          <p:nvCxnSpPr>
            <p:cNvPr id="11351" name="Google Shape;11351;p1433"/>
            <p:cNvCxnSpPr/>
            <p:nvPr/>
          </p:nvCxnSpPr>
          <p:spPr>
            <a:xfrm flipH="1">
              <a:off x="6363964" y="1561430"/>
              <a:ext cx="314700" cy="165000"/>
            </a:xfrm>
            <a:prstGeom prst="straightConnector1">
              <a:avLst/>
            </a:prstGeom>
            <a:noFill/>
            <a:ln cap="flat" cmpd="sng" w="7250">
              <a:solidFill>
                <a:srgbClr val="FF0000"/>
              </a:solidFill>
              <a:prstDash val="solid"/>
              <a:round/>
              <a:headEnd len="med" w="med" type="none"/>
              <a:tailEnd len="med" w="med" type="triangle"/>
            </a:ln>
          </p:spPr>
        </p:cxnSp>
      </p:grpSp>
      <p:sp>
        <p:nvSpPr>
          <p:cNvPr id="11352" name="Google Shape;11352;p1433"/>
          <p:cNvSpPr txBox="1"/>
          <p:nvPr/>
        </p:nvSpPr>
        <p:spPr>
          <a:xfrm>
            <a:off x="874050" y="1210225"/>
            <a:ext cx="3019800" cy="23085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solidFill>
                  <a:schemeClr val="lt1"/>
                </a:solidFill>
                <a:latin typeface="Roboto"/>
                <a:ea typeface="Roboto"/>
                <a:cs typeface="Roboto"/>
                <a:sym typeface="Roboto"/>
              </a:rPr>
              <a:t>Data Cleaning </a:t>
            </a:r>
            <a:endParaRPr>
              <a:solidFill>
                <a:schemeClr val="lt1"/>
              </a:solidFill>
              <a:latin typeface="Roboto"/>
              <a:ea typeface="Roboto"/>
              <a:cs typeface="Roboto"/>
              <a:sym typeface="Roboto"/>
            </a:endParaRPr>
          </a:p>
          <a:p>
            <a:pPr indent="-317500" lvl="0" marL="457200" marR="0" rtl="0" algn="l">
              <a:lnSpc>
                <a:spcPct val="100000"/>
              </a:lnSpc>
              <a:spcBef>
                <a:spcPts val="1200"/>
              </a:spcBef>
              <a:spcAft>
                <a:spcPts val="0"/>
              </a:spcAft>
              <a:buClr>
                <a:schemeClr val="lt1"/>
              </a:buClr>
              <a:buSzPts val="1400"/>
              <a:buFont typeface="Roboto"/>
              <a:buChar char="●"/>
            </a:pPr>
            <a:r>
              <a:rPr lang="en">
                <a:solidFill>
                  <a:schemeClr val="lt1"/>
                </a:solidFill>
                <a:latin typeface="Roboto"/>
                <a:ea typeface="Roboto"/>
                <a:cs typeface="Roboto"/>
                <a:sym typeface="Roboto"/>
              </a:rPr>
              <a:t>Missing data from players </a:t>
            </a:r>
            <a:endParaRPr>
              <a:solidFill>
                <a:schemeClr val="lt1"/>
              </a:solidFill>
              <a:latin typeface="Roboto"/>
              <a:ea typeface="Roboto"/>
              <a:cs typeface="Roboto"/>
              <a:sym typeface="Roboto"/>
            </a:endParaRPr>
          </a:p>
          <a:p>
            <a:pPr indent="-317500" lvl="1" marL="914400" marR="0" rtl="0" algn="l">
              <a:lnSpc>
                <a:spcPct val="100000"/>
              </a:lnSpc>
              <a:spcBef>
                <a:spcPts val="0"/>
              </a:spcBef>
              <a:spcAft>
                <a:spcPts val="0"/>
              </a:spcAft>
              <a:buClr>
                <a:schemeClr val="lt1"/>
              </a:buClr>
              <a:buSzPts val="1400"/>
              <a:buFont typeface="Roboto"/>
              <a:buChar char="○"/>
            </a:pPr>
            <a:r>
              <a:rPr lang="en">
                <a:solidFill>
                  <a:schemeClr val="lt1"/>
                </a:solidFill>
                <a:latin typeface="Roboto"/>
                <a:ea typeface="Roboto"/>
                <a:cs typeface="Roboto"/>
                <a:sym typeface="Roboto"/>
              </a:rPr>
              <a:t>Set to 0</a:t>
            </a:r>
            <a:endParaRPr>
              <a:solidFill>
                <a:schemeClr val="lt1"/>
              </a:solidFill>
              <a:latin typeface="Roboto"/>
              <a:ea typeface="Roboto"/>
              <a:cs typeface="Roboto"/>
              <a:sym typeface="Roboto"/>
            </a:endParaRPr>
          </a:p>
          <a:p>
            <a:pPr indent="-317500" lvl="0" marL="457200" marR="0" rtl="0" algn="l">
              <a:lnSpc>
                <a:spcPct val="100000"/>
              </a:lnSpc>
              <a:spcBef>
                <a:spcPts val="0"/>
              </a:spcBef>
              <a:spcAft>
                <a:spcPts val="0"/>
              </a:spcAft>
              <a:buClr>
                <a:schemeClr val="lt1"/>
              </a:buClr>
              <a:buSzPts val="1400"/>
              <a:buFont typeface="Roboto"/>
              <a:buChar char="●"/>
            </a:pPr>
            <a:r>
              <a:rPr lang="en">
                <a:solidFill>
                  <a:schemeClr val="lt1"/>
                </a:solidFill>
                <a:latin typeface="Roboto"/>
                <a:ea typeface="Roboto"/>
                <a:cs typeface="Roboto"/>
                <a:sym typeface="Roboto"/>
              </a:rPr>
              <a:t>Ambiguous team names (ex: 2TM)</a:t>
            </a:r>
            <a:endParaRPr>
              <a:solidFill>
                <a:schemeClr val="lt1"/>
              </a:solidFill>
              <a:latin typeface="Roboto"/>
              <a:ea typeface="Roboto"/>
              <a:cs typeface="Roboto"/>
              <a:sym typeface="Roboto"/>
            </a:endParaRPr>
          </a:p>
          <a:p>
            <a:pPr indent="-317500" lvl="1" marL="914400" marR="0" rtl="0" algn="l">
              <a:lnSpc>
                <a:spcPct val="100000"/>
              </a:lnSpc>
              <a:spcBef>
                <a:spcPts val="0"/>
              </a:spcBef>
              <a:spcAft>
                <a:spcPts val="0"/>
              </a:spcAft>
              <a:buClr>
                <a:schemeClr val="lt1"/>
              </a:buClr>
              <a:buSzPts val="1400"/>
              <a:buFont typeface="Roboto"/>
              <a:buChar char="○"/>
            </a:pPr>
            <a:r>
              <a:rPr lang="en">
                <a:solidFill>
                  <a:schemeClr val="lt1"/>
                </a:solidFill>
                <a:latin typeface="Roboto"/>
                <a:ea typeface="Roboto"/>
                <a:cs typeface="Roboto"/>
                <a:sym typeface="Roboto"/>
              </a:rPr>
              <a:t>Remove player rows </a:t>
            </a:r>
            <a:endParaRPr>
              <a:solidFill>
                <a:schemeClr val="lt1"/>
              </a:solidFill>
              <a:latin typeface="Roboto"/>
              <a:ea typeface="Roboto"/>
              <a:cs typeface="Roboto"/>
              <a:sym typeface="Roboto"/>
            </a:endParaRPr>
          </a:p>
          <a:p>
            <a:pPr indent="0" lvl="0" marL="0" marR="0" rtl="0" algn="l">
              <a:lnSpc>
                <a:spcPct val="100000"/>
              </a:lnSpc>
              <a:spcBef>
                <a:spcPts val="1200"/>
              </a:spcBef>
              <a:spcAft>
                <a:spcPts val="0"/>
              </a:spcAft>
              <a:buNone/>
            </a:pPr>
            <a:r>
              <a:rPr lang="en">
                <a:solidFill>
                  <a:schemeClr val="lt1"/>
                </a:solidFill>
                <a:latin typeface="Roboto"/>
                <a:ea typeface="Roboto"/>
                <a:cs typeface="Roboto"/>
                <a:sym typeface="Roboto"/>
              </a:rPr>
              <a:t>Data Enrichment</a:t>
            </a:r>
            <a:endParaRPr>
              <a:solidFill>
                <a:schemeClr val="lt1"/>
              </a:solidFill>
              <a:latin typeface="Roboto"/>
              <a:ea typeface="Roboto"/>
              <a:cs typeface="Roboto"/>
              <a:sym typeface="Roboto"/>
            </a:endParaRPr>
          </a:p>
          <a:p>
            <a:pPr indent="-317500" lvl="0" marL="457200" marR="0" rtl="0" algn="l">
              <a:lnSpc>
                <a:spcPct val="100000"/>
              </a:lnSpc>
              <a:spcBef>
                <a:spcPts val="1200"/>
              </a:spcBef>
              <a:spcAft>
                <a:spcPts val="0"/>
              </a:spcAft>
              <a:buClr>
                <a:schemeClr val="lt1"/>
              </a:buClr>
              <a:buSzPts val="1400"/>
              <a:buFont typeface="Roboto"/>
              <a:buChar char="●"/>
            </a:pPr>
            <a:r>
              <a:rPr lang="en">
                <a:solidFill>
                  <a:schemeClr val="lt1"/>
                </a:solidFill>
                <a:latin typeface="Roboto"/>
                <a:ea typeface="Roboto"/>
                <a:cs typeface="Roboto"/>
                <a:sym typeface="Roboto"/>
              </a:rPr>
              <a:t>Adding All Star boolean column (target label)</a:t>
            </a:r>
            <a:endParaRPr>
              <a:solidFill>
                <a:schemeClr val="lt1"/>
              </a:solidFill>
              <a:latin typeface="Roboto"/>
              <a:ea typeface="Roboto"/>
              <a:cs typeface="Roboto"/>
              <a:sym typeface="Roboto"/>
            </a:endParaRPr>
          </a:p>
          <a:p>
            <a:pPr indent="-317500" lvl="1" marL="914400" marR="0" rtl="0" algn="l">
              <a:lnSpc>
                <a:spcPct val="100000"/>
              </a:lnSpc>
              <a:spcBef>
                <a:spcPts val="0"/>
              </a:spcBef>
              <a:spcAft>
                <a:spcPts val="0"/>
              </a:spcAft>
              <a:buClr>
                <a:schemeClr val="lt1"/>
              </a:buClr>
              <a:buSzPts val="1400"/>
              <a:buFont typeface="Roboto"/>
              <a:buChar char="○"/>
            </a:pPr>
            <a:r>
              <a:rPr lang="en">
                <a:solidFill>
                  <a:schemeClr val="lt1"/>
                </a:solidFill>
                <a:latin typeface="Roboto"/>
                <a:ea typeface="Roboto"/>
                <a:cs typeface="Roboto"/>
                <a:sym typeface="Roboto"/>
              </a:rPr>
              <a:t>Manually check on NBA website for all 5 years</a:t>
            </a:r>
            <a:endParaRPr>
              <a:solidFill>
                <a:schemeClr val="lt1"/>
              </a:solidFill>
              <a:latin typeface="Roboto"/>
              <a:ea typeface="Roboto"/>
              <a:cs typeface="Roboto"/>
              <a:sym typeface="Roboto"/>
            </a:endParaRPr>
          </a:p>
          <a:p>
            <a:pPr indent="-317500" lvl="1" marL="914400" marR="0" rtl="0" algn="l">
              <a:lnSpc>
                <a:spcPct val="100000"/>
              </a:lnSpc>
              <a:spcBef>
                <a:spcPts val="0"/>
              </a:spcBef>
              <a:spcAft>
                <a:spcPts val="0"/>
              </a:spcAft>
              <a:buClr>
                <a:schemeClr val="lt1"/>
              </a:buClr>
              <a:buSzPts val="1400"/>
              <a:buFont typeface="Roboto"/>
              <a:buChar char="○"/>
            </a:pPr>
            <a:r>
              <a:rPr lang="en">
                <a:solidFill>
                  <a:schemeClr val="lt1"/>
                </a:solidFill>
                <a:latin typeface="Roboto"/>
                <a:ea typeface="Roboto"/>
                <a:cs typeface="Roboto"/>
                <a:sym typeface="Roboto"/>
              </a:rPr>
              <a:t>Ignore injury replacement players</a:t>
            </a:r>
            <a:endParaRPr>
              <a:solidFill>
                <a:schemeClr val="lt1"/>
              </a:solidFill>
              <a:latin typeface="Roboto"/>
              <a:ea typeface="Roboto"/>
              <a:cs typeface="Roboto"/>
              <a:sym typeface="Roboto"/>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56" name="Shape 11356"/>
        <p:cNvGrpSpPr/>
        <p:nvPr/>
      </p:nvGrpSpPr>
      <p:grpSpPr>
        <a:xfrm>
          <a:off x="0" y="0"/>
          <a:ext cx="0" cy="0"/>
          <a:chOff x="0" y="0"/>
          <a:chExt cx="0" cy="0"/>
        </a:xfrm>
      </p:grpSpPr>
      <p:sp>
        <p:nvSpPr>
          <p:cNvPr id="11357" name="Google Shape;11357;p143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Data Preparation (Model 1)</a:t>
            </a:r>
            <a:endParaRPr/>
          </a:p>
        </p:txBody>
      </p:sp>
      <p:pic>
        <p:nvPicPr>
          <p:cNvPr id="11358" name="Google Shape;11358;p1434" title="Screenshot 2025-12-09 at 7.46.42 AM.png"/>
          <p:cNvPicPr preferRelativeResize="0"/>
          <p:nvPr/>
        </p:nvPicPr>
        <p:blipFill>
          <a:blip r:embed="rId3">
            <a:alphaModFix/>
          </a:blip>
          <a:stretch>
            <a:fillRect/>
          </a:stretch>
        </p:blipFill>
        <p:spPr>
          <a:xfrm>
            <a:off x="910300" y="1501550"/>
            <a:ext cx="7323377" cy="2624700"/>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2" name="Shape 11362"/>
        <p:cNvGrpSpPr/>
        <p:nvPr/>
      </p:nvGrpSpPr>
      <p:grpSpPr>
        <a:xfrm>
          <a:off x="0" y="0"/>
          <a:ext cx="0" cy="0"/>
          <a:chOff x="0" y="0"/>
          <a:chExt cx="0" cy="0"/>
        </a:xfrm>
      </p:grpSpPr>
      <p:sp>
        <p:nvSpPr>
          <p:cNvPr id="11363" name="Google Shape;11363;p143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Data Preparation (Model 1)</a:t>
            </a:r>
            <a:endParaRPr/>
          </a:p>
        </p:txBody>
      </p:sp>
      <p:sp>
        <p:nvSpPr>
          <p:cNvPr id="11364" name="Google Shape;11364;p1435"/>
          <p:cNvSpPr txBox="1"/>
          <p:nvPr>
            <p:ph idx="4294967295" type="body"/>
          </p:nvPr>
        </p:nvSpPr>
        <p:spPr>
          <a:xfrm>
            <a:off x="836650" y="863550"/>
            <a:ext cx="3267900" cy="3416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lt1"/>
                </a:solidFill>
              </a:rPr>
              <a:t>Train and Test</a:t>
            </a:r>
            <a:endParaRPr sz="1600">
              <a:solidFill>
                <a:schemeClr val="lt1"/>
              </a:solidFill>
            </a:endParaRPr>
          </a:p>
          <a:p>
            <a:pPr indent="-330200" lvl="0" marL="457200" rtl="0" algn="l">
              <a:spcBef>
                <a:spcPts val="1200"/>
              </a:spcBef>
              <a:spcAft>
                <a:spcPts val="0"/>
              </a:spcAft>
              <a:buClr>
                <a:schemeClr val="lt1"/>
              </a:buClr>
              <a:buSzPts val="1600"/>
              <a:buChar char="-"/>
            </a:pPr>
            <a:r>
              <a:rPr lang="en" sz="1600">
                <a:solidFill>
                  <a:schemeClr val="lt1"/>
                </a:solidFill>
              </a:rPr>
              <a:t>Train: 2020, 2021, 2022, 2023 (concat)</a:t>
            </a:r>
            <a:endParaRPr sz="1600">
              <a:solidFill>
                <a:schemeClr val="lt1"/>
              </a:solidFill>
            </a:endParaRPr>
          </a:p>
          <a:p>
            <a:pPr indent="-330200" lvl="0" marL="457200" rtl="0" algn="l">
              <a:spcBef>
                <a:spcPts val="0"/>
              </a:spcBef>
              <a:spcAft>
                <a:spcPts val="0"/>
              </a:spcAft>
              <a:buClr>
                <a:schemeClr val="lt1"/>
              </a:buClr>
              <a:buSzPts val="1600"/>
              <a:buChar char="-"/>
            </a:pPr>
            <a:r>
              <a:rPr lang="en" sz="1600">
                <a:solidFill>
                  <a:schemeClr val="lt1"/>
                </a:solidFill>
              </a:rPr>
              <a:t>Test: 2024</a:t>
            </a:r>
            <a:endParaRPr sz="1600">
              <a:solidFill>
                <a:schemeClr val="lt1"/>
              </a:solidFill>
            </a:endParaRPr>
          </a:p>
          <a:p>
            <a:pPr indent="-330200" lvl="0" marL="457200" rtl="0" algn="l">
              <a:spcBef>
                <a:spcPts val="0"/>
              </a:spcBef>
              <a:spcAft>
                <a:spcPts val="0"/>
              </a:spcAft>
              <a:buClr>
                <a:schemeClr val="lt1"/>
              </a:buClr>
              <a:buSzPts val="1600"/>
              <a:buChar char="-"/>
            </a:pPr>
            <a:r>
              <a:rPr lang="en" sz="1600">
                <a:solidFill>
                  <a:schemeClr val="lt1"/>
                </a:solidFill>
              </a:rPr>
              <a:t>Predict: 2026</a:t>
            </a:r>
            <a:endParaRPr sz="1600">
              <a:solidFill>
                <a:schemeClr val="lt1"/>
              </a:solidFill>
            </a:endParaRPr>
          </a:p>
          <a:p>
            <a:pPr indent="-330200" lvl="0" marL="457200" rtl="0" algn="l">
              <a:spcBef>
                <a:spcPts val="0"/>
              </a:spcBef>
              <a:spcAft>
                <a:spcPts val="0"/>
              </a:spcAft>
              <a:buClr>
                <a:schemeClr val="lt1"/>
              </a:buClr>
              <a:buSzPts val="1600"/>
              <a:buChar char="-"/>
            </a:pPr>
            <a:r>
              <a:rPr lang="en" sz="1600">
                <a:solidFill>
                  <a:schemeClr val="lt1"/>
                </a:solidFill>
              </a:rPr>
              <a:t>Skip 2025 due to different format</a:t>
            </a:r>
            <a:endParaRPr sz="1600">
              <a:solidFill>
                <a:schemeClr val="lt1"/>
              </a:solidFill>
            </a:endParaRPr>
          </a:p>
        </p:txBody>
      </p:sp>
      <p:pic>
        <p:nvPicPr>
          <p:cNvPr id="11365" name="Google Shape;11365;p1435" title="Screenshot 2025-12-02 at 11.56.57 PM.png"/>
          <p:cNvPicPr preferRelativeResize="0"/>
          <p:nvPr/>
        </p:nvPicPr>
        <p:blipFill>
          <a:blip r:embed="rId3">
            <a:alphaModFix/>
          </a:blip>
          <a:stretch>
            <a:fillRect/>
          </a:stretch>
        </p:blipFill>
        <p:spPr>
          <a:xfrm>
            <a:off x="3885700" y="1639476"/>
            <a:ext cx="4325175" cy="2416026"/>
          </a:xfrm>
          <a:prstGeom prst="rect">
            <a:avLst/>
          </a:prstGeom>
          <a:noFill/>
          <a:ln>
            <a:noFill/>
          </a:ln>
        </p:spPr>
      </p:pic>
      <p:sp>
        <p:nvSpPr>
          <p:cNvPr id="11366" name="Google Shape;11366;p1435"/>
          <p:cNvSpPr txBox="1"/>
          <p:nvPr/>
        </p:nvSpPr>
        <p:spPr>
          <a:xfrm>
            <a:off x="4686888" y="1197800"/>
            <a:ext cx="2722800" cy="356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chemeClr val="lt1"/>
                </a:solidFill>
                <a:latin typeface="Roboto"/>
                <a:ea typeface="Roboto"/>
                <a:cs typeface="Roboto"/>
                <a:sym typeface="Roboto"/>
              </a:rPr>
              <a:t>2024-2025 Data</a:t>
            </a:r>
            <a:endParaRPr sz="1800">
              <a:solidFill>
                <a:schemeClr val="lt1"/>
              </a:solidFill>
              <a:latin typeface="Roboto"/>
              <a:ea typeface="Roboto"/>
              <a:cs typeface="Roboto"/>
              <a:sym typeface="Roboto"/>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70" name="Shape 11370"/>
        <p:cNvGrpSpPr/>
        <p:nvPr/>
      </p:nvGrpSpPr>
      <p:grpSpPr>
        <a:xfrm>
          <a:off x="0" y="0"/>
          <a:ext cx="0" cy="0"/>
          <a:chOff x="0" y="0"/>
          <a:chExt cx="0" cy="0"/>
        </a:xfrm>
      </p:grpSpPr>
      <p:sp>
        <p:nvSpPr>
          <p:cNvPr id="11371" name="Google Shape;11371;p143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3 Models</a:t>
            </a:r>
            <a:endParaRPr/>
          </a:p>
        </p:txBody>
      </p:sp>
      <p:sp>
        <p:nvSpPr>
          <p:cNvPr id="11372" name="Google Shape;11372;p1436"/>
          <p:cNvSpPr txBox="1"/>
          <p:nvPr>
            <p:ph idx="1" type="subTitle"/>
          </p:nvPr>
        </p:nvSpPr>
        <p:spPr>
          <a:xfrm>
            <a:off x="794625" y="1922222"/>
            <a:ext cx="2549100" cy="2520900"/>
          </a:xfrm>
          <a:prstGeom prst="rect">
            <a:avLst/>
          </a:prstGeom>
        </p:spPr>
        <p:txBody>
          <a:bodyPr anchorCtr="0" anchor="t" bIns="91425" lIns="91425" spcFirstLastPara="1" rIns="91425" wrap="square" tIns="91425">
            <a:noAutofit/>
          </a:bodyPr>
          <a:lstStyle/>
          <a:p>
            <a:pPr indent="-317500" lvl="0" marL="457200" rtl="0" algn="l">
              <a:lnSpc>
                <a:spcPct val="150000"/>
              </a:lnSpc>
              <a:spcBef>
                <a:spcPts val="0"/>
              </a:spcBef>
              <a:spcAft>
                <a:spcPts val="0"/>
              </a:spcAft>
              <a:buSzPts val="1400"/>
              <a:buChar char="●"/>
            </a:pPr>
            <a:r>
              <a:rPr lang="en"/>
              <a:t>Linear model for probability prediction</a:t>
            </a:r>
            <a:endParaRPr/>
          </a:p>
          <a:p>
            <a:pPr indent="-317500" lvl="0" marL="457200" rtl="0" algn="l">
              <a:lnSpc>
                <a:spcPct val="150000"/>
              </a:lnSpc>
              <a:spcBef>
                <a:spcPts val="0"/>
              </a:spcBef>
              <a:spcAft>
                <a:spcPts val="0"/>
              </a:spcAft>
              <a:buSzPts val="1400"/>
              <a:buChar char="●"/>
            </a:pPr>
            <a:r>
              <a:rPr lang="en"/>
              <a:t>Fast, interpretable baseline</a:t>
            </a:r>
            <a:endParaRPr/>
          </a:p>
          <a:p>
            <a:pPr indent="-317500" lvl="0" marL="457200" rtl="0" algn="l">
              <a:lnSpc>
                <a:spcPct val="150000"/>
              </a:lnSpc>
              <a:spcBef>
                <a:spcPts val="0"/>
              </a:spcBef>
              <a:spcAft>
                <a:spcPts val="0"/>
              </a:spcAft>
              <a:buSzPts val="1400"/>
              <a:buChar char="●"/>
            </a:pPr>
            <a:r>
              <a:rPr lang="en"/>
              <a:t>Outputs smooth probability scores</a:t>
            </a:r>
            <a:endParaRPr/>
          </a:p>
          <a:p>
            <a:pPr indent="-317500" lvl="0" marL="457200" rtl="0" algn="l">
              <a:lnSpc>
                <a:spcPct val="150000"/>
              </a:lnSpc>
              <a:spcBef>
                <a:spcPts val="0"/>
              </a:spcBef>
              <a:spcAft>
                <a:spcPts val="0"/>
              </a:spcAft>
              <a:buSzPts val="1400"/>
              <a:buChar char="●"/>
            </a:pPr>
            <a:r>
              <a:rPr lang="en"/>
              <a:t>Useful for identifying impactful features</a:t>
            </a:r>
            <a:endParaRPr/>
          </a:p>
        </p:txBody>
      </p:sp>
      <p:sp>
        <p:nvSpPr>
          <p:cNvPr id="11373" name="Google Shape;11373;p1436"/>
          <p:cNvSpPr txBox="1"/>
          <p:nvPr>
            <p:ph idx="2" type="subTitle"/>
          </p:nvPr>
        </p:nvSpPr>
        <p:spPr>
          <a:xfrm>
            <a:off x="1043828" y="1301252"/>
            <a:ext cx="2149500" cy="499500"/>
          </a:xfrm>
          <a:prstGeom prst="rect">
            <a:avLst/>
          </a:prstGeom>
        </p:spPr>
        <p:txBody>
          <a:bodyPr anchorCtr="0" anchor="ctr" bIns="91425" lIns="91425" spcFirstLastPara="1" rIns="91425" wrap="square" tIns="91425">
            <a:noAutofit/>
          </a:bodyPr>
          <a:lstStyle/>
          <a:p>
            <a:pPr indent="0" lvl="0" marL="457200" rtl="0" algn="l">
              <a:spcBef>
                <a:spcPts val="0"/>
              </a:spcBef>
              <a:spcAft>
                <a:spcPts val="1200"/>
              </a:spcAft>
              <a:buNone/>
            </a:pPr>
            <a:r>
              <a:rPr lang="en"/>
              <a:t>1. </a:t>
            </a:r>
            <a:r>
              <a:rPr lang="en"/>
              <a:t>Logistic Regression</a:t>
            </a:r>
            <a:endParaRPr/>
          </a:p>
        </p:txBody>
      </p:sp>
      <p:sp>
        <p:nvSpPr>
          <p:cNvPr id="11374" name="Google Shape;11374;p1436"/>
          <p:cNvSpPr txBox="1"/>
          <p:nvPr>
            <p:ph idx="3" type="subTitle"/>
          </p:nvPr>
        </p:nvSpPr>
        <p:spPr>
          <a:xfrm>
            <a:off x="3227850" y="1922227"/>
            <a:ext cx="2688300" cy="2620500"/>
          </a:xfrm>
          <a:prstGeom prst="rect">
            <a:avLst/>
          </a:prstGeom>
        </p:spPr>
        <p:txBody>
          <a:bodyPr anchorCtr="0" anchor="t" bIns="91425" lIns="91425" spcFirstLastPara="1" rIns="91425" wrap="square" tIns="91425">
            <a:noAutofit/>
          </a:bodyPr>
          <a:lstStyle/>
          <a:p>
            <a:pPr indent="-317500" lvl="0" marL="457200" rtl="0" algn="l">
              <a:lnSpc>
                <a:spcPct val="150000"/>
              </a:lnSpc>
              <a:spcBef>
                <a:spcPts val="0"/>
              </a:spcBef>
              <a:spcAft>
                <a:spcPts val="0"/>
              </a:spcAft>
              <a:buSzPts val="1400"/>
              <a:buChar char="●"/>
            </a:pPr>
            <a:r>
              <a:rPr lang="en"/>
              <a:t>2-layer fully connected network</a:t>
            </a:r>
            <a:endParaRPr/>
          </a:p>
          <a:p>
            <a:pPr indent="-317500" lvl="0" marL="457200" rtl="0" algn="l">
              <a:lnSpc>
                <a:spcPct val="150000"/>
              </a:lnSpc>
              <a:spcBef>
                <a:spcPts val="0"/>
              </a:spcBef>
              <a:spcAft>
                <a:spcPts val="0"/>
              </a:spcAft>
              <a:buSzPts val="1400"/>
              <a:buChar char="●"/>
            </a:pPr>
            <a:r>
              <a:rPr lang="en"/>
              <a:t>Learns complex nonlinear structures</a:t>
            </a:r>
            <a:endParaRPr/>
          </a:p>
          <a:p>
            <a:pPr indent="-317500" lvl="0" marL="457200" rtl="0" algn="l">
              <a:lnSpc>
                <a:spcPct val="150000"/>
              </a:lnSpc>
              <a:spcBef>
                <a:spcPts val="0"/>
              </a:spcBef>
              <a:spcAft>
                <a:spcPts val="0"/>
              </a:spcAft>
              <a:buSzPts val="1400"/>
              <a:buChar char="●"/>
            </a:pPr>
            <a:r>
              <a:rPr lang="en"/>
              <a:t>Produces probability output</a:t>
            </a:r>
            <a:endParaRPr/>
          </a:p>
        </p:txBody>
      </p:sp>
      <p:sp>
        <p:nvSpPr>
          <p:cNvPr id="11375" name="Google Shape;11375;p1436"/>
          <p:cNvSpPr txBox="1"/>
          <p:nvPr>
            <p:ph idx="4" type="subTitle"/>
          </p:nvPr>
        </p:nvSpPr>
        <p:spPr>
          <a:xfrm>
            <a:off x="3535633" y="1337856"/>
            <a:ext cx="2149500" cy="4995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2. Neural Network</a:t>
            </a:r>
            <a:endParaRPr/>
          </a:p>
        </p:txBody>
      </p:sp>
      <p:sp>
        <p:nvSpPr>
          <p:cNvPr id="11376" name="Google Shape;11376;p1436"/>
          <p:cNvSpPr txBox="1"/>
          <p:nvPr>
            <p:ph idx="5" type="subTitle"/>
          </p:nvPr>
        </p:nvSpPr>
        <p:spPr>
          <a:xfrm>
            <a:off x="5916150" y="1922225"/>
            <a:ext cx="2460600" cy="1008900"/>
          </a:xfrm>
          <a:prstGeom prst="rect">
            <a:avLst/>
          </a:prstGeom>
        </p:spPr>
        <p:txBody>
          <a:bodyPr anchorCtr="0" anchor="t" bIns="91425" lIns="91425" spcFirstLastPara="1" rIns="91425" wrap="square" tIns="91425">
            <a:noAutofit/>
          </a:bodyPr>
          <a:lstStyle/>
          <a:p>
            <a:pPr indent="-317500" lvl="0" marL="457200" rtl="0" algn="l">
              <a:lnSpc>
                <a:spcPct val="150000"/>
              </a:lnSpc>
              <a:spcBef>
                <a:spcPts val="0"/>
              </a:spcBef>
              <a:spcAft>
                <a:spcPts val="0"/>
              </a:spcAft>
              <a:buSzPts val="1400"/>
              <a:buChar char="●"/>
            </a:pPr>
            <a:r>
              <a:rPr lang="en"/>
              <a:t>Ensemble method</a:t>
            </a:r>
            <a:endParaRPr/>
          </a:p>
          <a:p>
            <a:pPr indent="-317500" lvl="0" marL="457200" rtl="0" algn="l">
              <a:lnSpc>
                <a:spcPct val="150000"/>
              </a:lnSpc>
              <a:spcBef>
                <a:spcPts val="0"/>
              </a:spcBef>
              <a:spcAft>
                <a:spcPts val="0"/>
              </a:spcAft>
              <a:buSzPts val="1400"/>
              <a:buChar char="●"/>
            </a:pPr>
            <a:r>
              <a:rPr lang="en"/>
              <a:t>Averages results of individual trees</a:t>
            </a:r>
            <a:endParaRPr/>
          </a:p>
          <a:p>
            <a:pPr indent="-317500" lvl="0" marL="457200" rtl="0" algn="l">
              <a:lnSpc>
                <a:spcPct val="150000"/>
              </a:lnSpc>
              <a:spcBef>
                <a:spcPts val="0"/>
              </a:spcBef>
              <a:spcAft>
                <a:spcPts val="0"/>
              </a:spcAft>
              <a:buSzPts val="1400"/>
              <a:buChar char="●"/>
            </a:pPr>
            <a:r>
              <a:rPr lang="en"/>
              <a:t>Improve accuracy while controlling overfitting</a:t>
            </a:r>
            <a:endParaRPr/>
          </a:p>
          <a:p>
            <a:pPr indent="-317500" lvl="0" marL="457200" rtl="0" algn="l">
              <a:lnSpc>
                <a:spcPct val="150000"/>
              </a:lnSpc>
              <a:spcBef>
                <a:spcPts val="0"/>
              </a:spcBef>
              <a:spcAft>
                <a:spcPts val="0"/>
              </a:spcAft>
              <a:buSzPts val="1400"/>
              <a:buChar char="●"/>
            </a:pPr>
            <a:r>
              <a:rPr lang="en"/>
              <a:t>Learns complex </a:t>
            </a:r>
            <a:r>
              <a:rPr lang="en"/>
              <a:t>nonlinear</a:t>
            </a:r>
            <a:r>
              <a:rPr lang="en"/>
              <a:t> structures</a:t>
            </a:r>
            <a:endParaRPr/>
          </a:p>
        </p:txBody>
      </p:sp>
      <p:sp>
        <p:nvSpPr>
          <p:cNvPr id="11377" name="Google Shape;11377;p1436"/>
          <p:cNvSpPr txBox="1"/>
          <p:nvPr>
            <p:ph idx="6" type="subTitle"/>
          </p:nvPr>
        </p:nvSpPr>
        <p:spPr>
          <a:xfrm>
            <a:off x="6091625" y="1337853"/>
            <a:ext cx="2149500" cy="4995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3. Random Forest</a:t>
            </a:r>
            <a:endParaRPr/>
          </a:p>
        </p:txBody>
      </p:sp>
      <p:grpSp>
        <p:nvGrpSpPr>
          <p:cNvPr id="11378" name="Google Shape;11378;p1436"/>
          <p:cNvGrpSpPr/>
          <p:nvPr/>
        </p:nvGrpSpPr>
        <p:grpSpPr>
          <a:xfrm>
            <a:off x="3458868" y="1264654"/>
            <a:ext cx="468814" cy="572699"/>
            <a:chOff x="4123459" y="2990242"/>
            <a:chExt cx="897080" cy="1203908"/>
          </a:xfrm>
        </p:grpSpPr>
        <p:sp>
          <p:nvSpPr>
            <p:cNvPr id="11379" name="Google Shape;11379;p1436"/>
            <p:cNvSpPr/>
            <p:nvPr/>
          </p:nvSpPr>
          <p:spPr>
            <a:xfrm>
              <a:off x="4123459" y="2990242"/>
              <a:ext cx="897080" cy="1203908"/>
            </a:xfrm>
            <a:custGeom>
              <a:rect b="b" l="l" r="r" t="t"/>
              <a:pathLst>
                <a:path extrusionOk="0" h="36471" w="27176">
                  <a:moveTo>
                    <a:pt x="13650" y="732"/>
                  </a:moveTo>
                  <a:cubicBezTo>
                    <a:pt x="16666" y="732"/>
                    <a:pt x="19128" y="2570"/>
                    <a:pt x="19128" y="4836"/>
                  </a:cubicBezTo>
                  <a:cubicBezTo>
                    <a:pt x="19128" y="6477"/>
                    <a:pt x="17825" y="7887"/>
                    <a:pt x="15952" y="8547"/>
                  </a:cubicBezTo>
                  <a:lnTo>
                    <a:pt x="15952" y="7298"/>
                  </a:lnTo>
                  <a:lnTo>
                    <a:pt x="16791" y="7298"/>
                  </a:lnTo>
                  <a:cubicBezTo>
                    <a:pt x="17362" y="7298"/>
                    <a:pt x="17825" y="6817"/>
                    <a:pt x="17825" y="6246"/>
                  </a:cubicBezTo>
                  <a:cubicBezTo>
                    <a:pt x="17825" y="5675"/>
                    <a:pt x="17362" y="5193"/>
                    <a:pt x="16791" y="5193"/>
                  </a:cubicBezTo>
                  <a:lnTo>
                    <a:pt x="10314" y="5193"/>
                  </a:lnTo>
                  <a:cubicBezTo>
                    <a:pt x="9743" y="5193"/>
                    <a:pt x="9261" y="5675"/>
                    <a:pt x="9261" y="6246"/>
                  </a:cubicBezTo>
                  <a:cubicBezTo>
                    <a:pt x="9261" y="6531"/>
                    <a:pt x="9386" y="6799"/>
                    <a:pt x="9582" y="6977"/>
                  </a:cubicBezTo>
                  <a:cubicBezTo>
                    <a:pt x="9761" y="7173"/>
                    <a:pt x="10028" y="7298"/>
                    <a:pt x="10314" y="7298"/>
                  </a:cubicBezTo>
                  <a:lnTo>
                    <a:pt x="11224" y="7298"/>
                  </a:lnTo>
                  <a:lnTo>
                    <a:pt x="11224" y="8512"/>
                  </a:lnTo>
                  <a:cubicBezTo>
                    <a:pt x="9404" y="7851"/>
                    <a:pt x="8155" y="6442"/>
                    <a:pt x="8155" y="4836"/>
                  </a:cubicBezTo>
                  <a:cubicBezTo>
                    <a:pt x="8155" y="2588"/>
                    <a:pt x="10564" y="768"/>
                    <a:pt x="13543" y="732"/>
                  </a:cubicBezTo>
                  <a:close/>
                  <a:moveTo>
                    <a:pt x="13543" y="1"/>
                  </a:moveTo>
                  <a:cubicBezTo>
                    <a:pt x="10171" y="36"/>
                    <a:pt x="7423" y="2195"/>
                    <a:pt x="7423" y="4836"/>
                  </a:cubicBezTo>
                  <a:cubicBezTo>
                    <a:pt x="7423" y="6834"/>
                    <a:pt x="8993" y="8547"/>
                    <a:pt x="11224" y="9279"/>
                  </a:cubicBezTo>
                  <a:lnTo>
                    <a:pt x="11224" y="9511"/>
                  </a:lnTo>
                  <a:cubicBezTo>
                    <a:pt x="9529" y="9796"/>
                    <a:pt x="7923" y="10421"/>
                    <a:pt x="6513" y="11295"/>
                  </a:cubicBezTo>
                  <a:lnTo>
                    <a:pt x="5621" y="10135"/>
                  </a:lnTo>
                  <a:lnTo>
                    <a:pt x="5996" y="9832"/>
                  </a:lnTo>
                  <a:cubicBezTo>
                    <a:pt x="6263" y="9636"/>
                    <a:pt x="6317" y="9243"/>
                    <a:pt x="6103" y="8975"/>
                  </a:cubicBezTo>
                  <a:cubicBezTo>
                    <a:pt x="5988" y="8809"/>
                    <a:pt x="5807" y="8727"/>
                    <a:pt x="5623" y="8727"/>
                  </a:cubicBezTo>
                  <a:cubicBezTo>
                    <a:pt x="5491" y="8727"/>
                    <a:pt x="5358" y="8769"/>
                    <a:pt x="5246" y="8851"/>
                  </a:cubicBezTo>
                  <a:lnTo>
                    <a:pt x="2213" y="11224"/>
                  </a:lnTo>
                  <a:cubicBezTo>
                    <a:pt x="1946" y="11420"/>
                    <a:pt x="1892" y="11812"/>
                    <a:pt x="2106" y="12080"/>
                  </a:cubicBezTo>
                  <a:cubicBezTo>
                    <a:pt x="2231" y="12241"/>
                    <a:pt x="2409" y="12330"/>
                    <a:pt x="2588" y="12330"/>
                  </a:cubicBezTo>
                  <a:cubicBezTo>
                    <a:pt x="2731" y="12330"/>
                    <a:pt x="2855" y="12276"/>
                    <a:pt x="2980" y="12205"/>
                  </a:cubicBezTo>
                  <a:lnTo>
                    <a:pt x="3391" y="11866"/>
                  </a:lnTo>
                  <a:lnTo>
                    <a:pt x="4283" y="12990"/>
                  </a:lnTo>
                  <a:cubicBezTo>
                    <a:pt x="1642" y="15470"/>
                    <a:pt x="1" y="18985"/>
                    <a:pt x="1" y="22875"/>
                  </a:cubicBezTo>
                  <a:cubicBezTo>
                    <a:pt x="1" y="30369"/>
                    <a:pt x="6067" y="36453"/>
                    <a:pt x="13543" y="36471"/>
                  </a:cubicBezTo>
                  <a:lnTo>
                    <a:pt x="13597" y="36471"/>
                  </a:lnTo>
                  <a:cubicBezTo>
                    <a:pt x="21091" y="36471"/>
                    <a:pt x="27175" y="30387"/>
                    <a:pt x="27175" y="22875"/>
                  </a:cubicBezTo>
                  <a:cubicBezTo>
                    <a:pt x="27175" y="18896"/>
                    <a:pt x="25462" y="15310"/>
                    <a:pt x="22732" y="12829"/>
                  </a:cubicBezTo>
                  <a:lnTo>
                    <a:pt x="23482" y="11866"/>
                  </a:lnTo>
                  <a:lnTo>
                    <a:pt x="21269" y="10135"/>
                  </a:lnTo>
                  <a:lnTo>
                    <a:pt x="20466" y="11170"/>
                  </a:lnTo>
                  <a:cubicBezTo>
                    <a:pt x="19092" y="10367"/>
                    <a:pt x="17576" y="9796"/>
                    <a:pt x="15952" y="9511"/>
                  </a:cubicBezTo>
                  <a:lnTo>
                    <a:pt x="15952" y="9314"/>
                  </a:lnTo>
                  <a:cubicBezTo>
                    <a:pt x="18236" y="8601"/>
                    <a:pt x="19860" y="6852"/>
                    <a:pt x="19860" y="4836"/>
                  </a:cubicBezTo>
                  <a:cubicBezTo>
                    <a:pt x="19860" y="2160"/>
                    <a:pt x="17076" y="1"/>
                    <a:pt x="13650" y="1"/>
                  </a:cubicBezTo>
                  <a:close/>
                </a:path>
              </a:pathLst>
            </a:custGeom>
            <a:solidFill>
              <a:schemeClr val="accent1"/>
            </a:solidFill>
            <a:ln>
              <a:noFill/>
            </a:ln>
          </p:spPr>
          <p:txBody>
            <a:bodyPr anchorCtr="0" anchor="ctr" bIns="47775" lIns="47775" spcFirstLastPara="1" rIns="47775" wrap="square" tIns="47775">
              <a:noAutofit/>
            </a:bodyPr>
            <a:lstStyle/>
            <a:p>
              <a:pPr indent="0" lvl="0" marL="0" rtl="0" algn="l">
                <a:spcBef>
                  <a:spcPts val="0"/>
                </a:spcBef>
                <a:spcAft>
                  <a:spcPts val="0"/>
                </a:spcAft>
                <a:buNone/>
              </a:pPr>
              <a:r>
                <a:t/>
              </a:r>
              <a:endParaRPr/>
            </a:p>
          </p:txBody>
        </p:sp>
        <p:sp>
          <p:nvSpPr>
            <p:cNvPr id="11380" name="Google Shape;11380;p1436"/>
            <p:cNvSpPr/>
            <p:nvPr/>
          </p:nvSpPr>
          <p:spPr>
            <a:xfrm>
              <a:off x="4801980" y="3278320"/>
              <a:ext cx="146102" cy="118902"/>
            </a:xfrm>
            <a:custGeom>
              <a:rect b="b" l="l" r="r" t="t"/>
              <a:pathLst>
                <a:path extrusionOk="0" h="3602" w="4426">
                  <a:moveTo>
                    <a:pt x="711" y="0"/>
                  </a:moveTo>
                  <a:cubicBezTo>
                    <a:pt x="525" y="0"/>
                    <a:pt x="339" y="82"/>
                    <a:pt x="215" y="248"/>
                  </a:cubicBezTo>
                  <a:cubicBezTo>
                    <a:pt x="0" y="516"/>
                    <a:pt x="54" y="909"/>
                    <a:pt x="322" y="1105"/>
                  </a:cubicBezTo>
                  <a:lnTo>
                    <a:pt x="3355" y="3478"/>
                  </a:lnTo>
                  <a:cubicBezTo>
                    <a:pt x="3466" y="3560"/>
                    <a:pt x="3599" y="3601"/>
                    <a:pt x="3732" y="3601"/>
                  </a:cubicBezTo>
                  <a:cubicBezTo>
                    <a:pt x="3918" y="3601"/>
                    <a:pt x="4104" y="3520"/>
                    <a:pt x="4229" y="3353"/>
                  </a:cubicBezTo>
                  <a:cubicBezTo>
                    <a:pt x="4425" y="3085"/>
                    <a:pt x="4390" y="2693"/>
                    <a:pt x="4122" y="2497"/>
                  </a:cubicBezTo>
                  <a:lnTo>
                    <a:pt x="1089" y="124"/>
                  </a:lnTo>
                  <a:cubicBezTo>
                    <a:pt x="977" y="42"/>
                    <a:pt x="844" y="0"/>
                    <a:pt x="711" y="0"/>
                  </a:cubicBezTo>
                  <a:close/>
                </a:path>
              </a:pathLst>
            </a:custGeom>
            <a:solidFill>
              <a:schemeClr val="accent1"/>
            </a:solidFill>
            <a:ln>
              <a:noFill/>
            </a:ln>
          </p:spPr>
          <p:txBody>
            <a:bodyPr anchorCtr="0" anchor="ctr" bIns="47775" lIns="47775" spcFirstLastPara="1" rIns="47775" wrap="square" tIns="47775">
              <a:noAutofit/>
            </a:bodyPr>
            <a:lstStyle/>
            <a:p>
              <a:pPr indent="0" lvl="0" marL="0" rtl="0" algn="l">
                <a:spcBef>
                  <a:spcPts val="0"/>
                </a:spcBef>
                <a:spcAft>
                  <a:spcPts val="0"/>
                </a:spcAft>
                <a:buNone/>
              </a:pPr>
              <a:r>
                <a:t/>
              </a:r>
              <a:endParaRPr/>
            </a:p>
          </p:txBody>
        </p:sp>
        <p:sp>
          <p:nvSpPr>
            <p:cNvPr id="11381" name="Google Shape;11381;p1436"/>
            <p:cNvSpPr/>
            <p:nvPr/>
          </p:nvSpPr>
          <p:spPr>
            <a:xfrm>
              <a:off x="4191196" y="3364839"/>
              <a:ext cx="761607" cy="761607"/>
            </a:xfrm>
            <a:custGeom>
              <a:rect b="b" l="l" r="r" t="t"/>
              <a:pathLst>
                <a:path extrusionOk="0" h="23072" w="23072">
                  <a:moveTo>
                    <a:pt x="11545" y="1"/>
                  </a:moveTo>
                  <a:cubicBezTo>
                    <a:pt x="5175" y="1"/>
                    <a:pt x="1" y="5175"/>
                    <a:pt x="1" y="11527"/>
                  </a:cubicBezTo>
                  <a:cubicBezTo>
                    <a:pt x="1" y="17897"/>
                    <a:pt x="5175" y="23071"/>
                    <a:pt x="11545" y="23071"/>
                  </a:cubicBezTo>
                  <a:cubicBezTo>
                    <a:pt x="17897" y="23071"/>
                    <a:pt x="23071" y="17897"/>
                    <a:pt x="23071" y="11527"/>
                  </a:cubicBezTo>
                  <a:cubicBezTo>
                    <a:pt x="23071" y="5175"/>
                    <a:pt x="17897" y="1"/>
                    <a:pt x="11545" y="1"/>
                  </a:cubicBezTo>
                  <a:close/>
                </a:path>
              </a:pathLst>
            </a:custGeom>
            <a:solidFill>
              <a:schemeClr val="lt1"/>
            </a:solidFill>
            <a:ln>
              <a:noFill/>
            </a:ln>
          </p:spPr>
          <p:txBody>
            <a:bodyPr anchorCtr="0" anchor="ctr" bIns="47775" lIns="47775" spcFirstLastPara="1" rIns="47775" wrap="square" tIns="47775">
              <a:noAutofit/>
            </a:bodyPr>
            <a:lstStyle/>
            <a:p>
              <a:pPr indent="0" lvl="0" marL="0" rtl="0" algn="l">
                <a:spcBef>
                  <a:spcPts val="0"/>
                </a:spcBef>
                <a:spcAft>
                  <a:spcPts val="0"/>
                </a:spcAft>
                <a:buNone/>
              </a:pPr>
              <a:r>
                <a:t/>
              </a:r>
              <a:endParaRPr/>
            </a:p>
          </p:txBody>
        </p:sp>
        <p:sp>
          <p:nvSpPr>
            <p:cNvPr id="11382" name="Google Shape;11382;p1436"/>
            <p:cNvSpPr/>
            <p:nvPr/>
          </p:nvSpPr>
          <p:spPr>
            <a:xfrm>
              <a:off x="4544601" y="3397222"/>
              <a:ext cx="58329" cy="58362"/>
            </a:xfrm>
            <a:custGeom>
              <a:rect b="b" l="l" r="r" t="t"/>
              <a:pathLst>
                <a:path extrusionOk="0" h="1768" w="1767">
                  <a:moveTo>
                    <a:pt x="892" y="1"/>
                  </a:moveTo>
                  <a:cubicBezTo>
                    <a:pt x="393" y="1"/>
                    <a:pt x="0" y="393"/>
                    <a:pt x="0" y="893"/>
                  </a:cubicBezTo>
                  <a:cubicBezTo>
                    <a:pt x="0" y="1375"/>
                    <a:pt x="393" y="1767"/>
                    <a:pt x="892" y="1767"/>
                  </a:cubicBezTo>
                  <a:cubicBezTo>
                    <a:pt x="1374" y="1767"/>
                    <a:pt x="1767" y="1375"/>
                    <a:pt x="1767" y="893"/>
                  </a:cubicBezTo>
                  <a:cubicBezTo>
                    <a:pt x="1767" y="393"/>
                    <a:pt x="1374" y="1"/>
                    <a:pt x="892" y="1"/>
                  </a:cubicBezTo>
                  <a:close/>
                </a:path>
              </a:pathLst>
            </a:custGeom>
            <a:solidFill>
              <a:schemeClr val="accent1"/>
            </a:solidFill>
            <a:ln>
              <a:noFill/>
            </a:ln>
          </p:spPr>
          <p:txBody>
            <a:bodyPr anchorCtr="0" anchor="ctr" bIns="47775" lIns="47775" spcFirstLastPara="1" rIns="47775" wrap="square" tIns="47775">
              <a:noAutofit/>
            </a:bodyPr>
            <a:lstStyle/>
            <a:p>
              <a:pPr indent="0" lvl="0" marL="0" rtl="0" algn="l">
                <a:spcBef>
                  <a:spcPts val="0"/>
                </a:spcBef>
                <a:spcAft>
                  <a:spcPts val="0"/>
                </a:spcAft>
                <a:buNone/>
              </a:pPr>
              <a:r>
                <a:t/>
              </a:r>
              <a:endParaRPr/>
            </a:p>
          </p:txBody>
        </p:sp>
        <p:sp>
          <p:nvSpPr>
            <p:cNvPr id="11383" name="Google Shape;11383;p1436"/>
            <p:cNvSpPr/>
            <p:nvPr/>
          </p:nvSpPr>
          <p:spPr>
            <a:xfrm>
              <a:off x="4544601" y="4033325"/>
              <a:ext cx="58329" cy="58362"/>
            </a:xfrm>
            <a:custGeom>
              <a:rect b="b" l="l" r="r" t="t"/>
              <a:pathLst>
                <a:path extrusionOk="0" h="1768" w="1767">
                  <a:moveTo>
                    <a:pt x="892" y="1"/>
                  </a:moveTo>
                  <a:cubicBezTo>
                    <a:pt x="393" y="1"/>
                    <a:pt x="0" y="393"/>
                    <a:pt x="0" y="875"/>
                  </a:cubicBezTo>
                  <a:cubicBezTo>
                    <a:pt x="0" y="1375"/>
                    <a:pt x="393" y="1767"/>
                    <a:pt x="892" y="1767"/>
                  </a:cubicBezTo>
                  <a:cubicBezTo>
                    <a:pt x="1374" y="1767"/>
                    <a:pt x="1767" y="1375"/>
                    <a:pt x="1767" y="875"/>
                  </a:cubicBezTo>
                  <a:cubicBezTo>
                    <a:pt x="1767" y="393"/>
                    <a:pt x="1374" y="1"/>
                    <a:pt x="892" y="1"/>
                  </a:cubicBezTo>
                  <a:close/>
                </a:path>
              </a:pathLst>
            </a:custGeom>
            <a:solidFill>
              <a:schemeClr val="accent1"/>
            </a:solidFill>
            <a:ln>
              <a:noFill/>
            </a:ln>
          </p:spPr>
          <p:txBody>
            <a:bodyPr anchorCtr="0" anchor="ctr" bIns="47775" lIns="47775" spcFirstLastPara="1" rIns="47775" wrap="square" tIns="47775">
              <a:noAutofit/>
            </a:bodyPr>
            <a:lstStyle/>
            <a:p>
              <a:pPr indent="0" lvl="0" marL="0" rtl="0" algn="l">
                <a:spcBef>
                  <a:spcPts val="0"/>
                </a:spcBef>
                <a:spcAft>
                  <a:spcPts val="0"/>
                </a:spcAft>
                <a:buNone/>
              </a:pPr>
              <a:r>
                <a:t/>
              </a:r>
              <a:endParaRPr/>
            </a:p>
          </p:txBody>
        </p:sp>
        <p:sp>
          <p:nvSpPr>
            <p:cNvPr id="11384" name="Google Shape;11384;p1436"/>
            <p:cNvSpPr/>
            <p:nvPr/>
          </p:nvSpPr>
          <p:spPr>
            <a:xfrm>
              <a:off x="4228893" y="3717056"/>
              <a:ext cx="58329" cy="58923"/>
            </a:xfrm>
            <a:custGeom>
              <a:rect b="b" l="l" r="r" t="t"/>
              <a:pathLst>
                <a:path extrusionOk="0" h="1785" w="1767">
                  <a:moveTo>
                    <a:pt x="875" y="0"/>
                  </a:moveTo>
                  <a:cubicBezTo>
                    <a:pt x="393" y="0"/>
                    <a:pt x="1" y="411"/>
                    <a:pt x="1" y="893"/>
                  </a:cubicBezTo>
                  <a:cubicBezTo>
                    <a:pt x="1" y="1392"/>
                    <a:pt x="393" y="1785"/>
                    <a:pt x="875" y="1785"/>
                  </a:cubicBezTo>
                  <a:cubicBezTo>
                    <a:pt x="1374" y="1785"/>
                    <a:pt x="1767" y="1392"/>
                    <a:pt x="1767" y="893"/>
                  </a:cubicBezTo>
                  <a:cubicBezTo>
                    <a:pt x="1767" y="411"/>
                    <a:pt x="1374" y="0"/>
                    <a:pt x="875" y="0"/>
                  </a:cubicBezTo>
                  <a:close/>
                </a:path>
              </a:pathLst>
            </a:custGeom>
            <a:solidFill>
              <a:schemeClr val="accent1"/>
            </a:solidFill>
            <a:ln>
              <a:noFill/>
            </a:ln>
          </p:spPr>
          <p:txBody>
            <a:bodyPr anchorCtr="0" anchor="ctr" bIns="47775" lIns="47775" spcFirstLastPara="1" rIns="47775" wrap="square" tIns="47775">
              <a:noAutofit/>
            </a:bodyPr>
            <a:lstStyle/>
            <a:p>
              <a:pPr indent="0" lvl="0" marL="0" rtl="0" algn="l">
                <a:spcBef>
                  <a:spcPts val="0"/>
                </a:spcBef>
                <a:spcAft>
                  <a:spcPts val="0"/>
                </a:spcAft>
                <a:buNone/>
              </a:pPr>
              <a:r>
                <a:t/>
              </a:r>
              <a:endParaRPr/>
            </a:p>
          </p:txBody>
        </p:sp>
        <p:sp>
          <p:nvSpPr>
            <p:cNvPr id="11385" name="Google Shape;11385;p1436"/>
            <p:cNvSpPr/>
            <p:nvPr/>
          </p:nvSpPr>
          <p:spPr>
            <a:xfrm>
              <a:off x="4855588" y="3717056"/>
              <a:ext cx="58923" cy="58923"/>
            </a:xfrm>
            <a:custGeom>
              <a:rect b="b" l="l" r="r" t="t"/>
              <a:pathLst>
                <a:path extrusionOk="0" h="1785" w="1785">
                  <a:moveTo>
                    <a:pt x="892" y="0"/>
                  </a:moveTo>
                  <a:cubicBezTo>
                    <a:pt x="393" y="0"/>
                    <a:pt x="0" y="411"/>
                    <a:pt x="0" y="893"/>
                  </a:cubicBezTo>
                  <a:cubicBezTo>
                    <a:pt x="0" y="1392"/>
                    <a:pt x="393" y="1785"/>
                    <a:pt x="892" y="1785"/>
                  </a:cubicBezTo>
                  <a:cubicBezTo>
                    <a:pt x="1374" y="1785"/>
                    <a:pt x="1784" y="1392"/>
                    <a:pt x="1784" y="893"/>
                  </a:cubicBezTo>
                  <a:cubicBezTo>
                    <a:pt x="1784" y="411"/>
                    <a:pt x="1374" y="0"/>
                    <a:pt x="892" y="0"/>
                  </a:cubicBezTo>
                  <a:close/>
                </a:path>
              </a:pathLst>
            </a:custGeom>
            <a:solidFill>
              <a:schemeClr val="accent1"/>
            </a:solidFill>
            <a:ln>
              <a:noFill/>
            </a:ln>
          </p:spPr>
          <p:txBody>
            <a:bodyPr anchorCtr="0" anchor="ctr" bIns="47775" lIns="47775" spcFirstLastPara="1" rIns="47775" wrap="square" tIns="47775">
              <a:noAutofit/>
            </a:bodyPr>
            <a:lstStyle/>
            <a:p>
              <a:pPr indent="0" lvl="0" marL="0" rtl="0" algn="l">
                <a:spcBef>
                  <a:spcPts val="0"/>
                </a:spcBef>
                <a:spcAft>
                  <a:spcPts val="0"/>
                </a:spcAft>
                <a:buNone/>
              </a:pPr>
              <a:r>
                <a:t/>
              </a:r>
              <a:endParaRPr/>
            </a:p>
          </p:txBody>
        </p:sp>
        <p:sp>
          <p:nvSpPr>
            <p:cNvPr id="11386" name="Google Shape;11386;p1436"/>
            <p:cNvSpPr/>
            <p:nvPr/>
          </p:nvSpPr>
          <p:spPr>
            <a:xfrm>
              <a:off x="4547539" y="3493843"/>
              <a:ext cx="225029" cy="295109"/>
            </a:xfrm>
            <a:custGeom>
              <a:rect b="b" l="l" r="r" t="t"/>
              <a:pathLst>
                <a:path extrusionOk="0" h="8940" w="6817">
                  <a:moveTo>
                    <a:pt x="750" y="0"/>
                  </a:moveTo>
                  <a:cubicBezTo>
                    <a:pt x="339" y="0"/>
                    <a:pt x="0" y="339"/>
                    <a:pt x="0" y="749"/>
                  </a:cubicBezTo>
                  <a:lnTo>
                    <a:pt x="0" y="8190"/>
                  </a:lnTo>
                  <a:cubicBezTo>
                    <a:pt x="0" y="8243"/>
                    <a:pt x="18" y="8297"/>
                    <a:pt x="18" y="8333"/>
                  </a:cubicBezTo>
                  <a:cubicBezTo>
                    <a:pt x="18" y="8368"/>
                    <a:pt x="36" y="8386"/>
                    <a:pt x="36" y="8404"/>
                  </a:cubicBezTo>
                  <a:cubicBezTo>
                    <a:pt x="54" y="8422"/>
                    <a:pt x="54" y="8457"/>
                    <a:pt x="54" y="8475"/>
                  </a:cubicBezTo>
                  <a:cubicBezTo>
                    <a:pt x="72" y="8511"/>
                    <a:pt x="90" y="8529"/>
                    <a:pt x="90" y="8547"/>
                  </a:cubicBezTo>
                  <a:cubicBezTo>
                    <a:pt x="107" y="8565"/>
                    <a:pt x="125" y="8582"/>
                    <a:pt x="125" y="8600"/>
                  </a:cubicBezTo>
                  <a:cubicBezTo>
                    <a:pt x="161" y="8654"/>
                    <a:pt x="179" y="8689"/>
                    <a:pt x="214" y="8725"/>
                  </a:cubicBezTo>
                  <a:cubicBezTo>
                    <a:pt x="250" y="8761"/>
                    <a:pt x="286" y="8779"/>
                    <a:pt x="339" y="8814"/>
                  </a:cubicBezTo>
                  <a:cubicBezTo>
                    <a:pt x="357" y="8814"/>
                    <a:pt x="375" y="8832"/>
                    <a:pt x="393" y="8850"/>
                  </a:cubicBezTo>
                  <a:cubicBezTo>
                    <a:pt x="411" y="8850"/>
                    <a:pt x="429" y="8868"/>
                    <a:pt x="464" y="8886"/>
                  </a:cubicBezTo>
                  <a:cubicBezTo>
                    <a:pt x="482" y="8886"/>
                    <a:pt x="518" y="8886"/>
                    <a:pt x="536" y="8904"/>
                  </a:cubicBezTo>
                  <a:cubicBezTo>
                    <a:pt x="554" y="8904"/>
                    <a:pt x="571" y="8921"/>
                    <a:pt x="607" y="8921"/>
                  </a:cubicBezTo>
                  <a:cubicBezTo>
                    <a:pt x="643" y="8921"/>
                    <a:pt x="696" y="8939"/>
                    <a:pt x="732" y="8939"/>
                  </a:cubicBezTo>
                  <a:lnTo>
                    <a:pt x="768" y="8939"/>
                  </a:lnTo>
                  <a:cubicBezTo>
                    <a:pt x="803" y="8939"/>
                    <a:pt x="857" y="8921"/>
                    <a:pt x="893" y="8921"/>
                  </a:cubicBezTo>
                  <a:cubicBezTo>
                    <a:pt x="910" y="8921"/>
                    <a:pt x="946" y="8904"/>
                    <a:pt x="964" y="8904"/>
                  </a:cubicBezTo>
                  <a:cubicBezTo>
                    <a:pt x="982" y="8886"/>
                    <a:pt x="1000" y="8886"/>
                    <a:pt x="1035" y="8886"/>
                  </a:cubicBezTo>
                  <a:cubicBezTo>
                    <a:pt x="1053" y="8868"/>
                    <a:pt x="1071" y="8850"/>
                    <a:pt x="1107" y="8832"/>
                  </a:cubicBezTo>
                  <a:cubicBezTo>
                    <a:pt x="1124" y="8832"/>
                    <a:pt x="1142" y="8814"/>
                    <a:pt x="1160" y="8814"/>
                  </a:cubicBezTo>
                  <a:cubicBezTo>
                    <a:pt x="1196" y="8779"/>
                    <a:pt x="1232" y="8761"/>
                    <a:pt x="1267" y="8725"/>
                  </a:cubicBezTo>
                  <a:lnTo>
                    <a:pt x="6531" y="3462"/>
                  </a:lnTo>
                  <a:cubicBezTo>
                    <a:pt x="6816" y="3158"/>
                    <a:pt x="6816" y="2694"/>
                    <a:pt x="6531" y="2409"/>
                  </a:cubicBezTo>
                  <a:cubicBezTo>
                    <a:pt x="6388" y="2266"/>
                    <a:pt x="6201" y="2195"/>
                    <a:pt x="6011" y="2195"/>
                  </a:cubicBezTo>
                  <a:cubicBezTo>
                    <a:pt x="5822" y="2195"/>
                    <a:pt x="5630" y="2266"/>
                    <a:pt x="5478" y="2409"/>
                  </a:cubicBezTo>
                  <a:lnTo>
                    <a:pt x="1481" y="6406"/>
                  </a:lnTo>
                  <a:lnTo>
                    <a:pt x="1481" y="749"/>
                  </a:lnTo>
                  <a:cubicBezTo>
                    <a:pt x="1481" y="339"/>
                    <a:pt x="1160" y="0"/>
                    <a:pt x="750" y="0"/>
                  </a:cubicBezTo>
                  <a:close/>
                </a:path>
              </a:pathLst>
            </a:custGeom>
            <a:solidFill>
              <a:schemeClr val="accent1"/>
            </a:solidFill>
            <a:ln>
              <a:noFill/>
            </a:ln>
          </p:spPr>
          <p:txBody>
            <a:bodyPr anchorCtr="0" anchor="ctr" bIns="47775" lIns="47775" spcFirstLastPara="1" rIns="47775" wrap="square" tIns="47775">
              <a:noAutofit/>
            </a:bodyPr>
            <a:lstStyle/>
            <a:p>
              <a:pPr indent="0" lvl="0" marL="0" rtl="0" algn="l">
                <a:spcBef>
                  <a:spcPts val="0"/>
                </a:spcBef>
                <a:spcAft>
                  <a:spcPts val="0"/>
                </a:spcAft>
                <a:buNone/>
              </a:pPr>
              <a:r>
                <a:t/>
              </a:r>
              <a:endParaRPr/>
            </a:p>
          </p:txBody>
        </p:sp>
      </p:grpSp>
      <p:grpSp>
        <p:nvGrpSpPr>
          <p:cNvPr id="11387" name="Google Shape;11387;p1436"/>
          <p:cNvGrpSpPr/>
          <p:nvPr/>
        </p:nvGrpSpPr>
        <p:grpSpPr>
          <a:xfrm>
            <a:off x="6027425" y="1357256"/>
            <a:ext cx="375700" cy="460703"/>
            <a:chOff x="536525" y="1563225"/>
            <a:chExt cx="583475" cy="775725"/>
          </a:xfrm>
        </p:grpSpPr>
        <p:sp>
          <p:nvSpPr>
            <p:cNvPr id="11388" name="Google Shape;11388;p1436"/>
            <p:cNvSpPr/>
            <p:nvPr/>
          </p:nvSpPr>
          <p:spPr>
            <a:xfrm>
              <a:off x="654300" y="2140425"/>
              <a:ext cx="347500" cy="142775"/>
            </a:xfrm>
            <a:custGeom>
              <a:rect b="b" l="l" r="r" t="t"/>
              <a:pathLst>
                <a:path extrusionOk="0" h="5711" w="13900">
                  <a:moveTo>
                    <a:pt x="0" y="1"/>
                  </a:moveTo>
                  <a:lnTo>
                    <a:pt x="0" y="5711"/>
                  </a:lnTo>
                  <a:lnTo>
                    <a:pt x="13900" y="5711"/>
                  </a:lnTo>
                  <a:lnTo>
                    <a:pt x="13900" y="1"/>
                  </a:lnTo>
                  <a:close/>
                </a:path>
              </a:pathLst>
            </a:custGeom>
            <a:solidFill>
              <a:schemeClr val="accent1"/>
            </a:solidFill>
            <a:ln>
              <a:noFill/>
            </a:ln>
          </p:spPr>
          <p:txBody>
            <a:bodyPr anchorCtr="0" anchor="ctr" bIns="38275" lIns="38275" spcFirstLastPara="1" rIns="38275" wrap="square" tIns="38275">
              <a:noAutofit/>
            </a:bodyPr>
            <a:lstStyle/>
            <a:p>
              <a:pPr indent="0" lvl="0" marL="0" rtl="0" algn="l">
                <a:spcBef>
                  <a:spcPts val="0"/>
                </a:spcBef>
                <a:spcAft>
                  <a:spcPts val="0"/>
                </a:spcAft>
                <a:buNone/>
              </a:pPr>
              <a:r>
                <a:t/>
              </a:r>
              <a:endParaRPr/>
            </a:p>
          </p:txBody>
        </p:sp>
        <p:sp>
          <p:nvSpPr>
            <p:cNvPr id="11389" name="Google Shape;11389;p1436"/>
            <p:cNvSpPr/>
            <p:nvPr/>
          </p:nvSpPr>
          <p:spPr>
            <a:xfrm>
              <a:off x="536525" y="1563225"/>
              <a:ext cx="583475" cy="577225"/>
            </a:xfrm>
            <a:custGeom>
              <a:rect b="b" l="l" r="r" t="t"/>
              <a:pathLst>
                <a:path extrusionOk="0" h="23089" w="23339">
                  <a:moveTo>
                    <a:pt x="1" y="1"/>
                  </a:moveTo>
                  <a:lnTo>
                    <a:pt x="7263" y="21108"/>
                  </a:lnTo>
                  <a:lnTo>
                    <a:pt x="9422" y="21108"/>
                  </a:lnTo>
                  <a:lnTo>
                    <a:pt x="9422" y="23089"/>
                  </a:lnTo>
                  <a:lnTo>
                    <a:pt x="13900" y="23089"/>
                  </a:lnTo>
                  <a:lnTo>
                    <a:pt x="13900" y="21108"/>
                  </a:lnTo>
                  <a:lnTo>
                    <a:pt x="16077" y="21108"/>
                  </a:lnTo>
                  <a:lnTo>
                    <a:pt x="23339" y="1"/>
                  </a:lnTo>
                  <a:close/>
                </a:path>
              </a:pathLst>
            </a:custGeom>
            <a:solidFill>
              <a:schemeClr val="accent4"/>
            </a:solidFill>
            <a:ln>
              <a:noFill/>
            </a:ln>
          </p:spPr>
          <p:txBody>
            <a:bodyPr anchorCtr="0" anchor="ctr" bIns="38275" lIns="38275" spcFirstLastPara="1" rIns="38275" wrap="square" tIns="38275">
              <a:noAutofit/>
            </a:bodyPr>
            <a:lstStyle/>
            <a:p>
              <a:pPr indent="0" lvl="0" marL="0" rtl="0" algn="l">
                <a:spcBef>
                  <a:spcPts val="0"/>
                </a:spcBef>
                <a:spcAft>
                  <a:spcPts val="0"/>
                </a:spcAft>
                <a:buNone/>
              </a:pPr>
              <a:r>
                <a:t/>
              </a:r>
              <a:endParaRPr/>
            </a:p>
          </p:txBody>
        </p:sp>
        <p:sp>
          <p:nvSpPr>
            <p:cNvPr id="11390" name="Google Shape;11390;p1436"/>
            <p:cNvSpPr/>
            <p:nvPr/>
          </p:nvSpPr>
          <p:spPr>
            <a:xfrm>
              <a:off x="586050" y="2283175"/>
              <a:ext cx="484450" cy="55775"/>
            </a:xfrm>
            <a:custGeom>
              <a:rect b="b" l="l" r="r" t="t"/>
              <a:pathLst>
                <a:path extrusionOk="0" h="2231" w="19378">
                  <a:moveTo>
                    <a:pt x="1802" y="1"/>
                  </a:moveTo>
                  <a:lnTo>
                    <a:pt x="0" y="2231"/>
                  </a:lnTo>
                  <a:lnTo>
                    <a:pt x="19377" y="2231"/>
                  </a:lnTo>
                  <a:lnTo>
                    <a:pt x="17557" y="1"/>
                  </a:lnTo>
                  <a:close/>
                </a:path>
              </a:pathLst>
            </a:custGeom>
            <a:solidFill>
              <a:schemeClr val="accent2"/>
            </a:solidFill>
            <a:ln>
              <a:noFill/>
            </a:ln>
          </p:spPr>
          <p:txBody>
            <a:bodyPr anchorCtr="0" anchor="ctr" bIns="38275" lIns="38275" spcFirstLastPara="1" rIns="38275" wrap="square" tIns="38275">
              <a:noAutofit/>
            </a:bodyPr>
            <a:lstStyle/>
            <a:p>
              <a:pPr indent="0" lvl="0" marL="0" rtl="0" algn="l">
                <a:spcBef>
                  <a:spcPts val="0"/>
                </a:spcBef>
                <a:spcAft>
                  <a:spcPts val="0"/>
                </a:spcAft>
                <a:buNone/>
              </a:pPr>
              <a:r>
                <a:t/>
              </a:r>
              <a:endParaRPr/>
            </a:p>
          </p:txBody>
        </p:sp>
      </p:grpSp>
      <p:grpSp>
        <p:nvGrpSpPr>
          <p:cNvPr id="11391" name="Google Shape;11391;p1436"/>
          <p:cNvGrpSpPr/>
          <p:nvPr/>
        </p:nvGrpSpPr>
        <p:grpSpPr>
          <a:xfrm>
            <a:off x="877448" y="1367675"/>
            <a:ext cx="552406" cy="366654"/>
            <a:chOff x="1291275" y="1666725"/>
            <a:chExt cx="760575" cy="504825"/>
          </a:xfrm>
        </p:grpSpPr>
        <p:sp>
          <p:nvSpPr>
            <p:cNvPr id="11392" name="Google Shape;11392;p1436"/>
            <p:cNvSpPr/>
            <p:nvPr/>
          </p:nvSpPr>
          <p:spPr>
            <a:xfrm>
              <a:off x="1291275" y="1767975"/>
              <a:ext cx="760575" cy="403575"/>
            </a:xfrm>
            <a:custGeom>
              <a:rect b="b" l="l" r="r" t="t"/>
              <a:pathLst>
                <a:path extrusionOk="0" h="16143" w="30423">
                  <a:moveTo>
                    <a:pt x="215" y="0"/>
                  </a:moveTo>
                  <a:lnTo>
                    <a:pt x="0" y="3266"/>
                  </a:lnTo>
                  <a:cubicBezTo>
                    <a:pt x="161" y="4140"/>
                    <a:pt x="1357" y="4443"/>
                    <a:pt x="1357" y="4443"/>
                  </a:cubicBezTo>
                  <a:lnTo>
                    <a:pt x="9065" y="6870"/>
                  </a:lnTo>
                  <a:cubicBezTo>
                    <a:pt x="13811" y="8101"/>
                    <a:pt x="18004" y="14524"/>
                    <a:pt x="18004" y="14524"/>
                  </a:cubicBezTo>
                  <a:cubicBezTo>
                    <a:pt x="18004" y="14524"/>
                    <a:pt x="19590" y="16143"/>
                    <a:pt x="22162" y="16143"/>
                  </a:cubicBezTo>
                  <a:cubicBezTo>
                    <a:pt x="23410" y="16143"/>
                    <a:pt x="24889" y="15762"/>
                    <a:pt x="26533" y="14631"/>
                  </a:cubicBezTo>
                  <a:cubicBezTo>
                    <a:pt x="30422" y="11955"/>
                    <a:pt x="29958" y="8476"/>
                    <a:pt x="29530" y="7048"/>
                  </a:cubicBezTo>
                  <a:cubicBezTo>
                    <a:pt x="27103" y="3051"/>
                    <a:pt x="21804" y="2677"/>
                    <a:pt x="21804" y="2677"/>
                  </a:cubicBezTo>
                  <a:lnTo>
                    <a:pt x="215" y="0"/>
                  </a:lnTo>
                  <a:close/>
                </a:path>
              </a:pathLst>
            </a:custGeom>
            <a:solidFill>
              <a:schemeClr val="accent1"/>
            </a:solidFill>
            <a:ln>
              <a:noFill/>
            </a:ln>
          </p:spPr>
          <p:txBody>
            <a:bodyPr anchorCtr="0" anchor="ctr" bIns="40000" lIns="40000" spcFirstLastPara="1" rIns="40000" wrap="square" tIns="40000">
              <a:noAutofit/>
            </a:bodyPr>
            <a:lstStyle/>
            <a:p>
              <a:pPr indent="0" lvl="0" marL="0" rtl="0" algn="l">
                <a:spcBef>
                  <a:spcPts val="0"/>
                </a:spcBef>
                <a:spcAft>
                  <a:spcPts val="0"/>
                </a:spcAft>
                <a:buNone/>
              </a:pPr>
              <a:r>
                <a:t/>
              </a:r>
              <a:endParaRPr/>
            </a:p>
          </p:txBody>
        </p:sp>
        <p:sp>
          <p:nvSpPr>
            <p:cNvPr id="11393" name="Google Shape;11393;p1436"/>
            <p:cNvSpPr/>
            <p:nvPr/>
          </p:nvSpPr>
          <p:spPr>
            <a:xfrm>
              <a:off x="1296625" y="1666725"/>
              <a:ext cx="732925" cy="277475"/>
            </a:xfrm>
            <a:custGeom>
              <a:rect b="b" l="l" r="r" t="t"/>
              <a:pathLst>
                <a:path extrusionOk="0" h="11099" w="29317">
                  <a:moveTo>
                    <a:pt x="1668" y="0"/>
                  </a:moveTo>
                  <a:cubicBezTo>
                    <a:pt x="385" y="0"/>
                    <a:pt x="90" y="1071"/>
                    <a:pt x="90" y="1071"/>
                  </a:cubicBezTo>
                  <a:lnTo>
                    <a:pt x="1" y="3979"/>
                  </a:lnTo>
                  <a:lnTo>
                    <a:pt x="1" y="4050"/>
                  </a:lnTo>
                  <a:lnTo>
                    <a:pt x="21590" y="6727"/>
                  </a:lnTo>
                  <a:cubicBezTo>
                    <a:pt x="21590" y="6727"/>
                    <a:pt x="26889" y="7101"/>
                    <a:pt x="29316" y="11098"/>
                  </a:cubicBezTo>
                  <a:cubicBezTo>
                    <a:pt x="29209" y="10670"/>
                    <a:pt x="29084" y="10420"/>
                    <a:pt x="29084" y="10420"/>
                  </a:cubicBezTo>
                  <a:cubicBezTo>
                    <a:pt x="26997" y="2784"/>
                    <a:pt x="21911" y="2213"/>
                    <a:pt x="21911" y="2213"/>
                  </a:cubicBezTo>
                  <a:lnTo>
                    <a:pt x="1963" y="18"/>
                  </a:lnTo>
                  <a:cubicBezTo>
                    <a:pt x="1860" y="6"/>
                    <a:pt x="1761" y="0"/>
                    <a:pt x="1668" y="0"/>
                  </a:cubicBezTo>
                  <a:close/>
                </a:path>
              </a:pathLst>
            </a:custGeom>
            <a:solidFill>
              <a:schemeClr val="accent2"/>
            </a:solidFill>
            <a:ln>
              <a:noFill/>
            </a:ln>
          </p:spPr>
          <p:txBody>
            <a:bodyPr anchorCtr="0" anchor="ctr" bIns="40000" lIns="40000" spcFirstLastPara="1" rIns="40000" wrap="square" tIns="40000">
              <a:noAutofit/>
            </a:bodyPr>
            <a:lstStyle/>
            <a:p>
              <a:pPr indent="0" lvl="0" marL="0" rtl="0" algn="l">
                <a:spcBef>
                  <a:spcPts val="0"/>
                </a:spcBef>
                <a:spcAft>
                  <a:spcPts val="0"/>
                </a:spcAft>
                <a:buNone/>
              </a:pPr>
              <a:r>
                <a:t/>
              </a:r>
              <a:endParaRPr/>
            </a:p>
          </p:txBody>
        </p:sp>
        <p:sp>
          <p:nvSpPr>
            <p:cNvPr id="11394" name="Google Shape;11394;p1436"/>
            <p:cNvSpPr/>
            <p:nvPr/>
          </p:nvSpPr>
          <p:spPr>
            <a:xfrm>
              <a:off x="1653025" y="1701075"/>
              <a:ext cx="132075" cy="88325"/>
            </a:xfrm>
            <a:custGeom>
              <a:rect b="b" l="l" r="r" t="t"/>
              <a:pathLst>
                <a:path extrusionOk="0" h="3533" w="5283">
                  <a:moveTo>
                    <a:pt x="1" y="0"/>
                  </a:moveTo>
                  <a:lnTo>
                    <a:pt x="251" y="2766"/>
                  </a:lnTo>
                  <a:lnTo>
                    <a:pt x="2838" y="3158"/>
                  </a:lnTo>
                  <a:lnTo>
                    <a:pt x="5282" y="3533"/>
                  </a:lnTo>
                  <a:lnTo>
                    <a:pt x="4711" y="517"/>
                  </a:lnTo>
                  <a:lnTo>
                    <a:pt x="1" y="0"/>
                  </a:lnTo>
                  <a:close/>
                </a:path>
              </a:pathLst>
            </a:custGeom>
            <a:solidFill>
              <a:schemeClr val="accent1"/>
            </a:solidFill>
            <a:ln>
              <a:noFill/>
            </a:ln>
          </p:spPr>
          <p:txBody>
            <a:bodyPr anchorCtr="0" anchor="ctr" bIns="40000" lIns="40000" spcFirstLastPara="1" rIns="40000" wrap="square" tIns="40000">
              <a:noAutofit/>
            </a:bodyPr>
            <a:lstStyle/>
            <a:p>
              <a:pPr indent="0" lvl="0" marL="0" rtl="0" algn="l">
                <a:spcBef>
                  <a:spcPts val="0"/>
                </a:spcBef>
                <a:spcAft>
                  <a:spcPts val="0"/>
                </a:spcAft>
                <a:buNone/>
              </a:pPr>
              <a:r>
                <a:t/>
              </a:r>
              <a:endParaRPr/>
            </a:p>
          </p:txBody>
        </p:sp>
        <p:sp>
          <p:nvSpPr>
            <p:cNvPr id="11395" name="Google Shape;11395;p1436"/>
            <p:cNvSpPr/>
            <p:nvPr/>
          </p:nvSpPr>
          <p:spPr>
            <a:xfrm>
              <a:off x="1746700" y="1902675"/>
              <a:ext cx="224850" cy="224850"/>
            </a:xfrm>
            <a:custGeom>
              <a:rect b="b" l="l" r="r" t="t"/>
              <a:pathLst>
                <a:path extrusionOk="0" h="8994" w="8994">
                  <a:moveTo>
                    <a:pt x="4497" y="1"/>
                  </a:moveTo>
                  <a:cubicBezTo>
                    <a:pt x="2891" y="1"/>
                    <a:pt x="1482" y="839"/>
                    <a:pt x="697" y="2106"/>
                  </a:cubicBezTo>
                  <a:cubicBezTo>
                    <a:pt x="251" y="2802"/>
                    <a:pt x="1" y="3605"/>
                    <a:pt x="1" y="4497"/>
                  </a:cubicBezTo>
                  <a:cubicBezTo>
                    <a:pt x="1" y="6977"/>
                    <a:pt x="2017" y="8994"/>
                    <a:pt x="4497" y="8994"/>
                  </a:cubicBezTo>
                  <a:cubicBezTo>
                    <a:pt x="5835" y="8994"/>
                    <a:pt x="7049" y="8405"/>
                    <a:pt x="7869" y="7459"/>
                  </a:cubicBezTo>
                  <a:cubicBezTo>
                    <a:pt x="8565" y="6674"/>
                    <a:pt x="8994" y="5639"/>
                    <a:pt x="8994" y="4497"/>
                  </a:cubicBezTo>
                  <a:cubicBezTo>
                    <a:pt x="8994" y="1999"/>
                    <a:pt x="6977" y="1"/>
                    <a:pt x="4497" y="1"/>
                  </a:cubicBezTo>
                  <a:close/>
                </a:path>
              </a:pathLst>
            </a:custGeom>
            <a:solidFill>
              <a:schemeClr val="lt1"/>
            </a:solidFill>
            <a:ln>
              <a:noFill/>
            </a:ln>
          </p:spPr>
          <p:txBody>
            <a:bodyPr anchorCtr="0" anchor="ctr" bIns="40000" lIns="40000" spcFirstLastPara="1" rIns="40000" wrap="square" tIns="40000">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99" name="Shape 11399"/>
        <p:cNvGrpSpPr/>
        <p:nvPr/>
      </p:nvGrpSpPr>
      <p:grpSpPr>
        <a:xfrm>
          <a:off x="0" y="0"/>
          <a:ext cx="0" cy="0"/>
          <a:chOff x="0" y="0"/>
          <a:chExt cx="0" cy="0"/>
        </a:xfrm>
      </p:grpSpPr>
      <p:sp>
        <p:nvSpPr>
          <p:cNvPr id="11400" name="Google Shape;11400;p143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Ensembling the Outputs</a:t>
            </a:r>
            <a:endParaRPr/>
          </a:p>
        </p:txBody>
      </p:sp>
      <p:sp>
        <p:nvSpPr>
          <p:cNvPr id="11401" name="Google Shape;11401;p1437"/>
          <p:cNvSpPr txBox="1"/>
          <p:nvPr>
            <p:ph idx="4294967295" type="subTitle"/>
          </p:nvPr>
        </p:nvSpPr>
        <p:spPr>
          <a:xfrm>
            <a:off x="891150" y="1881650"/>
            <a:ext cx="2789700" cy="7176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Clr>
                <a:schemeClr val="lt1"/>
              </a:buClr>
              <a:buSzPts val="1400"/>
              <a:buChar char="●"/>
            </a:pPr>
            <a:r>
              <a:rPr lang="en" sz="1400">
                <a:solidFill>
                  <a:schemeClr val="lt1"/>
                </a:solidFill>
              </a:rPr>
              <a:t>Each model outputs a probability:</a:t>
            </a:r>
            <a:endParaRPr sz="1400">
              <a:solidFill>
                <a:schemeClr val="lt1"/>
              </a:solidFill>
            </a:endParaRPr>
          </a:p>
          <a:p>
            <a:pPr indent="-317500" lvl="1" marL="914400" rtl="0" algn="l">
              <a:spcBef>
                <a:spcPts val="0"/>
              </a:spcBef>
              <a:spcAft>
                <a:spcPts val="0"/>
              </a:spcAft>
              <a:buClr>
                <a:schemeClr val="lt1"/>
              </a:buClr>
              <a:buSzPts val="1400"/>
              <a:buChar char="○"/>
            </a:pPr>
            <a:r>
              <a:rPr lang="en">
                <a:solidFill>
                  <a:schemeClr val="lt1"/>
                </a:solidFill>
              </a:rPr>
              <a:t>P</a:t>
            </a:r>
            <a:r>
              <a:rPr lang="en" sz="1400">
                <a:solidFill>
                  <a:schemeClr val="lt1"/>
                </a:solidFill>
              </a:rPr>
              <a:t>_log_reg</a:t>
            </a:r>
            <a:endParaRPr sz="1400">
              <a:solidFill>
                <a:schemeClr val="lt1"/>
              </a:solidFill>
            </a:endParaRPr>
          </a:p>
          <a:p>
            <a:pPr indent="-317500" lvl="1" marL="914400" rtl="0" algn="l">
              <a:spcBef>
                <a:spcPts val="0"/>
              </a:spcBef>
              <a:spcAft>
                <a:spcPts val="0"/>
              </a:spcAft>
              <a:buClr>
                <a:schemeClr val="lt1"/>
              </a:buClr>
              <a:buSzPts val="1400"/>
              <a:buChar char="○"/>
            </a:pPr>
            <a:r>
              <a:rPr lang="en">
                <a:solidFill>
                  <a:schemeClr val="lt1"/>
                </a:solidFill>
              </a:rPr>
              <a:t>P</a:t>
            </a:r>
            <a:r>
              <a:rPr lang="en" sz="1400">
                <a:solidFill>
                  <a:schemeClr val="lt1"/>
                </a:solidFill>
              </a:rPr>
              <a:t>_random_forest</a:t>
            </a:r>
            <a:endParaRPr sz="1400">
              <a:solidFill>
                <a:schemeClr val="lt1"/>
              </a:solidFill>
            </a:endParaRPr>
          </a:p>
          <a:p>
            <a:pPr indent="-317500" lvl="1" marL="914400" rtl="0" algn="l">
              <a:spcBef>
                <a:spcPts val="0"/>
              </a:spcBef>
              <a:spcAft>
                <a:spcPts val="0"/>
              </a:spcAft>
              <a:buClr>
                <a:schemeClr val="lt1"/>
              </a:buClr>
              <a:buSzPts val="1400"/>
              <a:buChar char="○"/>
            </a:pPr>
            <a:r>
              <a:rPr lang="en" sz="1400">
                <a:solidFill>
                  <a:schemeClr val="lt1"/>
                </a:solidFill>
              </a:rPr>
              <a:t>p_neural_net</a:t>
            </a:r>
            <a:endParaRPr sz="1400">
              <a:solidFill>
                <a:schemeClr val="lt1"/>
              </a:solidFill>
            </a:endParaRPr>
          </a:p>
          <a:p>
            <a:pPr indent="-317500" lvl="0" marL="457200" rtl="0" algn="l">
              <a:spcBef>
                <a:spcPts val="0"/>
              </a:spcBef>
              <a:spcAft>
                <a:spcPts val="0"/>
              </a:spcAft>
              <a:buClr>
                <a:schemeClr val="lt1"/>
              </a:buClr>
              <a:buSzPts val="1400"/>
              <a:buChar char="●"/>
            </a:pPr>
            <a:r>
              <a:rPr lang="en" sz="1400">
                <a:solidFill>
                  <a:schemeClr val="lt1"/>
                </a:solidFill>
              </a:rPr>
              <a:t>Different models emphasize different statistics</a:t>
            </a:r>
            <a:endParaRPr sz="1400">
              <a:solidFill>
                <a:schemeClr val="lt1"/>
              </a:solidFill>
            </a:endParaRPr>
          </a:p>
          <a:p>
            <a:pPr indent="-317500" lvl="0" marL="457200" rtl="0" algn="l">
              <a:spcBef>
                <a:spcPts val="0"/>
              </a:spcBef>
              <a:spcAft>
                <a:spcPts val="0"/>
              </a:spcAft>
              <a:buClr>
                <a:schemeClr val="lt1"/>
              </a:buClr>
              <a:buSzPts val="1400"/>
              <a:buChar char="●"/>
            </a:pPr>
            <a:r>
              <a:rPr lang="en" sz="1400">
                <a:solidFill>
                  <a:schemeClr val="lt1"/>
                </a:solidFill>
              </a:rPr>
              <a:t>Variation across models helps reduce bias</a:t>
            </a:r>
            <a:endParaRPr sz="1400">
              <a:solidFill>
                <a:schemeClr val="lt1"/>
              </a:solidFill>
            </a:endParaRPr>
          </a:p>
        </p:txBody>
      </p:sp>
      <p:sp>
        <p:nvSpPr>
          <p:cNvPr id="11402" name="Google Shape;11402;p1437"/>
          <p:cNvSpPr txBox="1"/>
          <p:nvPr>
            <p:ph idx="4294967295" type="subTitle"/>
          </p:nvPr>
        </p:nvSpPr>
        <p:spPr>
          <a:xfrm>
            <a:off x="891150" y="1260975"/>
            <a:ext cx="3159900" cy="4317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a:solidFill>
                  <a:schemeClr val="lt1"/>
                </a:solidFill>
                <a:latin typeface="Alfa Slab One"/>
                <a:ea typeface="Alfa Slab One"/>
                <a:cs typeface="Alfa Slab One"/>
                <a:sym typeface="Alfa Slab One"/>
              </a:rPr>
              <a:t>Comparing Model Outputs</a:t>
            </a:r>
            <a:endParaRPr>
              <a:solidFill>
                <a:schemeClr val="lt1"/>
              </a:solidFill>
              <a:latin typeface="Alfa Slab One"/>
              <a:ea typeface="Alfa Slab One"/>
              <a:cs typeface="Alfa Slab One"/>
              <a:sym typeface="Alfa Slab One"/>
            </a:endParaRPr>
          </a:p>
        </p:txBody>
      </p:sp>
      <p:sp>
        <p:nvSpPr>
          <p:cNvPr id="11403" name="Google Shape;11403;p1437"/>
          <p:cNvSpPr txBox="1"/>
          <p:nvPr>
            <p:ph idx="4294967295" type="subTitle"/>
          </p:nvPr>
        </p:nvSpPr>
        <p:spPr>
          <a:xfrm>
            <a:off x="3887200" y="1629250"/>
            <a:ext cx="4455300" cy="2543100"/>
          </a:xfrm>
          <a:prstGeom prst="rect">
            <a:avLst/>
          </a:prstGeom>
        </p:spPr>
        <p:txBody>
          <a:bodyPr anchorCtr="0" anchor="t" bIns="91425" lIns="91425" spcFirstLastPara="1" rIns="91425" wrap="square" tIns="91425">
            <a:noAutofit/>
          </a:bodyPr>
          <a:lstStyle/>
          <a:p>
            <a:pPr indent="-317500" lvl="0" marL="457200" rtl="0" algn="l">
              <a:lnSpc>
                <a:spcPct val="115000"/>
              </a:lnSpc>
              <a:spcBef>
                <a:spcPts val="0"/>
              </a:spcBef>
              <a:spcAft>
                <a:spcPts val="0"/>
              </a:spcAft>
              <a:buClr>
                <a:schemeClr val="lt1"/>
              </a:buClr>
              <a:buSzPts val="1400"/>
              <a:buChar char="●"/>
            </a:pPr>
            <a:r>
              <a:rPr lang="en" sz="1400">
                <a:solidFill>
                  <a:schemeClr val="lt1"/>
                </a:solidFill>
              </a:rPr>
              <a:t>Final prediction = average of three model probabilities</a:t>
            </a:r>
            <a:endParaRPr sz="1400">
              <a:solidFill>
                <a:schemeClr val="lt1"/>
              </a:solidFill>
            </a:endParaRPr>
          </a:p>
          <a:p>
            <a:pPr indent="-317500" lvl="0" marL="457200" rtl="0" algn="l">
              <a:lnSpc>
                <a:spcPct val="115000"/>
              </a:lnSpc>
              <a:spcBef>
                <a:spcPts val="0"/>
              </a:spcBef>
              <a:spcAft>
                <a:spcPts val="0"/>
              </a:spcAft>
              <a:buClr>
                <a:schemeClr val="lt1"/>
              </a:buClr>
              <a:buSzPts val="1400"/>
              <a:buChar char="●"/>
            </a:pPr>
            <a:r>
              <a:rPr lang="en" sz="1400">
                <a:solidFill>
                  <a:schemeClr val="lt1"/>
                </a:solidFill>
              </a:rPr>
              <a:t>Formula:</a:t>
            </a:r>
            <a:endParaRPr sz="1400">
              <a:solidFill>
                <a:schemeClr val="lt1"/>
              </a:solidFill>
            </a:endParaRPr>
          </a:p>
          <a:p>
            <a:pPr indent="0" lvl="0" marL="0" rtl="0" algn="l">
              <a:lnSpc>
                <a:spcPct val="115000"/>
              </a:lnSpc>
              <a:spcBef>
                <a:spcPts val="1200"/>
              </a:spcBef>
              <a:spcAft>
                <a:spcPts val="0"/>
              </a:spcAft>
              <a:buNone/>
            </a:pPr>
            <a:r>
              <a:t/>
            </a:r>
            <a:endParaRPr sz="1400">
              <a:solidFill>
                <a:schemeClr val="lt1"/>
              </a:solidFill>
            </a:endParaRPr>
          </a:p>
          <a:p>
            <a:pPr indent="-317500" lvl="0" marL="457200" rtl="0" algn="l">
              <a:lnSpc>
                <a:spcPct val="115000"/>
              </a:lnSpc>
              <a:spcBef>
                <a:spcPts val="1200"/>
              </a:spcBef>
              <a:spcAft>
                <a:spcPts val="0"/>
              </a:spcAft>
              <a:buClr>
                <a:schemeClr val="lt1"/>
              </a:buClr>
              <a:buSzPts val="1400"/>
              <a:buChar char="●"/>
            </a:pPr>
            <a:r>
              <a:rPr lang="en" sz="1400">
                <a:solidFill>
                  <a:schemeClr val="lt1"/>
                </a:solidFill>
              </a:rPr>
              <a:t>Sort players by combined All-Star probability</a:t>
            </a:r>
            <a:endParaRPr sz="1400">
              <a:solidFill>
                <a:schemeClr val="lt1"/>
              </a:solidFill>
            </a:endParaRPr>
          </a:p>
          <a:p>
            <a:pPr indent="-317500" lvl="0" marL="457200" rtl="0" algn="l">
              <a:lnSpc>
                <a:spcPct val="115000"/>
              </a:lnSpc>
              <a:spcBef>
                <a:spcPts val="0"/>
              </a:spcBef>
              <a:spcAft>
                <a:spcPts val="0"/>
              </a:spcAft>
              <a:buClr>
                <a:schemeClr val="lt1"/>
              </a:buClr>
              <a:buSzPts val="1400"/>
              <a:buChar char="●"/>
            </a:pPr>
            <a:r>
              <a:rPr lang="en" sz="1400">
                <a:solidFill>
                  <a:schemeClr val="lt1"/>
                </a:solidFill>
              </a:rPr>
              <a:t>Set top-k players to 1 for All Star Prediction</a:t>
            </a:r>
            <a:endParaRPr sz="1400">
              <a:solidFill>
                <a:schemeClr val="lt1"/>
              </a:solidFill>
            </a:endParaRPr>
          </a:p>
          <a:p>
            <a:pPr indent="-317500" lvl="1" marL="914400" rtl="0" algn="l">
              <a:lnSpc>
                <a:spcPct val="115000"/>
              </a:lnSpc>
              <a:spcBef>
                <a:spcPts val="0"/>
              </a:spcBef>
              <a:spcAft>
                <a:spcPts val="0"/>
              </a:spcAft>
              <a:buClr>
                <a:schemeClr val="lt1"/>
              </a:buClr>
              <a:buSzPts val="1400"/>
              <a:buChar char="○"/>
            </a:pPr>
            <a:r>
              <a:rPr lang="en">
                <a:solidFill>
                  <a:schemeClr val="lt1"/>
                </a:solidFill>
              </a:rPr>
              <a:t>Compare with actual label</a:t>
            </a:r>
            <a:endParaRPr sz="1400">
              <a:solidFill>
                <a:schemeClr val="lt1"/>
              </a:solidFill>
            </a:endParaRPr>
          </a:p>
          <a:p>
            <a:pPr indent="-317500" lvl="0" marL="457200" rtl="0" algn="l">
              <a:spcBef>
                <a:spcPts val="0"/>
              </a:spcBef>
              <a:spcAft>
                <a:spcPts val="0"/>
              </a:spcAft>
              <a:buClr>
                <a:schemeClr val="lt1"/>
              </a:buClr>
              <a:buSzPts val="1400"/>
              <a:buChar char="●"/>
            </a:pPr>
            <a:r>
              <a:rPr lang="en" sz="1400">
                <a:solidFill>
                  <a:schemeClr val="lt1"/>
                </a:solidFill>
              </a:rPr>
              <a:t>Produced top predicted All-Stars list</a:t>
            </a:r>
            <a:endParaRPr sz="1400">
              <a:solidFill>
                <a:schemeClr val="lt1"/>
              </a:solidFill>
            </a:endParaRPr>
          </a:p>
          <a:p>
            <a:pPr indent="-317500" lvl="0" marL="457200" rtl="0" algn="l">
              <a:lnSpc>
                <a:spcPct val="115000"/>
              </a:lnSpc>
              <a:spcBef>
                <a:spcPts val="0"/>
              </a:spcBef>
              <a:spcAft>
                <a:spcPts val="0"/>
              </a:spcAft>
              <a:buClr>
                <a:schemeClr val="lt1"/>
              </a:buClr>
              <a:buSzPts val="1400"/>
              <a:buChar char="●"/>
            </a:pPr>
            <a:r>
              <a:rPr lang="en" sz="1400">
                <a:solidFill>
                  <a:schemeClr val="lt1"/>
                </a:solidFill>
              </a:rPr>
              <a:t>More stable than any single model</a:t>
            </a:r>
            <a:endParaRPr sz="1400">
              <a:solidFill>
                <a:schemeClr val="lt1"/>
              </a:solidFill>
            </a:endParaRPr>
          </a:p>
          <a:p>
            <a:pPr indent="-317500" lvl="0" marL="457200" rtl="0" algn="l">
              <a:lnSpc>
                <a:spcPct val="115000"/>
              </a:lnSpc>
              <a:spcBef>
                <a:spcPts val="0"/>
              </a:spcBef>
              <a:spcAft>
                <a:spcPts val="0"/>
              </a:spcAft>
              <a:buClr>
                <a:schemeClr val="lt1"/>
              </a:buClr>
              <a:buSzPts val="1400"/>
              <a:buChar char="●"/>
            </a:pPr>
            <a:r>
              <a:rPr lang="en" sz="1400">
                <a:solidFill>
                  <a:schemeClr val="lt1"/>
                </a:solidFill>
              </a:rPr>
              <a:t>Ensemble performed best overall</a:t>
            </a:r>
            <a:endParaRPr sz="1400">
              <a:solidFill>
                <a:schemeClr val="lt1"/>
              </a:solidFill>
            </a:endParaRPr>
          </a:p>
        </p:txBody>
      </p:sp>
      <p:sp>
        <p:nvSpPr>
          <p:cNvPr id="11404" name="Google Shape;11404;p1437"/>
          <p:cNvSpPr txBox="1"/>
          <p:nvPr>
            <p:ph idx="4294967295" type="subTitle"/>
          </p:nvPr>
        </p:nvSpPr>
        <p:spPr>
          <a:xfrm>
            <a:off x="3925000" y="1197550"/>
            <a:ext cx="4379700" cy="4317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solidFill>
                  <a:schemeClr val="lt1"/>
                </a:solidFill>
                <a:latin typeface="Alfa Slab One"/>
                <a:ea typeface="Alfa Slab One"/>
                <a:cs typeface="Alfa Slab One"/>
                <a:sym typeface="Alfa Slab One"/>
              </a:rPr>
              <a:t>Ensemble Method → Final Output</a:t>
            </a:r>
            <a:endParaRPr>
              <a:solidFill>
                <a:schemeClr val="lt1"/>
              </a:solidFill>
              <a:latin typeface="Alfa Slab One"/>
              <a:ea typeface="Alfa Slab One"/>
              <a:cs typeface="Alfa Slab One"/>
              <a:sym typeface="Alfa Slab One"/>
            </a:endParaRPr>
          </a:p>
        </p:txBody>
      </p:sp>
      <p:grpSp>
        <p:nvGrpSpPr>
          <p:cNvPr id="11405" name="Google Shape;11405;p1437"/>
          <p:cNvGrpSpPr/>
          <p:nvPr/>
        </p:nvGrpSpPr>
        <p:grpSpPr>
          <a:xfrm>
            <a:off x="3619250" y="1096238"/>
            <a:ext cx="431700" cy="3723600"/>
            <a:chOff x="3619250" y="1096238"/>
            <a:chExt cx="431700" cy="3723600"/>
          </a:xfrm>
        </p:grpSpPr>
        <p:cxnSp>
          <p:nvCxnSpPr>
            <p:cNvPr id="11406" name="Google Shape;11406;p1437"/>
            <p:cNvCxnSpPr>
              <a:stCxn id="11407" idx="0"/>
            </p:cNvCxnSpPr>
            <p:nvPr/>
          </p:nvCxnSpPr>
          <p:spPr>
            <a:xfrm rot="10800000">
              <a:off x="3835100" y="1096238"/>
              <a:ext cx="0" cy="3291900"/>
            </a:xfrm>
            <a:prstGeom prst="straightConnector1">
              <a:avLst/>
            </a:prstGeom>
            <a:noFill/>
            <a:ln cap="flat" cmpd="sng" w="38100">
              <a:solidFill>
                <a:schemeClr val="accent1"/>
              </a:solidFill>
              <a:prstDash val="dash"/>
              <a:round/>
              <a:headEnd len="med" w="med" type="none"/>
              <a:tailEnd len="med" w="med" type="none"/>
            </a:ln>
          </p:spPr>
        </p:cxnSp>
        <p:sp>
          <p:nvSpPr>
            <p:cNvPr id="11407" name="Google Shape;11407;p1437"/>
            <p:cNvSpPr/>
            <p:nvPr/>
          </p:nvSpPr>
          <p:spPr>
            <a:xfrm>
              <a:off x="3619250" y="4388138"/>
              <a:ext cx="431700" cy="4317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1408" name="Google Shape;11408;p1437" title="Screenshot 2025-12-02 at 9.33.04 PM.png"/>
          <p:cNvPicPr preferRelativeResize="0"/>
          <p:nvPr/>
        </p:nvPicPr>
        <p:blipFill>
          <a:blip r:embed="rId3">
            <a:alphaModFix/>
          </a:blip>
          <a:stretch>
            <a:fillRect/>
          </a:stretch>
        </p:blipFill>
        <p:spPr>
          <a:xfrm>
            <a:off x="5303525" y="2257125"/>
            <a:ext cx="2723050" cy="629250"/>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12" name="Shape 11412"/>
        <p:cNvGrpSpPr/>
        <p:nvPr/>
      </p:nvGrpSpPr>
      <p:grpSpPr>
        <a:xfrm>
          <a:off x="0" y="0"/>
          <a:ext cx="0" cy="0"/>
          <a:chOff x="0" y="0"/>
          <a:chExt cx="0" cy="0"/>
        </a:xfrm>
      </p:grpSpPr>
      <p:sp>
        <p:nvSpPr>
          <p:cNvPr id="11413" name="Google Shape;11413;p1438"/>
          <p:cNvSpPr txBox="1"/>
          <p:nvPr>
            <p:ph type="title"/>
          </p:nvPr>
        </p:nvSpPr>
        <p:spPr>
          <a:xfrm>
            <a:off x="713250" y="739900"/>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Challenge (Model 1)</a:t>
            </a:r>
            <a:endParaRPr/>
          </a:p>
          <a:p>
            <a:pPr indent="0" lvl="0" marL="0" rtl="0" algn="l">
              <a:spcBef>
                <a:spcPts val="0"/>
              </a:spcBef>
              <a:spcAft>
                <a:spcPts val="0"/>
              </a:spcAft>
              <a:buNone/>
            </a:pPr>
            <a:r>
              <a:t/>
            </a:r>
            <a:endParaRPr/>
          </a:p>
        </p:txBody>
      </p:sp>
      <p:sp>
        <p:nvSpPr>
          <p:cNvPr id="11414" name="Google Shape;11414;p1438"/>
          <p:cNvSpPr txBox="1"/>
          <p:nvPr>
            <p:ph idx="4294967295" type="subTitle"/>
          </p:nvPr>
        </p:nvSpPr>
        <p:spPr>
          <a:xfrm>
            <a:off x="818325" y="1260575"/>
            <a:ext cx="7545300" cy="3381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600">
                <a:solidFill>
                  <a:schemeClr val="lt1"/>
                </a:solidFill>
              </a:rPr>
              <a:t>Drastic Class Imbalance </a:t>
            </a:r>
            <a:endParaRPr sz="1600">
              <a:solidFill>
                <a:schemeClr val="lt1"/>
              </a:solidFill>
            </a:endParaRPr>
          </a:p>
          <a:p>
            <a:pPr indent="-330200" lvl="0" marL="457200" rtl="0" algn="l">
              <a:lnSpc>
                <a:spcPct val="100000"/>
              </a:lnSpc>
              <a:spcBef>
                <a:spcPts val="0"/>
              </a:spcBef>
              <a:spcAft>
                <a:spcPts val="0"/>
              </a:spcAft>
              <a:buClr>
                <a:schemeClr val="lt1"/>
              </a:buClr>
              <a:buSzPts val="1600"/>
              <a:buChar char="-"/>
            </a:pPr>
            <a:r>
              <a:rPr lang="en" sz="1600">
                <a:solidFill>
                  <a:schemeClr val="lt1"/>
                </a:solidFill>
              </a:rPr>
              <a:t>~500 players per season</a:t>
            </a:r>
            <a:endParaRPr sz="1600">
              <a:solidFill>
                <a:schemeClr val="lt1"/>
              </a:solidFill>
            </a:endParaRPr>
          </a:p>
          <a:p>
            <a:pPr indent="-330200" lvl="0" marL="457200" rtl="0" algn="l">
              <a:lnSpc>
                <a:spcPct val="100000"/>
              </a:lnSpc>
              <a:spcBef>
                <a:spcPts val="0"/>
              </a:spcBef>
              <a:spcAft>
                <a:spcPts val="0"/>
              </a:spcAft>
              <a:buClr>
                <a:schemeClr val="lt1"/>
              </a:buClr>
              <a:buSzPts val="1600"/>
              <a:buChar char="-"/>
            </a:pPr>
            <a:r>
              <a:rPr lang="en" sz="1600">
                <a:solidFill>
                  <a:schemeClr val="lt1"/>
                </a:solidFill>
              </a:rPr>
              <a:t>Only 24 all star players</a:t>
            </a:r>
            <a:endParaRPr sz="1600">
              <a:solidFill>
                <a:schemeClr val="lt1"/>
              </a:solidFill>
            </a:endParaRPr>
          </a:p>
          <a:p>
            <a:pPr indent="-330200" lvl="1" marL="914400" rtl="0" algn="l">
              <a:lnSpc>
                <a:spcPct val="100000"/>
              </a:lnSpc>
              <a:spcBef>
                <a:spcPts val="0"/>
              </a:spcBef>
              <a:spcAft>
                <a:spcPts val="0"/>
              </a:spcAft>
              <a:buClr>
                <a:schemeClr val="lt1"/>
              </a:buClr>
              <a:buSzPts val="1600"/>
              <a:buChar char="-"/>
            </a:pPr>
            <a:r>
              <a:rPr lang="en" sz="1600">
                <a:solidFill>
                  <a:schemeClr val="lt1"/>
                </a:solidFill>
              </a:rPr>
              <a:t>~5% of the target labels are 1 (All Star); rest are 0 (Non-All star)</a:t>
            </a:r>
            <a:endParaRPr sz="1600">
              <a:solidFill>
                <a:schemeClr val="lt1"/>
              </a:solidFill>
            </a:endParaRPr>
          </a:p>
          <a:p>
            <a:pPr indent="-330200" lvl="0" marL="457200" rtl="0" algn="l">
              <a:lnSpc>
                <a:spcPct val="100000"/>
              </a:lnSpc>
              <a:spcBef>
                <a:spcPts val="0"/>
              </a:spcBef>
              <a:spcAft>
                <a:spcPts val="0"/>
              </a:spcAft>
              <a:buClr>
                <a:schemeClr val="lt1"/>
              </a:buClr>
              <a:buSzPts val="1600"/>
              <a:buChar char="-"/>
            </a:pPr>
            <a:r>
              <a:rPr lang="en" sz="1600">
                <a:solidFill>
                  <a:schemeClr val="lt1"/>
                </a:solidFill>
              </a:rPr>
              <a:t>Accuracy is not a good error metric</a:t>
            </a:r>
            <a:endParaRPr sz="1600">
              <a:solidFill>
                <a:schemeClr val="lt1"/>
              </a:solidFill>
            </a:endParaRPr>
          </a:p>
          <a:p>
            <a:pPr indent="-317500" lvl="0" marL="457200" rtl="0" algn="l">
              <a:lnSpc>
                <a:spcPct val="100000"/>
              </a:lnSpc>
              <a:spcBef>
                <a:spcPts val="0"/>
              </a:spcBef>
              <a:spcAft>
                <a:spcPts val="0"/>
              </a:spcAft>
              <a:buClr>
                <a:schemeClr val="lt1"/>
              </a:buClr>
              <a:buSzPts val="1400"/>
              <a:buFont typeface="Arial"/>
              <a:buChar char="-"/>
            </a:pPr>
            <a:r>
              <a:rPr lang="en" sz="1600">
                <a:solidFill>
                  <a:schemeClr val="lt1"/>
                </a:solidFill>
              </a:rPr>
              <a:t>Solution:</a:t>
            </a:r>
            <a:endParaRPr sz="1600">
              <a:solidFill>
                <a:schemeClr val="lt1"/>
              </a:solidFill>
            </a:endParaRPr>
          </a:p>
          <a:p>
            <a:pPr indent="-317500" lvl="1" marL="914400" rtl="0" algn="l">
              <a:lnSpc>
                <a:spcPct val="100000"/>
              </a:lnSpc>
              <a:spcBef>
                <a:spcPts val="0"/>
              </a:spcBef>
              <a:spcAft>
                <a:spcPts val="0"/>
              </a:spcAft>
              <a:buClr>
                <a:schemeClr val="lt1"/>
              </a:buClr>
              <a:buSzPts val="1400"/>
              <a:buFont typeface="Arial"/>
              <a:buChar char="-"/>
            </a:pPr>
            <a:r>
              <a:rPr lang="en" sz="1600">
                <a:solidFill>
                  <a:schemeClr val="lt1"/>
                </a:solidFill>
              </a:rPr>
              <a:t>Focus on precision, recall, f1</a:t>
            </a:r>
            <a:endParaRPr sz="1800">
              <a:solidFill>
                <a:schemeClr val="lt1"/>
              </a:solidFill>
            </a:endParaRPr>
          </a:p>
        </p:txBody>
      </p:sp>
      <p:grpSp>
        <p:nvGrpSpPr>
          <p:cNvPr id="11415" name="Google Shape;11415;p1438"/>
          <p:cNvGrpSpPr/>
          <p:nvPr/>
        </p:nvGrpSpPr>
        <p:grpSpPr>
          <a:xfrm flipH="1">
            <a:off x="818314" y="3839834"/>
            <a:ext cx="671616" cy="653889"/>
            <a:chOff x="4118953" y="3491044"/>
            <a:chExt cx="697782" cy="679365"/>
          </a:xfrm>
        </p:grpSpPr>
        <p:sp>
          <p:nvSpPr>
            <p:cNvPr id="11416" name="Google Shape;11416;p1438"/>
            <p:cNvSpPr/>
            <p:nvPr/>
          </p:nvSpPr>
          <p:spPr>
            <a:xfrm>
              <a:off x="4261978" y="3517864"/>
              <a:ext cx="66577" cy="60619"/>
            </a:xfrm>
            <a:custGeom>
              <a:rect b="b" l="l" r="r" t="t"/>
              <a:pathLst>
                <a:path extrusionOk="0" h="2554" w="2805">
                  <a:moveTo>
                    <a:pt x="315" y="1"/>
                  </a:moveTo>
                  <a:cubicBezTo>
                    <a:pt x="252" y="85"/>
                    <a:pt x="189" y="168"/>
                    <a:pt x="126" y="252"/>
                  </a:cubicBezTo>
                  <a:cubicBezTo>
                    <a:pt x="85" y="315"/>
                    <a:pt x="43" y="377"/>
                    <a:pt x="1" y="419"/>
                  </a:cubicBezTo>
                  <a:cubicBezTo>
                    <a:pt x="1026" y="880"/>
                    <a:pt x="2051" y="1591"/>
                    <a:pt x="2595" y="2554"/>
                  </a:cubicBezTo>
                  <a:cubicBezTo>
                    <a:pt x="2595" y="2512"/>
                    <a:pt x="2616" y="2470"/>
                    <a:pt x="2637" y="2428"/>
                  </a:cubicBezTo>
                  <a:cubicBezTo>
                    <a:pt x="2637" y="2407"/>
                    <a:pt x="2637" y="2386"/>
                    <a:pt x="2658" y="2365"/>
                  </a:cubicBezTo>
                  <a:cubicBezTo>
                    <a:pt x="2658" y="2344"/>
                    <a:pt x="2679" y="2344"/>
                    <a:pt x="2679" y="2323"/>
                  </a:cubicBezTo>
                  <a:cubicBezTo>
                    <a:pt x="2679" y="2302"/>
                    <a:pt x="2679" y="2302"/>
                    <a:pt x="2679" y="2302"/>
                  </a:cubicBezTo>
                  <a:cubicBezTo>
                    <a:pt x="2679" y="2282"/>
                    <a:pt x="2679" y="2282"/>
                    <a:pt x="2700" y="2261"/>
                  </a:cubicBezTo>
                  <a:cubicBezTo>
                    <a:pt x="2700" y="2261"/>
                    <a:pt x="2700" y="2240"/>
                    <a:pt x="2700" y="2240"/>
                  </a:cubicBezTo>
                  <a:cubicBezTo>
                    <a:pt x="2700" y="2219"/>
                    <a:pt x="2700" y="2219"/>
                    <a:pt x="2721" y="2198"/>
                  </a:cubicBezTo>
                  <a:cubicBezTo>
                    <a:pt x="2721" y="2177"/>
                    <a:pt x="2721" y="2177"/>
                    <a:pt x="2721" y="2177"/>
                  </a:cubicBezTo>
                  <a:cubicBezTo>
                    <a:pt x="2721" y="2156"/>
                    <a:pt x="2721" y="2156"/>
                    <a:pt x="2721" y="2135"/>
                  </a:cubicBezTo>
                  <a:cubicBezTo>
                    <a:pt x="2742" y="2114"/>
                    <a:pt x="2742" y="2093"/>
                    <a:pt x="2742" y="2072"/>
                  </a:cubicBezTo>
                  <a:cubicBezTo>
                    <a:pt x="2742" y="2051"/>
                    <a:pt x="2763" y="2030"/>
                    <a:pt x="2763" y="2010"/>
                  </a:cubicBezTo>
                  <a:cubicBezTo>
                    <a:pt x="2763" y="2010"/>
                    <a:pt x="2763" y="2010"/>
                    <a:pt x="2763" y="1989"/>
                  </a:cubicBezTo>
                  <a:cubicBezTo>
                    <a:pt x="2763" y="1989"/>
                    <a:pt x="2763" y="1968"/>
                    <a:pt x="2763" y="1947"/>
                  </a:cubicBezTo>
                  <a:cubicBezTo>
                    <a:pt x="2763" y="1947"/>
                    <a:pt x="2763" y="1947"/>
                    <a:pt x="2784" y="1926"/>
                  </a:cubicBezTo>
                  <a:cubicBezTo>
                    <a:pt x="2784" y="1926"/>
                    <a:pt x="2784" y="1905"/>
                    <a:pt x="2784" y="1884"/>
                  </a:cubicBezTo>
                  <a:cubicBezTo>
                    <a:pt x="2784" y="1884"/>
                    <a:pt x="2784" y="1884"/>
                    <a:pt x="2784" y="1863"/>
                  </a:cubicBezTo>
                  <a:cubicBezTo>
                    <a:pt x="2784" y="1842"/>
                    <a:pt x="2784" y="1821"/>
                    <a:pt x="2784" y="1800"/>
                  </a:cubicBezTo>
                  <a:cubicBezTo>
                    <a:pt x="2805" y="1779"/>
                    <a:pt x="2805" y="1758"/>
                    <a:pt x="2805" y="1758"/>
                  </a:cubicBezTo>
                  <a:cubicBezTo>
                    <a:pt x="2805" y="1738"/>
                    <a:pt x="2805" y="1738"/>
                    <a:pt x="2805" y="1738"/>
                  </a:cubicBezTo>
                  <a:cubicBezTo>
                    <a:pt x="2805" y="1717"/>
                    <a:pt x="2805" y="1696"/>
                    <a:pt x="2805" y="1696"/>
                  </a:cubicBezTo>
                  <a:cubicBezTo>
                    <a:pt x="2805" y="1675"/>
                    <a:pt x="2805" y="1675"/>
                    <a:pt x="2805" y="1675"/>
                  </a:cubicBezTo>
                  <a:cubicBezTo>
                    <a:pt x="2805" y="1654"/>
                    <a:pt x="2805" y="1633"/>
                    <a:pt x="2805" y="1633"/>
                  </a:cubicBezTo>
                  <a:cubicBezTo>
                    <a:pt x="2805" y="1612"/>
                    <a:pt x="2805" y="1612"/>
                    <a:pt x="2805" y="1612"/>
                  </a:cubicBezTo>
                  <a:cubicBezTo>
                    <a:pt x="2805" y="1591"/>
                    <a:pt x="2805" y="1570"/>
                    <a:pt x="2805" y="1549"/>
                  </a:cubicBezTo>
                  <a:lnTo>
                    <a:pt x="2805" y="1528"/>
                  </a:lnTo>
                  <a:cubicBezTo>
                    <a:pt x="2805" y="1528"/>
                    <a:pt x="2805" y="1507"/>
                    <a:pt x="2805" y="1486"/>
                  </a:cubicBezTo>
                  <a:cubicBezTo>
                    <a:pt x="2805" y="1486"/>
                    <a:pt x="2805" y="1486"/>
                    <a:pt x="2805" y="1465"/>
                  </a:cubicBezTo>
                  <a:cubicBezTo>
                    <a:pt x="2805" y="1465"/>
                    <a:pt x="2805" y="1445"/>
                    <a:pt x="2805" y="1424"/>
                  </a:cubicBezTo>
                  <a:cubicBezTo>
                    <a:pt x="2805" y="1424"/>
                    <a:pt x="2805" y="1424"/>
                    <a:pt x="2805" y="1403"/>
                  </a:cubicBezTo>
                  <a:cubicBezTo>
                    <a:pt x="2805" y="1403"/>
                    <a:pt x="2805" y="1382"/>
                    <a:pt x="2805" y="1361"/>
                  </a:cubicBezTo>
                  <a:cubicBezTo>
                    <a:pt x="2805" y="1361"/>
                    <a:pt x="2805" y="1340"/>
                    <a:pt x="2805" y="1340"/>
                  </a:cubicBezTo>
                  <a:cubicBezTo>
                    <a:pt x="2805" y="1319"/>
                    <a:pt x="2805" y="1319"/>
                    <a:pt x="2805" y="1298"/>
                  </a:cubicBezTo>
                  <a:cubicBezTo>
                    <a:pt x="2805" y="1277"/>
                    <a:pt x="2805" y="1277"/>
                    <a:pt x="2805" y="1277"/>
                  </a:cubicBezTo>
                  <a:cubicBezTo>
                    <a:pt x="2805" y="1256"/>
                    <a:pt x="2805" y="1256"/>
                    <a:pt x="2805" y="1235"/>
                  </a:cubicBezTo>
                  <a:cubicBezTo>
                    <a:pt x="2805" y="1235"/>
                    <a:pt x="2805" y="1214"/>
                    <a:pt x="2805" y="1214"/>
                  </a:cubicBezTo>
                  <a:cubicBezTo>
                    <a:pt x="2805" y="1193"/>
                    <a:pt x="2805" y="1193"/>
                    <a:pt x="2805" y="1173"/>
                  </a:cubicBezTo>
                  <a:cubicBezTo>
                    <a:pt x="2805" y="1173"/>
                    <a:pt x="2805" y="1173"/>
                    <a:pt x="2784" y="1152"/>
                  </a:cubicBezTo>
                  <a:cubicBezTo>
                    <a:pt x="2784" y="1131"/>
                    <a:pt x="2784" y="1131"/>
                    <a:pt x="2784" y="1110"/>
                  </a:cubicBezTo>
                  <a:cubicBezTo>
                    <a:pt x="2784" y="1089"/>
                    <a:pt x="2784" y="1089"/>
                    <a:pt x="2784" y="1068"/>
                  </a:cubicBezTo>
                  <a:cubicBezTo>
                    <a:pt x="2784" y="1068"/>
                    <a:pt x="2784" y="1047"/>
                    <a:pt x="2784" y="1047"/>
                  </a:cubicBezTo>
                  <a:cubicBezTo>
                    <a:pt x="2784" y="1026"/>
                    <a:pt x="2784" y="1026"/>
                    <a:pt x="2763" y="1026"/>
                  </a:cubicBezTo>
                  <a:cubicBezTo>
                    <a:pt x="2763" y="1005"/>
                    <a:pt x="2763" y="1005"/>
                    <a:pt x="2763" y="984"/>
                  </a:cubicBezTo>
                  <a:cubicBezTo>
                    <a:pt x="2763" y="984"/>
                    <a:pt x="2763" y="963"/>
                    <a:pt x="2763" y="963"/>
                  </a:cubicBezTo>
                  <a:cubicBezTo>
                    <a:pt x="2763" y="942"/>
                    <a:pt x="2763" y="942"/>
                    <a:pt x="2763" y="942"/>
                  </a:cubicBezTo>
                  <a:cubicBezTo>
                    <a:pt x="2742" y="921"/>
                    <a:pt x="2742" y="901"/>
                    <a:pt x="2742" y="880"/>
                  </a:cubicBezTo>
                  <a:cubicBezTo>
                    <a:pt x="2742" y="859"/>
                    <a:pt x="2742" y="859"/>
                    <a:pt x="2742" y="859"/>
                  </a:cubicBezTo>
                  <a:cubicBezTo>
                    <a:pt x="2742" y="838"/>
                    <a:pt x="2742" y="838"/>
                    <a:pt x="2721" y="817"/>
                  </a:cubicBezTo>
                  <a:cubicBezTo>
                    <a:pt x="2721" y="817"/>
                    <a:pt x="2721" y="817"/>
                    <a:pt x="2721" y="796"/>
                  </a:cubicBezTo>
                  <a:cubicBezTo>
                    <a:pt x="2721" y="796"/>
                    <a:pt x="2721" y="775"/>
                    <a:pt x="2721" y="775"/>
                  </a:cubicBezTo>
                  <a:cubicBezTo>
                    <a:pt x="2721" y="754"/>
                    <a:pt x="2721" y="754"/>
                    <a:pt x="2700" y="754"/>
                  </a:cubicBezTo>
                  <a:cubicBezTo>
                    <a:pt x="2700" y="733"/>
                    <a:pt x="2700" y="733"/>
                    <a:pt x="2700" y="712"/>
                  </a:cubicBezTo>
                  <a:cubicBezTo>
                    <a:pt x="2700" y="712"/>
                    <a:pt x="2700" y="712"/>
                    <a:pt x="2700" y="691"/>
                  </a:cubicBezTo>
                  <a:cubicBezTo>
                    <a:pt x="2679" y="670"/>
                    <a:pt x="2679" y="649"/>
                    <a:pt x="2679" y="629"/>
                  </a:cubicBezTo>
                  <a:cubicBezTo>
                    <a:pt x="2679" y="629"/>
                    <a:pt x="2658" y="629"/>
                    <a:pt x="2658" y="608"/>
                  </a:cubicBezTo>
                  <a:cubicBezTo>
                    <a:pt x="2658" y="608"/>
                    <a:pt x="2658" y="587"/>
                    <a:pt x="2658" y="587"/>
                  </a:cubicBezTo>
                  <a:cubicBezTo>
                    <a:pt x="2658" y="587"/>
                    <a:pt x="2658" y="566"/>
                    <a:pt x="2637" y="566"/>
                  </a:cubicBezTo>
                  <a:cubicBezTo>
                    <a:pt x="2637" y="545"/>
                    <a:pt x="2637" y="545"/>
                    <a:pt x="2637" y="524"/>
                  </a:cubicBezTo>
                  <a:cubicBezTo>
                    <a:pt x="2616" y="503"/>
                    <a:pt x="2616" y="482"/>
                    <a:pt x="2616" y="482"/>
                  </a:cubicBezTo>
                  <a:cubicBezTo>
                    <a:pt x="2365" y="377"/>
                    <a:pt x="2051" y="357"/>
                    <a:pt x="1738" y="315"/>
                  </a:cubicBezTo>
                  <a:cubicBezTo>
                    <a:pt x="1277" y="273"/>
                    <a:pt x="796" y="231"/>
                    <a:pt x="315" y="1"/>
                  </a:cubicBezTo>
                  <a:close/>
                </a:path>
              </a:pathLst>
            </a:custGeom>
            <a:solidFill>
              <a:srgbClr val="E95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1438"/>
            <p:cNvSpPr/>
            <p:nvPr/>
          </p:nvSpPr>
          <p:spPr>
            <a:xfrm>
              <a:off x="4205371" y="3541694"/>
              <a:ext cx="43221" cy="62114"/>
            </a:xfrm>
            <a:custGeom>
              <a:rect b="b" l="l" r="r" t="t"/>
              <a:pathLst>
                <a:path extrusionOk="0" h="2617" w="1821">
                  <a:moveTo>
                    <a:pt x="1399" y="0"/>
                  </a:moveTo>
                  <a:cubicBezTo>
                    <a:pt x="1095" y="0"/>
                    <a:pt x="810" y="128"/>
                    <a:pt x="566" y="315"/>
                  </a:cubicBezTo>
                  <a:cubicBezTo>
                    <a:pt x="356" y="461"/>
                    <a:pt x="147" y="671"/>
                    <a:pt x="1" y="838"/>
                  </a:cubicBezTo>
                  <a:cubicBezTo>
                    <a:pt x="22" y="985"/>
                    <a:pt x="42" y="1110"/>
                    <a:pt x="84" y="1236"/>
                  </a:cubicBezTo>
                  <a:cubicBezTo>
                    <a:pt x="84" y="1257"/>
                    <a:pt x="105" y="1278"/>
                    <a:pt x="105" y="1298"/>
                  </a:cubicBezTo>
                  <a:cubicBezTo>
                    <a:pt x="105" y="1298"/>
                    <a:pt x="105" y="1298"/>
                    <a:pt x="105" y="1319"/>
                  </a:cubicBezTo>
                  <a:cubicBezTo>
                    <a:pt x="105" y="1319"/>
                    <a:pt x="126" y="1340"/>
                    <a:pt x="126" y="1361"/>
                  </a:cubicBezTo>
                  <a:cubicBezTo>
                    <a:pt x="126" y="1361"/>
                    <a:pt x="126" y="1361"/>
                    <a:pt x="126" y="1382"/>
                  </a:cubicBezTo>
                  <a:cubicBezTo>
                    <a:pt x="126" y="1382"/>
                    <a:pt x="147" y="1403"/>
                    <a:pt x="147" y="1424"/>
                  </a:cubicBezTo>
                  <a:cubicBezTo>
                    <a:pt x="147" y="1424"/>
                    <a:pt x="147" y="1424"/>
                    <a:pt x="147" y="1445"/>
                  </a:cubicBezTo>
                  <a:cubicBezTo>
                    <a:pt x="168" y="1445"/>
                    <a:pt x="168" y="1466"/>
                    <a:pt x="168" y="1487"/>
                  </a:cubicBezTo>
                  <a:cubicBezTo>
                    <a:pt x="168" y="1487"/>
                    <a:pt x="168" y="1487"/>
                    <a:pt x="168" y="1508"/>
                  </a:cubicBezTo>
                  <a:cubicBezTo>
                    <a:pt x="189" y="1508"/>
                    <a:pt x="189" y="1529"/>
                    <a:pt x="189" y="1550"/>
                  </a:cubicBezTo>
                  <a:lnTo>
                    <a:pt x="210" y="1550"/>
                  </a:lnTo>
                  <a:cubicBezTo>
                    <a:pt x="210" y="1570"/>
                    <a:pt x="210" y="1591"/>
                    <a:pt x="231" y="1612"/>
                  </a:cubicBezTo>
                  <a:cubicBezTo>
                    <a:pt x="231" y="1633"/>
                    <a:pt x="252" y="1654"/>
                    <a:pt x="252" y="1675"/>
                  </a:cubicBezTo>
                  <a:lnTo>
                    <a:pt x="273" y="1675"/>
                  </a:lnTo>
                  <a:cubicBezTo>
                    <a:pt x="273" y="1696"/>
                    <a:pt x="273" y="1717"/>
                    <a:pt x="294" y="1717"/>
                  </a:cubicBezTo>
                  <a:cubicBezTo>
                    <a:pt x="294" y="1738"/>
                    <a:pt x="294" y="1738"/>
                    <a:pt x="294" y="1738"/>
                  </a:cubicBezTo>
                  <a:cubicBezTo>
                    <a:pt x="294" y="1759"/>
                    <a:pt x="314" y="1759"/>
                    <a:pt x="314" y="1780"/>
                  </a:cubicBezTo>
                  <a:cubicBezTo>
                    <a:pt x="314" y="1780"/>
                    <a:pt x="314" y="1780"/>
                    <a:pt x="335" y="1801"/>
                  </a:cubicBezTo>
                  <a:cubicBezTo>
                    <a:pt x="335" y="1801"/>
                    <a:pt x="356" y="1822"/>
                    <a:pt x="356" y="1842"/>
                  </a:cubicBezTo>
                  <a:cubicBezTo>
                    <a:pt x="398" y="1926"/>
                    <a:pt x="461" y="1989"/>
                    <a:pt x="503" y="2073"/>
                  </a:cubicBezTo>
                  <a:lnTo>
                    <a:pt x="524" y="2073"/>
                  </a:lnTo>
                  <a:cubicBezTo>
                    <a:pt x="524" y="2094"/>
                    <a:pt x="545" y="2094"/>
                    <a:pt x="545" y="2114"/>
                  </a:cubicBezTo>
                  <a:cubicBezTo>
                    <a:pt x="545" y="2114"/>
                    <a:pt x="566" y="2114"/>
                    <a:pt x="566" y="2135"/>
                  </a:cubicBezTo>
                  <a:cubicBezTo>
                    <a:pt x="566" y="2135"/>
                    <a:pt x="586" y="2156"/>
                    <a:pt x="586" y="2177"/>
                  </a:cubicBezTo>
                  <a:lnTo>
                    <a:pt x="607" y="2177"/>
                  </a:lnTo>
                  <a:cubicBezTo>
                    <a:pt x="607" y="2198"/>
                    <a:pt x="628" y="2198"/>
                    <a:pt x="628" y="2219"/>
                  </a:cubicBezTo>
                  <a:cubicBezTo>
                    <a:pt x="649" y="2219"/>
                    <a:pt x="649" y="2219"/>
                    <a:pt x="649" y="2240"/>
                  </a:cubicBezTo>
                  <a:cubicBezTo>
                    <a:pt x="649" y="2240"/>
                    <a:pt x="670" y="2261"/>
                    <a:pt x="670" y="2261"/>
                  </a:cubicBezTo>
                  <a:cubicBezTo>
                    <a:pt x="691" y="2261"/>
                    <a:pt x="691" y="2282"/>
                    <a:pt x="691" y="2282"/>
                  </a:cubicBezTo>
                  <a:cubicBezTo>
                    <a:pt x="712" y="2282"/>
                    <a:pt x="712" y="2303"/>
                    <a:pt x="733" y="2303"/>
                  </a:cubicBezTo>
                  <a:cubicBezTo>
                    <a:pt x="733" y="2324"/>
                    <a:pt x="733" y="2324"/>
                    <a:pt x="733" y="2324"/>
                  </a:cubicBezTo>
                  <a:cubicBezTo>
                    <a:pt x="754" y="2345"/>
                    <a:pt x="754" y="2345"/>
                    <a:pt x="775" y="2366"/>
                  </a:cubicBezTo>
                  <a:lnTo>
                    <a:pt x="796" y="2366"/>
                  </a:lnTo>
                  <a:cubicBezTo>
                    <a:pt x="796" y="2386"/>
                    <a:pt x="817" y="2386"/>
                    <a:pt x="817" y="2407"/>
                  </a:cubicBezTo>
                  <a:lnTo>
                    <a:pt x="838" y="2407"/>
                  </a:lnTo>
                  <a:cubicBezTo>
                    <a:pt x="838" y="2428"/>
                    <a:pt x="858" y="2428"/>
                    <a:pt x="879" y="2449"/>
                  </a:cubicBezTo>
                  <a:cubicBezTo>
                    <a:pt x="879" y="2449"/>
                    <a:pt x="879" y="2449"/>
                    <a:pt x="879" y="2470"/>
                  </a:cubicBezTo>
                  <a:cubicBezTo>
                    <a:pt x="900" y="2470"/>
                    <a:pt x="900" y="2491"/>
                    <a:pt x="921" y="2491"/>
                  </a:cubicBezTo>
                  <a:cubicBezTo>
                    <a:pt x="921" y="2491"/>
                    <a:pt x="921" y="2491"/>
                    <a:pt x="942" y="2512"/>
                  </a:cubicBezTo>
                  <a:cubicBezTo>
                    <a:pt x="942" y="2512"/>
                    <a:pt x="963" y="2533"/>
                    <a:pt x="963" y="2533"/>
                  </a:cubicBezTo>
                  <a:cubicBezTo>
                    <a:pt x="984" y="2533"/>
                    <a:pt x="984" y="2533"/>
                    <a:pt x="984" y="2554"/>
                  </a:cubicBezTo>
                  <a:cubicBezTo>
                    <a:pt x="1005" y="2554"/>
                    <a:pt x="1005" y="2575"/>
                    <a:pt x="1026" y="2575"/>
                  </a:cubicBezTo>
                  <a:lnTo>
                    <a:pt x="1047" y="2575"/>
                  </a:lnTo>
                  <a:cubicBezTo>
                    <a:pt x="1047" y="2596"/>
                    <a:pt x="1068" y="2617"/>
                    <a:pt x="1089" y="2617"/>
                  </a:cubicBezTo>
                  <a:cubicBezTo>
                    <a:pt x="1089" y="2449"/>
                    <a:pt x="1110" y="2282"/>
                    <a:pt x="1131" y="2094"/>
                  </a:cubicBezTo>
                  <a:cubicBezTo>
                    <a:pt x="1214" y="1424"/>
                    <a:pt x="1465" y="713"/>
                    <a:pt x="1821" y="85"/>
                  </a:cubicBezTo>
                  <a:cubicBezTo>
                    <a:pt x="1678" y="26"/>
                    <a:pt x="1536" y="0"/>
                    <a:pt x="1399" y="0"/>
                  </a:cubicBezTo>
                  <a:close/>
                </a:path>
              </a:pathLst>
            </a:custGeom>
            <a:solidFill>
              <a:srgbClr val="E95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1438"/>
            <p:cNvSpPr/>
            <p:nvPr/>
          </p:nvSpPr>
          <p:spPr>
            <a:xfrm>
              <a:off x="4253054" y="3530776"/>
              <a:ext cx="68547" cy="81482"/>
            </a:xfrm>
            <a:custGeom>
              <a:rect b="b" l="l" r="r" t="t"/>
              <a:pathLst>
                <a:path extrusionOk="0" h="3433" w="2888">
                  <a:moveTo>
                    <a:pt x="293" y="1"/>
                  </a:moveTo>
                  <a:cubicBezTo>
                    <a:pt x="189" y="168"/>
                    <a:pt x="105" y="315"/>
                    <a:pt x="0" y="482"/>
                  </a:cubicBezTo>
                  <a:cubicBezTo>
                    <a:pt x="754" y="901"/>
                    <a:pt x="1088" y="2302"/>
                    <a:pt x="1318" y="3307"/>
                  </a:cubicBezTo>
                  <a:cubicBezTo>
                    <a:pt x="1339" y="3349"/>
                    <a:pt x="1339" y="3390"/>
                    <a:pt x="1339" y="3432"/>
                  </a:cubicBezTo>
                  <a:cubicBezTo>
                    <a:pt x="1465" y="3390"/>
                    <a:pt x="1590" y="3349"/>
                    <a:pt x="1695" y="3286"/>
                  </a:cubicBezTo>
                  <a:cubicBezTo>
                    <a:pt x="1716" y="3286"/>
                    <a:pt x="1737" y="3265"/>
                    <a:pt x="1758" y="3265"/>
                  </a:cubicBezTo>
                  <a:cubicBezTo>
                    <a:pt x="1779" y="3265"/>
                    <a:pt x="1800" y="3244"/>
                    <a:pt x="1821" y="3244"/>
                  </a:cubicBezTo>
                  <a:cubicBezTo>
                    <a:pt x="1842" y="3223"/>
                    <a:pt x="1842" y="3223"/>
                    <a:pt x="1862" y="3202"/>
                  </a:cubicBezTo>
                  <a:cubicBezTo>
                    <a:pt x="1883" y="3202"/>
                    <a:pt x="1904" y="3181"/>
                    <a:pt x="1925" y="3181"/>
                  </a:cubicBezTo>
                  <a:cubicBezTo>
                    <a:pt x="1946" y="3160"/>
                    <a:pt x="1967" y="3160"/>
                    <a:pt x="1967" y="3139"/>
                  </a:cubicBezTo>
                  <a:lnTo>
                    <a:pt x="1988" y="3139"/>
                  </a:lnTo>
                  <a:cubicBezTo>
                    <a:pt x="1988" y="3118"/>
                    <a:pt x="2009" y="3118"/>
                    <a:pt x="2030" y="3098"/>
                  </a:cubicBezTo>
                  <a:cubicBezTo>
                    <a:pt x="2051" y="3098"/>
                    <a:pt x="2072" y="3077"/>
                    <a:pt x="2072" y="3077"/>
                  </a:cubicBezTo>
                  <a:lnTo>
                    <a:pt x="2093" y="3077"/>
                  </a:lnTo>
                  <a:cubicBezTo>
                    <a:pt x="2093" y="3056"/>
                    <a:pt x="2114" y="3035"/>
                    <a:pt x="2135" y="3035"/>
                  </a:cubicBezTo>
                  <a:cubicBezTo>
                    <a:pt x="2155" y="3014"/>
                    <a:pt x="2176" y="3014"/>
                    <a:pt x="2176" y="2993"/>
                  </a:cubicBezTo>
                  <a:cubicBezTo>
                    <a:pt x="2197" y="2972"/>
                    <a:pt x="2218" y="2972"/>
                    <a:pt x="2239" y="2951"/>
                  </a:cubicBezTo>
                  <a:cubicBezTo>
                    <a:pt x="2260" y="2930"/>
                    <a:pt x="2260" y="2930"/>
                    <a:pt x="2281" y="2909"/>
                  </a:cubicBezTo>
                  <a:cubicBezTo>
                    <a:pt x="2302" y="2888"/>
                    <a:pt x="2323" y="2888"/>
                    <a:pt x="2323" y="2867"/>
                  </a:cubicBezTo>
                  <a:cubicBezTo>
                    <a:pt x="2344" y="2846"/>
                    <a:pt x="2365" y="2846"/>
                    <a:pt x="2386" y="2826"/>
                  </a:cubicBezTo>
                  <a:cubicBezTo>
                    <a:pt x="2386" y="2805"/>
                    <a:pt x="2407" y="2805"/>
                    <a:pt x="2427" y="2784"/>
                  </a:cubicBezTo>
                  <a:cubicBezTo>
                    <a:pt x="2448" y="2763"/>
                    <a:pt x="2448" y="2763"/>
                    <a:pt x="2469" y="2742"/>
                  </a:cubicBezTo>
                  <a:cubicBezTo>
                    <a:pt x="2490" y="2721"/>
                    <a:pt x="2490" y="2700"/>
                    <a:pt x="2511" y="2700"/>
                  </a:cubicBezTo>
                  <a:cubicBezTo>
                    <a:pt x="2532" y="2679"/>
                    <a:pt x="2532" y="2658"/>
                    <a:pt x="2553" y="2637"/>
                  </a:cubicBezTo>
                  <a:cubicBezTo>
                    <a:pt x="2574" y="2616"/>
                    <a:pt x="2574" y="2616"/>
                    <a:pt x="2595" y="2595"/>
                  </a:cubicBezTo>
                  <a:cubicBezTo>
                    <a:pt x="2616" y="2574"/>
                    <a:pt x="2616" y="2554"/>
                    <a:pt x="2637" y="2554"/>
                  </a:cubicBezTo>
                  <a:cubicBezTo>
                    <a:pt x="2637" y="2533"/>
                    <a:pt x="2658" y="2512"/>
                    <a:pt x="2679" y="2491"/>
                  </a:cubicBezTo>
                  <a:cubicBezTo>
                    <a:pt x="2679" y="2470"/>
                    <a:pt x="2699" y="2449"/>
                    <a:pt x="2720" y="2449"/>
                  </a:cubicBezTo>
                  <a:cubicBezTo>
                    <a:pt x="2720" y="2428"/>
                    <a:pt x="2741" y="2407"/>
                    <a:pt x="2741" y="2386"/>
                  </a:cubicBezTo>
                  <a:cubicBezTo>
                    <a:pt x="2804" y="2323"/>
                    <a:pt x="2846" y="2240"/>
                    <a:pt x="2888" y="2156"/>
                  </a:cubicBezTo>
                  <a:cubicBezTo>
                    <a:pt x="2386" y="1194"/>
                    <a:pt x="1339" y="482"/>
                    <a:pt x="314" y="22"/>
                  </a:cubicBezTo>
                  <a:cubicBezTo>
                    <a:pt x="293" y="22"/>
                    <a:pt x="293" y="22"/>
                    <a:pt x="293" y="1"/>
                  </a:cubicBezTo>
                  <a:close/>
                </a:path>
              </a:pathLst>
            </a:custGeom>
            <a:solidFill>
              <a:srgbClr val="E95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1438"/>
            <p:cNvSpPr/>
            <p:nvPr/>
          </p:nvSpPr>
          <p:spPr>
            <a:xfrm>
              <a:off x="4234683" y="3545183"/>
              <a:ext cx="47185" cy="70042"/>
            </a:xfrm>
            <a:custGeom>
              <a:rect b="b" l="l" r="r" t="t"/>
              <a:pathLst>
                <a:path extrusionOk="0" h="2951" w="1988">
                  <a:moveTo>
                    <a:pt x="712" y="1"/>
                  </a:moveTo>
                  <a:cubicBezTo>
                    <a:pt x="377" y="607"/>
                    <a:pt x="126" y="1298"/>
                    <a:pt x="42" y="1967"/>
                  </a:cubicBezTo>
                  <a:cubicBezTo>
                    <a:pt x="0" y="2177"/>
                    <a:pt x="0" y="2386"/>
                    <a:pt x="0" y="2574"/>
                  </a:cubicBezTo>
                  <a:cubicBezTo>
                    <a:pt x="21" y="2574"/>
                    <a:pt x="42" y="2595"/>
                    <a:pt x="42" y="2595"/>
                  </a:cubicBezTo>
                  <a:lnTo>
                    <a:pt x="63" y="2595"/>
                  </a:lnTo>
                  <a:cubicBezTo>
                    <a:pt x="63" y="2616"/>
                    <a:pt x="84" y="2616"/>
                    <a:pt x="105" y="2616"/>
                  </a:cubicBezTo>
                  <a:cubicBezTo>
                    <a:pt x="126" y="2637"/>
                    <a:pt x="147" y="2658"/>
                    <a:pt x="188" y="2658"/>
                  </a:cubicBezTo>
                  <a:cubicBezTo>
                    <a:pt x="188" y="2679"/>
                    <a:pt x="209" y="2679"/>
                    <a:pt x="209" y="2679"/>
                  </a:cubicBezTo>
                  <a:cubicBezTo>
                    <a:pt x="230" y="2679"/>
                    <a:pt x="230" y="2700"/>
                    <a:pt x="230" y="2700"/>
                  </a:cubicBezTo>
                  <a:lnTo>
                    <a:pt x="272" y="2700"/>
                  </a:lnTo>
                  <a:cubicBezTo>
                    <a:pt x="272" y="2721"/>
                    <a:pt x="272" y="2721"/>
                    <a:pt x="293" y="2721"/>
                  </a:cubicBezTo>
                  <a:cubicBezTo>
                    <a:pt x="293" y="2721"/>
                    <a:pt x="314" y="2721"/>
                    <a:pt x="335" y="2742"/>
                  </a:cubicBezTo>
                  <a:lnTo>
                    <a:pt x="377" y="2742"/>
                  </a:lnTo>
                  <a:cubicBezTo>
                    <a:pt x="377" y="2763"/>
                    <a:pt x="377" y="2763"/>
                    <a:pt x="398" y="2763"/>
                  </a:cubicBezTo>
                  <a:lnTo>
                    <a:pt x="419" y="2763"/>
                  </a:lnTo>
                  <a:cubicBezTo>
                    <a:pt x="440" y="2783"/>
                    <a:pt x="440" y="2783"/>
                    <a:pt x="440" y="2783"/>
                  </a:cubicBezTo>
                  <a:lnTo>
                    <a:pt x="481" y="2783"/>
                  </a:lnTo>
                  <a:cubicBezTo>
                    <a:pt x="481" y="2804"/>
                    <a:pt x="502" y="2804"/>
                    <a:pt x="502" y="2804"/>
                  </a:cubicBezTo>
                  <a:cubicBezTo>
                    <a:pt x="523" y="2804"/>
                    <a:pt x="544" y="2804"/>
                    <a:pt x="565" y="2825"/>
                  </a:cubicBezTo>
                  <a:cubicBezTo>
                    <a:pt x="586" y="2825"/>
                    <a:pt x="607" y="2825"/>
                    <a:pt x="607" y="2846"/>
                  </a:cubicBezTo>
                  <a:lnTo>
                    <a:pt x="670" y="2846"/>
                  </a:lnTo>
                  <a:cubicBezTo>
                    <a:pt x="691" y="2846"/>
                    <a:pt x="691" y="2846"/>
                    <a:pt x="691" y="2867"/>
                  </a:cubicBezTo>
                  <a:lnTo>
                    <a:pt x="753" y="2867"/>
                  </a:lnTo>
                  <a:cubicBezTo>
                    <a:pt x="774" y="2888"/>
                    <a:pt x="795" y="2888"/>
                    <a:pt x="837" y="2888"/>
                  </a:cubicBezTo>
                  <a:lnTo>
                    <a:pt x="858" y="2888"/>
                  </a:lnTo>
                  <a:cubicBezTo>
                    <a:pt x="858" y="2888"/>
                    <a:pt x="879" y="2909"/>
                    <a:pt x="900" y="2909"/>
                  </a:cubicBezTo>
                  <a:lnTo>
                    <a:pt x="1004" y="2909"/>
                  </a:lnTo>
                  <a:cubicBezTo>
                    <a:pt x="1025" y="2930"/>
                    <a:pt x="1025" y="2930"/>
                    <a:pt x="1046" y="2930"/>
                  </a:cubicBezTo>
                  <a:lnTo>
                    <a:pt x="1235" y="2930"/>
                  </a:lnTo>
                  <a:cubicBezTo>
                    <a:pt x="1256" y="2930"/>
                    <a:pt x="1276" y="2930"/>
                    <a:pt x="1297" y="2951"/>
                  </a:cubicBezTo>
                  <a:lnTo>
                    <a:pt x="1381" y="2951"/>
                  </a:lnTo>
                  <a:cubicBezTo>
                    <a:pt x="1402" y="2951"/>
                    <a:pt x="1423" y="2930"/>
                    <a:pt x="1444" y="2930"/>
                  </a:cubicBezTo>
                  <a:lnTo>
                    <a:pt x="1674" y="2930"/>
                  </a:lnTo>
                  <a:cubicBezTo>
                    <a:pt x="1674" y="2930"/>
                    <a:pt x="1695" y="2909"/>
                    <a:pt x="1695" y="2909"/>
                  </a:cubicBezTo>
                  <a:lnTo>
                    <a:pt x="1820" y="2909"/>
                  </a:lnTo>
                  <a:cubicBezTo>
                    <a:pt x="1820" y="2888"/>
                    <a:pt x="1841" y="2888"/>
                    <a:pt x="1841" y="2888"/>
                  </a:cubicBezTo>
                  <a:lnTo>
                    <a:pt x="1904" y="2888"/>
                  </a:lnTo>
                  <a:cubicBezTo>
                    <a:pt x="1925" y="2867"/>
                    <a:pt x="1946" y="2867"/>
                    <a:pt x="1967" y="2867"/>
                  </a:cubicBezTo>
                  <a:lnTo>
                    <a:pt x="1988" y="2867"/>
                  </a:lnTo>
                  <a:cubicBezTo>
                    <a:pt x="1967" y="2825"/>
                    <a:pt x="1967" y="2783"/>
                    <a:pt x="1946" y="2742"/>
                  </a:cubicBezTo>
                  <a:cubicBezTo>
                    <a:pt x="1716" y="1758"/>
                    <a:pt x="1402" y="377"/>
                    <a:pt x="712" y="1"/>
                  </a:cubicBezTo>
                  <a:close/>
                </a:path>
              </a:pathLst>
            </a:custGeom>
            <a:solidFill>
              <a:srgbClr val="E95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1438"/>
            <p:cNvSpPr/>
            <p:nvPr/>
          </p:nvSpPr>
          <p:spPr>
            <a:xfrm>
              <a:off x="4218282" y="3494034"/>
              <a:ext cx="47707" cy="32802"/>
            </a:xfrm>
            <a:custGeom>
              <a:rect b="b" l="l" r="r" t="t"/>
              <a:pathLst>
                <a:path extrusionOk="0" h="1382" w="2010">
                  <a:moveTo>
                    <a:pt x="1235" y="1"/>
                  </a:moveTo>
                  <a:cubicBezTo>
                    <a:pt x="1214" y="1"/>
                    <a:pt x="1172" y="21"/>
                    <a:pt x="1151" y="21"/>
                  </a:cubicBezTo>
                  <a:cubicBezTo>
                    <a:pt x="1089" y="42"/>
                    <a:pt x="1026" y="63"/>
                    <a:pt x="984" y="105"/>
                  </a:cubicBezTo>
                  <a:lnTo>
                    <a:pt x="963" y="105"/>
                  </a:lnTo>
                  <a:cubicBezTo>
                    <a:pt x="921" y="126"/>
                    <a:pt x="859" y="147"/>
                    <a:pt x="796" y="189"/>
                  </a:cubicBezTo>
                  <a:cubicBezTo>
                    <a:pt x="733" y="210"/>
                    <a:pt x="691" y="252"/>
                    <a:pt x="628" y="273"/>
                  </a:cubicBezTo>
                  <a:cubicBezTo>
                    <a:pt x="587" y="314"/>
                    <a:pt x="524" y="356"/>
                    <a:pt x="482" y="377"/>
                  </a:cubicBezTo>
                  <a:cubicBezTo>
                    <a:pt x="482" y="377"/>
                    <a:pt x="482" y="398"/>
                    <a:pt x="482" y="398"/>
                  </a:cubicBezTo>
                  <a:cubicBezTo>
                    <a:pt x="419" y="419"/>
                    <a:pt x="377" y="461"/>
                    <a:pt x="335" y="503"/>
                  </a:cubicBezTo>
                  <a:cubicBezTo>
                    <a:pt x="273" y="545"/>
                    <a:pt x="231" y="586"/>
                    <a:pt x="189" y="628"/>
                  </a:cubicBezTo>
                  <a:lnTo>
                    <a:pt x="189" y="649"/>
                  </a:lnTo>
                  <a:cubicBezTo>
                    <a:pt x="147" y="691"/>
                    <a:pt x="105" y="733"/>
                    <a:pt x="63" y="775"/>
                  </a:cubicBezTo>
                  <a:cubicBezTo>
                    <a:pt x="42" y="796"/>
                    <a:pt x="22" y="837"/>
                    <a:pt x="1" y="858"/>
                  </a:cubicBezTo>
                  <a:cubicBezTo>
                    <a:pt x="503" y="942"/>
                    <a:pt x="1089" y="1109"/>
                    <a:pt x="1695" y="1381"/>
                  </a:cubicBezTo>
                  <a:cubicBezTo>
                    <a:pt x="1758" y="1298"/>
                    <a:pt x="1800" y="1235"/>
                    <a:pt x="1842" y="1172"/>
                  </a:cubicBezTo>
                  <a:cubicBezTo>
                    <a:pt x="1905" y="1089"/>
                    <a:pt x="1967" y="1005"/>
                    <a:pt x="2009" y="942"/>
                  </a:cubicBezTo>
                  <a:cubicBezTo>
                    <a:pt x="1444" y="628"/>
                    <a:pt x="1256" y="293"/>
                    <a:pt x="1235" y="1"/>
                  </a:cubicBezTo>
                  <a:close/>
                </a:path>
              </a:pathLst>
            </a:custGeom>
            <a:solidFill>
              <a:srgbClr val="E95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1438"/>
            <p:cNvSpPr/>
            <p:nvPr/>
          </p:nvSpPr>
          <p:spPr>
            <a:xfrm>
              <a:off x="4251558" y="3491044"/>
              <a:ext cx="35792" cy="22382"/>
            </a:xfrm>
            <a:custGeom>
              <a:rect b="b" l="l" r="r" t="t"/>
              <a:pathLst>
                <a:path extrusionOk="0" h="943" w="1508">
                  <a:moveTo>
                    <a:pt x="356" y="1"/>
                  </a:moveTo>
                  <a:cubicBezTo>
                    <a:pt x="335" y="1"/>
                    <a:pt x="314" y="22"/>
                    <a:pt x="293" y="22"/>
                  </a:cubicBezTo>
                  <a:lnTo>
                    <a:pt x="210" y="22"/>
                  </a:lnTo>
                  <a:cubicBezTo>
                    <a:pt x="147" y="43"/>
                    <a:pt x="63" y="64"/>
                    <a:pt x="1" y="85"/>
                  </a:cubicBezTo>
                  <a:cubicBezTo>
                    <a:pt x="1" y="357"/>
                    <a:pt x="168" y="671"/>
                    <a:pt x="712" y="943"/>
                  </a:cubicBezTo>
                  <a:cubicBezTo>
                    <a:pt x="984" y="608"/>
                    <a:pt x="1256" y="336"/>
                    <a:pt x="1507" y="147"/>
                  </a:cubicBezTo>
                  <a:cubicBezTo>
                    <a:pt x="1486" y="147"/>
                    <a:pt x="1465" y="127"/>
                    <a:pt x="1444" y="127"/>
                  </a:cubicBezTo>
                  <a:cubicBezTo>
                    <a:pt x="1423" y="106"/>
                    <a:pt x="1402" y="106"/>
                    <a:pt x="1381" y="106"/>
                  </a:cubicBezTo>
                  <a:cubicBezTo>
                    <a:pt x="1361" y="85"/>
                    <a:pt x="1340" y="85"/>
                    <a:pt x="1319" y="85"/>
                  </a:cubicBezTo>
                  <a:lnTo>
                    <a:pt x="1298" y="85"/>
                  </a:lnTo>
                  <a:cubicBezTo>
                    <a:pt x="1277" y="85"/>
                    <a:pt x="1256" y="64"/>
                    <a:pt x="1235" y="64"/>
                  </a:cubicBezTo>
                  <a:cubicBezTo>
                    <a:pt x="1214" y="64"/>
                    <a:pt x="1172" y="43"/>
                    <a:pt x="1151" y="43"/>
                  </a:cubicBezTo>
                  <a:lnTo>
                    <a:pt x="1089" y="43"/>
                  </a:lnTo>
                  <a:cubicBezTo>
                    <a:pt x="1068" y="22"/>
                    <a:pt x="1068" y="22"/>
                    <a:pt x="1047" y="22"/>
                  </a:cubicBezTo>
                  <a:lnTo>
                    <a:pt x="984" y="22"/>
                  </a:lnTo>
                  <a:cubicBezTo>
                    <a:pt x="963" y="22"/>
                    <a:pt x="942" y="22"/>
                    <a:pt x="921" y="1"/>
                  </a:cubicBezTo>
                  <a:close/>
                </a:path>
              </a:pathLst>
            </a:custGeom>
            <a:solidFill>
              <a:srgbClr val="E95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1438"/>
            <p:cNvSpPr/>
            <p:nvPr/>
          </p:nvSpPr>
          <p:spPr>
            <a:xfrm>
              <a:off x="4271923" y="3496028"/>
              <a:ext cx="50176" cy="28814"/>
            </a:xfrm>
            <a:custGeom>
              <a:rect b="b" l="l" r="r" t="t"/>
              <a:pathLst>
                <a:path extrusionOk="0" h="1214" w="2114">
                  <a:moveTo>
                    <a:pt x="816" y="0"/>
                  </a:moveTo>
                  <a:cubicBezTo>
                    <a:pt x="565" y="168"/>
                    <a:pt x="272" y="461"/>
                    <a:pt x="0" y="795"/>
                  </a:cubicBezTo>
                  <a:cubicBezTo>
                    <a:pt x="440" y="1005"/>
                    <a:pt x="900" y="1046"/>
                    <a:pt x="1319" y="1088"/>
                  </a:cubicBezTo>
                  <a:cubicBezTo>
                    <a:pt x="1612" y="1109"/>
                    <a:pt x="1863" y="1151"/>
                    <a:pt x="2114" y="1214"/>
                  </a:cubicBezTo>
                  <a:cubicBezTo>
                    <a:pt x="2051" y="1088"/>
                    <a:pt x="1967" y="963"/>
                    <a:pt x="1884" y="837"/>
                  </a:cubicBezTo>
                  <a:lnTo>
                    <a:pt x="1863" y="837"/>
                  </a:lnTo>
                  <a:cubicBezTo>
                    <a:pt x="1863" y="816"/>
                    <a:pt x="1842" y="795"/>
                    <a:pt x="1842" y="795"/>
                  </a:cubicBezTo>
                  <a:cubicBezTo>
                    <a:pt x="1821" y="774"/>
                    <a:pt x="1821" y="753"/>
                    <a:pt x="1800" y="753"/>
                  </a:cubicBezTo>
                  <a:cubicBezTo>
                    <a:pt x="1800" y="753"/>
                    <a:pt x="1800" y="733"/>
                    <a:pt x="1800" y="733"/>
                  </a:cubicBezTo>
                  <a:cubicBezTo>
                    <a:pt x="1737" y="649"/>
                    <a:pt x="1653" y="586"/>
                    <a:pt x="1570" y="502"/>
                  </a:cubicBezTo>
                  <a:cubicBezTo>
                    <a:pt x="1570" y="481"/>
                    <a:pt x="1549" y="481"/>
                    <a:pt x="1528" y="461"/>
                  </a:cubicBezTo>
                  <a:cubicBezTo>
                    <a:pt x="1507" y="440"/>
                    <a:pt x="1507" y="440"/>
                    <a:pt x="1486" y="419"/>
                  </a:cubicBezTo>
                  <a:cubicBezTo>
                    <a:pt x="1465" y="398"/>
                    <a:pt x="1465" y="398"/>
                    <a:pt x="1444" y="398"/>
                  </a:cubicBezTo>
                  <a:cubicBezTo>
                    <a:pt x="1444" y="377"/>
                    <a:pt x="1444" y="377"/>
                    <a:pt x="1444" y="377"/>
                  </a:cubicBezTo>
                  <a:cubicBezTo>
                    <a:pt x="1423" y="377"/>
                    <a:pt x="1423" y="356"/>
                    <a:pt x="1402" y="356"/>
                  </a:cubicBezTo>
                  <a:cubicBezTo>
                    <a:pt x="1402" y="356"/>
                    <a:pt x="1402" y="335"/>
                    <a:pt x="1402" y="335"/>
                  </a:cubicBezTo>
                  <a:cubicBezTo>
                    <a:pt x="1381" y="335"/>
                    <a:pt x="1360" y="314"/>
                    <a:pt x="1360" y="314"/>
                  </a:cubicBezTo>
                  <a:lnTo>
                    <a:pt x="1340" y="314"/>
                  </a:lnTo>
                  <a:cubicBezTo>
                    <a:pt x="1298" y="272"/>
                    <a:pt x="1235" y="230"/>
                    <a:pt x="1193" y="189"/>
                  </a:cubicBezTo>
                  <a:lnTo>
                    <a:pt x="1172" y="189"/>
                  </a:lnTo>
                  <a:cubicBezTo>
                    <a:pt x="1151" y="168"/>
                    <a:pt x="1151" y="168"/>
                    <a:pt x="1130" y="168"/>
                  </a:cubicBezTo>
                  <a:cubicBezTo>
                    <a:pt x="1130" y="168"/>
                    <a:pt x="1130" y="147"/>
                    <a:pt x="1109" y="147"/>
                  </a:cubicBezTo>
                  <a:cubicBezTo>
                    <a:pt x="1109" y="147"/>
                    <a:pt x="1088" y="147"/>
                    <a:pt x="1088" y="126"/>
                  </a:cubicBezTo>
                  <a:lnTo>
                    <a:pt x="1067" y="126"/>
                  </a:lnTo>
                  <a:cubicBezTo>
                    <a:pt x="1047" y="105"/>
                    <a:pt x="1047" y="105"/>
                    <a:pt x="1026" y="105"/>
                  </a:cubicBezTo>
                  <a:cubicBezTo>
                    <a:pt x="1026" y="105"/>
                    <a:pt x="1026" y="105"/>
                    <a:pt x="1005" y="84"/>
                  </a:cubicBezTo>
                  <a:lnTo>
                    <a:pt x="984" y="84"/>
                  </a:lnTo>
                  <a:cubicBezTo>
                    <a:pt x="963" y="63"/>
                    <a:pt x="963" y="63"/>
                    <a:pt x="963" y="63"/>
                  </a:cubicBezTo>
                  <a:cubicBezTo>
                    <a:pt x="942" y="63"/>
                    <a:pt x="942" y="63"/>
                    <a:pt x="921" y="42"/>
                  </a:cubicBezTo>
                  <a:lnTo>
                    <a:pt x="900" y="42"/>
                  </a:lnTo>
                  <a:cubicBezTo>
                    <a:pt x="879" y="21"/>
                    <a:pt x="879" y="21"/>
                    <a:pt x="858" y="21"/>
                  </a:cubicBezTo>
                  <a:lnTo>
                    <a:pt x="837" y="21"/>
                  </a:lnTo>
                  <a:cubicBezTo>
                    <a:pt x="837" y="0"/>
                    <a:pt x="816" y="0"/>
                    <a:pt x="816" y="0"/>
                  </a:cubicBezTo>
                  <a:close/>
                </a:path>
              </a:pathLst>
            </a:custGeom>
            <a:solidFill>
              <a:srgbClr val="E95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1438"/>
            <p:cNvSpPr/>
            <p:nvPr/>
          </p:nvSpPr>
          <p:spPr>
            <a:xfrm>
              <a:off x="4204374" y="3517366"/>
              <a:ext cx="52170" cy="39756"/>
            </a:xfrm>
            <a:custGeom>
              <a:rect b="b" l="l" r="r" t="t"/>
              <a:pathLst>
                <a:path extrusionOk="0" h="1675" w="2198">
                  <a:moveTo>
                    <a:pt x="482" y="1"/>
                  </a:moveTo>
                  <a:cubicBezTo>
                    <a:pt x="461" y="22"/>
                    <a:pt x="461" y="43"/>
                    <a:pt x="461" y="43"/>
                  </a:cubicBezTo>
                  <a:cubicBezTo>
                    <a:pt x="440" y="43"/>
                    <a:pt x="440" y="64"/>
                    <a:pt x="440" y="64"/>
                  </a:cubicBezTo>
                  <a:cubicBezTo>
                    <a:pt x="440" y="64"/>
                    <a:pt x="419" y="85"/>
                    <a:pt x="419" y="106"/>
                  </a:cubicBezTo>
                  <a:cubicBezTo>
                    <a:pt x="398" y="126"/>
                    <a:pt x="398" y="126"/>
                    <a:pt x="377" y="147"/>
                  </a:cubicBezTo>
                  <a:cubicBezTo>
                    <a:pt x="377" y="147"/>
                    <a:pt x="377" y="147"/>
                    <a:pt x="377" y="168"/>
                  </a:cubicBezTo>
                  <a:cubicBezTo>
                    <a:pt x="377" y="168"/>
                    <a:pt x="356" y="189"/>
                    <a:pt x="356" y="210"/>
                  </a:cubicBezTo>
                  <a:cubicBezTo>
                    <a:pt x="336" y="231"/>
                    <a:pt x="336" y="231"/>
                    <a:pt x="336" y="252"/>
                  </a:cubicBezTo>
                  <a:cubicBezTo>
                    <a:pt x="315" y="252"/>
                    <a:pt x="315" y="273"/>
                    <a:pt x="315" y="273"/>
                  </a:cubicBezTo>
                  <a:cubicBezTo>
                    <a:pt x="315" y="273"/>
                    <a:pt x="315" y="294"/>
                    <a:pt x="294" y="315"/>
                  </a:cubicBezTo>
                  <a:cubicBezTo>
                    <a:pt x="294" y="315"/>
                    <a:pt x="294" y="315"/>
                    <a:pt x="294" y="336"/>
                  </a:cubicBezTo>
                  <a:cubicBezTo>
                    <a:pt x="273" y="336"/>
                    <a:pt x="273" y="357"/>
                    <a:pt x="273" y="357"/>
                  </a:cubicBezTo>
                  <a:cubicBezTo>
                    <a:pt x="273" y="378"/>
                    <a:pt x="273" y="378"/>
                    <a:pt x="252" y="378"/>
                  </a:cubicBezTo>
                  <a:cubicBezTo>
                    <a:pt x="252" y="398"/>
                    <a:pt x="252" y="398"/>
                    <a:pt x="252" y="419"/>
                  </a:cubicBezTo>
                  <a:cubicBezTo>
                    <a:pt x="231" y="419"/>
                    <a:pt x="231" y="440"/>
                    <a:pt x="231" y="440"/>
                  </a:cubicBezTo>
                  <a:cubicBezTo>
                    <a:pt x="231" y="461"/>
                    <a:pt x="231" y="461"/>
                    <a:pt x="210" y="482"/>
                  </a:cubicBezTo>
                  <a:cubicBezTo>
                    <a:pt x="210" y="482"/>
                    <a:pt x="210" y="503"/>
                    <a:pt x="210" y="503"/>
                  </a:cubicBezTo>
                  <a:cubicBezTo>
                    <a:pt x="210" y="524"/>
                    <a:pt x="210" y="524"/>
                    <a:pt x="189" y="545"/>
                  </a:cubicBezTo>
                  <a:cubicBezTo>
                    <a:pt x="189" y="545"/>
                    <a:pt x="189" y="545"/>
                    <a:pt x="189" y="566"/>
                  </a:cubicBezTo>
                  <a:cubicBezTo>
                    <a:pt x="189" y="566"/>
                    <a:pt x="168" y="587"/>
                    <a:pt x="168" y="587"/>
                  </a:cubicBezTo>
                  <a:cubicBezTo>
                    <a:pt x="168" y="608"/>
                    <a:pt x="168" y="608"/>
                    <a:pt x="168" y="629"/>
                  </a:cubicBezTo>
                  <a:cubicBezTo>
                    <a:pt x="168" y="629"/>
                    <a:pt x="147" y="650"/>
                    <a:pt x="147" y="650"/>
                  </a:cubicBezTo>
                  <a:cubicBezTo>
                    <a:pt x="147" y="670"/>
                    <a:pt x="147" y="670"/>
                    <a:pt x="147" y="691"/>
                  </a:cubicBezTo>
                  <a:cubicBezTo>
                    <a:pt x="147" y="691"/>
                    <a:pt x="126" y="712"/>
                    <a:pt x="126" y="712"/>
                  </a:cubicBezTo>
                  <a:cubicBezTo>
                    <a:pt x="126" y="733"/>
                    <a:pt x="126" y="733"/>
                    <a:pt x="126" y="754"/>
                  </a:cubicBezTo>
                  <a:cubicBezTo>
                    <a:pt x="126" y="754"/>
                    <a:pt x="126" y="775"/>
                    <a:pt x="105" y="775"/>
                  </a:cubicBezTo>
                  <a:cubicBezTo>
                    <a:pt x="105" y="796"/>
                    <a:pt x="105" y="796"/>
                    <a:pt x="105" y="817"/>
                  </a:cubicBezTo>
                  <a:cubicBezTo>
                    <a:pt x="105" y="838"/>
                    <a:pt x="105" y="838"/>
                    <a:pt x="105" y="838"/>
                  </a:cubicBezTo>
                  <a:cubicBezTo>
                    <a:pt x="84" y="859"/>
                    <a:pt x="84" y="880"/>
                    <a:pt x="84" y="901"/>
                  </a:cubicBezTo>
                  <a:cubicBezTo>
                    <a:pt x="84" y="922"/>
                    <a:pt x="64" y="942"/>
                    <a:pt x="64" y="963"/>
                  </a:cubicBezTo>
                  <a:lnTo>
                    <a:pt x="64" y="984"/>
                  </a:lnTo>
                  <a:cubicBezTo>
                    <a:pt x="64" y="1005"/>
                    <a:pt x="64" y="1005"/>
                    <a:pt x="64" y="1026"/>
                  </a:cubicBezTo>
                  <a:cubicBezTo>
                    <a:pt x="64" y="1026"/>
                    <a:pt x="64" y="1047"/>
                    <a:pt x="43" y="1047"/>
                  </a:cubicBezTo>
                  <a:cubicBezTo>
                    <a:pt x="43" y="1068"/>
                    <a:pt x="43" y="1089"/>
                    <a:pt x="43" y="1110"/>
                  </a:cubicBezTo>
                  <a:cubicBezTo>
                    <a:pt x="43" y="1131"/>
                    <a:pt x="43" y="1152"/>
                    <a:pt x="43" y="1152"/>
                  </a:cubicBezTo>
                  <a:cubicBezTo>
                    <a:pt x="43" y="1173"/>
                    <a:pt x="43" y="1173"/>
                    <a:pt x="22" y="1173"/>
                  </a:cubicBezTo>
                  <a:cubicBezTo>
                    <a:pt x="22" y="1194"/>
                    <a:pt x="22" y="1214"/>
                    <a:pt x="22" y="1214"/>
                  </a:cubicBezTo>
                  <a:cubicBezTo>
                    <a:pt x="22" y="1214"/>
                    <a:pt x="22" y="1235"/>
                    <a:pt x="22" y="1235"/>
                  </a:cubicBezTo>
                  <a:cubicBezTo>
                    <a:pt x="22" y="1256"/>
                    <a:pt x="22" y="1277"/>
                    <a:pt x="22" y="1298"/>
                  </a:cubicBezTo>
                  <a:cubicBezTo>
                    <a:pt x="22" y="1298"/>
                    <a:pt x="22" y="1319"/>
                    <a:pt x="22" y="1319"/>
                  </a:cubicBezTo>
                  <a:cubicBezTo>
                    <a:pt x="22" y="1340"/>
                    <a:pt x="22" y="1340"/>
                    <a:pt x="22" y="1340"/>
                  </a:cubicBezTo>
                  <a:cubicBezTo>
                    <a:pt x="22" y="1361"/>
                    <a:pt x="22" y="1361"/>
                    <a:pt x="22" y="1382"/>
                  </a:cubicBezTo>
                  <a:cubicBezTo>
                    <a:pt x="22" y="1382"/>
                    <a:pt x="22" y="1403"/>
                    <a:pt x="22" y="1403"/>
                  </a:cubicBezTo>
                  <a:cubicBezTo>
                    <a:pt x="22" y="1445"/>
                    <a:pt x="1" y="1486"/>
                    <a:pt x="22" y="1528"/>
                  </a:cubicBezTo>
                  <a:cubicBezTo>
                    <a:pt x="22" y="1570"/>
                    <a:pt x="22" y="1633"/>
                    <a:pt x="22" y="1675"/>
                  </a:cubicBezTo>
                  <a:cubicBezTo>
                    <a:pt x="168" y="1507"/>
                    <a:pt x="336" y="1340"/>
                    <a:pt x="524" y="1214"/>
                  </a:cubicBezTo>
                  <a:cubicBezTo>
                    <a:pt x="798" y="1012"/>
                    <a:pt x="1113" y="870"/>
                    <a:pt x="1453" y="870"/>
                  </a:cubicBezTo>
                  <a:cubicBezTo>
                    <a:pt x="1606" y="870"/>
                    <a:pt x="1764" y="899"/>
                    <a:pt x="1926" y="963"/>
                  </a:cubicBezTo>
                  <a:cubicBezTo>
                    <a:pt x="2009" y="817"/>
                    <a:pt x="2114" y="670"/>
                    <a:pt x="2198" y="524"/>
                  </a:cubicBezTo>
                  <a:cubicBezTo>
                    <a:pt x="1591" y="252"/>
                    <a:pt x="984" y="85"/>
                    <a:pt x="482" y="1"/>
                  </a:cubicBezTo>
                  <a:close/>
                </a:path>
              </a:pathLst>
            </a:custGeom>
            <a:solidFill>
              <a:srgbClr val="E95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1438"/>
            <p:cNvSpPr/>
            <p:nvPr/>
          </p:nvSpPr>
          <p:spPr>
            <a:xfrm>
              <a:off x="4118953" y="3638057"/>
              <a:ext cx="176826" cy="136096"/>
            </a:xfrm>
            <a:custGeom>
              <a:rect b="b" l="l" r="r" t="t"/>
              <a:pathLst>
                <a:path extrusionOk="0" h="5734" w="7450">
                  <a:moveTo>
                    <a:pt x="4520" y="544"/>
                  </a:moveTo>
                  <a:cubicBezTo>
                    <a:pt x="4437" y="816"/>
                    <a:pt x="4311" y="1235"/>
                    <a:pt x="4290" y="1507"/>
                  </a:cubicBezTo>
                  <a:lnTo>
                    <a:pt x="3725" y="2030"/>
                  </a:lnTo>
                  <a:lnTo>
                    <a:pt x="3139" y="1507"/>
                  </a:lnTo>
                  <a:cubicBezTo>
                    <a:pt x="3139" y="1235"/>
                    <a:pt x="2993" y="816"/>
                    <a:pt x="2909" y="544"/>
                  </a:cubicBezTo>
                  <a:close/>
                  <a:moveTo>
                    <a:pt x="2721" y="544"/>
                  </a:moveTo>
                  <a:cubicBezTo>
                    <a:pt x="2826" y="795"/>
                    <a:pt x="2972" y="1235"/>
                    <a:pt x="2972" y="1507"/>
                  </a:cubicBezTo>
                  <a:lnTo>
                    <a:pt x="2386" y="2072"/>
                  </a:lnTo>
                  <a:lnTo>
                    <a:pt x="1528" y="1193"/>
                  </a:lnTo>
                  <a:cubicBezTo>
                    <a:pt x="1424" y="921"/>
                    <a:pt x="1319" y="712"/>
                    <a:pt x="1235" y="544"/>
                  </a:cubicBezTo>
                  <a:close/>
                  <a:moveTo>
                    <a:pt x="6194" y="544"/>
                  </a:moveTo>
                  <a:cubicBezTo>
                    <a:pt x="6111" y="712"/>
                    <a:pt x="6006" y="921"/>
                    <a:pt x="5901" y="1193"/>
                  </a:cubicBezTo>
                  <a:lnTo>
                    <a:pt x="5044" y="2072"/>
                  </a:lnTo>
                  <a:lnTo>
                    <a:pt x="4458" y="1507"/>
                  </a:lnTo>
                  <a:cubicBezTo>
                    <a:pt x="4479" y="1235"/>
                    <a:pt x="4625" y="795"/>
                    <a:pt x="4709" y="544"/>
                  </a:cubicBezTo>
                  <a:close/>
                  <a:moveTo>
                    <a:pt x="1633" y="1549"/>
                  </a:moveTo>
                  <a:lnTo>
                    <a:pt x="2261" y="2176"/>
                  </a:lnTo>
                  <a:lnTo>
                    <a:pt x="1863" y="2553"/>
                  </a:lnTo>
                  <a:cubicBezTo>
                    <a:pt x="1800" y="2155"/>
                    <a:pt x="1717" y="1821"/>
                    <a:pt x="1633" y="1549"/>
                  </a:cubicBezTo>
                  <a:close/>
                  <a:moveTo>
                    <a:pt x="5797" y="1549"/>
                  </a:moveTo>
                  <a:lnTo>
                    <a:pt x="5797" y="1549"/>
                  </a:lnTo>
                  <a:cubicBezTo>
                    <a:pt x="5713" y="1821"/>
                    <a:pt x="5650" y="2155"/>
                    <a:pt x="5567" y="2553"/>
                  </a:cubicBezTo>
                  <a:lnTo>
                    <a:pt x="5169" y="2176"/>
                  </a:lnTo>
                  <a:lnTo>
                    <a:pt x="5797" y="1549"/>
                  </a:lnTo>
                  <a:close/>
                  <a:moveTo>
                    <a:pt x="3056" y="1653"/>
                  </a:moveTo>
                  <a:lnTo>
                    <a:pt x="3600" y="2155"/>
                  </a:lnTo>
                  <a:lnTo>
                    <a:pt x="3077" y="2762"/>
                  </a:lnTo>
                  <a:lnTo>
                    <a:pt x="2512" y="2176"/>
                  </a:lnTo>
                  <a:lnTo>
                    <a:pt x="3056" y="1653"/>
                  </a:lnTo>
                  <a:close/>
                  <a:moveTo>
                    <a:pt x="4374" y="1653"/>
                  </a:moveTo>
                  <a:lnTo>
                    <a:pt x="4939" y="2176"/>
                  </a:lnTo>
                  <a:lnTo>
                    <a:pt x="4353" y="2762"/>
                  </a:lnTo>
                  <a:lnTo>
                    <a:pt x="3830" y="2155"/>
                  </a:lnTo>
                  <a:lnTo>
                    <a:pt x="4374" y="1653"/>
                  </a:lnTo>
                  <a:close/>
                  <a:moveTo>
                    <a:pt x="2386" y="2302"/>
                  </a:moveTo>
                  <a:lnTo>
                    <a:pt x="2972" y="2909"/>
                  </a:lnTo>
                  <a:lnTo>
                    <a:pt x="2533" y="3411"/>
                  </a:lnTo>
                  <a:lnTo>
                    <a:pt x="1905" y="2741"/>
                  </a:lnTo>
                  <a:lnTo>
                    <a:pt x="2386" y="2302"/>
                  </a:lnTo>
                  <a:close/>
                  <a:moveTo>
                    <a:pt x="5064" y="2302"/>
                  </a:moveTo>
                  <a:lnTo>
                    <a:pt x="5525" y="2741"/>
                  </a:lnTo>
                  <a:lnTo>
                    <a:pt x="4918" y="3411"/>
                  </a:lnTo>
                  <a:lnTo>
                    <a:pt x="4479" y="2909"/>
                  </a:lnTo>
                  <a:lnTo>
                    <a:pt x="5064" y="2302"/>
                  </a:lnTo>
                  <a:close/>
                  <a:moveTo>
                    <a:pt x="3725" y="2281"/>
                  </a:moveTo>
                  <a:lnTo>
                    <a:pt x="4248" y="2888"/>
                  </a:lnTo>
                  <a:lnTo>
                    <a:pt x="3725" y="3432"/>
                  </a:lnTo>
                  <a:lnTo>
                    <a:pt x="3202" y="2888"/>
                  </a:lnTo>
                  <a:lnTo>
                    <a:pt x="3725" y="2281"/>
                  </a:lnTo>
                  <a:close/>
                  <a:moveTo>
                    <a:pt x="1926" y="2992"/>
                  </a:moveTo>
                  <a:lnTo>
                    <a:pt x="2407" y="3536"/>
                  </a:lnTo>
                  <a:lnTo>
                    <a:pt x="2031" y="3997"/>
                  </a:lnTo>
                  <a:cubicBezTo>
                    <a:pt x="1989" y="3641"/>
                    <a:pt x="1968" y="3306"/>
                    <a:pt x="1926" y="2992"/>
                  </a:cubicBezTo>
                  <a:close/>
                  <a:moveTo>
                    <a:pt x="5504" y="2992"/>
                  </a:moveTo>
                  <a:cubicBezTo>
                    <a:pt x="5462" y="3306"/>
                    <a:pt x="5441" y="3641"/>
                    <a:pt x="5420" y="3997"/>
                  </a:cubicBezTo>
                  <a:lnTo>
                    <a:pt x="5023" y="3536"/>
                  </a:lnTo>
                  <a:lnTo>
                    <a:pt x="5504" y="2992"/>
                  </a:lnTo>
                  <a:close/>
                  <a:moveTo>
                    <a:pt x="3077" y="3013"/>
                  </a:moveTo>
                  <a:lnTo>
                    <a:pt x="3600" y="3557"/>
                  </a:lnTo>
                  <a:lnTo>
                    <a:pt x="3139" y="4080"/>
                  </a:lnTo>
                  <a:lnTo>
                    <a:pt x="2637" y="3536"/>
                  </a:lnTo>
                  <a:lnTo>
                    <a:pt x="3077" y="3013"/>
                  </a:lnTo>
                  <a:close/>
                  <a:moveTo>
                    <a:pt x="4353" y="3013"/>
                  </a:moveTo>
                  <a:lnTo>
                    <a:pt x="4792" y="3536"/>
                  </a:lnTo>
                  <a:lnTo>
                    <a:pt x="4311" y="4080"/>
                  </a:lnTo>
                  <a:lnTo>
                    <a:pt x="3830" y="3557"/>
                  </a:lnTo>
                  <a:lnTo>
                    <a:pt x="4353" y="3013"/>
                  </a:lnTo>
                  <a:close/>
                  <a:moveTo>
                    <a:pt x="3725" y="3683"/>
                  </a:moveTo>
                  <a:lnTo>
                    <a:pt x="4186" y="4206"/>
                  </a:lnTo>
                  <a:lnTo>
                    <a:pt x="3725" y="4729"/>
                  </a:lnTo>
                  <a:lnTo>
                    <a:pt x="3244" y="4206"/>
                  </a:lnTo>
                  <a:lnTo>
                    <a:pt x="3725" y="3683"/>
                  </a:lnTo>
                  <a:close/>
                  <a:moveTo>
                    <a:pt x="2533" y="3662"/>
                  </a:moveTo>
                  <a:lnTo>
                    <a:pt x="3014" y="4206"/>
                  </a:lnTo>
                  <a:lnTo>
                    <a:pt x="2512" y="4771"/>
                  </a:lnTo>
                  <a:lnTo>
                    <a:pt x="2051" y="4206"/>
                  </a:lnTo>
                  <a:lnTo>
                    <a:pt x="2533" y="3662"/>
                  </a:lnTo>
                  <a:close/>
                  <a:moveTo>
                    <a:pt x="4918" y="3662"/>
                  </a:moveTo>
                  <a:lnTo>
                    <a:pt x="5378" y="4206"/>
                  </a:lnTo>
                  <a:lnTo>
                    <a:pt x="4918" y="4771"/>
                  </a:lnTo>
                  <a:lnTo>
                    <a:pt x="4416" y="4206"/>
                  </a:lnTo>
                  <a:lnTo>
                    <a:pt x="4918" y="3662"/>
                  </a:lnTo>
                  <a:close/>
                  <a:moveTo>
                    <a:pt x="2051" y="4478"/>
                  </a:moveTo>
                  <a:lnTo>
                    <a:pt x="2407" y="4896"/>
                  </a:lnTo>
                  <a:lnTo>
                    <a:pt x="2072" y="5273"/>
                  </a:lnTo>
                  <a:cubicBezTo>
                    <a:pt x="2072" y="4980"/>
                    <a:pt x="2051" y="4729"/>
                    <a:pt x="2051" y="4478"/>
                  </a:cubicBezTo>
                  <a:close/>
                  <a:moveTo>
                    <a:pt x="5378" y="4478"/>
                  </a:moveTo>
                  <a:cubicBezTo>
                    <a:pt x="5378" y="4729"/>
                    <a:pt x="5357" y="4980"/>
                    <a:pt x="5357" y="5273"/>
                  </a:cubicBezTo>
                  <a:lnTo>
                    <a:pt x="5044" y="4896"/>
                  </a:lnTo>
                  <a:lnTo>
                    <a:pt x="5378" y="4478"/>
                  </a:lnTo>
                  <a:close/>
                  <a:moveTo>
                    <a:pt x="3139" y="4332"/>
                  </a:moveTo>
                  <a:lnTo>
                    <a:pt x="3600" y="4855"/>
                  </a:lnTo>
                  <a:lnTo>
                    <a:pt x="3098" y="5482"/>
                  </a:lnTo>
                  <a:lnTo>
                    <a:pt x="2616" y="4896"/>
                  </a:lnTo>
                  <a:lnTo>
                    <a:pt x="3139" y="4332"/>
                  </a:lnTo>
                  <a:close/>
                  <a:moveTo>
                    <a:pt x="4311" y="4332"/>
                  </a:moveTo>
                  <a:lnTo>
                    <a:pt x="4813" y="4896"/>
                  </a:lnTo>
                  <a:lnTo>
                    <a:pt x="4332" y="5482"/>
                  </a:lnTo>
                  <a:lnTo>
                    <a:pt x="3830" y="4855"/>
                  </a:lnTo>
                  <a:lnTo>
                    <a:pt x="4311" y="4332"/>
                  </a:lnTo>
                  <a:close/>
                  <a:moveTo>
                    <a:pt x="252" y="0"/>
                  </a:moveTo>
                  <a:cubicBezTo>
                    <a:pt x="106" y="0"/>
                    <a:pt x="1" y="105"/>
                    <a:pt x="1" y="251"/>
                  </a:cubicBezTo>
                  <a:lnTo>
                    <a:pt x="1" y="293"/>
                  </a:lnTo>
                  <a:cubicBezTo>
                    <a:pt x="1" y="440"/>
                    <a:pt x="106" y="544"/>
                    <a:pt x="252" y="544"/>
                  </a:cubicBezTo>
                  <a:lnTo>
                    <a:pt x="942" y="544"/>
                  </a:lnTo>
                  <a:cubicBezTo>
                    <a:pt x="1235" y="963"/>
                    <a:pt x="1821" y="2260"/>
                    <a:pt x="1821" y="5608"/>
                  </a:cubicBezTo>
                  <a:cubicBezTo>
                    <a:pt x="1821" y="5671"/>
                    <a:pt x="1884" y="5733"/>
                    <a:pt x="1947" y="5733"/>
                  </a:cubicBezTo>
                  <a:cubicBezTo>
                    <a:pt x="2010" y="5733"/>
                    <a:pt x="2072" y="5671"/>
                    <a:pt x="2072" y="5608"/>
                  </a:cubicBezTo>
                  <a:cubicBezTo>
                    <a:pt x="2072" y="5587"/>
                    <a:pt x="2072" y="5545"/>
                    <a:pt x="2072" y="5524"/>
                  </a:cubicBezTo>
                  <a:lnTo>
                    <a:pt x="2512" y="5022"/>
                  </a:lnTo>
                  <a:lnTo>
                    <a:pt x="3098" y="5733"/>
                  </a:lnTo>
                  <a:lnTo>
                    <a:pt x="3725" y="4980"/>
                  </a:lnTo>
                  <a:lnTo>
                    <a:pt x="4353" y="5733"/>
                  </a:lnTo>
                  <a:lnTo>
                    <a:pt x="4918" y="5022"/>
                  </a:lnTo>
                  <a:lnTo>
                    <a:pt x="5357" y="5524"/>
                  </a:lnTo>
                  <a:lnTo>
                    <a:pt x="5357" y="5608"/>
                  </a:lnTo>
                  <a:cubicBezTo>
                    <a:pt x="5357" y="5671"/>
                    <a:pt x="5420" y="5733"/>
                    <a:pt x="5483" y="5733"/>
                  </a:cubicBezTo>
                  <a:cubicBezTo>
                    <a:pt x="5567" y="5733"/>
                    <a:pt x="5608" y="5671"/>
                    <a:pt x="5608" y="5608"/>
                  </a:cubicBezTo>
                  <a:cubicBezTo>
                    <a:pt x="5608" y="2281"/>
                    <a:pt x="6215" y="984"/>
                    <a:pt x="6487" y="544"/>
                  </a:cubicBezTo>
                  <a:lnTo>
                    <a:pt x="7199" y="544"/>
                  </a:lnTo>
                  <a:cubicBezTo>
                    <a:pt x="7324" y="544"/>
                    <a:pt x="7450" y="440"/>
                    <a:pt x="7450" y="293"/>
                  </a:cubicBezTo>
                  <a:lnTo>
                    <a:pt x="7450" y="251"/>
                  </a:lnTo>
                  <a:cubicBezTo>
                    <a:pt x="7450" y="105"/>
                    <a:pt x="7324" y="0"/>
                    <a:pt x="7199" y="0"/>
                  </a:cubicBezTo>
                  <a:close/>
                </a:path>
              </a:pathLst>
            </a:custGeom>
            <a:solidFill>
              <a:srgbClr val="E95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1438"/>
            <p:cNvSpPr/>
            <p:nvPr/>
          </p:nvSpPr>
          <p:spPr>
            <a:xfrm>
              <a:off x="4455676" y="3616197"/>
              <a:ext cx="99829" cy="99853"/>
            </a:xfrm>
            <a:custGeom>
              <a:rect b="b" l="l" r="r" t="t"/>
              <a:pathLst>
                <a:path extrusionOk="0" h="4207" w="4206">
                  <a:moveTo>
                    <a:pt x="2092" y="1"/>
                  </a:moveTo>
                  <a:cubicBezTo>
                    <a:pt x="942" y="1"/>
                    <a:pt x="0" y="942"/>
                    <a:pt x="0" y="2114"/>
                  </a:cubicBezTo>
                  <a:cubicBezTo>
                    <a:pt x="0" y="3265"/>
                    <a:pt x="942" y="4206"/>
                    <a:pt x="2092" y="4206"/>
                  </a:cubicBezTo>
                  <a:cubicBezTo>
                    <a:pt x="3264" y="4206"/>
                    <a:pt x="4206" y="3265"/>
                    <a:pt x="4206" y="2114"/>
                  </a:cubicBezTo>
                  <a:cubicBezTo>
                    <a:pt x="4206" y="942"/>
                    <a:pt x="3264" y="1"/>
                    <a:pt x="2092" y="1"/>
                  </a:cubicBezTo>
                  <a:close/>
                </a:path>
              </a:pathLst>
            </a:custGeom>
            <a:solidFill>
              <a:srgbClr val="F9A3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1438"/>
            <p:cNvSpPr/>
            <p:nvPr/>
          </p:nvSpPr>
          <p:spPr>
            <a:xfrm>
              <a:off x="4317113" y="3615081"/>
              <a:ext cx="499622" cy="555328"/>
            </a:xfrm>
            <a:custGeom>
              <a:rect b="b" l="l" r="r" t="t"/>
              <a:pathLst>
                <a:path extrusionOk="0" h="23397" w="21050">
                  <a:moveTo>
                    <a:pt x="899" y="1"/>
                  </a:moveTo>
                  <a:cubicBezTo>
                    <a:pt x="825" y="1"/>
                    <a:pt x="742" y="15"/>
                    <a:pt x="649" y="48"/>
                  </a:cubicBezTo>
                  <a:cubicBezTo>
                    <a:pt x="0" y="299"/>
                    <a:pt x="482" y="1052"/>
                    <a:pt x="482" y="1052"/>
                  </a:cubicBezTo>
                  <a:cubicBezTo>
                    <a:pt x="482" y="1052"/>
                    <a:pt x="1716" y="4149"/>
                    <a:pt x="2218" y="4881"/>
                  </a:cubicBezTo>
                  <a:cubicBezTo>
                    <a:pt x="2700" y="5613"/>
                    <a:pt x="6696" y="7099"/>
                    <a:pt x="6696" y="7099"/>
                  </a:cubicBezTo>
                  <a:cubicBezTo>
                    <a:pt x="6759" y="9108"/>
                    <a:pt x="8998" y="13941"/>
                    <a:pt x="8998" y="13941"/>
                  </a:cubicBezTo>
                  <a:lnTo>
                    <a:pt x="9353" y="19946"/>
                  </a:lnTo>
                  <a:lnTo>
                    <a:pt x="13852" y="23126"/>
                  </a:lnTo>
                  <a:cubicBezTo>
                    <a:pt x="13852" y="23126"/>
                    <a:pt x="14345" y="23396"/>
                    <a:pt x="14797" y="23396"/>
                  </a:cubicBezTo>
                  <a:cubicBezTo>
                    <a:pt x="15024" y="23396"/>
                    <a:pt x="15240" y="23329"/>
                    <a:pt x="15379" y="23126"/>
                  </a:cubicBezTo>
                  <a:cubicBezTo>
                    <a:pt x="15798" y="22520"/>
                    <a:pt x="15003" y="21955"/>
                    <a:pt x="15003" y="21955"/>
                  </a:cubicBezTo>
                  <a:lnTo>
                    <a:pt x="11404" y="18837"/>
                  </a:lnTo>
                  <a:lnTo>
                    <a:pt x="11006" y="15092"/>
                  </a:lnTo>
                  <a:lnTo>
                    <a:pt x="11006" y="15092"/>
                  </a:lnTo>
                  <a:cubicBezTo>
                    <a:pt x="11007" y="15092"/>
                    <a:pt x="13664" y="18461"/>
                    <a:pt x="14019" y="18858"/>
                  </a:cubicBezTo>
                  <a:cubicBezTo>
                    <a:pt x="14354" y="19235"/>
                    <a:pt x="19815" y="20239"/>
                    <a:pt x="19815" y="20239"/>
                  </a:cubicBezTo>
                  <a:cubicBezTo>
                    <a:pt x="19815" y="20239"/>
                    <a:pt x="19952" y="20259"/>
                    <a:pt x="20133" y="20259"/>
                  </a:cubicBezTo>
                  <a:cubicBezTo>
                    <a:pt x="20472" y="20259"/>
                    <a:pt x="20967" y="20188"/>
                    <a:pt x="21008" y="19779"/>
                  </a:cubicBezTo>
                  <a:cubicBezTo>
                    <a:pt x="21050" y="19130"/>
                    <a:pt x="20338" y="18942"/>
                    <a:pt x="20338" y="18942"/>
                  </a:cubicBezTo>
                  <a:lnTo>
                    <a:pt x="15107" y="17205"/>
                  </a:lnTo>
                  <a:cubicBezTo>
                    <a:pt x="15107" y="17205"/>
                    <a:pt x="12283" y="12790"/>
                    <a:pt x="11927" y="11765"/>
                  </a:cubicBezTo>
                  <a:cubicBezTo>
                    <a:pt x="11592" y="10761"/>
                    <a:pt x="11111" y="7434"/>
                    <a:pt x="11760" y="7350"/>
                  </a:cubicBezTo>
                  <a:cubicBezTo>
                    <a:pt x="11763" y="7350"/>
                    <a:pt x="11768" y="7349"/>
                    <a:pt x="11772" y="7349"/>
                  </a:cubicBezTo>
                  <a:cubicBezTo>
                    <a:pt x="12419" y="7349"/>
                    <a:pt x="16423" y="11907"/>
                    <a:pt x="17100" y="11907"/>
                  </a:cubicBezTo>
                  <a:cubicBezTo>
                    <a:pt x="17123" y="11907"/>
                    <a:pt x="17143" y="11901"/>
                    <a:pt x="17158" y="11890"/>
                  </a:cubicBezTo>
                  <a:cubicBezTo>
                    <a:pt x="17618" y="11535"/>
                    <a:pt x="16928" y="10593"/>
                    <a:pt x="16928" y="10593"/>
                  </a:cubicBezTo>
                  <a:cubicBezTo>
                    <a:pt x="16928" y="10593"/>
                    <a:pt x="11906" y="5090"/>
                    <a:pt x="11195" y="4693"/>
                  </a:cubicBezTo>
                  <a:cubicBezTo>
                    <a:pt x="11087" y="4631"/>
                    <a:pt x="10907" y="4605"/>
                    <a:pt x="10677" y="4605"/>
                  </a:cubicBezTo>
                  <a:cubicBezTo>
                    <a:pt x="9499" y="4605"/>
                    <a:pt x="7024" y="5286"/>
                    <a:pt x="6443" y="5286"/>
                  </a:cubicBezTo>
                  <a:cubicBezTo>
                    <a:pt x="6409" y="5286"/>
                    <a:pt x="6382" y="5283"/>
                    <a:pt x="6361" y="5279"/>
                  </a:cubicBezTo>
                  <a:cubicBezTo>
                    <a:pt x="5922" y="5195"/>
                    <a:pt x="3390" y="3898"/>
                    <a:pt x="3285" y="3835"/>
                  </a:cubicBezTo>
                  <a:cubicBezTo>
                    <a:pt x="3202" y="3751"/>
                    <a:pt x="1465" y="508"/>
                    <a:pt x="1465" y="508"/>
                  </a:cubicBezTo>
                  <a:cubicBezTo>
                    <a:pt x="1465" y="508"/>
                    <a:pt x="1342" y="1"/>
                    <a:pt x="899" y="1"/>
                  </a:cubicBezTo>
                  <a:close/>
                </a:path>
              </a:pathLst>
            </a:custGeom>
            <a:solidFill>
              <a:srgbClr val="F9A3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30" name="Shape 11430"/>
        <p:cNvGrpSpPr/>
        <p:nvPr/>
      </p:nvGrpSpPr>
      <p:grpSpPr>
        <a:xfrm>
          <a:off x="0" y="0"/>
          <a:ext cx="0" cy="0"/>
          <a:chOff x="0" y="0"/>
          <a:chExt cx="0" cy="0"/>
        </a:xfrm>
      </p:grpSpPr>
      <p:pic>
        <p:nvPicPr>
          <p:cNvPr id="11431" name="Google Shape;11431;p1439" title="Screenshot 2025-12-10 at 9.45.33 AM.png"/>
          <p:cNvPicPr preferRelativeResize="0"/>
          <p:nvPr/>
        </p:nvPicPr>
        <p:blipFill>
          <a:blip r:embed="rId3">
            <a:alphaModFix/>
          </a:blip>
          <a:stretch>
            <a:fillRect/>
          </a:stretch>
        </p:blipFill>
        <p:spPr>
          <a:xfrm>
            <a:off x="2218913" y="1564963"/>
            <a:ext cx="4638275" cy="2590025"/>
          </a:xfrm>
          <a:prstGeom prst="rect">
            <a:avLst/>
          </a:prstGeom>
          <a:noFill/>
          <a:ln>
            <a:noFill/>
          </a:ln>
        </p:spPr>
      </p:pic>
      <p:sp>
        <p:nvSpPr>
          <p:cNvPr id="11432" name="Google Shape;11432;p1439"/>
          <p:cNvSpPr txBox="1"/>
          <p:nvPr>
            <p:ph type="title"/>
          </p:nvPr>
        </p:nvSpPr>
        <p:spPr>
          <a:xfrm>
            <a:off x="914650" y="759625"/>
            <a:ext cx="85206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Initial Train Data Evaluation</a:t>
            </a:r>
            <a:endParaRPr/>
          </a:p>
        </p:txBody>
      </p:sp>
      <p:sp>
        <p:nvSpPr>
          <p:cNvPr id="11433" name="Google Shape;11433;p1439"/>
          <p:cNvSpPr/>
          <p:nvPr/>
        </p:nvSpPr>
        <p:spPr>
          <a:xfrm rot="397">
            <a:off x="4324381" y="3064090"/>
            <a:ext cx="2600700" cy="285900"/>
          </a:xfrm>
          <a:prstGeom prst="ellipse">
            <a:avLst/>
          </a:prstGeom>
          <a:noFill/>
          <a:ln cap="flat" cmpd="sng" w="14150">
            <a:solidFill>
              <a:srgbClr val="FF0000"/>
            </a:solidFill>
            <a:prstDash val="solid"/>
            <a:round/>
            <a:headEnd len="sm" w="sm" type="none"/>
            <a:tailEnd len="sm" w="sm" type="none"/>
          </a:ln>
        </p:spPr>
        <p:txBody>
          <a:bodyPr anchorCtr="0" anchor="ctr" bIns="135775" lIns="135775" spcFirstLastPara="1" rIns="135775" wrap="square" tIns="135775">
            <a:noAutofit/>
          </a:bodyPr>
          <a:lstStyle/>
          <a:p>
            <a:pPr indent="0" lvl="0" marL="0" rtl="0" algn="ctr">
              <a:spcBef>
                <a:spcPts val="0"/>
              </a:spcBef>
              <a:spcAft>
                <a:spcPts val="0"/>
              </a:spcAft>
              <a:buNone/>
            </a:pPr>
            <a:r>
              <a:t/>
            </a:r>
            <a:endParaRPr sz="2079">
              <a:latin typeface="Roboto"/>
              <a:ea typeface="Roboto"/>
              <a:cs typeface="Roboto"/>
              <a:sym typeface="Roboto"/>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37" name="Shape 11437"/>
        <p:cNvGrpSpPr/>
        <p:nvPr/>
      </p:nvGrpSpPr>
      <p:grpSpPr>
        <a:xfrm>
          <a:off x="0" y="0"/>
          <a:ext cx="0" cy="0"/>
          <a:chOff x="0" y="0"/>
          <a:chExt cx="0" cy="0"/>
        </a:xfrm>
      </p:grpSpPr>
      <p:sp>
        <p:nvSpPr>
          <p:cNvPr id="11438" name="Google Shape;11438;p1440"/>
          <p:cNvSpPr txBox="1"/>
          <p:nvPr>
            <p:ph type="title"/>
          </p:nvPr>
        </p:nvSpPr>
        <p:spPr>
          <a:xfrm>
            <a:off x="713250" y="739900"/>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Challenge (Model 1)</a:t>
            </a:r>
            <a:endParaRPr/>
          </a:p>
          <a:p>
            <a:pPr indent="0" lvl="0" marL="0" rtl="0" algn="l">
              <a:spcBef>
                <a:spcPts val="0"/>
              </a:spcBef>
              <a:spcAft>
                <a:spcPts val="0"/>
              </a:spcAft>
              <a:buNone/>
            </a:pPr>
            <a:r>
              <a:t/>
            </a:r>
            <a:endParaRPr/>
          </a:p>
        </p:txBody>
      </p:sp>
      <p:sp>
        <p:nvSpPr>
          <p:cNvPr id="11439" name="Google Shape;11439;p1440"/>
          <p:cNvSpPr txBox="1"/>
          <p:nvPr>
            <p:ph idx="4294967295" type="subTitle"/>
          </p:nvPr>
        </p:nvSpPr>
        <p:spPr>
          <a:xfrm>
            <a:off x="753900" y="1171125"/>
            <a:ext cx="4092300" cy="7176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lt1"/>
                </a:solidFill>
              </a:rPr>
              <a:t>Overfitting</a:t>
            </a:r>
            <a:endParaRPr>
              <a:solidFill>
                <a:schemeClr val="lt1"/>
              </a:solidFill>
            </a:endParaRPr>
          </a:p>
          <a:p>
            <a:pPr indent="-317500" lvl="0" marL="457200" rtl="0" algn="l">
              <a:lnSpc>
                <a:spcPct val="100000"/>
              </a:lnSpc>
              <a:spcBef>
                <a:spcPts val="1200"/>
              </a:spcBef>
              <a:spcAft>
                <a:spcPts val="0"/>
              </a:spcAft>
              <a:buClr>
                <a:schemeClr val="lt1"/>
              </a:buClr>
              <a:buSzPts val="1400"/>
              <a:buChar char="●"/>
            </a:pPr>
            <a:r>
              <a:rPr lang="en" sz="1400">
                <a:solidFill>
                  <a:schemeClr val="lt1"/>
                </a:solidFill>
              </a:rPr>
              <a:t>Reason 1:</a:t>
            </a:r>
            <a:r>
              <a:rPr lang="en">
                <a:solidFill>
                  <a:schemeClr val="lt1"/>
                </a:solidFill>
              </a:rPr>
              <a:t> </a:t>
            </a:r>
            <a:r>
              <a:rPr lang="en" sz="1400">
                <a:solidFill>
                  <a:schemeClr val="lt1"/>
                </a:solidFill>
              </a:rPr>
              <a:t>Many high correlated features</a:t>
            </a:r>
            <a:endParaRPr>
              <a:solidFill>
                <a:schemeClr val="lt1"/>
              </a:solidFill>
            </a:endParaRPr>
          </a:p>
          <a:p>
            <a:pPr indent="-317500" lvl="1" marL="914400" rtl="0" algn="l">
              <a:lnSpc>
                <a:spcPct val="100000"/>
              </a:lnSpc>
              <a:spcBef>
                <a:spcPts val="0"/>
              </a:spcBef>
              <a:spcAft>
                <a:spcPts val="0"/>
              </a:spcAft>
              <a:buClr>
                <a:schemeClr val="lt1"/>
              </a:buClr>
              <a:buSzPts val="1400"/>
              <a:buChar char="○"/>
            </a:pPr>
            <a:r>
              <a:rPr lang="en" sz="1400">
                <a:solidFill>
                  <a:schemeClr val="lt1"/>
                </a:solidFill>
              </a:rPr>
              <a:t>Ex: </a:t>
            </a:r>
            <a:endParaRPr sz="1400">
              <a:solidFill>
                <a:schemeClr val="lt1"/>
              </a:solidFill>
            </a:endParaRPr>
          </a:p>
          <a:p>
            <a:pPr indent="-317500" lvl="2" marL="1371600" rtl="0" algn="l">
              <a:lnSpc>
                <a:spcPct val="100000"/>
              </a:lnSpc>
              <a:spcBef>
                <a:spcPts val="0"/>
              </a:spcBef>
              <a:spcAft>
                <a:spcPts val="0"/>
              </a:spcAft>
              <a:buClr>
                <a:schemeClr val="lt1"/>
              </a:buClr>
              <a:buSzPts val="1400"/>
              <a:buChar char="■"/>
            </a:pPr>
            <a:r>
              <a:rPr lang="en" sz="1400">
                <a:solidFill>
                  <a:schemeClr val="lt1"/>
                </a:solidFill>
              </a:rPr>
              <a:t>FG vs PTS: 0.99</a:t>
            </a:r>
            <a:endParaRPr sz="1400">
              <a:solidFill>
                <a:schemeClr val="lt1"/>
              </a:solidFill>
            </a:endParaRPr>
          </a:p>
          <a:p>
            <a:pPr indent="-317500" lvl="2" marL="1371600" rtl="0" algn="l">
              <a:lnSpc>
                <a:spcPct val="100000"/>
              </a:lnSpc>
              <a:spcBef>
                <a:spcPts val="0"/>
              </a:spcBef>
              <a:spcAft>
                <a:spcPts val="0"/>
              </a:spcAft>
              <a:buClr>
                <a:schemeClr val="lt1"/>
              </a:buClr>
              <a:buSzPts val="1400"/>
              <a:buChar char="■"/>
            </a:pPr>
            <a:r>
              <a:rPr lang="en" sz="1400">
                <a:solidFill>
                  <a:schemeClr val="lt1"/>
                </a:solidFill>
              </a:rPr>
              <a:t>FGA vs PTS: 0.98</a:t>
            </a:r>
            <a:endParaRPr sz="1400">
              <a:solidFill>
                <a:schemeClr val="lt1"/>
              </a:solidFill>
            </a:endParaRPr>
          </a:p>
          <a:p>
            <a:pPr indent="-317500" lvl="2" marL="1371600" rtl="0" algn="l">
              <a:lnSpc>
                <a:spcPct val="100000"/>
              </a:lnSpc>
              <a:spcBef>
                <a:spcPts val="0"/>
              </a:spcBef>
              <a:spcAft>
                <a:spcPts val="0"/>
              </a:spcAft>
              <a:buClr>
                <a:schemeClr val="lt1"/>
              </a:buClr>
              <a:buSzPts val="1400"/>
              <a:buChar char="■"/>
            </a:pPr>
            <a:r>
              <a:rPr lang="en" sz="1400">
                <a:solidFill>
                  <a:schemeClr val="lt1"/>
                </a:solidFill>
              </a:rPr>
              <a:t>TRB vs DRB: 0.97</a:t>
            </a:r>
            <a:endParaRPr sz="1400">
              <a:solidFill>
                <a:schemeClr val="lt1"/>
              </a:solidFill>
            </a:endParaRPr>
          </a:p>
          <a:p>
            <a:pPr indent="-317500" lvl="0" marL="457200" rtl="0" algn="l">
              <a:lnSpc>
                <a:spcPct val="100000"/>
              </a:lnSpc>
              <a:spcBef>
                <a:spcPts val="0"/>
              </a:spcBef>
              <a:spcAft>
                <a:spcPts val="0"/>
              </a:spcAft>
              <a:buClr>
                <a:schemeClr val="lt1"/>
              </a:buClr>
              <a:buSzPts val="1400"/>
              <a:buChar char="●"/>
            </a:pPr>
            <a:r>
              <a:rPr lang="en" sz="1400">
                <a:solidFill>
                  <a:schemeClr val="lt1"/>
                </a:solidFill>
              </a:rPr>
              <a:t>These stats capture similar information so the model double counts these features </a:t>
            </a:r>
            <a:endParaRPr sz="1400">
              <a:solidFill>
                <a:schemeClr val="lt1"/>
              </a:solidFill>
            </a:endParaRPr>
          </a:p>
          <a:p>
            <a:pPr indent="-317500" lvl="0" marL="457200" rtl="0" algn="l">
              <a:lnSpc>
                <a:spcPct val="100000"/>
              </a:lnSpc>
              <a:spcBef>
                <a:spcPts val="0"/>
              </a:spcBef>
              <a:spcAft>
                <a:spcPts val="0"/>
              </a:spcAft>
              <a:buClr>
                <a:schemeClr val="lt1"/>
              </a:buClr>
              <a:buSzPts val="1400"/>
              <a:buChar char="●"/>
            </a:pPr>
            <a:r>
              <a:rPr lang="en" sz="1400">
                <a:solidFill>
                  <a:schemeClr val="lt1"/>
                </a:solidFill>
              </a:rPr>
              <a:t>Solutions </a:t>
            </a:r>
            <a:endParaRPr sz="1400">
              <a:solidFill>
                <a:schemeClr val="lt1"/>
              </a:solidFill>
            </a:endParaRPr>
          </a:p>
          <a:p>
            <a:pPr indent="-317500" lvl="1" marL="914400" rtl="0" algn="l">
              <a:lnSpc>
                <a:spcPct val="100000"/>
              </a:lnSpc>
              <a:spcBef>
                <a:spcPts val="0"/>
              </a:spcBef>
              <a:spcAft>
                <a:spcPts val="0"/>
              </a:spcAft>
              <a:buClr>
                <a:schemeClr val="lt1"/>
              </a:buClr>
              <a:buSzPts val="1400"/>
              <a:buChar char="○"/>
            </a:pPr>
            <a:r>
              <a:rPr lang="en" sz="1400">
                <a:solidFill>
                  <a:schemeClr val="lt1"/>
                </a:solidFill>
              </a:rPr>
              <a:t>Drop redundant features</a:t>
            </a:r>
            <a:endParaRPr sz="1400">
              <a:solidFill>
                <a:schemeClr val="lt1"/>
              </a:solidFill>
            </a:endParaRPr>
          </a:p>
          <a:p>
            <a:pPr indent="-317500" lvl="1" marL="914400" rtl="0" algn="l">
              <a:lnSpc>
                <a:spcPct val="100000"/>
              </a:lnSpc>
              <a:spcBef>
                <a:spcPts val="0"/>
              </a:spcBef>
              <a:spcAft>
                <a:spcPts val="0"/>
              </a:spcAft>
              <a:buClr>
                <a:schemeClr val="lt1"/>
              </a:buClr>
              <a:buSzPts val="1400"/>
              <a:buChar char="○"/>
            </a:pPr>
            <a:r>
              <a:rPr lang="en" sz="1400">
                <a:solidFill>
                  <a:schemeClr val="lt1"/>
                </a:solidFill>
              </a:rPr>
              <a:t>Removed features: 'MP', 'FG', 'FGA', 'FG%', '3PA', '2P', '2PA', 'FT', 'FTA', 'TRB', ‘TOV'</a:t>
            </a:r>
            <a:endParaRPr sz="1400">
              <a:solidFill>
                <a:schemeClr val="lt1"/>
              </a:solidFill>
            </a:endParaRPr>
          </a:p>
        </p:txBody>
      </p:sp>
      <p:pic>
        <p:nvPicPr>
          <p:cNvPr id="11440" name="Google Shape;11440;p1440" title="Screenshot 2025-12-02 at 10.23.11 PM.png"/>
          <p:cNvPicPr preferRelativeResize="0"/>
          <p:nvPr/>
        </p:nvPicPr>
        <p:blipFill>
          <a:blip r:embed="rId3">
            <a:alphaModFix/>
          </a:blip>
          <a:stretch>
            <a:fillRect/>
          </a:stretch>
        </p:blipFill>
        <p:spPr>
          <a:xfrm>
            <a:off x="4909000" y="1354475"/>
            <a:ext cx="3422299" cy="2984526"/>
          </a:xfrm>
          <a:prstGeom prst="rect">
            <a:avLst/>
          </a:prstGeom>
          <a:noFill/>
          <a:ln>
            <a:noFill/>
          </a:ln>
        </p:spPr>
      </p:pic>
      <p:grpSp>
        <p:nvGrpSpPr>
          <p:cNvPr id="11441" name="Google Shape;11441;p1440"/>
          <p:cNvGrpSpPr/>
          <p:nvPr/>
        </p:nvGrpSpPr>
        <p:grpSpPr>
          <a:xfrm flipH="1">
            <a:off x="818314" y="3839834"/>
            <a:ext cx="671616" cy="653889"/>
            <a:chOff x="4118953" y="3491044"/>
            <a:chExt cx="697782" cy="679365"/>
          </a:xfrm>
        </p:grpSpPr>
        <p:sp>
          <p:nvSpPr>
            <p:cNvPr id="11442" name="Google Shape;11442;p1440"/>
            <p:cNvSpPr/>
            <p:nvPr/>
          </p:nvSpPr>
          <p:spPr>
            <a:xfrm>
              <a:off x="4261978" y="3517864"/>
              <a:ext cx="66577" cy="60619"/>
            </a:xfrm>
            <a:custGeom>
              <a:rect b="b" l="l" r="r" t="t"/>
              <a:pathLst>
                <a:path extrusionOk="0" h="2554" w="2805">
                  <a:moveTo>
                    <a:pt x="315" y="1"/>
                  </a:moveTo>
                  <a:cubicBezTo>
                    <a:pt x="252" y="85"/>
                    <a:pt x="189" y="168"/>
                    <a:pt x="126" y="252"/>
                  </a:cubicBezTo>
                  <a:cubicBezTo>
                    <a:pt x="85" y="315"/>
                    <a:pt x="43" y="377"/>
                    <a:pt x="1" y="419"/>
                  </a:cubicBezTo>
                  <a:cubicBezTo>
                    <a:pt x="1026" y="880"/>
                    <a:pt x="2051" y="1591"/>
                    <a:pt x="2595" y="2554"/>
                  </a:cubicBezTo>
                  <a:cubicBezTo>
                    <a:pt x="2595" y="2512"/>
                    <a:pt x="2616" y="2470"/>
                    <a:pt x="2637" y="2428"/>
                  </a:cubicBezTo>
                  <a:cubicBezTo>
                    <a:pt x="2637" y="2407"/>
                    <a:pt x="2637" y="2386"/>
                    <a:pt x="2658" y="2365"/>
                  </a:cubicBezTo>
                  <a:cubicBezTo>
                    <a:pt x="2658" y="2344"/>
                    <a:pt x="2679" y="2344"/>
                    <a:pt x="2679" y="2323"/>
                  </a:cubicBezTo>
                  <a:cubicBezTo>
                    <a:pt x="2679" y="2302"/>
                    <a:pt x="2679" y="2302"/>
                    <a:pt x="2679" y="2302"/>
                  </a:cubicBezTo>
                  <a:cubicBezTo>
                    <a:pt x="2679" y="2282"/>
                    <a:pt x="2679" y="2282"/>
                    <a:pt x="2700" y="2261"/>
                  </a:cubicBezTo>
                  <a:cubicBezTo>
                    <a:pt x="2700" y="2261"/>
                    <a:pt x="2700" y="2240"/>
                    <a:pt x="2700" y="2240"/>
                  </a:cubicBezTo>
                  <a:cubicBezTo>
                    <a:pt x="2700" y="2219"/>
                    <a:pt x="2700" y="2219"/>
                    <a:pt x="2721" y="2198"/>
                  </a:cubicBezTo>
                  <a:cubicBezTo>
                    <a:pt x="2721" y="2177"/>
                    <a:pt x="2721" y="2177"/>
                    <a:pt x="2721" y="2177"/>
                  </a:cubicBezTo>
                  <a:cubicBezTo>
                    <a:pt x="2721" y="2156"/>
                    <a:pt x="2721" y="2156"/>
                    <a:pt x="2721" y="2135"/>
                  </a:cubicBezTo>
                  <a:cubicBezTo>
                    <a:pt x="2742" y="2114"/>
                    <a:pt x="2742" y="2093"/>
                    <a:pt x="2742" y="2072"/>
                  </a:cubicBezTo>
                  <a:cubicBezTo>
                    <a:pt x="2742" y="2051"/>
                    <a:pt x="2763" y="2030"/>
                    <a:pt x="2763" y="2010"/>
                  </a:cubicBezTo>
                  <a:cubicBezTo>
                    <a:pt x="2763" y="2010"/>
                    <a:pt x="2763" y="2010"/>
                    <a:pt x="2763" y="1989"/>
                  </a:cubicBezTo>
                  <a:cubicBezTo>
                    <a:pt x="2763" y="1989"/>
                    <a:pt x="2763" y="1968"/>
                    <a:pt x="2763" y="1947"/>
                  </a:cubicBezTo>
                  <a:cubicBezTo>
                    <a:pt x="2763" y="1947"/>
                    <a:pt x="2763" y="1947"/>
                    <a:pt x="2784" y="1926"/>
                  </a:cubicBezTo>
                  <a:cubicBezTo>
                    <a:pt x="2784" y="1926"/>
                    <a:pt x="2784" y="1905"/>
                    <a:pt x="2784" y="1884"/>
                  </a:cubicBezTo>
                  <a:cubicBezTo>
                    <a:pt x="2784" y="1884"/>
                    <a:pt x="2784" y="1884"/>
                    <a:pt x="2784" y="1863"/>
                  </a:cubicBezTo>
                  <a:cubicBezTo>
                    <a:pt x="2784" y="1842"/>
                    <a:pt x="2784" y="1821"/>
                    <a:pt x="2784" y="1800"/>
                  </a:cubicBezTo>
                  <a:cubicBezTo>
                    <a:pt x="2805" y="1779"/>
                    <a:pt x="2805" y="1758"/>
                    <a:pt x="2805" y="1758"/>
                  </a:cubicBezTo>
                  <a:cubicBezTo>
                    <a:pt x="2805" y="1738"/>
                    <a:pt x="2805" y="1738"/>
                    <a:pt x="2805" y="1738"/>
                  </a:cubicBezTo>
                  <a:cubicBezTo>
                    <a:pt x="2805" y="1717"/>
                    <a:pt x="2805" y="1696"/>
                    <a:pt x="2805" y="1696"/>
                  </a:cubicBezTo>
                  <a:cubicBezTo>
                    <a:pt x="2805" y="1675"/>
                    <a:pt x="2805" y="1675"/>
                    <a:pt x="2805" y="1675"/>
                  </a:cubicBezTo>
                  <a:cubicBezTo>
                    <a:pt x="2805" y="1654"/>
                    <a:pt x="2805" y="1633"/>
                    <a:pt x="2805" y="1633"/>
                  </a:cubicBezTo>
                  <a:cubicBezTo>
                    <a:pt x="2805" y="1612"/>
                    <a:pt x="2805" y="1612"/>
                    <a:pt x="2805" y="1612"/>
                  </a:cubicBezTo>
                  <a:cubicBezTo>
                    <a:pt x="2805" y="1591"/>
                    <a:pt x="2805" y="1570"/>
                    <a:pt x="2805" y="1549"/>
                  </a:cubicBezTo>
                  <a:lnTo>
                    <a:pt x="2805" y="1528"/>
                  </a:lnTo>
                  <a:cubicBezTo>
                    <a:pt x="2805" y="1528"/>
                    <a:pt x="2805" y="1507"/>
                    <a:pt x="2805" y="1486"/>
                  </a:cubicBezTo>
                  <a:cubicBezTo>
                    <a:pt x="2805" y="1486"/>
                    <a:pt x="2805" y="1486"/>
                    <a:pt x="2805" y="1465"/>
                  </a:cubicBezTo>
                  <a:cubicBezTo>
                    <a:pt x="2805" y="1465"/>
                    <a:pt x="2805" y="1445"/>
                    <a:pt x="2805" y="1424"/>
                  </a:cubicBezTo>
                  <a:cubicBezTo>
                    <a:pt x="2805" y="1424"/>
                    <a:pt x="2805" y="1424"/>
                    <a:pt x="2805" y="1403"/>
                  </a:cubicBezTo>
                  <a:cubicBezTo>
                    <a:pt x="2805" y="1403"/>
                    <a:pt x="2805" y="1382"/>
                    <a:pt x="2805" y="1361"/>
                  </a:cubicBezTo>
                  <a:cubicBezTo>
                    <a:pt x="2805" y="1361"/>
                    <a:pt x="2805" y="1340"/>
                    <a:pt x="2805" y="1340"/>
                  </a:cubicBezTo>
                  <a:cubicBezTo>
                    <a:pt x="2805" y="1319"/>
                    <a:pt x="2805" y="1319"/>
                    <a:pt x="2805" y="1298"/>
                  </a:cubicBezTo>
                  <a:cubicBezTo>
                    <a:pt x="2805" y="1277"/>
                    <a:pt x="2805" y="1277"/>
                    <a:pt x="2805" y="1277"/>
                  </a:cubicBezTo>
                  <a:cubicBezTo>
                    <a:pt x="2805" y="1256"/>
                    <a:pt x="2805" y="1256"/>
                    <a:pt x="2805" y="1235"/>
                  </a:cubicBezTo>
                  <a:cubicBezTo>
                    <a:pt x="2805" y="1235"/>
                    <a:pt x="2805" y="1214"/>
                    <a:pt x="2805" y="1214"/>
                  </a:cubicBezTo>
                  <a:cubicBezTo>
                    <a:pt x="2805" y="1193"/>
                    <a:pt x="2805" y="1193"/>
                    <a:pt x="2805" y="1173"/>
                  </a:cubicBezTo>
                  <a:cubicBezTo>
                    <a:pt x="2805" y="1173"/>
                    <a:pt x="2805" y="1173"/>
                    <a:pt x="2784" y="1152"/>
                  </a:cubicBezTo>
                  <a:cubicBezTo>
                    <a:pt x="2784" y="1131"/>
                    <a:pt x="2784" y="1131"/>
                    <a:pt x="2784" y="1110"/>
                  </a:cubicBezTo>
                  <a:cubicBezTo>
                    <a:pt x="2784" y="1089"/>
                    <a:pt x="2784" y="1089"/>
                    <a:pt x="2784" y="1068"/>
                  </a:cubicBezTo>
                  <a:cubicBezTo>
                    <a:pt x="2784" y="1068"/>
                    <a:pt x="2784" y="1047"/>
                    <a:pt x="2784" y="1047"/>
                  </a:cubicBezTo>
                  <a:cubicBezTo>
                    <a:pt x="2784" y="1026"/>
                    <a:pt x="2784" y="1026"/>
                    <a:pt x="2763" y="1026"/>
                  </a:cubicBezTo>
                  <a:cubicBezTo>
                    <a:pt x="2763" y="1005"/>
                    <a:pt x="2763" y="1005"/>
                    <a:pt x="2763" y="984"/>
                  </a:cubicBezTo>
                  <a:cubicBezTo>
                    <a:pt x="2763" y="984"/>
                    <a:pt x="2763" y="963"/>
                    <a:pt x="2763" y="963"/>
                  </a:cubicBezTo>
                  <a:cubicBezTo>
                    <a:pt x="2763" y="942"/>
                    <a:pt x="2763" y="942"/>
                    <a:pt x="2763" y="942"/>
                  </a:cubicBezTo>
                  <a:cubicBezTo>
                    <a:pt x="2742" y="921"/>
                    <a:pt x="2742" y="901"/>
                    <a:pt x="2742" y="880"/>
                  </a:cubicBezTo>
                  <a:cubicBezTo>
                    <a:pt x="2742" y="859"/>
                    <a:pt x="2742" y="859"/>
                    <a:pt x="2742" y="859"/>
                  </a:cubicBezTo>
                  <a:cubicBezTo>
                    <a:pt x="2742" y="838"/>
                    <a:pt x="2742" y="838"/>
                    <a:pt x="2721" y="817"/>
                  </a:cubicBezTo>
                  <a:cubicBezTo>
                    <a:pt x="2721" y="817"/>
                    <a:pt x="2721" y="817"/>
                    <a:pt x="2721" y="796"/>
                  </a:cubicBezTo>
                  <a:cubicBezTo>
                    <a:pt x="2721" y="796"/>
                    <a:pt x="2721" y="775"/>
                    <a:pt x="2721" y="775"/>
                  </a:cubicBezTo>
                  <a:cubicBezTo>
                    <a:pt x="2721" y="754"/>
                    <a:pt x="2721" y="754"/>
                    <a:pt x="2700" y="754"/>
                  </a:cubicBezTo>
                  <a:cubicBezTo>
                    <a:pt x="2700" y="733"/>
                    <a:pt x="2700" y="733"/>
                    <a:pt x="2700" y="712"/>
                  </a:cubicBezTo>
                  <a:cubicBezTo>
                    <a:pt x="2700" y="712"/>
                    <a:pt x="2700" y="712"/>
                    <a:pt x="2700" y="691"/>
                  </a:cubicBezTo>
                  <a:cubicBezTo>
                    <a:pt x="2679" y="670"/>
                    <a:pt x="2679" y="649"/>
                    <a:pt x="2679" y="629"/>
                  </a:cubicBezTo>
                  <a:cubicBezTo>
                    <a:pt x="2679" y="629"/>
                    <a:pt x="2658" y="629"/>
                    <a:pt x="2658" y="608"/>
                  </a:cubicBezTo>
                  <a:cubicBezTo>
                    <a:pt x="2658" y="608"/>
                    <a:pt x="2658" y="587"/>
                    <a:pt x="2658" y="587"/>
                  </a:cubicBezTo>
                  <a:cubicBezTo>
                    <a:pt x="2658" y="587"/>
                    <a:pt x="2658" y="566"/>
                    <a:pt x="2637" y="566"/>
                  </a:cubicBezTo>
                  <a:cubicBezTo>
                    <a:pt x="2637" y="545"/>
                    <a:pt x="2637" y="545"/>
                    <a:pt x="2637" y="524"/>
                  </a:cubicBezTo>
                  <a:cubicBezTo>
                    <a:pt x="2616" y="503"/>
                    <a:pt x="2616" y="482"/>
                    <a:pt x="2616" y="482"/>
                  </a:cubicBezTo>
                  <a:cubicBezTo>
                    <a:pt x="2365" y="377"/>
                    <a:pt x="2051" y="357"/>
                    <a:pt x="1738" y="315"/>
                  </a:cubicBezTo>
                  <a:cubicBezTo>
                    <a:pt x="1277" y="273"/>
                    <a:pt x="796" y="231"/>
                    <a:pt x="315" y="1"/>
                  </a:cubicBezTo>
                  <a:close/>
                </a:path>
              </a:pathLst>
            </a:custGeom>
            <a:solidFill>
              <a:srgbClr val="E95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1440"/>
            <p:cNvSpPr/>
            <p:nvPr/>
          </p:nvSpPr>
          <p:spPr>
            <a:xfrm>
              <a:off x="4205371" y="3541694"/>
              <a:ext cx="43221" cy="62114"/>
            </a:xfrm>
            <a:custGeom>
              <a:rect b="b" l="l" r="r" t="t"/>
              <a:pathLst>
                <a:path extrusionOk="0" h="2617" w="1821">
                  <a:moveTo>
                    <a:pt x="1399" y="0"/>
                  </a:moveTo>
                  <a:cubicBezTo>
                    <a:pt x="1095" y="0"/>
                    <a:pt x="810" y="128"/>
                    <a:pt x="566" y="315"/>
                  </a:cubicBezTo>
                  <a:cubicBezTo>
                    <a:pt x="356" y="461"/>
                    <a:pt x="147" y="671"/>
                    <a:pt x="1" y="838"/>
                  </a:cubicBezTo>
                  <a:cubicBezTo>
                    <a:pt x="22" y="985"/>
                    <a:pt x="42" y="1110"/>
                    <a:pt x="84" y="1236"/>
                  </a:cubicBezTo>
                  <a:cubicBezTo>
                    <a:pt x="84" y="1257"/>
                    <a:pt x="105" y="1278"/>
                    <a:pt x="105" y="1298"/>
                  </a:cubicBezTo>
                  <a:cubicBezTo>
                    <a:pt x="105" y="1298"/>
                    <a:pt x="105" y="1298"/>
                    <a:pt x="105" y="1319"/>
                  </a:cubicBezTo>
                  <a:cubicBezTo>
                    <a:pt x="105" y="1319"/>
                    <a:pt x="126" y="1340"/>
                    <a:pt x="126" y="1361"/>
                  </a:cubicBezTo>
                  <a:cubicBezTo>
                    <a:pt x="126" y="1361"/>
                    <a:pt x="126" y="1361"/>
                    <a:pt x="126" y="1382"/>
                  </a:cubicBezTo>
                  <a:cubicBezTo>
                    <a:pt x="126" y="1382"/>
                    <a:pt x="147" y="1403"/>
                    <a:pt x="147" y="1424"/>
                  </a:cubicBezTo>
                  <a:cubicBezTo>
                    <a:pt x="147" y="1424"/>
                    <a:pt x="147" y="1424"/>
                    <a:pt x="147" y="1445"/>
                  </a:cubicBezTo>
                  <a:cubicBezTo>
                    <a:pt x="168" y="1445"/>
                    <a:pt x="168" y="1466"/>
                    <a:pt x="168" y="1487"/>
                  </a:cubicBezTo>
                  <a:cubicBezTo>
                    <a:pt x="168" y="1487"/>
                    <a:pt x="168" y="1487"/>
                    <a:pt x="168" y="1508"/>
                  </a:cubicBezTo>
                  <a:cubicBezTo>
                    <a:pt x="189" y="1508"/>
                    <a:pt x="189" y="1529"/>
                    <a:pt x="189" y="1550"/>
                  </a:cubicBezTo>
                  <a:lnTo>
                    <a:pt x="210" y="1550"/>
                  </a:lnTo>
                  <a:cubicBezTo>
                    <a:pt x="210" y="1570"/>
                    <a:pt x="210" y="1591"/>
                    <a:pt x="231" y="1612"/>
                  </a:cubicBezTo>
                  <a:cubicBezTo>
                    <a:pt x="231" y="1633"/>
                    <a:pt x="252" y="1654"/>
                    <a:pt x="252" y="1675"/>
                  </a:cubicBezTo>
                  <a:lnTo>
                    <a:pt x="273" y="1675"/>
                  </a:lnTo>
                  <a:cubicBezTo>
                    <a:pt x="273" y="1696"/>
                    <a:pt x="273" y="1717"/>
                    <a:pt x="294" y="1717"/>
                  </a:cubicBezTo>
                  <a:cubicBezTo>
                    <a:pt x="294" y="1738"/>
                    <a:pt x="294" y="1738"/>
                    <a:pt x="294" y="1738"/>
                  </a:cubicBezTo>
                  <a:cubicBezTo>
                    <a:pt x="294" y="1759"/>
                    <a:pt x="314" y="1759"/>
                    <a:pt x="314" y="1780"/>
                  </a:cubicBezTo>
                  <a:cubicBezTo>
                    <a:pt x="314" y="1780"/>
                    <a:pt x="314" y="1780"/>
                    <a:pt x="335" y="1801"/>
                  </a:cubicBezTo>
                  <a:cubicBezTo>
                    <a:pt x="335" y="1801"/>
                    <a:pt x="356" y="1822"/>
                    <a:pt x="356" y="1842"/>
                  </a:cubicBezTo>
                  <a:cubicBezTo>
                    <a:pt x="398" y="1926"/>
                    <a:pt x="461" y="1989"/>
                    <a:pt x="503" y="2073"/>
                  </a:cubicBezTo>
                  <a:lnTo>
                    <a:pt x="524" y="2073"/>
                  </a:lnTo>
                  <a:cubicBezTo>
                    <a:pt x="524" y="2094"/>
                    <a:pt x="545" y="2094"/>
                    <a:pt x="545" y="2114"/>
                  </a:cubicBezTo>
                  <a:cubicBezTo>
                    <a:pt x="545" y="2114"/>
                    <a:pt x="566" y="2114"/>
                    <a:pt x="566" y="2135"/>
                  </a:cubicBezTo>
                  <a:cubicBezTo>
                    <a:pt x="566" y="2135"/>
                    <a:pt x="586" y="2156"/>
                    <a:pt x="586" y="2177"/>
                  </a:cubicBezTo>
                  <a:lnTo>
                    <a:pt x="607" y="2177"/>
                  </a:lnTo>
                  <a:cubicBezTo>
                    <a:pt x="607" y="2198"/>
                    <a:pt x="628" y="2198"/>
                    <a:pt x="628" y="2219"/>
                  </a:cubicBezTo>
                  <a:cubicBezTo>
                    <a:pt x="649" y="2219"/>
                    <a:pt x="649" y="2219"/>
                    <a:pt x="649" y="2240"/>
                  </a:cubicBezTo>
                  <a:cubicBezTo>
                    <a:pt x="649" y="2240"/>
                    <a:pt x="670" y="2261"/>
                    <a:pt x="670" y="2261"/>
                  </a:cubicBezTo>
                  <a:cubicBezTo>
                    <a:pt x="691" y="2261"/>
                    <a:pt x="691" y="2282"/>
                    <a:pt x="691" y="2282"/>
                  </a:cubicBezTo>
                  <a:cubicBezTo>
                    <a:pt x="712" y="2282"/>
                    <a:pt x="712" y="2303"/>
                    <a:pt x="733" y="2303"/>
                  </a:cubicBezTo>
                  <a:cubicBezTo>
                    <a:pt x="733" y="2324"/>
                    <a:pt x="733" y="2324"/>
                    <a:pt x="733" y="2324"/>
                  </a:cubicBezTo>
                  <a:cubicBezTo>
                    <a:pt x="754" y="2345"/>
                    <a:pt x="754" y="2345"/>
                    <a:pt x="775" y="2366"/>
                  </a:cubicBezTo>
                  <a:lnTo>
                    <a:pt x="796" y="2366"/>
                  </a:lnTo>
                  <a:cubicBezTo>
                    <a:pt x="796" y="2386"/>
                    <a:pt x="817" y="2386"/>
                    <a:pt x="817" y="2407"/>
                  </a:cubicBezTo>
                  <a:lnTo>
                    <a:pt x="838" y="2407"/>
                  </a:lnTo>
                  <a:cubicBezTo>
                    <a:pt x="838" y="2428"/>
                    <a:pt x="858" y="2428"/>
                    <a:pt x="879" y="2449"/>
                  </a:cubicBezTo>
                  <a:cubicBezTo>
                    <a:pt x="879" y="2449"/>
                    <a:pt x="879" y="2449"/>
                    <a:pt x="879" y="2470"/>
                  </a:cubicBezTo>
                  <a:cubicBezTo>
                    <a:pt x="900" y="2470"/>
                    <a:pt x="900" y="2491"/>
                    <a:pt x="921" y="2491"/>
                  </a:cubicBezTo>
                  <a:cubicBezTo>
                    <a:pt x="921" y="2491"/>
                    <a:pt x="921" y="2491"/>
                    <a:pt x="942" y="2512"/>
                  </a:cubicBezTo>
                  <a:cubicBezTo>
                    <a:pt x="942" y="2512"/>
                    <a:pt x="963" y="2533"/>
                    <a:pt x="963" y="2533"/>
                  </a:cubicBezTo>
                  <a:cubicBezTo>
                    <a:pt x="984" y="2533"/>
                    <a:pt x="984" y="2533"/>
                    <a:pt x="984" y="2554"/>
                  </a:cubicBezTo>
                  <a:cubicBezTo>
                    <a:pt x="1005" y="2554"/>
                    <a:pt x="1005" y="2575"/>
                    <a:pt x="1026" y="2575"/>
                  </a:cubicBezTo>
                  <a:lnTo>
                    <a:pt x="1047" y="2575"/>
                  </a:lnTo>
                  <a:cubicBezTo>
                    <a:pt x="1047" y="2596"/>
                    <a:pt x="1068" y="2617"/>
                    <a:pt x="1089" y="2617"/>
                  </a:cubicBezTo>
                  <a:cubicBezTo>
                    <a:pt x="1089" y="2449"/>
                    <a:pt x="1110" y="2282"/>
                    <a:pt x="1131" y="2094"/>
                  </a:cubicBezTo>
                  <a:cubicBezTo>
                    <a:pt x="1214" y="1424"/>
                    <a:pt x="1465" y="713"/>
                    <a:pt x="1821" y="85"/>
                  </a:cubicBezTo>
                  <a:cubicBezTo>
                    <a:pt x="1678" y="26"/>
                    <a:pt x="1536" y="0"/>
                    <a:pt x="1399" y="0"/>
                  </a:cubicBezTo>
                  <a:close/>
                </a:path>
              </a:pathLst>
            </a:custGeom>
            <a:solidFill>
              <a:srgbClr val="E95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1440"/>
            <p:cNvSpPr/>
            <p:nvPr/>
          </p:nvSpPr>
          <p:spPr>
            <a:xfrm>
              <a:off x="4253054" y="3530776"/>
              <a:ext cx="68547" cy="81482"/>
            </a:xfrm>
            <a:custGeom>
              <a:rect b="b" l="l" r="r" t="t"/>
              <a:pathLst>
                <a:path extrusionOk="0" h="3433" w="2888">
                  <a:moveTo>
                    <a:pt x="293" y="1"/>
                  </a:moveTo>
                  <a:cubicBezTo>
                    <a:pt x="189" y="168"/>
                    <a:pt x="105" y="315"/>
                    <a:pt x="0" y="482"/>
                  </a:cubicBezTo>
                  <a:cubicBezTo>
                    <a:pt x="754" y="901"/>
                    <a:pt x="1088" y="2302"/>
                    <a:pt x="1318" y="3307"/>
                  </a:cubicBezTo>
                  <a:cubicBezTo>
                    <a:pt x="1339" y="3349"/>
                    <a:pt x="1339" y="3390"/>
                    <a:pt x="1339" y="3432"/>
                  </a:cubicBezTo>
                  <a:cubicBezTo>
                    <a:pt x="1465" y="3390"/>
                    <a:pt x="1590" y="3349"/>
                    <a:pt x="1695" y="3286"/>
                  </a:cubicBezTo>
                  <a:cubicBezTo>
                    <a:pt x="1716" y="3286"/>
                    <a:pt x="1737" y="3265"/>
                    <a:pt x="1758" y="3265"/>
                  </a:cubicBezTo>
                  <a:cubicBezTo>
                    <a:pt x="1779" y="3265"/>
                    <a:pt x="1800" y="3244"/>
                    <a:pt x="1821" y="3244"/>
                  </a:cubicBezTo>
                  <a:cubicBezTo>
                    <a:pt x="1842" y="3223"/>
                    <a:pt x="1842" y="3223"/>
                    <a:pt x="1862" y="3202"/>
                  </a:cubicBezTo>
                  <a:cubicBezTo>
                    <a:pt x="1883" y="3202"/>
                    <a:pt x="1904" y="3181"/>
                    <a:pt x="1925" y="3181"/>
                  </a:cubicBezTo>
                  <a:cubicBezTo>
                    <a:pt x="1946" y="3160"/>
                    <a:pt x="1967" y="3160"/>
                    <a:pt x="1967" y="3139"/>
                  </a:cubicBezTo>
                  <a:lnTo>
                    <a:pt x="1988" y="3139"/>
                  </a:lnTo>
                  <a:cubicBezTo>
                    <a:pt x="1988" y="3118"/>
                    <a:pt x="2009" y="3118"/>
                    <a:pt x="2030" y="3098"/>
                  </a:cubicBezTo>
                  <a:cubicBezTo>
                    <a:pt x="2051" y="3098"/>
                    <a:pt x="2072" y="3077"/>
                    <a:pt x="2072" y="3077"/>
                  </a:cubicBezTo>
                  <a:lnTo>
                    <a:pt x="2093" y="3077"/>
                  </a:lnTo>
                  <a:cubicBezTo>
                    <a:pt x="2093" y="3056"/>
                    <a:pt x="2114" y="3035"/>
                    <a:pt x="2135" y="3035"/>
                  </a:cubicBezTo>
                  <a:cubicBezTo>
                    <a:pt x="2155" y="3014"/>
                    <a:pt x="2176" y="3014"/>
                    <a:pt x="2176" y="2993"/>
                  </a:cubicBezTo>
                  <a:cubicBezTo>
                    <a:pt x="2197" y="2972"/>
                    <a:pt x="2218" y="2972"/>
                    <a:pt x="2239" y="2951"/>
                  </a:cubicBezTo>
                  <a:cubicBezTo>
                    <a:pt x="2260" y="2930"/>
                    <a:pt x="2260" y="2930"/>
                    <a:pt x="2281" y="2909"/>
                  </a:cubicBezTo>
                  <a:cubicBezTo>
                    <a:pt x="2302" y="2888"/>
                    <a:pt x="2323" y="2888"/>
                    <a:pt x="2323" y="2867"/>
                  </a:cubicBezTo>
                  <a:cubicBezTo>
                    <a:pt x="2344" y="2846"/>
                    <a:pt x="2365" y="2846"/>
                    <a:pt x="2386" y="2826"/>
                  </a:cubicBezTo>
                  <a:cubicBezTo>
                    <a:pt x="2386" y="2805"/>
                    <a:pt x="2407" y="2805"/>
                    <a:pt x="2427" y="2784"/>
                  </a:cubicBezTo>
                  <a:cubicBezTo>
                    <a:pt x="2448" y="2763"/>
                    <a:pt x="2448" y="2763"/>
                    <a:pt x="2469" y="2742"/>
                  </a:cubicBezTo>
                  <a:cubicBezTo>
                    <a:pt x="2490" y="2721"/>
                    <a:pt x="2490" y="2700"/>
                    <a:pt x="2511" y="2700"/>
                  </a:cubicBezTo>
                  <a:cubicBezTo>
                    <a:pt x="2532" y="2679"/>
                    <a:pt x="2532" y="2658"/>
                    <a:pt x="2553" y="2637"/>
                  </a:cubicBezTo>
                  <a:cubicBezTo>
                    <a:pt x="2574" y="2616"/>
                    <a:pt x="2574" y="2616"/>
                    <a:pt x="2595" y="2595"/>
                  </a:cubicBezTo>
                  <a:cubicBezTo>
                    <a:pt x="2616" y="2574"/>
                    <a:pt x="2616" y="2554"/>
                    <a:pt x="2637" y="2554"/>
                  </a:cubicBezTo>
                  <a:cubicBezTo>
                    <a:pt x="2637" y="2533"/>
                    <a:pt x="2658" y="2512"/>
                    <a:pt x="2679" y="2491"/>
                  </a:cubicBezTo>
                  <a:cubicBezTo>
                    <a:pt x="2679" y="2470"/>
                    <a:pt x="2699" y="2449"/>
                    <a:pt x="2720" y="2449"/>
                  </a:cubicBezTo>
                  <a:cubicBezTo>
                    <a:pt x="2720" y="2428"/>
                    <a:pt x="2741" y="2407"/>
                    <a:pt x="2741" y="2386"/>
                  </a:cubicBezTo>
                  <a:cubicBezTo>
                    <a:pt x="2804" y="2323"/>
                    <a:pt x="2846" y="2240"/>
                    <a:pt x="2888" y="2156"/>
                  </a:cubicBezTo>
                  <a:cubicBezTo>
                    <a:pt x="2386" y="1194"/>
                    <a:pt x="1339" y="482"/>
                    <a:pt x="314" y="22"/>
                  </a:cubicBezTo>
                  <a:cubicBezTo>
                    <a:pt x="293" y="22"/>
                    <a:pt x="293" y="22"/>
                    <a:pt x="293" y="1"/>
                  </a:cubicBezTo>
                  <a:close/>
                </a:path>
              </a:pathLst>
            </a:custGeom>
            <a:solidFill>
              <a:srgbClr val="E95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1440"/>
            <p:cNvSpPr/>
            <p:nvPr/>
          </p:nvSpPr>
          <p:spPr>
            <a:xfrm>
              <a:off x="4234683" y="3545183"/>
              <a:ext cx="47185" cy="70042"/>
            </a:xfrm>
            <a:custGeom>
              <a:rect b="b" l="l" r="r" t="t"/>
              <a:pathLst>
                <a:path extrusionOk="0" h="2951" w="1988">
                  <a:moveTo>
                    <a:pt x="712" y="1"/>
                  </a:moveTo>
                  <a:cubicBezTo>
                    <a:pt x="377" y="607"/>
                    <a:pt x="126" y="1298"/>
                    <a:pt x="42" y="1967"/>
                  </a:cubicBezTo>
                  <a:cubicBezTo>
                    <a:pt x="0" y="2177"/>
                    <a:pt x="0" y="2386"/>
                    <a:pt x="0" y="2574"/>
                  </a:cubicBezTo>
                  <a:cubicBezTo>
                    <a:pt x="21" y="2574"/>
                    <a:pt x="42" y="2595"/>
                    <a:pt x="42" y="2595"/>
                  </a:cubicBezTo>
                  <a:lnTo>
                    <a:pt x="63" y="2595"/>
                  </a:lnTo>
                  <a:cubicBezTo>
                    <a:pt x="63" y="2616"/>
                    <a:pt x="84" y="2616"/>
                    <a:pt x="105" y="2616"/>
                  </a:cubicBezTo>
                  <a:cubicBezTo>
                    <a:pt x="126" y="2637"/>
                    <a:pt x="147" y="2658"/>
                    <a:pt x="188" y="2658"/>
                  </a:cubicBezTo>
                  <a:cubicBezTo>
                    <a:pt x="188" y="2679"/>
                    <a:pt x="209" y="2679"/>
                    <a:pt x="209" y="2679"/>
                  </a:cubicBezTo>
                  <a:cubicBezTo>
                    <a:pt x="230" y="2679"/>
                    <a:pt x="230" y="2700"/>
                    <a:pt x="230" y="2700"/>
                  </a:cubicBezTo>
                  <a:lnTo>
                    <a:pt x="272" y="2700"/>
                  </a:lnTo>
                  <a:cubicBezTo>
                    <a:pt x="272" y="2721"/>
                    <a:pt x="272" y="2721"/>
                    <a:pt x="293" y="2721"/>
                  </a:cubicBezTo>
                  <a:cubicBezTo>
                    <a:pt x="293" y="2721"/>
                    <a:pt x="314" y="2721"/>
                    <a:pt x="335" y="2742"/>
                  </a:cubicBezTo>
                  <a:lnTo>
                    <a:pt x="377" y="2742"/>
                  </a:lnTo>
                  <a:cubicBezTo>
                    <a:pt x="377" y="2763"/>
                    <a:pt x="377" y="2763"/>
                    <a:pt x="398" y="2763"/>
                  </a:cubicBezTo>
                  <a:lnTo>
                    <a:pt x="419" y="2763"/>
                  </a:lnTo>
                  <a:cubicBezTo>
                    <a:pt x="440" y="2783"/>
                    <a:pt x="440" y="2783"/>
                    <a:pt x="440" y="2783"/>
                  </a:cubicBezTo>
                  <a:lnTo>
                    <a:pt x="481" y="2783"/>
                  </a:lnTo>
                  <a:cubicBezTo>
                    <a:pt x="481" y="2804"/>
                    <a:pt x="502" y="2804"/>
                    <a:pt x="502" y="2804"/>
                  </a:cubicBezTo>
                  <a:cubicBezTo>
                    <a:pt x="523" y="2804"/>
                    <a:pt x="544" y="2804"/>
                    <a:pt x="565" y="2825"/>
                  </a:cubicBezTo>
                  <a:cubicBezTo>
                    <a:pt x="586" y="2825"/>
                    <a:pt x="607" y="2825"/>
                    <a:pt x="607" y="2846"/>
                  </a:cubicBezTo>
                  <a:lnTo>
                    <a:pt x="670" y="2846"/>
                  </a:lnTo>
                  <a:cubicBezTo>
                    <a:pt x="691" y="2846"/>
                    <a:pt x="691" y="2846"/>
                    <a:pt x="691" y="2867"/>
                  </a:cubicBezTo>
                  <a:lnTo>
                    <a:pt x="753" y="2867"/>
                  </a:lnTo>
                  <a:cubicBezTo>
                    <a:pt x="774" y="2888"/>
                    <a:pt x="795" y="2888"/>
                    <a:pt x="837" y="2888"/>
                  </a:cubicBezTo>
                  <a:lnTo>
                    <a:pt x="858" y="2888"/>
                  </a:lnTo>
                  <a:cubicBezTo>
                    <a:pt x="858" y="2888"/>
                    <a:pt x="879" y="2909"/>
                    <a:pt x="900" y="2909"/>
                  </a:cubicBezTo>
                  <a:lnTo>
                    <a:pt x="1004" y="2909"/>
                  </a:lnTo>
                  <a:cubicBezTo>
                    <a:pt x="1025" y="2930"/>
                    <a:pt x="1025" y="2930"/>
                    <a:pt x="1046" y="2930"/>
                  </a:cubicBezTo>
                  <a:lnTo>
                    <a:pt x="1235" y="2930"/>
                  </a:lnTo>
                  <a:cubicBezTo>
                    <a:pt x="1256" y="2930"/>
                    <a:pt x="1276" y="2930"/>
                    <a:pt x="1297" y="2951"/>
                  </a:cubicBezTo>
                  <a:lnTo>
                    <a:pt x="1381" y="2951"/>
                  </a:lnTo>
                  <a:cubicBezTo>
                    <a:pt x="1402" y="2951"/>
                    <a:pt x="1423" y="2930"/>
                    <a:pt x="1444" y="2930"/>
                  </a:cubicBezTo>
                  <a:lnTo>
                    <a:pt x="1674" y="2930"/>
                  </a:lnTo>
                  <a:cubicBezTo>
                    <a:pt x="1674" y="2930"/>
                    <a:pt x="1695" y="2909"/>
                    <a:pt x="1695" y="2909"/>
                  </a:cubicBezTo>
                  <a:lnTo>
                    <a:pt x="1820" y="2909"/>
                  </a:lnTo>
                  <a:cubicBezTo>
                    <a:pt x="1820" y="2888"/>
                    <a:pt x="1841" y="2888"/>
                    <a:pt x="1841" y="2888"/>
                  </a:cubicBezTo>
                  <a:lnTo>
                    <a:pt x="1904" y="2888"/>
                  </a:lnTo>
                  <a:cubicBezTo>
                    <a:pt x="1925" y="2867"/>
                    <a:pt x="1946" y="2867"/>
                    <a:pt x="1967" y="2867"/>
                  </a:cubicBezTo>
                  <a:lnTo>
                    <a:pt x="1988" y="2867"/>
                  </a:lnTo>
                  <a:cubicBezTo>
                    <a:pt x="1967" y="2825"/>
                    <a:pt x="1967" y="2783"/>
                    <a:pt x="1946" y="2742"/>
                  </a:cubicBezTo>
                  <a:cubicBezTo>
                    <a:pt x="1716" y="1758"/>
                    <a:pt x="1402" y="377"/>
                    <a:pt x="712" y="1"/>
                  </a:cubicBezTo>
                  <a:close/>
                </a:path>
              </a:pathLst>
            </a:custGeom>
            <a:solidFill>
              <a:srgbClr val="E95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1440"/>
            <p:cNvSpPr/>
            <p:nvPr/>
          </p:nvSpPr>
          <p:spPr>
            <a:xfrm>
              <a:off x="4218282" y="3494034"/>
              <a:ext cx="47707" cy="32802"/>
            </a:xfrm>
            <a:custGeom>
              <a:rect b="b" l="l" r="r" t="t"/>
              <a:pathLst>
                <a:path extrusionOk="0" h="1382" w="2010">
                  <a:moveTo>
                    <a:pt x="1235" y="1"/>
                  </a:moveTo>
                  <a:cubicBezTo>
                    <a:pt x="1214" y="1"/>
                    <a:pt x="1172" y="21"/>
                    <a:pt x="1151" y="21"/>
                  </a:cubicBezTo>
                  <a:cubicBezTo>
                    <a:pt x="1089" y="42"/>
                    <a:pt x="1026" y="63"/>
                    <a:pt x="984" y="105"/>
                  </a:cubicBezTo>
                  <a:lnTo>
                    <a:pt x="963" y="105"/>
                  </a:lnTo>
                  <a:cubicBezTo>
                    <a:pt x="921" y="126"/>
                    <a:pt x="859" y="147"/>
                    <a:pt x="796" y="189"/>
                  </a:cubicBezTo>
                  <a:cubicBezTo>
                    <a:pt x="733" y="210"/>
                    <a:pt x="691" y="252"/>
                    <a:pt x="628" y="273"/>
                  </a:cubicBezTo>
                  <a:cubicBezTo>
                    <a:pt x="587" y="314"/>
                    <a:pt x="524" y="356"/>
                    <a:pt x="482" y="377"/>
                  </a:cubicBezTo>
                  <a:cubicBezTo>
                    <a:pt x="482" y="377"/>
                    <a:pt x="482" y="398"/>
                    <a:pt x="482" y="398"/>
                  </a:cubicBezTo>
                  <a:cubicBezTo>
                    <a:pt x="419" y="419"/>
                    <a:pt x="377" y="461"/>
                    <a:pt x="335" y="503"/>
                  </a:cubicBezTo>
                  <a:cubicBezTo>
                    <a:pt x="273" y="545"/>
                    <a:pt x="231" y="586"/>
                    <a:pt x="189" y="628"/>
                  </a:cubicBezTo>
                  <a:lnTo>
                    <a:pt x="189" y="649"/>
                  </a:lnTo>
                  <a:cubicBezTo>
                    <a:pt x="147" y="691"/>
                    <a:pt x="105" y="733"/>
                    <a:pt x="63" y="775"/>
                  </a:cubicBezTo>
                  <a:cubicBezTo>
                    <a:pt x="42" y="796"/>
                    <a:pt x="22" y="837"/>
                    <a:pt x="1" y="858"/>
                  </a:cubicBezTo>
                  <a:cubicBezTo>
                    <a:pt x="503" y="942"/>
                    <a:pt x="1089" y="1109"/>
                    <a:pt x="1695" y="1381"/>
                  </a:cubicBezTo>
                  <a:cubicBezTo>
                    <a:pt x="1758" y="1298"/>
                    <a:pt x="1800" y="1235"/>
                    <a:pt x="1842" y="1172"/>
                  </a:cubicBezTo>
                  <a:cubicBezTo>
                    <a:pt x="1905" y="1089"/>
                    <a:pt x="1967" y="1005"/>
                    <a:pt x="2009" y="942"/>
                  </a:cubicBezTo>
                  <a:cubicBezTo>
                    <a:pt x="1444" y="628"/>
                    <a:pt x="1256" y="293"/>
                    <a:pt x="1235" y="1"/>
                  </a:cubicBezTo>
                  <a:close/>
                </a:path>
              </a:pathLst>
            </a:custGeom>
            <a:solidFill>
              <a:srgbClr val="E95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1440"/>
            <p:cNvSpPr/>
            <p:nvPr/>
          </p:nvSpPr>
          <p:spPr>
            <a:xfrm>
              <a:off x="4251558" y="3491044"/>
              <a:ext cx="35792" cy="22382"/>
            </a:xfrm>
            <a:custGeom>
              <a:rect b="b" l="l" r="r" t="t"/>
              <a:pathLst>
                <a:path extrusionOk="0" h="943" w="1508">
                  <a:moveTo>
                    <a:pt x="356" y="1"/>
                  </a:moveTo>
                  <a:cubicBezTo>
                    <a:pt x="335" y="1"/>
                    <a:pt x="314" y="22"/>
                    <a:pt x="293" y="22"/>
                  </a:cubicBezTo>
                  <a:lnTo>
                    <a:pt x="210" y="22"/>
                  </a:lnTo>
                  <a:cubicBezTo>
                    <a:pt x="147" y="43"/>
                    <a:pt x="63" y="64"/>
                    <a:pt x="1" y="85"/>
                  </a:cubicBezTo>
                  <a:cubicBezTo>
                    <a:pt x="1" y="357"/>
                    <a:pt x="168" y="671"/>
                    <a:pt x="712" y="943"/>
                  </a:cubicBezTo>
                  <a:cubicBezTo>
                    <a:pt x="984" y="608"/>
                    <a:pt x="1256" y="336"/>
                    <a:pt x="1507" y="147"/>
                  </a:cubicBezTo>
                  <a:cubicBezTo>
                    <a:pt x="1486" y="147"/>
                    <a:pt x="1465" y="127"/>
                    <a:pt x="1444" y="127"/>
                  </a:cubicBezTo>
                  <a:cubicBezTo>
                    <a:pt x="1423" y="106"/>
                    <a:pt x="1402" y="106"/>
                    <a:pt x="1381" y="106"/>
                  </a:cubicBezTo>
                  <a:cubicBezTo>
                    <a:pt x="1361" y="85"/>
                    <a:pt x="1340" y="85"/>
                    <a:pt x="1319" y="85"/>
                  </a:cubicBezTo>
                  <a:lnTo>
                    <a:pt x="1298" y="85"/>
                  </a:lnTo>
                  <a:cubicBezTo>
                    <a:pt x="1277" y="85"/>
                    <a:pt x="1256" y="64"/>
                    <a:pt x="1235" y="64"/>
                  </a:cubicBezTo>
                  <a:cubicBezTo>
                    <a:pt x="1214" y="64"/>
                    <a:pt x="1172" y="43"/>
                    <a:pt x="1151" y="43"/>
                  </a:cubicBezTo>
                  <a:lnTo>
                    <a:pt x="1089" y="43"/>
                  </a:lnTo>
                  <a:cubicBezTo>
                    <a:pt x="1068" y="22"/>
                    <a:pt x="1068" y="22"/>
                    <a:pt x="1047" y="22"/>
                  </a:cubicBezTo>
                  <a:lnTo>
                    <a:pt x="984" y="22"/>
                  </a:lnTo>
                  <a:cubicBezTo>
                    <a:pt x="963" y="22"/>
                    <a:pt x="942" y="22"/>
                    <a:pt x="921" y="1"/>
                  </a:cubicBezTo>
                  <a:close/>
                </a:path>
              </a:pathLst>
            </a:custGeom>
            <a:solidFill>
              <a:srgbClr val="E95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1440"/>
            <p:cNvSpPr/>
            <p:nvPr/>
          </p:nvSpPr>
          <p:spPr>
            <a:xfrm>
              <a:off x="4271923" y="3496028"/>
              <a:ext cx="50176" cy="28814"/>
            </a:xfrm>
            <a:custGeom>
              <a:rect b="b" l="l" r="r" t="t"/>
              <a:pathLst>
                <a:path extrusionOk="0" h="1214" w="2114">
                  <a:moveTo>
                    <a:pt x="816" y="0"/>
                  </a:moveTo>
                  <a:cubicBezTo>
                    <a:pt x="565" y="168"/>
                    <a:pt x="272" y="461"/>
                    <a:pt x="0" y="795"/>
                  </a:cubicBezTo>
                  <a:cubicBezTo>
                    <a:pt x="440" y="1005"/>
                    <a:pt x="900" y="1046"/>
                    <a:pt x="1319" y="1088"/>
                  </a:cubicBezTo>
                  <a:cubicBezTo>
                    <a:pt x="1612" y="1109"/>
                    <a:pt x="1863" y="1151"/>
                    <a:pt x="2114" y="1214"/>
                  </a:cubicBezTo>
                  <a:cubicBezTo>
                    <a:pt x="2051" y="1088"/>
                    <a:pt x="1967" y="963"/>
                    <a:pt x="1884" y="837"/>
                  </a:cubicBezTo>
                  <a:lnTo>
                    <a:pt x="1863" y="837"/>
                  </a:lnTo>
                  <a:cubicBezTo>
                    <a:pt x="1863" y="816"/>
                    <a:pt x="1842" y="795"/>
                    <a:pt x="1842" y="795"/>
                  </a:cubicBezTo>
                  <a:cubicBezTo>
                    <a:pt x="1821" y="774"/>
                    <a:pt x="1821" y="753"/>
                    <a:pt x="1800" y="753"/>
                  </a:cubicBezTo>
                  <a:cubicBezTo>
                    <a:pt x="1800" y="753"/>
                    <a:pt x="1800" y="733"/>
                    <a:pt x="1800" y="733"/>
                  </a:cubicBezTo>
                  <a:cubicBezTo>
                    <a:pt x="1737" y="649"/>
                    <a:pt x="1653" y="586"/>
                    <a:pt x="1570" y="502"/>
                  </a:cubicBezTo>
                  <a:cubicBezTo>
                    <a:pt x="1570" y="481"/>
                    <a:pt x="1549" y="481"/>
                    <a:pt x="1528" y="461"/>
                  </a:cubicBezTo>
                  <a:cubicBezTo>
                    <a:pt x="1507" y="440"/>
                    <a:pt x="1507" y="440"/>
                    <a:pt x="1486" y="419"/>
                  </a:cubicBezTo>
                  <a:cubicBezTo>
                    <a:pt x="1465" y="398"/>
                    <a:pt x="1465" y="398"/>
                    <a:pt x="1444" y="398"/>
                  </a:cubicBezTo>
                  <a:cubicBezTo>
                    <a:pt x="1444" y="377"/>
                    <a:pt x="1444" y="377"/>
                    <a:pt x="1444" y="377"/>
                  </a:cubicBezTo>
                  <a:cubicBezTo>
                    <a:pt x="1423" y="377"/>
                    <a:pt x="1423" y="356"/>
                    <a:pt x="1402" y="356"/>
                  </a:cubicBezTo>
                  <a:cubicBezTo>
                    <a:pt x="1402" y="356"/>
                    <a:pt x="1402" y="335"/>
                    <a:pt x="1402" y="335"/>
                  </a:cubicBezTo>
                  <a:cubicBezTo>
                    <a:pt x="1381" y="335"/>
                    <a:pt x="1360" y="314"/>
                    <a:pt x="1360" y="314"/>
                  </a:cubicBezTo>
                  <a:lnTo>
                    <a:pt x="1340" y="314"/>
                  </a:lnTo>
                  <a:cubicBezTo>
                    <a:pt x="1298" y="272"/>
                    <a:pt x="1235" y="230"/>
                    <a:pt x="1193" y="189"/>
                  </a:cubicBezTo>
                  <a:lnTo>
                    <a:pt x="1172" y="189"/>
                  </a:lnTo>
                  <a:cubicBezTo>
                    <a:pt x="1151" y="168"/>
                    <a:pt x="1151" y="168"/>
                    <a:pt x="1130" y="168"/>
                  </a:cubicBezTo>
                  <a:cubicBezTo>
                    <a:pt x="1130" y="168"/>
                    <a:pt x="1130" y="147"/>
                    <a:pt x="1109" y="147"/>
                  </a:cubicBezTo>
                  <a:cubicBezTo>
                    <a:pt x="1109" y="147"/>
                    <a:pt x="1088" y="147"/>
                    <a:pt x="1088" y="126"/>
                  </a:cubicBezTo>
                  <a:lnTo>
                    <a:pt x="1067" y="126"/>
                  </a:lnTo>
                  <a:cubicBezTo>
                    <a:pt x="1047" y="105"/>
                    <a:pt x="1047" y="105"/>
                    <a:pt x="1026" y="105"/>
                  </a:cubicBezTo>
                  <a:cubicBezTo>
                    <a:pt x="1026" y="105"/>
                    <a:pt x="1026" y="105"/>
                    <a:pt x="1005" y="84"/>
                  </a:cubicBezTo>
                  <a:lnTo>
                    <a:pt x="984" y="84"/>
                  </a:lnTo>
                  <a:cubicBezTo>
                    <a:pt x="963" y="63"/>
                    <a:pt x="963" y="63"/>
                    <a:pt x="963" y="63"/>
                  </a:cubicBezTo>
                  <a:cubicBezTo>
                    <a:pt x="942" y="63"/>
                    <a:pt x="942" y="63"/>
                    <a:pt x="921" y="42"/>
                  </a:cubicBezTo>
                  <a:lnTo>
                    <a:pt x="900" y="42"/>
                  </a:lnTo>
                  <a:cubicBezTo>
                    <a:pt x="879" y="21"/>
                    <a:pt x="879" y="21"/>
                    <a:pt x="858" y="21"/>
                  </a:cubicBezTo>
                  <a:lnTo>
                    <a:pt x="837" y="21"/>
                  </a:lnTo>
                  <a:cubicBezTo>
                    <a:pt x="837" y="0"/>
                    <a:pt x="816" y="0"/>
                    <a:pt x="816" y="0"/>
                  </a:cubicBezTo>
                  <a:close/>
                </a:path>
              </a:pathLst>
            </a:custGeom>
            <a:solidFill>
              <a:srgbClr val="E95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1440"/>
            <p:cNvSpPr/>
            <p:nvPr/>
          </p:nvSpPr>
          <p:spPr>
            <a:xfrm>
              <a:off x="4204374" y="3517366"/>
              <a:ext cx="52170" cy="39756"/>
            </a:xfrm>
            <a:custGeom>
              <a:rect b="b" l="l" r="r" t="t"/>
              <a:pathLst>
                <a:path extrusionOk="0" h="1675" w="2198">
                  <a:moveTo>
                    <a:pt x="482" y="1"/>
                  </a:moveTo>
                  <a:cubicBezTo>
                    <a:pt x="461" y="22"/>
                    <a:pt x="461" y="43"/>
                    <a:pt x="461" y="43"/>
                  </a:cubicBezTo>
                  <a:cubicBezTo>
                    <a:pt x="440" y="43"/>
                    <a:pt x="440" y="64"/>
                    <a:pt x="440" y="64"/>
                  </a:cubicBezTo>
                  <a:cubicBezTo>
                    <a:pt x="440" y="64"/>
                    <a:pt x="419" y="85"/>
                    <a:pt x="419" y="106"/>
                  </a:cubicBezTo>
                  <a:cubicBezTo>
                    <a:pt x="398" y="126"/>
                    <a:pt x="398" y="126"/>
                    <a:pt x="377" y="147"/>
                  </a:cubicBezTo>
                  <a:cubicBezTo>
                    <a:pt x="377" y="147"/>
                    <a:pt x="377" y="147"/>
                    <a:pt x="377" y="168"/>
                  </a:cubicBezTo>
                  <a:cubicBezTo>
                    <a:pt x="377" y="168"/>
                    <a:pt x="356" y="189"/>
                    <a:pt x="356" y="210"/>
                  </a:cubicBezTo>
                  <a:cubicBezTo>
                    <a:pt x="336" y="231"/>
                    <a:pt x="336" y="231"/>
                    <a:pt x="336" y="252"/>
                  </a:cubicBezTo>
                  <a:cubicBezTo>
                    <a:pt x="315" y="252"/>
                    <a:pt x="315" y="273"/>
                    <a:pt x="315" y="273"/>
                  </a:cubicBezTo>
                  <a:cubicBezTo>
                    <a:pt x="315" y="273"/>
                    <a:pt x="315" y="294"/>
                    <a:pt x="294" y="315"/>
                  </a:cubicBezTo>
                  <a:cubicBezTo>
                    <a:pt x="294" y="315"/>
                    <a:pt x="294" y="315"/>
                    <a:pt x="294" y="336"/>
                  </a:cubicBezTo>
                  <a:cubicBezTo>
                    <a:pt x="273" y="336"/>
                    <a:pt x="273" y="357"/>
                    <a:pt x="273" y="357"/>
                  </a:cubicBezTo>
                  <a:cubicBezTo>
                    <a:pt x="273" y="378"/>
                    <a:pt x="273" y="378"/>
                    <a:pt x="252" y="378"/>
                  </a:cubicBezTo>
                  <a:cubicBezTo>
                    <a:pt x="252" y="398"/>
                    <a:pt x="252" y="398"/>
                    <a:pt x="252" y="419"/>
                  </a:cubicBezTo>
                  <a:cubicBezTo>
                    <a:pt x="231" y="419"/>
                    <a:pt x="231" y="440"/>
                    <a:pt x="231" y="440"/>
                  </a:cubicBezTo>
                  <a:cubicBezTo>
                    <a:pt x="231" y="461"/>
                    <a:pt x="231" y="461"/>
                    <a:pt x="210" y="482"/>
                  </a:cubicBezTo>
                  <a:cubicBezTo>
                    <a:pt x="210" y="482"/>
                    <a:pt x="210" y="503"/>
                    <a:pt x="210" y="503"/>
                  </a:cubicBezTo>
                  <a:cubicBezTo>
                    <a:pt x="210" y="524"/>
                    <a:pt x="210" y="524"/>
                    <a:pt x="189" y="545"/>
                  </a:cubicBezTo>
                  <a:cubicBezTo>
                    <a:pt x="189" y="545"/>
                    <a:pt x="189" y="545"/>
                    <a:pt x="189" y="566"/>
                  </a:cubicBezTo>
                  <a:cubicBezTo>
                    <a:pt x="189" y="566"/>
                    <a:pt x="168" y="587"/>
                    <a:pt x="168" y="587"/>
                  </a:cubicBezTo>
                  <a:cubicBezTo>
                    <a:pt x="168" y="608"/>
                    <a:pt x="168" y="608"/>
                    <a:pt x="168" y="629"/>
                  </a:cubicBezTo>
                  <a:cubicBezTo>
                    <a:pt x="168" y="629"/>
                    <a:pt x="147" y="650"/>
                    <a:pt x="147" y="650"/>
                  </a:cubicBezTo>
                  <a:cubicBezTo>
                    <a:pt x="147" y="670"/>
                    <a:pt x="147" y="670"/>
                    <a:pt x="147" y="691"/>
                  </a:cubicBezTo>
                  <a:cubicBezTo>
                    <a:pt x="147" y="691"/>
                    <a:pt x="126" y="712"/>
                    <a:pt x="126" y="712"/>
                  </a:cubicBezTo>
                  <a:cubicBezTo>
                    <a:pt x="126" y="733"/>
                    <a:pt x="126" y="733"/>
                    <a:pt x="126" y="754"/>
                  </a:cubicBezTo>
                  <a:cubicBezTo>
                    <a:pt x="126" y="754"/>
                    <a:pt x="126" y="775"/>
                    <a:pt x="105" y="775"/>
                  </a:cubicBezTo>
                  <a:cubicBezTo>
                    <a:pt x="105" y="796"/>
                    <a:pt x="105" y="796"/>
                    <a:pt x="105" y="817"/>
                  </a:cubicBezTo>
                  <a:cubicBezTo>
                    <a:pt x="105" y="838"/>
                    <a:pt x="105" y="838"/>
                    <a:pt x="105" y="838"/>
                  </a:cubicBezTo>
                  <a:cubicBezTo>
                    <a:pt x="84" y="859"/>
                    <a:pt x="84" y="880"/>
                    <a:pt x="84" y="901"/>
                  </a:cubicBezTo>
                  <a:cubicBezTo>
                    <a:pt x="84" y="922"/>
                    <a:pt x="64" y="942"/>
                    <a:pt x="64" y="963"/>
                  </a:cubicBezTo>
                  <a:lnTo>
                    <a:pt x="64" y="984"/>
                  </a:lnTo>
                  <a:cubicBezTo>
                    <a:pt x="64" y="1005"/>
                    <a:pt x="64" y="1005"/>
                    <a:pt x="64" y="1026"/>
                  </a:cubicBezTo>
                  <a:cubicBezTo>
                    <a:pt x="64" y="1026"/>
                    <a:pt x="64" y="1047"/>
                    <a:pt x="43" y="1047"/>
                  </a:cubicBezTo>
                  <a:cubicBezTo>
                    <a:pt x="43" y="1068"/>
                    <a:pt x="43" y="1089"/>
                    <a:pt x="43" y="1110"/>
                  </a:cubicBezTo>
                  <a:cubicBezTo>
                    <a:pt x="43" y="1131"/>
                    <a:pt x="43" y="1152"/>
                    <a:pt x="43" y="1152"/>
                  </a:cubicBezTo>
                  <a:cubicBezTo>
                    <a:pt x="43" y="1173"/>
                    <a:pt x="43" y="1173"/>
                    <a:pt x="22" y="1173"/>
                  </a:cubicBezTo>
                  <a:cubicBezTo>
                    <a:pt x="22" y="1194"/>
                    <a:pt x="22" y="1214"/>
                    <a:pt x="22" y="1214"/>
                  </a:cubicBezTo>
                  <a:cubicBezTo>
                    <a:pt x="22" y="1214"/>
                    <a:pt x="22" y="1235"/>
                    <a:pt x="22" y="1235"/>
                  </a:cubicBezTo>
                  <a:cubicBezTo>
                    <a:pt x="22" y="1256"/>
                    <a:pt x="22" y="1277"/>
                    <a:pt x="22" y="1298"/>
                  </a:cubicBezTo>
                  <a:cubicBezTo>
                    <a:pt x="22" y="1298"/>
                    <a:pt x="22" y="1319"/>
                    <a:pt x="22" y="1319"/>
                  </a:cubicBezTo>
                  <a:cubicBezTo>
                    <a:pt x="22" y="1340"/>
                    <a:pt x="22" y="1340"/>
                    <a:pt x="22" y="1340"/>
                  </a:cubicBezTo>
                  <a:cubicBezTo>
                    <a:pt x="22" y="1361"/>
                    <a:pt x="22" y="1361"/>
                    <a:pt x="22" y="1382"/>
                  </a:cubicBezTo>
                  <a:cubicBezTo>
                    <a:pt x="22" y="1382"/>
                    <a:pt x="22" y="1403"/>
                    <a:pt x="22" y="1403"/>
                  </a:cubicBezTo>
                  <a:cubicBezTo>
                    <a:pt x="22" y="1445"/>
                    <a:pt x="1" y="1486"/>
                    <a:pt x="22" y="1528"/>
                  </a:cubicBezTo>
                  <a:cubicBezTo>
                    <a:pt x="22" y="1570"/>
                    <a:pt x="22" y="1633"/>
                    <a:pt x="22" y="1675"/>
                  </a:cubicBezTo>
                  <a:cubicBezTo>
                    <a:pt x="168" y="1507"/>
                    <a:pt x="336" y="1340"/>
                    <a:pt x="524" y="1214"/>
                  </a:cubicBezTo>
                  <a:cubicBezTo>
                    <a:pt x="798" y="1012"/>
                    <a:pt x="1113" y="870"/>
                    <a:pt x="1453" y="870"/>
                  </a:cubicBezTo>
                  <a:cubicBezTo>
                    <a:pt x="1606" y="870"/>
                    <a:pt x="1764" y="899"/>
                    <a:pt x="1926" y="963"/>
                  </a:cubicBezTo>
                  <a:cubicBezTo>
                    <a:pt x="2009" y="817"/>
                    <a:pt x="2114" y="670"/>
                    <a:pt x="2198" y="524"/>
                  </a:cubicBezTo>
                  <a:cubicBezTo>
                    <a:pt x="1591" y="252"/>
                    <a:pt x="984" y="85"/>
                    <a:pt x="482" y="1"/>
                  </a:cubicBezTo>
                  <a:close/>
                </a:path>
              </a:pathLst>
            </a:custGeom>
            <a:solidFill>
              <a:srgbClr val="E95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1440"/>
            <p:cNvSpPr/>
            <p:nvPr/>
          </p:nvSpPr>
          <p:spPr>
            <a:xfrm>
              <a:off x="4118953" y="3638057"/>
              <a:ext cx="176826" cy="136096"/>
            </a:xfrm>
            <a:custGeom>
              <a:rect b="b" l="l" r="r" t="t"/>
              <a:pathLst>
                <a:path extrusionOk="0" h="5734" w="7450">
                  <a:moveTo>
                    <a:pt x="4520" y="544"/>
                  </a:moveTo>
                  <a:cubicBezTo>
                    <a:pt x="4437" y="816"/>
                    <a:pt x="4311" y="1235"/>
                    <a:pt x="4290" y="1507"/>
                  </a:cubicBezTo>
                  <a:lnTo>
                    <a:pt x="3725" y="2030"/>
                  </a:lnTo>
                  <a:lnTo>
                    <a:pt x="3139" y="1507"/>
                  </a:lnTo>
                  <a:cubicBezTo>
                    <a:pt x="3139" y="1235"/>
                    <a:pt x="2993" y="816"/>
                    <a:pt x="2909" y="544"/>
                  </a:cubicBezTo>
                  <a:close/>
                  <a:moveTo>
                    <a:pt x="2721" y="544"/>
                  </a:moveTo>
                  <a:cubicBezTo>
                    <a:pt x="2826" y="795"/>
                    <a:pt x="2972" y="1235"/>
                    <a:pt x="2972" y="1507"/>
                  </a:cubicBezTo>
                  <a:lnTo>
                    <a:pt x="2386" y="2072"/>
                  </a:lnTo>
                  <a:lnTo>
                    <a:pt x="1528" y="1193"/>
                  </a:lnTo>
                  <a:cubicBezTo>
                    <a:pt x="1424" y="921"/>
                    <a:pt x="1319" y="712"/>
                    <a:pt x="1235" y="544"/>
                  </a:cubicBezTo>
                  <a:close/>
                  <a:moveTo>
                    <a:pt x="6194" y="544"/>
                  </a:moveTo>
                  <a:cubicBezTo>
                    <a:pt x="6111" y="712"/>
                    <a:pt x="6006" y="921"/>
                    <a:pt x="5901" y="1193"/>
                  </a:cubicBezTo>
                  <a:lnTo>
                    <a:pt x="5044" y="2072"/>
                  </a:lnTo>
                  <a:lnTo>
                    <a:pt x="4458" y="1507"/>
                  </a:lnTo>
                  <a:cubicBezTo>
                    <a:pt x="4479" y="1235"/>
                    <a:pt x="4625" y="795"/>
                    <a:pt x="4709" y="544"/>
                  </a:cubicBezTo>
                  <a:close/>
                  <a:moveTo>
                    <a:pt x="1633" y="1549"/>
                  </a:moveTo>
                  <a:lnTo>
                    <a:pt x="2261" y="2176"/>
                  </a:lnTo>
                  <a:lnTo>
                    <a:pt x="1863" y="2553"/>
                  </a:lnTo>
                  <a:cubicBezTo>
                    <a:pt x="1800" y="2155"/>
                    <a:pt x="1717" y="1821"/>
                    <a:pt x="1633" y="1549"/>
                  </a:cubicBezTo>
                  <a:close/>
                  <a:moveTo>
                    <a:pt x="5797" y="1549"/>
                  </a:moveTo>
                  <a:lnTo>
                    <a:pt x="5797" y="1549"/>
                  </a:lnTo>
                  <a:cubicBezTo>
                    <a:pt x="5713" y="1821"/>
                    <a:pt x="5650" y="2155"/>
                    <a:pt x="5567" y="2553"/>
                  </a:cubicBezTo>
                  <a:lnTo>
                    <a:pt x="5169" y="2176"/>
                  </a:lnTo>
                  <a:lnTo>
                    <a:pt x="5797" y="1549"/>
                  </a:lnTo>
                  <a:close/>
                  <a:moveTo>
                    <a:pt x="3056" y="1653"/>
                  </a:moveTo>
                  <a:lnTo>
                    <a:pt x="3600" y="2155"/>
                  </a:lnTo>
                  <a:lnTo>
                    <a:pt x="3077" y="2762"/>
                  </a:lnTo>
                  <a:lnTo>
                    <a:pt x="2512" y="2176"/>
                  </a:lnTo>
                  <a:lnTo>
                    <a:pt x="3056" y="1653"/>
                  </a:lnTo>
                  <a:close/>
                  <a:moveTo>
                    <a:pt x="4374" y="1653"/>
                  </a:moveTo>
                  <a:lnTo>
                    <a:pt x="4939" y="2176"/>
                  </a:lnTo>
                  <a:lnTo>
                    <a:pt x="4353" y="2762"/>
                  </a:lnTo>
                  <a:lnTo>
                    <a:pt x="3830" y="2155"/>
                  </a:lnTo>
                  <a:lnTo>
                    <a:pt x="4374" y="1653"/>
                  </a:lnTo>
                  <a:close/>
                  <a:moveTo>
                    <a:pt x="2386" y="2302"/>
                  </a:moveTo>
                  <a:lnTo>
                    <a:pt x="2972" y="2909"/>
                  </a:lnTo>
                  <a:lnTo>
                    <a:pt x="2533" y="3411"/>
                  </a:lnTo>
                  <a:lnTo>
                    <a:pt x="1905" y="2741"/>
                  </a:lnTo>
                  <a:lnTo>
                    <a:pt x="2386" y="2302"/>
                  </a:lnTo>
                  <a:close/>
                  <a:moveTo>
                    <a:pt x="5064" y="2302"/>
                  </a:moveTo>
                  <a:lnTo>
                    <a:pt x="5525" y="2741"/>
                  </a:lnTo>
                  <a:lnTo>
                    <a:pt x="4918" y="3411"/>
                  </a:lnTo>
                  <a:lnTo>
                    <a:pt x="4479" y="2909"/>
                  </a:lnTo>
                  <a:lnTo>
                    <a:pt x="5064" y="2302"/>
                  </a:lnTo>
                  <a:close/>
                  <a:moveTo>
                    <a:pt x="3725" y="2281"/>
                  </a:moveTo>
                  <a:lnTo>
                    <a:pt x="4248" y="2888"/>
                  </a:lnTo>
                  <a:lnTo>
                    <a:pt x="3725" y="3432"/>
                  </a:lnTo>
                  <a:lnTo>
                    <a:pt x="3202" y="2888"/>
                  </a:lnTo>
                  <a:lnTo>
                    <a:pt x="3725" y="2281"/>
                  </a:lnTo>
                  <a:close/>
                  <a:moveTo>
                    <a:pt x="1926" y="2992"/>
                  </a:moveTo>
                  <a:lnTo>
                    <a:pt x="2407" y="3536"/>
                  </a:lnTo>
                  <a:lnTo>
                    <a:pt x="2031" y="3997"/>
                  </a:lnTo>
                  <a:cubicBezTo>
                    <a:pt x="1989" y="3641"/>
                    <a:pt x="1968" y="3306"/>
                    <a:pt x="1926" y="2992"/>
                  </a:cubicBezTo>
                  <a:close/>
                  <a:moveTo>
                    <a:pt x="5504" y="2992"/>
                  </a:moveTo>
                  <a:cubicBezTo>
                    <a:pt x="5462" y="3306"/>
                    <a:pt x="5441" y="3641"/>
                    <a:pt x="5420" y="3997"/>
                  </a:cubicBezTo>
                  <a:lnTo>
                    <a:pt x="5023" y="3536"/>
                  </a:lnTo>
                  <a:lnTo>
                    <a:pt x="5504" y="2992"/>
                  </a:lnTo>
                  <a:close/>
                  <a:moveTo>
                    <a:pt x="3077" y="3013"/>
                  </a:moveTo>
                  <a:lnTo>
                    <a:pt x="3600" y="3557"/>
                  </a:lnTo>
                  <a:lnTo>
                    <a:pt x="3139" y="4080"/>
                  </a:lnTo>
                  <a:lnTo>
                    <a:pt x="2637" y="3536"/>
                  </a:lnTo>
                  <a:lnTo>
                    <a:pt x="3077" y="3013"/>
                  </a:lnTo>
                  <a:close/>
                  <a:moveTo>
                    <a:pt x="4353" y="3013"/>
                  </a:moveTo>
                  <a:lnTo>
                    <a:pt x="4792" y="3536"/>
                  </a:lnTo>
                  <a:lnTo>
                    <a:pt x="4311" y="4080"/>
                  </a:lnTo>
                  <a:lnTo>
                    <a:pt x="3830" y="3557"/>
                  </a:lnTo>
                  <a:lnTo>
                    <a:pt x="4353" y="3013"/>
                  </a:lnTo>
                  <a:close/>
                  <a:moveTo>
                    <a:pt x="3725" y="3683"/>
                  </a:moveTo>
                  <a:lnTo>
                    <a:pt x="4186" y="4206"/>
                  </a:lnTo>
                  <a:lnTo>
                    <a:pt x="3725" y="4729"/>
                  </a:lnTo>
                  <a:lnTo>
                    <a:pt x="3244" y="4206"/>
                  </a:lnTo>
                  <a:lnTo>
                    <a:pt x="3725" y="3683"/>
                  </a:lnTo>
                  <a:close/>
                  <a:moveTo>
                    <a:pt x="2533" y="3662"/>
                  </a:moveTo>
                  <a:lnTo>
                    <a:pt x="3014" y="4206"/>
                  </a:lnTo>
                  <a:lnTo>
                    <a:pt x="2512" y="4771"/>
                  </a:lnTo>
                  <a:lnTo>
                    <a:pt x="2051" y="4206"/>
                  </a:lnTo>
                  <a:lnTo>
                    <a:pt x="2533" y="3662"/>
                  </a:lnTo>
                  <a:close/>
                  <a:moveTo>
                    <a:pt x="4918" y="3662"/>
                  </a:moveTo>
                  <a:lnTo>
                    <a:pt x="5378" y="4206"/>
                  </a:lnTo>
                  <a:lnTo>
                    <a:pt x="4918" y="4771"/>
                  </a:lnTo>
                  <a:lnTo>
                    <a:pt x="4416" y="4206"/>
                  </a:lnTo>
                  <a:lnTo>
                    <a:pt x="4918" y="3662"/>
                  </a:lnTo>
                  <a:close/>
                  <a:moveTo>
                    <a:pt x="2051" y="4478"/>
                  </a:moveTo>
                  <a:lnTo>
                    <a:pt x="2407" y="4896"/>
                  </a:lnTo>
                  <a:lnTo>
                    <a:pt x="2072" y="5273"/>
                  </a:lnTo>
                  <a:cubicBezTo>
                    <a:pt x="2072" y="4980"/>
                    <a:pt x="2051" y="4729"/>
                    <a:pt x="2051" y="4478"/>
                  </a:cubicBezTo>
                  <a:close/>
                  <a:moveTo>
                    <a:pt x="5378" y="4478"/>
                  </a:moveTo>
                  <a:cubicBezTo>
                    <a:pt x="5378" y="4729"/>
                    <a:pt x="5357" y="4980"/>
                    <a:pt x="5357" y="5273"/>
                  </a:cubicBezTo>
                  <a:lnTo>
                    <a:pt x="5044" y="4896"/>
                  </a:lnTo>
                  <a:lnTo>
                    <a:pt x="5378" y="4478"/>
                  </a:lnTo>
                  <a:close/>
                  <a:moveTo>
                    <a:pt x="3139" y="4332"/>
                  </a:moveTo>
                  <a:lnTo>
                    <a:pt x="3600" y="4855"/>
                  </a:lnTo>
                  <a:lnTo>
                    <a:pt x="3098" y="5482"/>
                  </a:lnTo>
                  <a:lnTo>
                    <a:pt x="2616" y="4896"/>
                  </a:lnTo>
                  <a:lnTo>
                    <a:pt x="3139" y="4332"/>
                  </a:lnTo>
                  <a:close/>
                  <a:moveTo>
                    <a:pt x="4311" y="4332"/>
                  </a:moveTo>
                  <a:lnTo>
                    <a:pt x="4813" y="4896"/>
                  </a:lnTo>
                  <a:lnTo>
                    <a:pt x="4332" y="5482"/>
                  </a:lnTo>
                  <a:lnTo>
                    <a:pt x="3830" y="4855"/>
                  </a:lnTo>
                  <a:lnTo>
                    <a:pt x="4311" y="4332"/>
                  </a:lnTo>
                  <a:close/>
                  <a:moveTo>
                    <a:pt x="252" y="0"/>
                  </a:moveTo>
                  <a:cubicBezTo>
                    <a:pt x="106" y="0"/>
                    <a:pt x="1" y="105"/>
                    <a:pt x="1" y="251"/>
                  </a:cubicBezTo>
                  <a:lnTo>
                    <a:pt x="1" y="293"/>
                  </a:lnTo>
                  <a:cubicBezTo>
                    <a:pt x="1" y="440"/>
                    <a:pt x="106" y="544"/>
                    <a:pt x="252" y="544"/>
                  </a:cubicBezTo>
                  <a:lnTo>
                    <a:pt x="942" y="544"/>
                  </a:lnTo>
                  <a:cubicBezTo>
                    <a:pt x="1235" y="963"/>
                    <a:pt x="1821" y="2260"/>
                    <a:pt x="1821" y="5608"/>
                  </a:cubicBezTo>
                  <a:cubicBezTo>
                    <a:pt x="1821" y="5671"/>
                    <a:pt x="1884" y="5733"/>
                    <a:pt x="1947" y="5733"/>
                  </a:cubicBezTo>
                  <a:cubicBezTo>
                    <a:pt x="2010" y="5733"/>
                    <a:pt x="2072" y="5671"/>
                    <a:pt x="2072" y="5608"/>
                  </a:cubicBezTo>
                  <a:cubicBezTo>
                    <a:pt x="2072" y="5587"/>
                    <a:pt x="2072" y="5545"/>
                    <a:pt x="2072" y="5524"/>
                  </a:cubicBezTo>
                  <a:lnTo>
                    <a:pt x="2512" y="5022"/>
                  </a:lnTo>
                  <a:lnTo>
                    <a:pt x="3098" y="5733"/>
                  </a:lnTo>
                  <a:lnTo>
                    <a:pt x="3725" y="4980"/>
                  </a:lnTo>
                  <a:lnTo>
                    <a:pt x="4353" y="5733"/>
                  </a:lnTo>
                  <a:lnTo>
                    <a:pt x="4918" y="5022"/>
                  </a:lnTo>
                  <a:lnTo>
                    <a:pt x="5357" y="5524"/>
                  </a:lnTo>
                  <a:lnTo>
                    <a:pt x="5357" y="5608"/>
                  </a:lnTo>
                  <a:cubicBezTo>
                    <a:pt x="5357" y="5671"/>
                    <a:pt x="5420" y="5733"/>
                    <a:pt x="5483" y="5733"/>
                  </a:cubicBezTo>
                  <a:cubicBezTo>
                    <a:pt x="5567" y="5733"/>
                    <a:pt x="5608" y="5671"/>
                    <a:pt x="5608" y="5608"/>
                  </a:cubicBezTo>
                  <a:cubicBezTo>
                    <a:pt x="5608" y="2281"/>
                    <a:pt x="6215" y="984"/>
                    <a:pt x="6487" y="544"/>
                  </a:cubicBezTo>
                  <a:lnTo>
                    <a:pt x="7199" y="544"/>
                  </a:lnTo>
                  <a:cubicBezTo>
                    <a:pt x="7324" y="544"/>
                    <a:pt x="7450" y="440"/>
                    <a:pt x="7450" y="293"/>
                  </a:cubicBezTo>
                  <a:lnTo>
                    <a:pt x="7450" y="251"/>
                  </a:lnTo>
                  <a:cubicBezTo>
                    <a:pt x="7450" y="105"/>
                    <a:pt x="7324" y="0"/>
                    <a:pt x="7199" y="0"/>
                  </a:cubicBezTo>
                  <a:close/>
                </a:path>
              </a:pathLst>
            </a:custGeom>
            <a:solidFill>
              <a:srgbClr val="E95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1440"/>
            <p:cNvSpPr/>
            <p:nvPr/>
          </p:nvSpPr>
          <p:spPr>
            <a:xfrm>
              <a:off x="4455676" y="3616197"/>
              <a:ext cx="99829" cy="99853"/>
            </a:xfrm>
            <a:custGeom>
              <a:rect b="b" l="l" r="r" t="t"/>
              <a:pathLst>
                <a:path extrusionOk="0" h="4207" w="4206">
                  <a:moveTo>
                    <a:pt x="2092" y="1"/>
                  </a:moveTo>
                  <a:cubicBezTo>
                    <a:pt x="942" y="1"/>
                    <a:pt x="0" y="942"/>
                    <a:pt x="0" y="2114"/>
                  </a:cubicBezTo>
                  <a:cubicBezTo>
                    <a:pt x="0" y="3265"/>
                    <a:pt x="942" y="4206"/>
                    <a:pt x="2092" y="4206"/>
                  </a:cubicBezTo>
                  <a:cubicBezTo>
                    <a:pt x="3264" y="4206"/>
                    <a:pt x="4206" y="3265"/>
                    <a:pt x="4206" y="2114"/>
                  </a:cubicBezTo>
                  <a:cubicBezTo>
                    <a:pt x="4206" y="942"/>
                    <a:pt x="3264" y="1"/>
                    <a:pt x="2092" y="1"/>
                  </a:cubicBezTo>
                  <a:close/>
                </a:path>
              </a:pathLst>
            </a:custGeom>
            <a:solidFill>
              <a:srgbClr val="F9A3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1440"/>
            <p:cNvSpPr/>
            <p:nvPr/>
          </p:nvSpPr>
          <p:spPr>
            <a:xfrm>
              <a:off x="4317113" y="3615081"/>
              <a:ext cx="499622" cy="555328"/>
            </a:xfrm>
            <a:custGeom>
              <a:rect b="b" l="l" r="r" t="t"/>
              <a:pathLst>
                <a:path extrusionOk="0" h="23397" w="21050">
                  <a:moveTo>
                    <a:pt x="899" y="1"/>
                  </a:moveTo>
                  <a:cubicBezTo>
                    <a:pt x="825" y="1"/>
                    <a:pt x="742" y="15"/>
                    <a:pt x="649" y="48"/>
                  </a:cubicBezTo>
                  <a:cubicBezTo>
                    <a:pt x="0" y="299"/>
                    <a:pt x="482" y="1052"/>
                    <a:pt x="482" y="1052"/>
                  </a:cubicBezTo>
                  <a:cubicBezTo>
                    <a:pt x="482" y="1052"/>
                    <a:pt x="1716" y="4149"/>
                    <a:pt x="2218" y="4881"/>
                  </a:cubicBezTo>
                  <a:cubicBezTo>
                    <a:pt x="2700" y="5613"/>
                    <a:pt x="6696" y="7099"/>
                    <a:pt x="6696" y="7099"/>
                  </a:cubicBezTo>
                  <a:cubicBezTo>
                    <a:pt x="6759" y="9108"/>
                    <a:pt x="8998" y="13941"/>
                    <a:pt x="8998" y="13941"/>
                  </a:cubicBezTo>
                  <a:lnTo>
                    <a:pt x="9353" y="19946"/>
                  </a:lnTo>
                  <a:lnTo>
                    <a:pt x="13852" y="23126"/>
                  </a:lnTo>
                  <a:cubicBezTo>
                    <a:pt x="13852" y="23126"/>
                    <a:pt x="14345" y="23396"/>
                    <a:pt x="14797" y="23396"/>
                  </a:cubicBezTo>
                  <a:cubicBezTo>
                    <a:pt x="15024" y="23396"/>
                    <a:pt x="15240" y="23329"/>
                    <a:pt x="15379" y="23126"/>
                  </a:cubicBezTo>
                  <a:cubicBezTo>
                    <a:pt x="15798" y="22520"/>
                    <a:pt x="15003" y="21955"/>
                    <a:pt x="15003" y="21955"/>
                  </a:cubicBezTo>
                  <a:lnTo>
                    <a:pt x="11404" y="18837"/>
                  </a:lnTo>
                  <a:lnTo>
                    <a:pt x="11006" y="15092"/>
                  </a:lnTo>
                  <a:lnTo>
                    <a:pt x="11006" y="15092"/>
                  </a:lnTo>
                  <a:cubicBezTo>
                    <a:pt x="11007" y="15092"/>
                    <a:pt x="13664" y="18461"/>
                    <a:pt x="14019" y="18858"/>
                  </a:cubicBezTo>
                  <a:cubicBezTo>
                    <a:pt x="14354" y="19235"/>
                    <a:pt x="19815" y="20239"/>
                    <a:pt x="19815" y="20239"/>
                  </a:cubicBezTo>
                  <a:cubicBezTo>
                    <a:pt x="19815" y="20239"/>
                    <a:pt x="19952" y="20259"/>
                    <a:pt x="20133" y="20259"/>
                  </a:cubicBezTo>
                  <a:cubicBezTo>
                    <a:pt x="20472" y="20259"/>
                    <a:pt x="20967" y="20188"/>
                    <a:pt x="21008" y="19779"/>
                  </a:cubicBezTo>
                  <a:cubicBezTo>
                    <a:pt x="21050" y="19130"/>
                    <a:pt x="20338" y="18942"/>
                    <a:pt x="20338" y="18942"/>
                  </a:cubicBezTo>
                  <a:lnTo>
                    <a:pt x="15107" y="17205"/>
                  </a:lnTo>
                  <a:cubicBezTo>
                    <a:pt x="15107" y="17205"/>
                    <a:pt x="12283" y="12790"/>
                    <a:pt x="11927" y="11765"/>
                  </a:cubicBezTo>
                  <a:cubicBezTo>
                    <a:pt x="11592" y="10761"/>
                    <a:pt x="11111" y="7434"/>
                    <a:pt x="11760" y="7350"/>
                  </a:cubicBezTo>
                  <a:cubicBezTo>
                    <a:pt x="11763" y="7350"/>
                    <a:pt x="11768" y="7349"/>
                    <a:pt x="11772" y="7349"/>
                  </a:cubicBezTo>
                  <a:cubicBezTo>
                    <a:pt x="12419" y="7349"/>
                    <a:pt x="16423" y="11907"/>
                    <a:pt x="17100" y="11907"/>
                  </a:cubicBezTo>
                  <a:cubicBezTo>
                    <a:pt x="17123" y="11907"/>
                    <a:pt x="17143" y="11901"/>
                    <a:pt x="17158" y="11890"/>
                  </a:cubicBezTo>
                  <a:cubicBezTo>
                    <a:pt x="17618" y="11535"/>
                    <a:pt x="16928" y="10593"/>
                    <a:pt x="16928" y="10593"/>
                  </a:cubicBezTo>
                  <a:cubicBezTo>
                    <a:pt x="16928" y="10593"/>
                    <a:pt x="11906" y="5090"/>
                    <a:pt x="11195" y="4693"/>
                  </a:cubicBezTo>
                  <a:cubicBezTo>
                    <a:pt x="11087" y="4631"/>
                    <a:pt x="10907" y="4605"/>
                    <a:pt x="10677" y="4605"/>
                  </a:cubicBezTo>
                  <a:cubicBezTo>
                    <a:pt x="9499" y="4605"/>
                    <a:pt x="7024" y="5286"/>
                    <a:pt x="6443" y="5286"/>
                  </a:cubicBezTo>
                  <a:cubicBezTo>
                    <a:pt x="6409" y="5286"/>
                    <a:pt x="6382" y="5283"/>
                    <a:pt x="6361" y="5279"/>
                  </a:cubicBezTo>
                  <a:cubicBezTo>
                    <a:pt x="5922" y="5195"/>
                    <a:pt x="3390" y="3898"/>
                    <a:pt x="3285" y="3835"/>
                  </a:cubicBezTo>
                  <a:cubicBezTo>
                    <a:pt x="3202" y="3751"/>
                    <a:pt x="1465" y="508"/>
                    <a:pt x="1465" y="508"/>
                  </a:cubicBezTo>
                  <a:cubicBezTo>
                    <a:pt x="1465" y="508"/>
                    <a:pt x="1342" y="1"/>
                    <a:pt x="899" y="1"/>
                  </a:cubicBezTo>
                  <a:close/>
                </a:path>
              </a:pathLst>
            </a:custGeom>
            <a:solidFill>
              <a:srgbClr val="F9A3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53" name="Google Shape;11453;p1440"/>
          <p:cNvSpPr txBox="1"/>
          <p:nvPr/>
        </p:nvSpPr>
        <p:spPr>
          <a:xfrm>
            <a:off x="5339400" y="4281450"/>
            <a:ext cx="2991900" cy="303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lt1"/>
                </a:solidFill>
                <a:latin typeface="Roboto"/>
                <a:ea typeface="Roboto"/>
                <a:cs typeface="Roboto"/>
                <a:sym typeface="Roboto"/>
              </a:rPr>
              <a:t>26 numerical features in raw data</a:t>
            </a:r>
            <a:endParaRPr sz="1200">
              <a:solidFill>
                <a:schemeClr val="lt1"/>
              </a:solidFill>
              <a:latin typeface="Roboto"/>
              <a:ea typeface="Roboto"/>
              <a:cs typeface="Roboto"/>
              <a:sym typeface="Roboto"/>
            </a:endParaRPr>
          </a:p>
        </p:txBody>
      </p:sp>
      <p:sp>
        <p:nvSpPr>
          <p:cNvPr id="11454" name="Google Shape;11454;p1440"/>
          <p:cNvSpPr txBox="1"/>
          <p:nvPr/>
        </p:nvSpPr>
        <p:spPr>
          <a:xfrm>
            <a:off x="5124200" y="1050875"/>
            <a:ext cx="2991900" cy="303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Roboto"/>
                <a:ea typeface="Roboto"/>
                <a:cs typeface="Roboto"/>
                <a:sym typeface="Roboto"/>
              </a:rPr>
              <a:t>Feature Correlation Matrix</a:t>
            </a:r>
            <a:endParaRPr sz="1200">
              <a:solidFill>
                <a:schemeClr val="lt1"/>
              </a:solidFill>
              <a:latin typeface="Roboto"/>
              <a:ea typeface="Roboto"/>
              <a:cs typeface="Roboto"/>
              <a:sym typeface="Roboto"/>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58" name="Shape 11458"/>
        <p:cNvGrpSpPr/>
        <p:nvPr/>
      </p:nvGrpSpPr>
      <p:grpSpPr>
        <a:xfrm>
          <a:off x="0" y="0"/>
          <a:ext cx="0" cy="0"/>
          <a:chOff x="0" y="0"/>
          <a:chExt cx="0" cy="0"/>
        </a:xfrm>
      </p:grpSpPr>
      <p:sp>
        <p:nvSpPr>
          <p:cNvPr id="11459" name="Google Shape;11459;p1441"/>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Challenge (Model 1)</a:t>
            </a:r>
            <a:endParaRPr/>
          </a:p>
        </p:txBody>
      </p:sp>
      <p:sp>
        <p:nvSpPr>
          <p:cNvPr id="11460" name="Google Shape;11460;p1441"/>
          <p:cNvSpPr txBox="1"/>
          <p:nvPr>
            <p:ph idx="4294967295" type="body"/>
          </p:nvPr>
        </p:nvSpPr>
        <p:spPr>
          <a:xfrm>
            <a:off x="758100" y="786575"/>
            <a:ext cx="8385900" cy="34164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lt1"/>
                </a:solidFill>
              </a:rPr>
              <a:t>Overfitting</a:t>
            </a:r>
            <a:r>
              <a:rPr lang="en" sz="1600">
                <a:solidFill>
                  <a:schemeClr val="lt1"/>
                </a:solidFill>
              </a:rPr>
              <a:t> </a:t>
            </a:r>
            <a:endParaRPr sz="1600">
              <a:solidFill>
                <a:schemeClr val="lt1"/>
              </a:solidFill>
            </a:endParaRPr>
          </a:p>
          <a:p>
            <a:pPr indent="-330200" lvl="0" marL="457200" rtl="0" algn="l">
              <a:lnSpc>
                <a:spcPct val="100000"/>
              </a:lnSpc>
              <a:spcBef>
                <a:spcPts val="0"/>
              </a:spcBef>
              <a:spcAft>
                <a:spcPts val="0"/>
              </a:spcAft>
              <a:buClr>
                <a:schemeClr val="lt1"/>
              </a:buClr>
              <a:buSzPts val="1600"/>
              <a:buChar char="-"/>
            </a:pPr>
            <a:r>
              <a:rPr lang="en" sz="1600">
                <a:solidFill>
                  <a:schemeClr val="lt1"/>
                </a:solidFill>
              </a:rPr>
              <a:t>Reason 2: </a:t>
            </a:r>
            <a:r>
              <a:rPr lang="en" sz="1600">
                <a:solidFill>
                  <a:schemeClr val="lt1"/>
                </a:solidFill>
              </a:rPr>
              <a:t>Models failed to generalize</a:t>
            </a:r>
            <a:endParaRPr sz="1600">
              <a:solidFill>
                <a:schemeClr val="lt1"/>
              </a:solidFill>
            </a:endParaRPr>
          </a:p>
          <a:p>
            <a:pPr indent="-330200" lvl="1" marL="914400" rtl="0" algn="l">
              <a:lnSpc>
                <a:spcPct val="100000"/>
              </a:lnSpc>
              <a:spcBef>
                <a:spcPts val="0"/>
              </a:spcBef>
              <a:spcAft>
                <a:spcPts val="0"/>
              </a:spcAft>
              <a:buClr>
                <a:schemeClr val="lt1"/>
              </a:buClr>
              <a:buSzPts val="1600"/>
              <a:buChar char="-"/>
            </a:pPr>
            <a:r>
              <a:rPr lang="en" sz="1600">
                <a:solidFill>
                  <a:schemeClr val="lt1"/>
                </a:solidFill>
              </a:rPr>
              <a:t>Random Forest &amp; Neural Network</a:t>
            </a:r>
            <a:endParaRPr sz="1600">
              <a:solidFill>
                <a:schemeClr val="lt1"/>
              </a:solidFill>
            </a:endParaRPr>
          </a:p>
          <a:p>
            <a:pPr indent="-317500" lvl="0" marL="457200" rtl="0" algn="l">
              <a:lnSpc>
                <a:spcPct val="100000"/>
              </a:lnSpc>
              <a:spcBef>
                <a:spcPts val="0"/>
              </a:spcBef>
              <a:spcAft>
                <a:spcPts val="0"/>
              </a:spcAft>
              <a:buClr>
                <a:schemeClr val="lt1"/>
              </a:buClr>
              <a:buSzPts val="1400"/>
              <a:buFont typeface="Arial"/>
              <a:buChar char="-"/>
            </a:pPr>
            <a:r>
              <a:rPr lang="en" sz="1600">
                <a:solidFill>
                  <a:schemeClr val="lt1"/>
                </a:solidFill>
              </a:rPr>
              <a:t>Solutions:</a:t>
            </a:r>
            <a:endParaRPr sz="1600">
              <a:solidFill>
                <a:schemeClr val="lt1"/>
              </a:solidFill>
            </a:endParaRPr>
          </a:p>
          <a:p>
            <a:pPr indent="-317500" lvl="1" marL="914400" rtl="0" algn="l">
              <a:lnSpc>
                <a:spcPct val="100000"/>
              </a:lnSpc>
              <a:spcBef>
                <a:spcPts val="0"/>
              </a:spcBef>
              <a:spcAft>
                <a:spcPts val="0"/>
              </a:spcAft>
              <a:buClr>
                <a:schemeClr val="lt1"/>
              </a:buClr>
              <a:buSzPts val="1400"/>
              <a:buFont typeface="Arial"/>
              <a:buChar char="-"/>
            </a:pPr>
            <a:r>
              <a:rPr lang="en" sz="1600">
                <a:solidFill>
                  <a:schemeClr val="lt1"/>
                </a:solidFill>
              </a:rPr>
              <a:t>Random Forest</a:t>
            </a:r>
            <a:endParaRPr sz="1600">
              <a:solidFill>
                <a:schemeClr val="lt1"/>
              </a:solidFill>
            </a:endParaRPr>
          </a:p>
          <a:p>
            <a:pPr indent="-317500" lvl="2" marL="1371600" rtl="0" algn="l">
              <a:lnSpc>
                <a:spcPct val="100000"/>
              </a:lnSpc>
              <a:spcBef>
                <a:spcPts val="0"/>
              </a:spcBef>
              <a:spcAft>
                <a:spcPts val="0"/>
              </a:spcAft>
              <a:buClr>
                <a:schemeClr val="lt1"/>
              </a:buClr>
              <a:buSzPts val="1400"/>
              <a:buFont typeface="Arial"/>
              <a:buChar char="-"/>
            </a:pPr>
            <a:r>
              <a:rPr lang="en" sz="1600">
                <a:solidFill>
                  <a:schemeClr val="lt1"/>
                </a:solidFill>
              </a:rPr>
              <a:t>Max_depth = None -&gt; 5</a:t>
            </a:r>
            <a:endParaRPr sz="1600">
              <a:solidFill>
                <a:schemeClr val="lt1"/>
              </a:solidFill>
            </a:endParaRPr>
          </a:p>
          <a:p>
            <a:pPr indent="-317500" lvl="2" marL="1371600" rtl="0" algn="l">
              <a:lnSpc>
                <a:spcPct val="100000"/>
              </a:lnSpc>
              <a:spcBef>
                <a:spcPts val="0"/>
              </a:spcBef>
              <a:spcAft>
                <a:spcPts val="0"/>
              </a:spcAft>
              <a:buClr>
                <a:schemeClr val="lt1"/>
              </a:buClr>
              <a:buSzPts val="1400"/>
              <a:buFont typeface="Arial"/>
              <a:buChar char="-"/>
            </a:pPr>
            <a:r>
              <a:rPr lang="en" sz="1600">
                <a:solidFill>
                  <a:schemeClr val="lt1"/>
                </a:solidFill>
              </a:rPr>
              <a:t>Min_samples_split = 2 -&gt; 5</a:t>
            </a:r>
            <a:endParaRPr sz="1600">
              <a:solidFill>
                <a:schemeClr val="lt1"/>
              </a:solidFill>
            </a:endParaRPr>
          </a:p>
          <a:p>
            <a:pPr indent="-317500" lvl="1" marL="914400" rtl="0" algn="l">
              <a:lnSpc>
                <a:spcPct val="100000"/>
              </a:lnSpc>
              <a:spcBef>
                <a:spcPts val="0"/>
              </a:spcBef>
              <a:spcAft>
                <a:spcPts val="0"/>
              </a:spcAft>
              <a:buClr>
                <a:schemeClr val="lt1"/>
              </a:buClr>
              <a:buSzPts val="1400"/>
              <a:buFont typeface="Arial"/>
              <a:buChar char="-"/>
            </a:pPr>
            <a:r>
              <a:rPr lang="en" sz="1600">
                <a:solidFill>
                  <a:schemeClr val="lt1"/>
                </a:solidFill>
              </a:rPr>
              <a:t>Neural Network</a:t>
            </a:r>
            <a:endParaRPr sz="1600">
              <a:solidFill>
                <a:schemeClr val="lt1"/>
              </a:solidFill>
            </a:endParaRPr>
          </a:p>
          <a:p>
            <a:pPr indent="-317500" lvl="2" marL="1371600" rtl="0" algn="l">
              <a:spcBef>
                <a:spcPts val="0"/>
              </a:spcBef>
              <a:spcAft>
                <a:spcPts val="0"/>
              </a:spcAft>
              <a:buClr>
                <a:schemeClr val="lt1"/>
              </a:buClr>
              <a:buSzPts val="1400"/>
              <a:buFont typeface="Arial"/>
              <a:buChar char="-"/>
            </a:pPr>
            <a:r>
              <a:rPr lang="en" sz="1600">
                <a:solidFill>
                  <a:schemeClr val="lt1"/>
                </a:solidFill>
              </a:rPr>
              <a:t>Add alpha = 0.01</a:t>
            </a:r>
            <a:endParaRPr sz="1600">
              <a:solidFill>
                <a:schemeClr val="lt1"/>
              </a:solidFill>
            </a:endParaRPr>
          </a:p>
          <a:p>
            <a:pPr indent="-317500" lvl="2" marL="1371600" rtl="0" algn="l">
              <a:spcBef>
                <a:spcPts val="0"/>
              </a:spcBef>
              <a:spcAft>
                <a:spcPts val="0"/>
              </a:spcAft>
              <a:buClr>
                <a:schemeClr val="lt1"/>
              </a:buClr>
              <a:buSzPts val="1400"/>
              <a:buFont typeface="Arial"/>
              <a:buChar char="-"/>
            </a:pPr>
            <a:r>
              <a:rPr lang="en" sz="1600">
                <a:solidFill>
                  <a:schemeClr val="lt1"/>
                </a:solidFill>
              </a:rPr>
              <a:t>hidden_layer_sizes=(64, 32) -&gt; (32, 16)</a:t>
            </a:r>
            <a:endParaRPr sz="1600">
              <a:solidFill>
                <a:schemeClr val="lt1"/>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64" name="Shape 11464"/>
        <p:cNvGrpSpPr/>
        <p:nvPr/>
      </p:nvGrpSpPr>
      <p:grpSpPr>
        <a:xfrm>
          <a:off x="0" y="0"/>
          <a:ext cx="0" cy="0"/>
          <a:chOff x="0" y="0"/>
          <a:chExt cx="0" cy="0"/>
        </a:xfrm>
      </p:grpSpPr>
      <p:sp>
        <p:nvSpPr>
          <p:cNvPr id="11465" name="Google Shape;11465;p1442"/>
          <p:cNvSpPr txBox="1"/>
          <p:nvPr>
            <p:ph type="title"/>
          </p:nvPr>
        </p:nvSpPr>
        <p:spPr>
          <a:xfrm>
            <a:off x="914650" y="759625"/>
            <a:ext cx="85206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800"/>
              <a:t>Train Data Evaluation</a:t>
            </a:r>
            <a:endParaRPr sz="2800"/>
          </a:p>
        </p:txBody>
      </p:sp>
      <p:pic>
        <p:nvPicPr>
          <p:cNvPr id="11466" name="Google Shape;11466;p1442" title="Screenshot 2025-12-02 at 11.40.00 PM.png"/>
          <p:cNvPicPr preferRelativeResize="0"/>
          <p:nvPr/>
        </p:nvPicPr>
        <p:blipFill rotWithShape="1">
          <a:blip r:embed="rId3">
            <a:alphaModFix/>
          </a:blip>
          <a:srcRect b="0" l="0" r="22246" t="0"/>
          <a:stretch/>
        </p:blipFill>
        <p:spPr>
          <a:xfrm>
            <a:off x="4753900" y="1582850"/>
            <a:ext cx="3463555" cy="1977800"/>
          </a:xfrm>
          <a:prstGeom prst="rect">
            <a:avLst/>
          </a:prstGeom>
          <a:noFill/>
          <a:ln>
            <a:noFill/>
          </a:ln>
        </p:spPr>
      </p:pic>
      <p:cxnSp>
        <p:nvCxnSpPr>
          <p:cNvPr id="11467" name="Google Shape;11467;p1442"/>
          <p:cNvCxnSpPr/>
          <p:nvPr/>
        </p:nvCxnSpPr>
        <p:spPr>
          <a:xfrm flipH="1" rot="10800000">
            <a:off x="3780925" y="2569350"/>
            <a:ext cx="936300" cy="4800"/>
          </a:xfrm>
          <a:prstGeom prst="straightConnector1">
            <a:avLst/>
          </a:prstGeom>
          <a:noFill/>
          <a:ln cap="flat" cmpd="sng" w="9525">
            <a:solidFill>
              <a:schemeClr val="dk2"/>
            </a:solidFill>
            <a:prstDash val="solid"/>
            <a:round/>
            <a:headEnd len="med" w="med" type="none"/>
            <a:tailEnd len="med" w="med" type="triangle"/>
          </a:ln>
        </p:spPr>
      </p:cxnSp>
      <p:sp>
        <p:nvSpPr>
          <p:cNvPr id="11468" name="Google Shape;11468;p1442"/>
          <p:cNvSpPr txBox="1"/>
          <p:nvPr/>
        </p:nvSpPr>
        <p:spPr>
          <a:xfrm>
            <a:off x="838950" y="3811175"/>
            <a:ext cx="2924700" cy="44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300">
                <a:solidFill>
                  <a:schemeClr val="dk1"/>
                </a:solidFill>
                <a:highlight>
                  <a:srgbClr val="E69138"/>
                </a:highlight>
                <a:latin typeface="Roboto"/>
                <a:ea typeface="Roboto"/>
                <a:cs typeface="Roboto"/>
                <a:sym typeface="Roboto"/>
              </a:rPr>
              <a:t>Before model + feature adjustments</a:t>
            </a:r>
            <a:endParaRPr sz="1300">
              <a:solidFill>
                <a:schemeClr val="dk1"/>
              </a:solidFill>
              <a:highlight>
                <a:srgbClr val="E69138"/>
              </a:highlight>
              <a:latin typeface="Roboto"/>
              <a:ea typeface="Roboto"/>
              <a:cs typeface="Roboto"/>
              <a:sym typeface="Roboto"/>
            </a:endParaRPr>
          </a:p>
        </p:txBody>
      </p:sp>
      <p:sp>
        <p:nvSpPr>
          <p:cNvPr id="11469" name="Google Shape;11469;p1442"/>
          <p:cNvSpPr txBox="1"/>
          <p:nvPr/>
        </p:nvSpPr>
        <p:spPr>
          <a:xfrm>
            <a:off x="5023325" y="3811175"/>
            <a:ext cx="2924700" cy="44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300">
                <a:solidFill>
                  <a:schemeClr val="dk1"/>
                </a:solidFill>
                <a:highlight>
                  <a:srgbClr val="E69138"/>
                </a:highlight>
                <a:latin typeface="Roboto"/>
                <a:ea typeface="Roboto"/>
                <a:cs typeface="Roboto"/>
                <a:sym typeface="Roboto"/>
              </a:rPr>
              <a:t>After model + feature adjustments</a:t>
            </a:r>
            <a:endParaRPr sz="1300">
              <a:solidFill>
                <a:schemeClr val="dk1"/>
              </a:solidFill>
              <a:highlight>
                <a:srgbClr val="E69138"/>
              </a:highlight>
              <a:latin typeface="Roboto"/>
              <a:ea typeface="Roboto"/>
              <a:cs typeface="Roboto"/>
              <a:sym typeface="Roboto"/>
            </a:endParaRPr>
          </a:p>
        </p:txBody>
      </p:sp>
      <p:sp>
        <p:nvSpPr>
          <p:cNvPr id="11470" name="Google Shape;11470;p1442"/>
          <p:cNvSpPr/>
          <p:nvPr/>
        </p:nvSpPr>
        <p:spPr>
          <a:xfrm rot="527">
            <a:off x="6262001" y="2774951"/>
            <a:ext cx="1955400" cy="156000"/>
          </a:xfrm>
          <a:prstGeom prst="ellipse">
            <a:avLst/>
          </a:prstGeom>
          <a:noFill/>
          <a:ln cap="flat" cmpd="sng" w="9525">
            <a:solidFill>
              <a:srgbClr val="FF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pic>
        <p:nvPicPr>
          <p:cNvPr id="11471" name="Google Shape;11471;p1442" title="Screenshot 2025-12-10 at 9.45.33 AM.png"/>
          <p:cNvPicPr preferRelativeResize="0"/>
          <p:nvPr/>
        </p:nvPicPr>
        <p:blipFill rotWithShape="1">
          <a:blip r:embed="rId4">
            <a:alphaModFix/>
          </a:blip>
          <a:srcRect b="0" l="3994" r="0" t="0"/>
          <a:stretch/>
        </p:blipFill>
        <p:spPr>
          <a:xfrm>
            <a:off x="838950" y="1667000"/>
            <a:ext cx="3255775" cy="1893650"/>
          </a:xfrm>
          <a:prstGeom prst="rect">
            <a:avLst/>
          </a:prstGeom>
          <a:noFill/>
          <a:ln>
            <a:noFill/>
          </a:ln>
        </p:spPr>
      </p:pic>
      <p:sp>
        <p:nvSpPr>
          <p:cNvPr id="11472" name="Google Shape;11472;p1442"/>
          <p:cNvSpPr/>
          <p:nvPr/>
        </p:nvSpPr>
        <p:spPr>
          <a:xfrm rot="527">
            <a:off x="2198975" y="2742400"/>
            <a:ext cx="1955400" cy="221100"/>
          </a:xfrm>
          <a:prstGeom prst="ellipse">
            <a:avLst/>
          </a:prstGeom>
          <a:noFill/>
          <a:ln cap="flat" cmpd="sng" w="14150">
            <a:solidFill>
              <a:srgbClr val="FF0000"/>
            </a:solidFill>
            <a:prstDash val="solid"/>
            <a:round/>
            <a:headEnd len="sm" w="sm" type="none"/>
            <a:tailEnd len="sm" w="sm" type="none"/>
          </a:ln>
        </p:spPr>
        <p:txBody>
          <a:bodyPr anchorCtr="0" anchor="ctr" bIns="135775" lIns="135775" spcFirstLastPara="1" rIns="135775" wrap="square" tIns="135775">
            <a:noAutofit/>
          </a:bodyPr>
          <a:lstStyle/>
          <a:p>
            <a:pPr indent="0" lvl="0" marL="0" rtl="0" algn="ctr">
              <a:spcBef>
                <a:spcPts val="0"/>
              </a:spcBef>
              <a:spcAft>
                <a:spcPts val="0"/>
              </a:spcAft>
              <a:buNone/>
            </a:pPr>
            <a:r>
              <a:t/>
            </a:r>
            <a:endParaRPr sz="2079">
              <a:latin typeface="Roboto"/>
              <a:ea typeface="Roboto"/>
              <a:cs typeface="Roboto"/>
              <a:sym typeface="Roboto"/>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76" name="Shape 11476"/>
        <p:cNvGrpSpPr/>
        <p:nvPr/>
      </p:nvGrpSpPr>
      <p:grpSpPr>
        <a:xfrm>
          <a:off x="0" y="0"/>
          <a:ext cx="0" cy="0"/>
          <a:chOff x="0" y="0"/>
          <a:chExt cx="0" cy="0"/>
        </a:xfrm>
      </p:grpSpPr>
      <p:sp>
        <p:nvSpPr>
          <p:cNvPr id="11477" name="Google Shape;11477;p1443"/>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Test Data Evaluation (2024 All Star)</a:t>
            </a:r>
            <a:endParaRPr/>
          </a:p>
        </p:txBody>
      </p:sp>
      <p:pic>
        <p:nvPicPr>
          <p:cNvPr id="11478" name="Google Shape;11478;p1443" title="Screenshot 2025-12-02 at 11.40.25 PM.png"/>
          <p:cNvPicPr preferRelativeResize="0"/>
          <p:nvPr/>
        </p:nvPicPr>
        <p:blipFill rotWithShape="1">
          <a:blip r:embed="rId3">
            <a:alphaModFix/>
          </a:blip>
          <a:srcRect b="0" l="5597" r="26638" t="0"/>
          <a:stretch/>
        </p:blipFill>
        <p:spPr>
          <a:xfrm>
            <a:off x="4997275" y="1837863"/>
            <a:ext cx="3323200" cy="1765350"/>
          </a:xfrm>
          <a:prstGeom prst="rect">
            <a:avLst/>
          </a:prstGeom>
          <a:noFill/>
          <a:ln>
            <a:noFill/>
          </a:ln>
        </p:spPr>
      </p:pic>
      <p:pic>
        <p:nvPicPr>
          <p:cNvPr id="11479" name="Google Shape;11479;p1443" title="Screenshot 2025-12-09 at 11.39.13 PM.png"/>
          <p:cNvPicPr preferRelativeResize="0"/>
          <p:nvPr/>
        </p:nvPicPr>
        <p:blipFill rotWithShape="1">
          <a:blip r:embed="rId4">
            <a:alphaModFix/>
          </a:blip>
          <a:srcRect b="0" l="2768" r="22616" t="0"/>
          <a:stretch/>
        </p:blipFill>
        <p:spPr>
          <a:xfrm>
            <a:off x="823525" y="1877550"/>
            <a:ext cx="3323200" cy="1686006"/>
          </a:xfrm>
          <a:prstGeom prst="rect">
            <a:avLst/>
          </a:prstGeom>
          <a:noFill/>
          <a:ln>
            <a:noFill/>
          </a:ln>
        </p:spPr>
      </p:pic>
      <p:cxnSp>
        <p:nvCxnSpPr>
          <p:cNvPr id="11480" name="Google Shape;11480;p1443"/>
          <p:cNvCxnSpPr/>
          <p:nvPr/>
        </p:nvCxnSpPr>
        <p:spPr>
          <a:xfrm flipH="1" rot="10800000">
            <a:off x="4237350" y="2715900"/>
            <a:ext cx="669300" cy="9300"/>
          </a:xfrm>
          <a:prstGeom prst="straightConnector1">
            <a:avLst/>
          </a:prstGeom>
          <a:noFill/>
          <a:ln cap="flat" cmpd="sng" w="9525">
            <a:solidFill>
              <a:schemeClr val="dk2"/>
            </a:solidFill>
            <a:prstDash val="solid"/>
            <a:round/>
            <a:headEnd len="med" w="med" type="none"/>
            <a:tailEnd len="med" w="med" type="triangle"/>
          </a:ln>
        </p:spPr>
      </p:cxnSp>
      <p:sp>
        <p:nvSpPr>
          <p:cNvPr id="11481" name="Google Shape;11481;p1443"/>
          <p:cNvSpPr txBox="1"/>
          <p:nvPr/>
        </p:nvSpPr>
        <p:spPr>
          <a:xfrm>
            <a:off x="1079675" y="3759100"/>
            <a:ext cx="2924700" cy="44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300">
                <a:solidFill>
                  <a:schemeClr val="dk1"/>
                </a:solidFill>
                <a:highlight>
                  <a:srgbClr val="E69138"/>
                </a:highlight>
                <a:latin typeface="Roboto"/>
                <a:ea typeface="Roboto"/>
                <a:cs typeface="Roboto"/>
                <a:sym typeface="Roboto"/>
              </a:rPr>
              <a:t>Before model + feature adjustments</a:t>
            </a:r>
            <a:endParaRPr sz="1300">
              <a:solidFill>
                <a:schemeClr val="dk1"/>
              </a:solidFill>
              <a:highlight>
                <a:srgbClr val="E69138"/>
              </a:highlight>
              <a:latin typeface="Roboto"/>
              <a:ea typeface="Roboto"/>
              <a:cs typeface="Roboto"/>
              <a:sym typeface="Roboto"/>
            </a:endParaRPr>
          </a:p>
        </p:txBody>
      </p:sp>
      <p:sp>
        <p:nvSpPr>
          <p:cNvPr id="11482" name="Google Shape;11482;p1443"/>
          <p:cNvSpPr txBox="1"/>
          <p:nvPr/>
        </p:nvSpPr>
        <p:spPr>
          <a:xfrm>
            <a:off x="5324875" y="3759100"/>
            <a:ext cx="2924700" cy="44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300">
                <a:solidFill>
                  <a:schemeClr val="dk1"/>
                </a:solidFill>
                <a:highlight>
                  <a:srgbClr val="E69138"/>
                </a:highlight>
                <a:latin typeface="Roboto"/>
                <a:ea typeface="Roboto"/>
                <a:cs typeface="Roboto"/>
                <a:sym typeface="Roboto"/>
              </a:rPr>
              <a:t>After model + feature adjustments</a:t>
            </a:r>
            <a:endParaRPr sz="1300">
              <a:solidFill>
                <a:schemeClr val="dk1"/>
              </a:solidFill>
              <a:highlight>
                <a:srgbClr val="E69138"/>
              </a:highlight>
              <a:latin typeface="Roboto"/>
              <a:ea typeface="Roboto"/>
              <a:cs typeface="Roboto"/>
              <a:sym typeface="Roboto"/>
            </a:endParaRPr>
          </a:p>
        </p:txBody>
      </p:sp>
      <p:sp>
        <p:nvSpPr>
          <p:cNvPr id="11483" name="Google Shape;11483;p1443"/>
          <p:cNvSpPr/>
          <p:nvPr/>
        </p:nvSpPr>
        <p:spPr>
          <a:xfrm rot="589">
            <a:off x="2323041" y="2778412"/>
            <a:ext cx="1751100" cy="192600"/>
          </a:xfrm>
          <a:prstGeom prst="ellipse">
            <a:avLst/>
          </a:prstGeom>
          <a:noFill/>
          <a:ln cap="flat" cmpd="sng" w="9525">
            <a:solidFill>
              <a:srgbClr val="FF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11484" name="Google Shape;11484;p1443"/>
          <p:cNvSpPr/>
          <p:nvPr/>
        </p:nvSpPr>
        <p:spPr>
          <a:xfrm rot="589">
            <a:off x="6569366" y="2725362"/>
            <a:ext cx="1751100" cy="192600"/>
          </a:xfrm>
          <a:prstGeom prst="ellipse">
            <a:avLst/>
          </a:prstGeom>
          <a:noFill/>
          <a:ln cap="flat" cmpd="sng" w="9525">
            <a:solidFill>
              <a:srgbClr val="FF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88" name="Shape 11488"/>
        <p:cNvGrpSpPr/>
        <p:nvPr/>
      </p:nvGrpSpPr>
      <p:grpSpPr>
        <a:xfrm>
          <a:off x="0" y="0"/>
          <a:ext cx="0" cy="0"/>
          <a:chOff x="0" y="0"/>
          <a:chExt cx="0" cy="0"/>
        </a:xfrm>
      </p:grpSpPr>
      <p:sp>
        <p:nvSpPr>
          <p:cNvPr id="11489" name="Google Shape;11489;p1444"/>
          <p:cNvSpPr txBox="1"/>
          <p:nvPr>
            <p:ph type="title"/>
          </p:nvPr>
        </p:nvSpPr>
        <p:spPr>
          <a:xfrm>
            <a:off x="1369300" y="1357875"/>
            <a:ext cx="5620200" cy="2139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Model 2 Overview</a:t>
            </a:r>
            <a:endParaRPr/>
          </a:p>
        </p:txBody>
      </p:sp>
      <p:grpSp>
        <p:nvGrpSpPr>
          <p:cNvPr id="11490" name="Google Shape;11490;p1444"/>
          <p:cNvGrpSpPr/>
          <p:nvPr/>
        </p:nvGrpSpPr>
        <p:grpSpPr>
          <a:xfrm>
            <a:off x="7129475" y="1499075"/>
            <a:ext cx="2602500" cy="2602500"/>
            <a:chOff x="7129475" y="1270500"/>
            <a:chExt cx="2602500" cy="2602500"/>
          </a:xfrm>
        </p:grpSpPr>
        <p:sp>
          <p:nvSpPr>
            <p:cNvPr id="11491" name="Google Shape;11491;p1444"/>
            <p:cNvSpPr/>
            <p:nvPr/>
          </p:nvSpPr>
          <p:spPr>
            <a:xfrm>
              <a:off x="7415177" y="2348213"/>
              <a:ext cx="446959" cy="447020"/>
            </a:xfrm>
            <a:custGeom>
              <a:rect b="b" l="l" r="r" t="t"/>
              <a:pathLst>
                <a:path extrusionOk="0" h="24232" w="24232">
                  <a:moveTo>
                    <a:pt x="12152" y="1"/>
                  </a:moveTo>
                  <a:lnTo>
                    <a:pt x="12152" y="1785"/>
                  </a:lnTo>
                  <a:cubicBezTo>
                    <a:pt x="13240" y="1803"/>
                    <a:pt x="14311" y="1964"/>
                    <a:pt x="15346" y="2303"/>
                  </a:cubicBezTo>
                  <a:lnTo>
                    <a:pt x="15899" y="608"/>
                  </a:lnTo>
                  <a:cubicBezTo>
                    <a:pt x="14685" y="215"/>
                    <a:pt x="13436" y="19"/>
                    <a:pt x="12152" y="1"/>
                  </a:cubicBezTo>
                  <a:close/>
                  <a:moveTo>
                    <a:pt x="8423" y="590"/>
                  </a:moveTo>
                  <a:cubicBezTo>
                    <a:pt x="7209" y="982"/>
                    <a:pt x="6067" y="1553"/>
                    <a:pt x="5033" y="2303"/>
                  </a:cubicBezTo>
                  <a:lnTo>
                    <a:pt x="6085" y="3748"/>
                  </a:lnTo>
                  <a:cubicBezTo>
                    <a:pt x="6960" y="3106"/>
                    <a:pt x="7923" y="2624"/>
                    <a:pt x="8958" y="2285"/>
                  </a:cubicBezTo>
                  <a:lnTo>
                    <a:pt x="8423" y="590"/>
                  </a:lnTo>
                  <a:close/>
                  <a:moveTo>
                    <a:pt x="19271" y="2338"/>
                  </a:moveTo>
                  <a:lnTo>
                    <a:pt x="18218" y="3784"/>
                  </a:lnTo>
                  <a:cubicBezTo>
                    <a:pt x="19093" y="4426"/>
                    <a:pt x="19860" y="5193"/>
                    <a:pt x="20502" y="6067"/>
                  </a:cubicBezTo>
                  <a:lnTo>
                    <a:pt x="21947" y="5033"/>
                  </a:lnTo>
                  <a:cubicBezTo>
                    <a:pt x="21198" y="3998"/>
                    <a:pt x="20288" y="3088"/>
                    <a:pt x="19271" y="2338"/>
                  </a:cubicBezTo>
                  <a:close/>
                  <a:moveTo>
                    <a:pt x="2338" y="4961"/>
                  </a:moveTo>
                  <a:cubicBezTo>
                    <a:pt x="1589" y="5996"/>
                    <a:pt x="1000" y="7138"/>
                    <a:pt x="608" y="8333"/>
                  </a:cubicBezTo>
                  <a:lnTo>
                    <a:pt x="2303" y="8887"/>
                  </a:lnTo>
                  <a:cubicBezTo>
                    <a:pt x="2642" y="7870"/>
                    <a:pt x="3141" y="6906"/>
                    <a:pt x="3784" y="6014"/>
                  </a:cubicBezTo>
                  <a:lnTo>
                    <a:pt x="2338" y="4961"/>
                  </a:lnTo>
                  <a:close/>
                  <a:moveTo>
                    <a:pt x="23660" y="8405"/>
                  </a:moveTo>
                  <a:lnTo>
                    <a:pt x="21965" y="8958"/>
                  </a:lnTo>
                  <a:cubicBezTo>
                    <a:pt x="22286" y="9975"/>
                    <a:pt x="22447" y="11046"/>
                    <a:pt x="22447" y="12116"/>
                  </a:cubicBezTo>
                  <a:lnTo>
                    <a:pt x="22447" y="12152"/>
                  </a:lnTo>
                  <a:lnTo>
                    <a:pt x="24231" y="12116"/>
                  </a:lnTo>
                  <a:cubicBezTo>
                    <a:pt x="24231" y="10849"/>
                    <a:pt x="24035" y="9600"/>
                    <a:pt x="23660" y="8405"/>
                  </a:cubicBezTo>
                  <a:close/>
                  <a:moveTo>
                    <a:pt x="1" y="12080"/>
                  </a:moveTo>
                  <a:lnTo>
                    <a:pt x="1" y="12116"/>
                  </a:lnTo>
                  <a:cubicBezTo>
                    <a:pt x="1" y="13401"/>
                    <a:pt x="197" y="14668"/>
                    <a:pt x="590" y="15863"/>
                  </a:cubicBezTo>
                  <a:lnTo>
                    <a:pt x="2303" y="15310"/>
                  </a:lnTo>
                  <a:cubicBezTo>
                    <a:pt x="1964" y="14293"/>
                    <a:pt x="1785" y="13222"/>
                    <a:pt x="1785" y="12116"/>
                  </a:cubicBezTo>
                  <a:lnTo>
                    <a:pt x="1785" y="12080"/>
                  </a:lnTo>
                  <a:close/>
                  <a:moveTo>
                    <a:pt x="21947" y="15328"/>
                  </a:moveTo>
                  <a:cubicBezTo>
                    <a:pt x="21608" y="16363"/>
                    <a:pt x="21109" y="17326"/>
                    <a:pt x="20466" y="18200"/>
                  </a:cubicBezTo>
                  <a:lnTo>
                    <a:pt x="21912" y="19253"/>
                  </a:lnTo>
                  <a:cubicBezTo>
                    <a:pt x="22661" y="18236"/>
                    <a:pt x="23250" y="17094"/>
                    <a:pt x="23642" y="15881"/>
                  </a:cubicBezTo>
                  <a:lnTo>
                    <a:pt x="21947" y="15328"/>
                  </a:lnTo>
                  <a:close/>
                  <a:moveTo>
                    <a:pt x="3766" y="18200"/>
                  </a:moveTo>
                  <a:lnTo>
                    <a:pt x="2320" y="19235"/>
                  </a:lnTo>
                  <a:cubicBezTo>
                    <a:pt x="3070" y="20270"/>
                    <a:pt x="3962" y="21180"/>
                    <a:pt x="4997" y="21930"/>
                  </a:cubicBezTo>
                  <a:lnTo>
                    <a:pt x="6050" y="20484"/>
                  </a:lnTo>
                  <a:cubicBezTo>
                    <a:pt x="5175" y="19842"/>
                    <a:pt x="4408" y="19075"/>
                    <a:pt x="3766" y="18200"/>
                  </a:cubicBezTo>
                  <a:close/>
                  <a:moveTo>
                    <a:pt x="18183" y="20484"/>
                  </a:moveTo>
                  <a:cubicBezTo>
                    <a:pt x="17308" y="21127"/>
                    <a:pt x="16327" y="21626"/>
                    <a:pt x="15310" y="21947"/>
                  </a:cubicBezTo>
                  <a:lnTo>
                    <a:pt x="15845" y="23660"/>
                  </a:lnTo>
                  <a:cubicBezTo>
                    <a:pt x="17059" y="23268"/>
                    <a:pt x="18200" y="22679"/>
                    <a:pt x="19235" y="21930"/>
                  </a:cubicBezTo>
                  <a:lnTo>
                    <a:pt x="18183" y="20484"/>
                  </a:lnTo>
                  <a:close/>
                  <a:moveTo>
                    <a:pt x="8922" y="21947"/>
                  </a:moveTo>
                  <a:lnTo>
                    <a:pt x="8369" y="23642"/>
                  </a:lnTo>
                  <a:cubicBezTo>
                    <a:pt x="9582" y="24035"/>
                    <a:pt x="10831" y="24231"/>
                    <a:pt x="12116" y="24231"/>
                  </a:cubicBezTo>
                  <a:lnTo>
                    <a:pt x="12116" y="22447"/>
                  </a:lnTo>
                  <a:cubicBezTo>
                    <a:pt x="11028" y="22447"/>
                    <a:pt x="9939" y="22286"/>
                    <a:pt x="8922" y="219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1444"/>
            <p:cNvSpPr/>
            <p:nvPr/>
          </p:nvSpPr>
          <p:spPr>
            <a:xfrm rot="5400000">
              <a:off x="7129475" y="1270500"/>
              <a:ext cx="2602500" cy="2602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1444"/>
            <p:cNvSpPr/>
            <p:nvPr/>
          </p:nvSpPr>
          <p:spPr>
            <a:xfrm>
              <a:off x="7661825" y="2348250"/>
              <a:ext cx="768900" cy="4470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4" name="Google Shape;11494;p1444"/>
          <p:cNvGrpSpPr/>
          <p:nvPr/>
        </p:nvGrpSpPr>
        <p:grpSpPr>
          <a:xfrm>
            <a:off x="890275" y="539876"/>
            <a:ext cx="3962573" cy="3775800"/>
            <a:chOff x="1118875" y="539876"/>
            <a:chExt cx="3962573" cy="3775800"/>
          </a:xfrm>
        </p:grpSpPr>
        <p:grpSp>
          <p:nvGrpSpPr>
            <p:cNvPr id="11495" name="Google Shape;11495;p1444"/>
            <p:cNvGrpSpPr/>
            <p:nvPr/>
          </p:nvGrpSpPr>
          <p:grpSpPr>
            <a:xfrm flipH="1" rot="10800000">
              <a:off x="1118875" y="539876"/>
              <a:ext cx="3676800" cy="3775800"/>
              <a:chOff x="1118875" y="824627"/>
              <a:chExt cx="3676800" cy="3775800"/>
            </a:xfrm>
          </p:grpSpPr>
          <p:sp>
            <p:nvSpPr>
              <p:cNvPr id="11496" name="Google Shape;11496;p1444"/>
              <p:cNvSpPr/>
              <p:nvPr/>
            </p:nvSpPr>
            <p:spPr>
              <a:xfrm rot="-5400000">
                <a:off x="1118875" y="824627"/>
                <a:ext cx="518100" cy="5181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97" name="Google Shape;11497;p1444"/>
              <p:cNvCxnSpPr>
                <a:endCxn id="11496" idx="4"/>
              </p:cNvCxnSpPr>
              <p:nvPr/>
            </p:nvCxnSpPr>
            <p:spPr>
              <a:xfrm rot="10800000">
                <a:off x="1636975" y="1083677"/>
                <a:ext cx="3158700" cy="0"/>
              </a:xfrm>
              <a:prstGeom prst="straightConnector1">
                <a:avLst/>
              </a:prstGeom>
              <a:noFill/>
              <a:ln cap="flat" cmpd="sng" w="38100">
                <a:solidFill>
                  <a:schemeClr val="accent1"/>
                </a:solidFill>
                <a:prstDash val="dash"/>
                <a:round/>
                <a:headEnd len="med" w="med" type="none"/>
                <a:tailEnd len="med" w="med" type="none"/>
              </a:ln>
            </p:spPr>
          </p:cxnSp>
          <p:cxnSp>
            <p:nvCxnSpPr>
              <p:cNvPr id="11498" name="Google Shape;11498;p1444"/>
              <p:cNvCxnSpPr>
                <a:stCxn id="11496" idx="2"/>
              </p:cNvCxnSpPr>
              <p:nvPr/>
            </p:nvCxnSpPr>
            <p:spPr>
              <a:xfrm>
                <a:off x="1377925" y="1342727"/>
                <a:ext cx="0" cy="3257700"/>
              </a:xfrm>
              <a:prstGeom prst="straightConnector1">
                <a:avLst/>
              </a:prstGeom>
              <a:noFill/>
              <a:ln cap="flat" cmpd="sng" w="38100">
                <a:solidFill>
                  <a:schemeClr val="accent1"/>
                </a:solidFill>
                <a:prstDash val="dash"/>
                <a:round/>
                <a:headEnd len="med" w="med" type="none"/>
                <a:tailEnd len="med" w="med" type="none"/>
              </a:ln>
            </p:spPr>
          </p:cxnSp>
        </p:grpSp>
        <p:grpSp>
          <p:nvGrpSpPr>
            <p:cNvPr id="11499" name="Google Shape;11499;p1444"/>
            <p:cNvGrpSpPr/>
            <p:nvPr/>
          </p:nvGrpSpPr>
          <p:grpSpPr>
            <a:xfrm>
              <a:off x="4596058" y="3821385"/>
              <a:ext cx="485391" cy="485391"/>
              <a:chOff x="3365800" y="1183425"/>
              <a:chExt cx="261300" cy="261300"/>
            </a:xfrm>
          </p:grpSpPr>
          <p:cxnSp>
            <p:nvCxnSpPr>
              <p:cNvPr id="11500" name="Google Shape;11500;p1444"/>
              <p:cNvCxnSpPr/>
              <p:nvPr/>
            </p:nvCxnSpPr>
            <p:spPr>
              <a:xfrm>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cxnSp>
            <p:nvCxnSpPr>
              <p:cNvPr id="11501" name="Google Shape;11501;p1444"/>
              <p:cNvCxnSpPr/>
              <p:nvPr/>
            </p:nvCxnSpPr>
            <p:spPr>
              <a:xfrm flipH="1">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grpSp>
      </p:grpSp>
      <p:grpSp>
        <p:nvGrpSpPr>
          <p:cNvPr id="11502" name="Google Shape;11502;p1444"/>
          <p:cNvGrpSpPr/>
          <p:nvPr/>
        </p:nvGrpSpPr>
        <p:grpSpPr>
          <a:xfrm>
            <a:off x="5685819" y="1357870"/>
            <a:ext cx="610699" cy="939656"/>
            <a:chOff x="5270625" y="2623525"/>
            <a:chExt cx="591075" cy="909550"/>
          </a:xfrm>
        </p:grpSpPr>
        <p:sp>
          <p:nvSpPr>
            <p:cNvPr id="11503" name="Google Shape;11503;p1444"/>
            <p:cNvSpPr/>
            <p:nvPr/>
          </p:nvSpPr>
          <p:spPr>
            <a:xfrm>
              <a:off x="5270625" y="2623525"/>
              <a:ext cx="591075" cy="331450"/>
            </a:xfrm>
            <a:custGeom>
              <a:rect b="b" l="l" r="r" t="t"/>
              <a:pathLst>
                <a:path extrusionOk="0" h="13258" w="23643">
                  <a:moveTo>
                    <a:pt x="3212" y="1"/>
                  </a:moveTo>
                  <a:cubicBezTo>
                    <a:pt x="3159" y="4229"/>
                    <a:pt x="2766" y="9957"/>
                    <a:pt x="1" y="11741"/>
                  </a:cubicBezTo>
                  <a:lnTo>
                    <a:pt x="1" y="13204"/>
                  </a:lnTo>
                  <a:cubicBezTo>
                    <a:pt x="3605" y="11188"/>
                    <a:pt x="4301" y="5193"/>
                    <a:pt x="4444" y="1232"/>
                  </a:cubicBezTo>
                  <a:lnTo>
                    <a:pt x="5282" y="1232"/>
                  </a:lnTo>
                  <a:cubicBezTo>
                    <a:pt x="5425" y="4390"/>
                    <a:pt x="6228" y="8030"/>
                    <a:pt x="8173" y="9992"/>
                  </a:cubicBezTo>
                  <a:cubicBezTo>
                    <a:pt x="9190" y="11009"/>
                    <a:pt x="10421" y="11545"/>
                    <a:pt x="11830" y="11545"/>
                  </a:cubicBezTo>
                  <a:cubicBezTo>
                    <a:pt x="13222" y="11545"/>
                    <a:pt x="14453" y="11009"/>
                    <a:pt x="15470" y="9992"/>
                  </a:cubicBezTo>
                  <a:cubicBezTo>
                    <a:pt x="17415" y="8030"/>
                    <a:pt x="18218" y="4390"/>
                    <a:pt x="18379" y="1232"/>
                  </a:cubicBezTo>
                  <a:lnTo>
                    <a:pt x="19217" y="1232"/>
                  </a:lnTo>
                  <a:cubicBezTo>
                    <a:pt x="19342" y="5193"/>
                    <a:pt x="20109" y="11134"/>
                    <a:pt x="23642" y="13258"/>
                  </a:cubicBezTo>
                  <a:lnTo>
                    <a:pt x="23642" y="11741"/>
                  </a:lnTo>
                  <a:cubicBezTo>
                    <a:pt x="20877" y="9957"/>
                    <a:pt x="20484" y="4229"/>
                    <a:pt x="20431" y="1"/>
                  </a:cubicBezTo>
                  <a:lnTo>
                    <a:pt x="17148" y="1"/>
                  </a:lnTo>
                  <a:cubicBezTo>
                    <a:pt x="17183" y="3819"/>
                    <a:pt x="16131" y="10296"/>
                    <a:pt x="11830" y="10296"/>
                  </a:cubicBezTo>
                  <a:cubicBezTo>
                    <a:pt x="7513" y="10296"/>
                    <a:pt x="6460" y="3819"/>
                    <a:pt x="6495" y="1"/>
                  </a:cubicBezTo>
                  <a:close/>
                </a:path>
              </a:pathLst>
            </a:custGeom>
            <a:solidFill>
              <a:srgbClr val="E95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1444"/>
            <p:cNvSpPr/>
            <p:nvPr/>
          </p:nvSpPr>
          <p:spPr>
            <a:xfrm>
              <a:off x="5270625" y="2654300"/>
              <a:ext cx="591075" cy="878775"/>
            </a:xfrm>
            <a:custGeom>
              <a:rect b="b" l="l" r="r" t="t"/>
              <a:pathLst>
                <a:path extrusionOk="0" h="35151" w="23643">
                  <a:moveTo>
                    <a:pt x="4444" y="1"/>
                  </a:moveTo>
                  <a:cubicBezTo>
                    <a:pt x="4301" y="3962"/>
                    <a:pt x="3605" y="9957"/>
                    <a:pt x="1" y="11973"/>
                  </a:cubicBezTo>
                  <a:lnTo>
                    <a:pt x="1" y="32795"/>
                  </a:lnTo>
                  <a:cubicBezTo>
                    <a:pt x="1" y="32795"/>
                    <a:pt x="1250" y="33884"/>
                    <a:pt x="5104" y="34580"/>
                  </a:cubicBezTo>
                  <a:cubicBezTo>
                    <a:pt x="6799" y="34883"/>
                    <a:pt x="9011" y="35115"/>
                    <a:pt x="11830" y="35151"/>
                  </a:cubicBezTo>
                  <a:cubicBezTo>
                    <a:pt x="21055" y="35044"/>
                    <a:pt x="23642" y="32795"/>
                    <a:pt x="23642" y="32795"/>
                  </a:cubicBezTo>
                  <a:lnTo>
                    <a:pt x="23642" y="12027"/>
                  </a:lnTo>
                  <a:cubicBezTo>
                    <a:pt x="20109" y="9903"/>
                    <a:pt x="19342" y="3962"/>
                    <a:pt x="19217" y="1"/>
                  </a:cubicBezTo>
                  <a:lnTo>
                    <a:pt x="18379" y="1"/>
                  </a:lnTo>
                  <a:cubicBezTo>
                    <a:pt x="18218" y="3159"/>
                    <a:pt x="17415" y="6799"/>
                    <a:pt x="15470" y="8761"/>
                  </a:cubicBezTo>
                  <a:cubicBezTo>
                    <a:pt x="14453" y="9778"/>
                    <a:pt x="13222" y="10314"/>
                    <a:pt x="11830" y="10314"/>
                  </a:cubicBezTo>
                  <a:cubicBezTo>
                    <a:pt x="10421" y="10314"/>
                    <a:pt x="9190" y="9778"/>
                    <a:pt x="8173" y="8761"/>
                  </a:cubicBezTo>
                  <a:cubicBezTo>
                    <a:pt x="6228" y="6799"/>
                    <a:pt x="5425" y="3159"/>
                    <a:pt x="52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1444"/>
            <p:cNvSpPr/>
            <p:nvPr/>
          </p:nvSpPr>
          <p:spPr>
            <a:xfrm>
              <a:off x="5270625" y="3033025"/>
              <a:ext cx="127600" cy="485775"/>
            </a:xfrm>
            <a:custGeom>
              <a:rect b="b" l="l" r="r" t="t"/>
              <a:pathLst>
                <a:path extrusionOk="0" h="19431" w="5104">
                  <a:moveTo>
                    <a:pt x="1" y="0"/>
                  </a:moveTo>
                  <a:lnTo>
                    <a:pt x="1" y="17646"/>
                  </a:lnTo>
                  <a:cubicBezTo>
                    <a:pt x="1" y="17646"/>
                    <a:pt x="1250" y="18735"/>
                    <a:pt x="5104" y="19431"/>
                  </a:cubicBezTo>
                  <a:cubicBezTo>
                    <a:pt x="4640" y="4693"/>
                    <a:pt x="1285" y="910"/>
                    <a:pt x="1" y="0"/>
                  </a:cubicBezTo>
                  <a:close/>
                </a:path>
              </a:pathLst>
            </a:custGeom>
            <a:solidFill>
              <a:srgbClr val="E95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1444"/>
            <p:cNvSpPr/>
            <p:nvPr/>
          </p:nvSpPr>
          <p:spPr>
            <a:xfrm>
              <a:off x="5734100" y="3033025"/>
              <a:ext cx="127600" cy="485775"/>
            </a:xfrm>
            <a:custGeom>
              <a:rect b="b" l="l" r="r" t="t"/>
              <a:pathLst>
                <a:path extrusionOk="0" h="19431" w="5104">
                  <a:moveTo>
                    <a:pt x="5103" y="0"/>
                  </a:moveTo>
                  <a:cubicBezTo>
                    <a:pt x="3819" y="910"/>
                    <a:pt x="464" y="4693"/>
                    <a:pt x="0" y="19431"/>
                  </a:cubicBezTo>
                  <a:cubicBezTo>
                    <a:pt x="3854" y="18735"/>
                    <a:pt x="5103" y="17646"/>
                    <a:pt x="5103" y="17646"/>
                  </a:cubicBezTo>
                  <a:lnTo>
                    <a:pt x="5103" y="0"/>
                  </a:lnTo>
                  <a:close/>
                </a:path>
              </a:pathLst>
            </a:custGeom>
            <a:solidFill>
              <a:srgbClr val="E95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1444"/>
            <p:cNvSpPr/>
            <p:nvPr/>
          </p:nvSpPr>
          <p:spPr>
            <a:xfrm>
              <a:off x="5453975" y="3039700"/>
              <a:ext cx="107075" cy="205225"/>
            </a:xfrm>
            <a:custGeom>
              <a:rect b="b" l="l" r="r" t="t"/>
              <a:pathLst>
                <a:path extrusionOk="0" h="8209" w="4283">
                  <a:moveTo>
                    <a:pt x="2141" y="1"/>
                  </a:moveTo>
                  <a:cubicBezTo>
                    <a:pt x="589" y="1"/>
                    <a:pt x="0" y="1071"/>
                    <a:pt x="0" y="2499"/>
                  </a:cubicBezTo>
                  <a:lnTo>
                    <a:pt x="0" y="3016"/>
                  </a:lnTo>
                  <a:lnTo>
                    <a:pt x="1552" y="3016"/>
                  </a:lnTo>
                  <a:cubicBezTo>
                    <a:pt x="1552" y="2570"/>
                    <a:pt x="1481" y="1357"/>
                    <a:pt x="2141" y="1357"/>
                  </a:cubicBezTo>
                  <a:cubicBezTo>
                    <a:pt x="2569" y="1357"/>
                    <a:pt x="2748" y="1874"/>
                    <a:pt x="2748" y="2231"/>
                  </a:cubicBezTo>
                  <a:cubicBezTo>
                    <a:pt x="2748" y="2873"/>
                    <a:pt x="2320" y="3498"/>
                    <a:pt x="1963" y="4033"/>
                  </a:cubicBezTo>
                  <a:lnTo>
                    <a:pt x="0" y="6834"/>
                  </a:lnTo>
                  <a:lnTo>
                    <a:pt x="0" y="8208"/>
                  </a:lnTo>
                  <a:lnTo>
                    <a:pt x="4282" y="8208"/>
                  </a:lnTo>
                  <a:lnTo>
                    <a:pt x="4282" y="6656"/>
                  </a:lnTo>
                  <a:lnTo>
                    <a:pt x="1784" y="6656"/>
                  </a:lnTo>
                  <a:cubicBezTo>
                    <a:pt x="2248" y="6032"/>
                    <a:pt x="2837" y="5407"/>
                    <a:pt x="3337" y="4711"/>
                  </a:cubicBezTo>
                  <a:cubicBezTo>
                    <a:pt x="3872" y="3962"/>
                    <a:pt x="4282" y="3141"/>
                    <a:pt x="4282" y="2231"/>
                  </a:cubicBezTo>
                  <a:cubicBezTo>
                    <a:pt x="4282" y="875"/>
                    <a:pt x="3533" y="1"/>
                    <a:pt x="2141" y="1"/>
                  </a:cubicBezTo>
                  <a:close/>
                </a:path>
              </a:pathLst>
            </a:custGeom>
            <a:solidFill>
              <a:srgbClr val="F9A3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1444"/>
            <p:cNvSpPr/>
            <p:nvPr/>
          </p:nvSpPr>
          <p:spPr>
            <a:xfrm>
              <a:off x="5575300" y="3039700"/>
              <a:ext cx="108425" cy="209225"/>
            </a:xfrm>
            <a:custGeom>
              <a:rect b="b" l="l" r="r" t="t"/>
              <a:pathLst>
                <a:path extrusionOk="0" h="8369" w="4337">
                  <a:moveTo>
                    <a:pt x="2159" y="1"/>
                  </a:moveTo>
                  <a:cubicBezTo>
                    <a:pt x="768" y="1"/>
                    <a:pt x="0" y="857"/>
                    <a:pt x="0" y="2231"/>
                  </a:cubicBezTo>
                  <a:lnTo>
                    <a:pt x="0" y="2748"/>
                  </a:lnTo>
                  <a:lnTo>
                    <a:pt x="1570" y="2748"/>
                  </a:lnTo>
                  <a:cubicBezTo>
                    <a:pt x="1570" y="2302"/>
                    <a:pt x="1517" y="1357"/>
                    <a:pt x="2159" y="1357"/>
                  </a:cubicBezTo>
                  <a:cubicBezTo>
                    <a:pt x="2695" y="1357"/>
                    <a:pt x="2766" y="1821"/>
                    <a:pt x="2766" y="2231"/>
                  </a:cubicBezTo>
                  <a:cubicBezTo>
                    <a:pt x="2766" y="2959"/>
                    <a:pt x="2381" y="3125"/>
                    <a:pt x="1763" y="3125"/>
                  </a:cubicBezTo>
                  <a:cubicBezTo>
                    <a:pt x="1729" y="3125"/>
                    <a:pt x="1695" y="3124"/>
                    <a:pt x="1660" y="3123"/>
                  </a:cubicBezTo>
                  <a:lnTo>
                    <a:pt x="1660" y="4675"/>
                  </a:lnTo>
                  <a:cubicBezTo>
                    <a:pt x="1674" y="4675"/>
                    <a:pt x="1687" y="4675"/>
                    <a:pt x="1701" y="4675"/>
                  </a:cubicBezTo>
                  <a:cubicBezTo>
                    <a:pt x="2422" y="4675"/>
                    <a:pt x="2766" y="5135"/>
                    <a:pt x="2766" y="5835"/>
                  </a:cubicBezTo>
                  <a:cubicBezTo>
                    <a:pt x="2766" y="6263"/>
                    <a:pt x="2766" y="6995"/>
                    <a:pt x="2159" y="6995"/>
                  </a:cubicBezTo>
                  <a:cubicBezTo>
                    <a:pt x="1517" y="6995"/>
                    <a:pt x="1570" y="6049"/>
                    <a:pt x="1570" y="5603"/>
                  </a:cubicBezTo>
                  <a:lnTo>
                    <a:pt x="0" y="5603"/>
                  </a:lnTo>
                  <a:lnTo>
                    <a:pt x="0" y="5889"/>
                  </a:lnTo>
                  <a:cubicBezTo>
                    <a:pt x="36" y="7298"/>
                    <a:pt x="482" y="8369"/>
                    <a:pt x="2159" y="8369"/>
                  </a:cubicBezTo>
                  <a:cubicBezTo>
                    <a:pt x="3747" y="8369"/>
                    <a:pt x="4336" y="7281"/>
                    <a:pt x="4336" y="5835"/>
                  </a:cubicBezTo>
                  <a:cubicBezTo>
                    <a:pt x="4336" y="5122"/>
                    <a:pt x="4122" y="4354"/>
                    <a:pt x="3515" y="3908"/>
                  </a:cubicBezTo>
                  <a:cubicBezTo>
                    <a:pt x="4068" y="3551"/>
                    <a:pt x="4336" y="2856"/>
                    <a:pt x="4336" y="2231"/>
                  </a:cubicBezTo>
                  <a:cubicBezTo>
                    <a:pt x="4336" y="875"/>
                    <a:pt x="3551" y="1"/>
                    <a:pt x="2159" y="1"/>
                  </a:cubicBezTo>
                  <a:close/>
                </a:path>
              </a:pathLst>
            </a:custGeom>
            <a:solidFill>
              <a:srgbClr val="F9A3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12" name="Shape 11512"/>
        <p:cNvGrpSpPr/>
        <p:nvPr/>
      </p:nvGrpSpPr>
      <p:grpSpPr>
        <a:xfrm>
          <a:off x="0" y="0"/>
          <a:ext cx="0" cy="0"/>
          <a:chOff x="0" y="0"/>
          <a:chExt cx="0" cy="0"/>
        </a:xfrm>
      </p:grpSpPr>
      <p:sp>
        <p:nvSpPr>
          <p:cNvPr id="11513" name="Google Shape;11513;p144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Model 2 Overview</a:t>
            </a:r>
            <a:endParaRPr/>
          </a:p>
        </p:txBody>
      </p:sp>
      <p:cxnSp>
        <p:nvCxnSpPr>
          <p:cNvPr id="11514" name="Google Shape;11514;p1445"/>
          <p:cNvCxnSpPr/>
          <p:nvPr/>
        </p:nvCxnSpPr>
        <p:spPr>
          <a:xfrm rot="10800000">
            <a:off x="4571992" y="2571748"/>
            <a:ext cx="0" cy="1914600"/>
          </a:xfrm>
          <a:prstGeom prst="straightConnector1">
            <a:avLst/>
          </a:prstGeom>
          <a:noFill/>
          <a:ln cap="flat" cmpd="sng" w="36150">
            <a:solidFill>
              <a:schemeClr val="accent1"/>
            </a:solidFill>
            <a:prstDash val="dash"/>
            <a:round/>
            <a:headEnd len="med" w="med" type="none"/>
            <a:tailEnd len="med" w="med" type="none"/>
          </a:ln>
        </p:spPr>
      </p:cxnSp>
      <p:grpSp>
        <p:nvGrpSpPr>
          <p:cNvPr id="11515" name="Google Shape;11515;p1445"/>
          <p:cNvGrpSpPr/>
          <p:nvPr/>
        </p:nvGrpSpPr>
        <p:grpSpPr>
          <a:xfrm>
            <a:off x="1671185" y="2285709"/>
            <a:ext cx="1734290" cy="2110276"/>
            <a:chOff x="994925" y="370895"/>
            <a:chExt cx="1760700" cy="2142630"/>
          </a:xfrm>
        </p:grpSpPr>
        <p:pic>
          <p:nvPicPr>
            <p:cNvPr id="11516" name="Google Shape;11516;p1445" title="lbj-Picsart-BackgroundRemover.jpg"/>
            <p:cNvPicPr preferRelativeResize="0"/>
            <p:nvPr/>
          </p:nvPicPr>
          <p:blipFill rotWithShape="1">
            <a:blip r:embed="rId3">
              <a:alphaModFix/>
            </a:blip>
            <a:srcRect b="3750" l="15529" r="28187" t="-3750"/>
            <a:stretch/>
          </p:blipFill>
          <p:spPr>
            <a:xfrm>
              <a:off x="994925" y="752825"/>
              <a:ext cx="1760700" cy="1760700"/>
            </a:xfrm>
            <a:prstGeom prst="rect">
              <a:avLst/>
            </a:prstGeom>
            <a:noFill/>
            <a:ln>
              <a:noFill/>
            </a:ln>
          </p:spPr>
        </p:pic>
        <p:sp>
          <p:nvSpPr>
            <p:cNvPr id="11517" name="Google Shape;11517;p1445"/>
            <p:cNvSpPr txBox="1"/>
            <p:nvPr/>
          </p:nvSpPr>
          <p:spPr>
            <a:xfrm rot="-877584">
              <a:off x="1413530" y="423913"/>
              <a:ext cx="522741" cy="800266"/>
            </a:xfrm>
            <a:prstGeom prst="rect">
              <a:avLst/>
            </a:prstGeom>
            <a:noFill/>
            <a:ln>
              <a:noFill/>
            </a:ln>
          </p:spPr>
          <p:txBody>
            <a:bodyPr anchorCtr="0" anchor="t" bIns="90025" lIns="90025" spcFirstLastPara="1" rIns="90025" wrap="square" tIns="90025">
              <a:spAutoFit/>
            </a:bodyPr>
            <a:lstStyle/>
            <a:p>
              <a:pPr indent="0" lvl="0" marL="0" rtl="0" algn="l">
                <a:spcBef>
                  <a:spcPts val="0"/>
                </a:spcBef>
                <a:spcAft>
                  <a:spcPts val="0"/>
                </a:spcAft>
                <a:buNone/>
              </a:pPr>
              <a:r>
                <a:rPr lang="en" sz="3940">
                  <a:solidFill>
                    <a:schemeClr val="dk1"/>
                  </a:solidFill>
                  <a:latin typeface="Roboto"/>
                  <a:ea typeface="Roboto"/>
                  <a:cs typeface="Roboto"/>
                  <a:sym typeface="Roboto"/>
                </a:rPr>
                <a:t>👑</a:t>
              </a:r>
              <a:endParaRPr sz="3940">
                <a:solidFill>
                  <a:schemeClr val="dk1"/>
                </a:solidFill>
                <a:latin typeface="Roboto"/>
                <a:ea typeface="Roboto"/>
                <a:cs typeface="Roboto"/>
                <a:sym typeface="Roboto"/>
              </a:endParaRPr>
            </a:p>
          </p:txBody>
        </p:sp>
      </p:grpSp>
      <p:grpSp>
        <p:nvGrpSpPr>
          <p:cNvPr id="11518" name="Google Shape;11518;p1445"/>
          <p:cNvGrpSpPr/>
          <p:nvPr/>
        </p:nvGrpSpPr>
        <p:grpSpPr>
          <a:xfrm>
            <a:off x="5700017" y="2852494"/>
            <a:ext cx="1734389" cy="1514424"/>
            <a:chOff x="2755625" y="1861775"/>
            <a:chExt cx="1680773" cy="1467750"/>
          </a:xfrm>
        </p:grpSpPr>
        <p:pic>
          <p:nvPicPr>
            <p:cNvPr id="11519" name="Google Shape;11519;p1445"/>
            <p:cNvPicPr preferRelativeResize="0"/>
            <p:nvPr/>
          </p:nvPicPr>
          <p:blipFill>
            <a:blip r:embed="rId4">
              <a:alphaModFix/>
            </a:blip>
            <a:stretch>
              <a:fillRect/>
            </a:stretch>
          </p:blipFill>
          <p:spPr>
            <a:xfrm>
              <a:off x="2755625" y="1861775"/>
              <a:ext cx="1467750" cy="1467750"/>
            </a:xfrm>
            <a:prstGeom prst="rect">
              <a:avLst/>
            </a:prstGeom>
            <a:noFill/>
            <a:ln>
              <a:noFill/>
            </a:ln>
          </p:spPr>
        </p:pic>
        <p:sp>
          <p:nvSpPr>
            <p:cNvPr id="11520" name="Google Shape;11520;p1445"/>
            <p:cNvSpPr txBox="1"/>
            <p:nvPr/>
          </p:nvSpPr>
          <p:spPr>
            <a:xfrm>
              <a:off x="3793798" y="2024475"/>
              <a:ext cx="642600" cy="720300"/>
            </a:xfrm>
            <a:prstGeom prst="rect">
              <a:avLst/>
            </a:prstGeom>
            <a:noFill/>
            <a:ln>
              <a:noFill/>
            </a:ln>
          </p:spPr>
          <p:txBody>
            <a:bodyPr anchorCtr="0" anchor="t" bIns="94325" lIns="94325" spcFirstLastPara="1" rIns="94325" wrap="square" tIns="94325">
              <a:noAutofit/>
            </a:bodyPr>
            <a:lstStyle/>
            <a:p>
              <a:pPr indent="0" lvl="0" marL="0" rtl="0" algn="l">
                <a:spcBef>
                  <a:spcPts val="0"/>
                </a:spcBef>
                <a:spcAft>
                  <a:spcPts val="0"/>
                </a:spcAft>
                <a:buNone/>
              </a:pPr>
              <a:r>
                <a:rPr lang="en" sz="4128">
                  <a:solidFill>
                    <a:schemeClr val="dk1"/>
                  </a:solidFill>
                  <a:latin typeface="Roboto"/>
                  <a:ea typeface="Roboto"/>
                  <a:cs typeface="Roboto"/>
                  <a:sym typeface="Roboto"/>
                </a:rPr>
                <a:t>😡</a:t>
              </a:r>
              <a:endParaRPr sz="4128">
                <a:solidFill>
                  <a:schemeClr val="dk1"/>
                </a:solidFill>
                <a:latin typeface="Roboto"/>
                <a:ea typeface="Roboto"/>
                <a:cs typeface="Roboto"/>
                <a:sym typeface="Roboto"/>
              </a:endParaRPr>
            </a:p>
          </p:txBody>
        </p:sp>
      </p:grpSp>
      <p:sp>
        <p:nvSpPr>
          <p:cNvPr id="11521" name="Google Shape;11521;p1445"/>
          <p:cNvSpPr txBox="1"/>
          <p:nvPr>
            <p:ph type="title"/>
          </p:nvPr>
        </p:nvSpPr>
        <p:spPr>
          <a:xfrm>
            <a:off x="2661300" y="1183400"/>
            <a:ext cx="3821400" cy="1238100"/>
          </a:xfrm>
          <a:prstGeom prst="rect">
            <a:avLst/>
          </a:prstGeom>
        </p:spPr>
        <p:txBody>
          <a:bodyPr anchorCtr="0" anchor="t" bIns="91425" lIns="91425" spcFirstLastPara="1" rIns="91425" wrap="square" tIns="91425">
            <a:noAutofit/>
          </a:bodyPr>
          <a:lstStyle/>
          <a:p>
            <a:pPr indent="-330200" lvl="0" marL="457200" rtl="0" algn="l">
              <a:lnSpc>
                <a:spcPct val="150000"/>
              </a:lnSpc>
              <a:spcBef>
                <a:spcPts val="0"/>
              </a:spcBef>
              <a:spcAft>
                <a:spcPts val="0"/>
              </a:spcAft>
              <a:buSzPts val="1600"/>
              <a:buFont typeface="Roboto"/>
              <a:buChar char="●"/>
            </a:pPr>
            <a:r>
              <a:rPr lang="en" sz="1600">
                <a:latin typeface="Roboto"/>
                <a:ea typeface="Roboto"/>
                <a:cs typeface="Roboto"/>
                <a:sym typeface="Roboto"/>
              </a:rPr>
              <a:t>Focuses on Sentiment / Popularity</a:t>
            </a:r>
            <a:endParaRPr sz="1600">
              <a:latin typeface="Roboto"/>
              <a:ea typeface="Roboto"/>
              <a:cs typeface="Roboto"/>
              <a:sym typeface="Roboto"/>
            </a:endParaRPr>
          </a:p>
          <a:p>
            <a:pPr indent="-330200" lvl="1" marL="914400" rtl="0" algn="l">
              <a:lnSpc>
                <a:spcPct val="150000"/>
              </a:lnSpc>
              <a:spcBef>
                <a:spcPts val="0"/>
              </a:spcBef>
              <a:spcAft>
                <a:spcPts val="0"/>
              </a:spcAft>
              <a:buSzPts val="1600"/>
              <a:buFont typeface="Roboto"/>
              <a:buChar char="○"/>
            </a:pPr>
            <a:r>
              <a:rPr lang="en" sz="1600">
                <a:latin typeface="Roboto"/>
                <a:ea typeface="Roboto"/>
                <a:cs typeface="Roboto"/>
                <a:sym typeface="Roboto"/>
              </a:rPr>
              <a:t>Do people like the player?</a:t>
            </a:r>
            <a:endParaRPr sz="1600">
              <a:latin typeface="Roboto"/>
              <a:ea typeface="Roboto"/>
              <a:cs typeface="Roboto"/>
              <a:sym typeface="Roboto"/>
            </a:endParaRPr>
          </a:p>
          <a:p>
            <a:pPr indent="-330200" lvl="1" marL="914400" rtl="0" algn="l">
              <a:lnSpc>
                <a:spcPct val="150000"/>
              </a:lnSpc>
              <a:spcBef>
                <a:spcPts val="0"/>
              </a:spcBef>
              <a:spcAft>
                <a:spcPts val="0"/>
              </a:spcAft>
              <a:buSzPts val="1600"/>
              <a:buFont typeface="Roboto"/>
              <a:buChar char="○"/>
            </a:pPr>
            <a:r>
              <a:rPr lang="en" sz="1600">
                <a:latin typeface="Roboto"/>
                <a:ea typeface="Roboto"/>
                <a:cs typeface="Roboto"/>
                <a:sym typeface="Roboto"/>
              </a:rPr>
              <a:t>Is the player famous?</a:t>
            </a:r>
            <a:endParaRPr sz="1600">
              <a:latin typeface="Roboto"/>
              <a:ea typeface="Roboto"/>
              <a:cs typeface="Roboto"/>
              <a:sym typeface="Roboto"/>
            </a:endParaRPr>
          </a:p>
        </p:txBody>
      </p:sp>
      <p:sp>
        <p:nvSpPr>
          <p:cNvPr id="11522" name="Google Shape;11522;p1445"/>
          <p:cNvSpPr/>
          <p:nvPr/>
        </p:nvSpPr>
        <p:spPr>
          <a:xfrm>
            <a:off x="436825" y="1444947"/>
            <a:ext cx="572700" cy="572700"/>
          </a:xfrm>
          <a:prstGeom prst="ellipse">
            <a:avLst/>
          </a:prstGeom>
          <a:solidFill>
            <a:srgbClr val="F9A350"/>
          </a:solidFill>
          <a:ln>
            <a:noFill/>
          </a:ln>
        </p:spPr>
        <p:txBody>
          <a:bodyPr anchorCtr="0" anchor="ctr" bIns="61575" lIns="61575" spcFirstLastPara="1" rIns="61575" wrap="square" tIns="61575">
            <a:noAutofit/>
          </a:bodyPr>
          <a:lstStyle/>
          <a:p>
            <a:pPr indent="0" lvl="0" marL="0" rtl="0" algn="l">
              <a:spcBef>
                <a:spcPts val="0"/>
              </a:spcBef>
              <a:spcAft>
                <a:spcPts val="0"/>
              </a:spcAft>
              <a:buNone/>
            </a:pPr>
            <a:r>
              <a:t/>
            </a:r>
            <a:endParaRPr/>
          </a:p>
        </p:txBody>
      </p:sp>
      <p:grpSp>
        <p:nvGrpSpPr>
          <p:cNvPr id="11523" name="Google Shape;11523;p1445"/>
          <p:cNvGrpSpPr/>
          <p:nvPr/>
        </p:nvGrpSpPr>
        <p:grpSpPr>
          <a:xfrm>
            <a:off x="541791" y="1562049"/>
            <a:ext cx="354776" cy="338708"/>
            <a:chOff x="5413575" y="2427518"/>
            <a:chExt cx="334316" cy="319174"/>
          </a:xfrm>
        </p:grpSpPr>
        <p:sp>
          <p:nvSpPr>
            <p:cNvPr id="11524" name="Google Shape;11524;p1445"/>
            <p:cNvSpPr/>
            <p:nvPr/>
          </p:nvSpPr>
          <p:spPr>
            <a:xfrm>
              <a:off x="5705315" y="2437945"/>
              <a:ext cx="42575" cy="159280"/>
            </a:xfrm>
            <a:custGeom>
              <a:rect b="b" l="l" r="r" t="t"/>
              <a:pathLst>
                <a:path extrusionOk="0" h="4659" w="1192">
                  <a:moveTo>
                    <a:pt x="499" y="0"/>
                  </a:moveTo>
                  <a:cubicBezTo>
                    <a:pt x="460" y="0"/>
                    <a:pt x="420" y="9"/>
                    <a:pt x="382" y="28"/>
                  </a:cubicBezTo>
                  <a:cubicBezTo>
                    <a:pt x="262" y="100"/>
                    <a:pt x="191" y="267"/>
                    <a:pt x="262" y="386"/>
                  </a:cubicBezTo>
                  <a:cubicBezTo>
                    <a:pt x="524" y="933"/>
                    <a:pt x="644" y="1529"/>
                    <a:pt x="644" y="2148"/>
                  </a:cubicBezTo>
                  <a:cubicBezTo>
                    <a:pt x="644" y="2886"/>
                    <a:pt x="453" y="3624"/>
                    <a:pt x="72" y="4244"/>
                  </a:cubicBezTo>
                  <a:cubicBezTo>
                    <a:pt x="1" y="4387"/>
                    <a:pt x="24" y="4553"/>
                    <a:pt x="167" y="4625"/>
                  </a:cubicBezTo>
                  <a:cubicBezTo>
                    <a:pt x="205" y="4648"/>
                    <a:pt x="248" y="4658"/>
                    <a:pt x="292" y="4658"/>
                  </a:cubicBezTo>
                  <a:cubicBezTo>
                    <a:pt x="386" y="4658"/>
                    <a:pt x="484" y="4610"/>
                    <a:pt x="548" y="4529"/>
                  </a:cubicBezTo>
                  <a:cubicBezTo>
                    <a:pt x="977" y="3815"/>
                    <a:pt x="1191" y="2981"/>
                    <a:pt x="1191" y="2148"/>
                  </a:cubicBezTo>
                  <a:cubicBezTo>
                    <a:pt x="1191" y="1457"/>
                    <a:pt x="1048" y="791"/>
                    <a:pt x="763" y="171"/>
                  </a:cubicBezTo>
                  <a:cubicBezTo>
                    <a:pt x="710" y="67"/>
                    <a:pt x="607" y="0"/>
                    <a:pt x="499" y="0"/>
                  </a:cubicBezTo>
                  <a:close/>
                </a:path>
              </a:pathLst>
            </a:custGeom>
            <a:solidFill>
              <a:srgbClr val="242841"/>
            </a:solidFill>
            <a:ln>
              <a:noFill/>
            </a:ln>
          </p:spPr>
          <p:txBody>
            <a:bodyPr anchorCtr="0" anchor="ctr" bIns="61575" lIns="61575" spcFirstLastPara="1" rIns="61575" wrap="square" tIns="61575">
              <a:noAutofit/>
            </a:bodyPr>
            <a:lstStyle/>
            <a:p>
              <a:pPr indent="0" lvl="0" marL="0" rtl="0" algn="l">
                <a:spcBef>
                  <a:spcPts val="0"/>
                </a:spcBef>
                <a:spcAft>
                  <a:spcPts val="0"/>
                </a:spcAft>
                <a:buNone/>
              </a:pPr>
              <a:r>
                <a:t/>
              </a:r>
              <a:endParaRPr/>
            </a:p>
          </p:txBody>
        </p:sp>
        <p:sp>
          <p:nvSpPr>
            <p:cNvPr id="11525" name="Google Shape;11525;p1445"/>
            <p:cNvSpPr/>
            <p:nvPr/>
          </p:nvSpPr>
          <p:spPr>
            <a:xfrm>
              <a:off x="5413575" y="2437945"/>
              <a:ext cx="43397" cy="159280"/>
            </a:xfrm>
            <a:custGeom>
              <a:rect b="b" l="l" r="r" t="t"/>
              <a:pathLst>
                <a:path extrusionOk="0" h="4659" w="1215">
                  <a:moveTo>
                    <a:pt x="693" y="0"/>
                  </a:moveTo>
                  <a:cubicBezTo>
                    <a:pt x="586" y="0"/>
                    <a:pt x="487" y="67"/>
                    <a:pt x="453" y="171"/>
                  </a:cubicBezTo>
                  <a:cubicBezTo>
                    <a:pt x="143" y="791"/>
                    <a:pt x="0" y="1457"/>
                    <a:pt x="0" y="2148"/>
                  </a:cubicBezTo>
                  <a:cubicBezTo>
                    <a:pt x="0" y="2981"/>
                    <a:pt x="238" y="3815"/>
                    <a:pt x="667" y="4529"/>
                  </a:cubicBezTo>
                  <a:cubicBezTo>
                    <a:pt x="715" y="4610"/>
                    <a:pt x="808" y="4658"/>
                    <a:pt x="907" y="4658"/>
                  </a:cubicBezTo>
                  <a:cubicBezTo>
                    <a:pt x="954" y="4658"/>
                    <a:pt x="1002" y="4648"/>
                    <a:pt x="1048" y="4625"/>
                  </a:cubicBezTo>
                  <a:cubicBezTo>
                    <a:pt x="1167" y="4553"/>
                    <a:pt x="1215" y="4387"/>
                    <a:pt x="1119" y="4244"/>
                  </a:cubicBezTo>
                  <a:cubicBezTo>
                    <a:pt x="762" y="3624"/>
                    <a:pt x="548" y="2886"/>
                    <a:pt x="548" y="2148"/>
                  </a:cubicBezTo>
                  <a:cubicBezTo>
                    <a:pt x="548" y="1529"/>
                    <a:pt x="691" y="933"/>
                    <a:pt x="929" y="386"/>
                  </a:cubicBezTo>
                  <a:cubicBezTo>
                    <a:pt x="1000" y="267"/>
                    <a:pt x="953" y="100"/>
                    <a:pt x="810" y="28"/>
                  </a:cubicBezTo>
                  <a:cubicBezTo>
                    <a:pt x="772" y="9"/>
                    <a:pt x="732" y="0"/>
                    <a:pt x="693" y="0"/>
                  </a:cubicBezTo>
                  <a:close/>
                </a:path>
              </a:pathLst>
            </a:custGeom>
            <a:solidFill>
              <a:srgbClr val="242841"/>
            </a:solidFill>
            <a:ln>
              <a:noFill/>
            </a:ln>
          </p:spPr>
          <p:txBody>
            <a:bodyPr anchorCtr="0" anchor="ctr" bIns="61575" lIns="61575" spcFirstLastPara="1" rIns="61575" wrap="square" tIns="61575">
              <a:noAutofit/>
            </a:bodyPr>
            <a:lstStyle/>
            <a:p>
              <a:pPr indent="0" lvl="0" marL="0" rtl="0" algn="l">
                <a:spcBef>
                  <a:spcPts val="0"/>
                </a:spcBef>
                <a:spcAft>
                  <a:spcPts val="0"/>
                </a:spcAft>
                <a:buNone/>
              </a:pPr>
              <a:r>
                <a:t/>
              </a:r>
              <a:endParaRPr/>
            </a:p>
          </p:txBody>
        </p:sp>
        <p:sp>
          <p:nvSpPr>
            <p:cNvPr id="11526" name="Google Shape;11526;p1445"/>
            <p:cNvSpPr/>
            <p:nvPr/>
          </p:nvSpPr>
          <p:spPr>
            <a:xfrm>
              <a:off x="5673848" y="2462355"/>
              <a:ext cx="34896" cy="111212"/>
            </a:xfrm>
            <a:custGeom>
              <a:rect b="b" l="l" r="r" t="t"/>
              <a:pathLst>
                <a:path extrusionOk="0" h="3253" w="977">
                  <a:moveTo>
                    <a:pt x="522" y="1"/>
                  </a:moveTo>
                  <a:cubicBezTo>
                    <a:pt x="484" y="1"/>
                    <a:pt x="444" y="10"/>
                    <a:pt x="405" y="29"/>
                  </a:cubicBezTo>
                  <a:cubicBezTo>
                    <a:pt x="262" y="77"/>
                    <a:pt x="191" y="219"/>
                    <a:pt x="239" y="362"/>
                  </a:cubicBezTo>
                  <a:cubicBezTo>
                    <a:pt x="358" y="720"/>
                    <a:pt x="429" y="1077"/>
                    <a:pt x="429" y="1434"/>
                  </a:cubicBezTo>
                  <a:cubicBezTo>
                    <a:pt x="429" y="1934"/>
                    <a:pt x="310" y="2410"/>
                    <a:pt x="72" y="2863"/>
                  </a:cubicBezTo>
                  <a:cubicBezTo>
                    <a:pt x="0" y="2982"/>
                    <a:pt x="48" y="3149"/>
                    <a:pt x="191" y="3220"/>
                  </a:cubicBezTo>
                  <a:cubicBezTo>
                    <a:pt x="228" y="3242"/>
                    <a:pt x="269" y="3253"/>
                    <a:pt x="311" y="3253"/>
                  </a:cubicBezTo>
                  <a:cubicBezTo>
                    <a:pt x="404" y="3253"/>
                    <a:pt x="499" y="3200"/>
                    <a:pt x="548" y="3101"/>
                  </a:cubicBezTo>
                  <a:cubicBezTo>
                    <a:pt x="834" y="2601"/>
                    <a:pt x="977" y="2006"/>
                    <a:pt x="977" y="1434"/>
                  </a:cubicBezTo>
                  <a:cubicBezTo>
                    <a:pt x="977" y="1005"/>
                    <a:pt x="905" y="577"/>
                    <a:pt x="762" y="172"/>
                  </a:cubicBezTo>
                  <a:cubicBezTo>
                    <a:pt x="728" y="67"/>
                    <a:pt x="629" y="1"/>
                    <a:pt x="522" y="1"/>
                  </a:cubicBezTo>
                  <a:close/>
                </a:path>
              </a:pathLst>
            </a:custGeom>
            <a:solidFill>
              <a:srgbClr val="242841"/>
            </a:solidFill>
            <a:ln>
              <a:noFill/>
            </a:ln>
          </p:spPr>
          <p:txBody>
            <a:bodyPr anchorCtr="0" anchor="ctr" bIns="61575" lIns="61575" spcFirstLastPara="1" rIns="61575" wrap="square" tIns="61575">
              <a:noAutofit/>
            </a:bodyPr>
            <a:lstStyle/>
            <a:p>
              <a:pPr indent="0" lvl="0" marL="0" rtl="0" algn="l">
                <a:spcBef>
                  <a:spcPts val="0"/>
                </a:spcBef>
                <a:spcAft>
                  <a:spcPts val="0"/>
                </a:spcAft>
                <a:buNone/>
              </a:pPr>
              <a:r>
                <a:t/>
              </a:r>
              <a:endParaRPr/>
            </a:p>
          </p:txBody>
        </p:sp>
        <p:sp>
          <p:nvSpPr>
            <p:cNvPr id="11527" name="Google Shape;11527;p1445"/>
            <p:cNvSpPr/>
            <p:nvPr/>
          </p:nvSpPr>
          <p:spPr>
            <a:xfrm>
              <a:off x="5452685" y="2462355"/>
              <a:ext cx="34896" cy="111212"/>
            </a:xfrm>
            <a:custGeom>
              <a:rect b="b" l="l" r="r" t="t"/>
              <a:pathLst>
                <a:path extrusionOk="0" h="3253" w="977">
                  <a:moveTo>
                    <a:pt x="459" y="1"/>
                  </a:moveTo>
                  <a:cubicBezTo>
                    <a:pt x="360" y="1"/>
                    <a:pt x="274" y="67"/>
                    <a:pt x="239" y="172"/>
                  </a:cubicBezTo>
                  <a:cubicBezTo>
                    <a:pt x="72" y="577"/>
                    <a:pt x="1" y="1005"/>
                    <a:pt x="1" y="1434"/>
                  </a:cubicBezTo>
                  <a:cubicBezTo>
                    <a:pt x="1" y="2006"/>
                    <a:pt x="143" y="2601"/>
                    <a:pt x="429" y="3101"/>
                  </a:cubicBezTo>
                  <a:cubicBezTo>
                    <a:pt x="479" y="3200"/>
                    <a:pt x="573" y="3253"/>
                    <a:pt x="666" y="3253"/>
                  </a:cubicBezTo>
                  <a:cubicBezTo>
                    <a:pt x="708" y="3253"/>
                    <a:pt x="750" y="3242"/>
                    <a:pt x="786" y="3220"/>
                  </a:cubicBezTo>
                  <a:cubicBezTo>
                    <a:pt x="929" y="3149"/>
                    <a:pt x="977" y="2982"/>
                    <a:pt x="906" y="2863"/>
                  </a:cubicBezTo>
                  <a:cubicBezTo>
                    <a:pt x="667" y="2410"/>
                    <a:pt x="548" y="1934"/>
                    <a:pt x="548" y="1434"/>
                  </a:cubicBezTo>
                  <a:cubicBezTo>
                    <a:pt x="548" y="1053"/>
                    <a:pt x="620" y="720"/>
                    <a:pt x="739" y="362"/>
                  </a:cubicBezTo>
                  <a:cubicBezTo>
                    <a:pt x="786" y="219"/>
                    <a:pt x="715" y="77"/>
                    <a:pt x="572" y="29"/>
                  </a:cubicBezTo>
                  <a:cubicBezTo>
                    <a:pt x="534" y="10"/>
                    <a:pt x="496" y="1"/>
                    <a:pt x="459" y="1"/>
                  </a:cubicBezTo>
                  <a:close/>
                </a:path>
              </a:pathLst>
            </a:custGeom>
            <a:solidFill>
              <a:srgbClr val="242841"/>
            </a:solidFill>
            <a:ln>
              <a:noFill/>
            </a:ln>
          </p:spPr>
          <p:txBody>
            <a:bodyPr anchorCtr="0" anchor="ctr" bIns="61575" lIns="61575" spcFirstLastPara="1" rIns="61575" wrap="square" tIns="61575">
              <a:noAutofit/>
            </a:bodyPr>
            <a:lstStyle/>
            <a:p>
              <a:pPr indent="0" lvl="0" marL="0" rtl="0" algn="l">
                <a:spcBef>
                  <a:spcPts val="0"/>
                </a:spcBef>
                <a:spcAft>
                  <a:spcPts val="0"/>
                </a:spcAft>
                <a:buNone/>
              </a:pPr>
              <a:r>
                <a:t/>
              </a:r>
              <a:endParaRPr/>
            </a:p>
          </p:txBody>
        </p:sp>
        <p:sp>
          <p:nvSpPr>
            <p:cNvPr id="11528" name="Google Shape;11528;p1445"/>
            <p:cNvSpPr/>
            <p:nvPr/>
          </p:nvSpPr>
          <p:spPr>
            <a:xfrm>
              <a:off x="5515619" y="2520303"/>
              <a:ext cx="212698" cy="226390"/>
            </a:xfrm>
            <a:custGeom>
              <a:rect b="b" l="l" r="r" t="t"/>
              <a:pathLst>
                <a:path extrusionOk="0" h="6622" w="5955">
                  <a:moveTo>
                    <a:pt x="977" y="1"/>
                  </a:moveTo>
                  <a:cubicBezTo>
                    <a:pt x="882" y="596"/>
                    <a:pt x="525" y="1120"/>
                    <a:pt x="1" y="1406"/>
                  </a:cubicBezTo>
                  <a:cubicBezTo>
                    <a:pt x="287" y="1716"/>
                    <a:pt x="620" y="1930"/>
                    <a:pt x="1001" y="2049"/>
                  </a:cubicBezTo>
                  <a:cubicBezTo>
                    <a:pt x="1001" y="2049"/>
                    <a:pt x="1001" y="2049"/>
                    <a:pt x="1001" y="2073"/>
                  </a:cubicBezTo>
                  <a:lnTo>
                    <a:pt x="1001" y="6359"/>
                  </a:lnTo>
                  <a:cubicBezTo>
                    <a:pt x="1001" y="6502"/>
                    <a:pt x="1120" y="6621"/>
                    <a:pt x="1287" y="6621"/>
                  </a:cubicBezTo>
                  <a:lnTo>
                    <a:pt x="5693" y="6621"/>
                  </a:lnTo>
                  <a:cubicBezTo>
                    <a:pt x="5835" y="6621"/>
                    <a:pt x="5955" y="6502"/>
                    <a:pt x="5955" y="6359"/>
                  </a:cubicBezTo>
                  <a:lnTo>
                    <a:pt x="5955" y="3716"/>
                  </a:lnTo>
                  <a:cubicBezTo>
                    <a:pt x="5955" y="3478"/>
                    <a:pt x="5764" y="3287"/>
                    <a:pt x="5550" y="3287"/>
                  </a:cubicBezTo>
                  <a:cubicBezTo>
                    <a:pt x="5312" y="3287"/>
                    <a:pt x="5145" y="3478"/>
                    <a:pt x="5145" y="3716"/>
                  </a:cubicBezTo>
                  <a:lnTo>
                    <a:pt x="5145" y="4669"/>
                  </a:lnTo>
                  <a:cubicBezTo>
                    <a:pt x="5145" y="4811"/>
                    <a:pt x="5026" y="4954"/>
                    <a:pt x="4859" y="4954"/>
                  </a:cubicBezTo>
                  <a:cubicBezTo>
                    <a:pt x="4716" y="4954"/>
                    <a:pt x="4597" y="4811"/>
                    <a:pt x="4597" y="4669"/>
                  </a:cubicBezTo>
                  <a:lnTo>
                    <a:pt x="4597" y="3716"/>
                  </a:lnTo>
                  <a:cubicBezTo>
                    <a:pt x="4597" y="3478"/>
                    <a:pt x="4407" y="3287"/>
                    <a:pt x="4168" y="3287"/>
                  </a:cubicBezTo>
                  <a:cubicBezTo>
                    <a:pt x="3954" y="3287"/>
                    <a:pt x="3764" y="3478"/>
                    <a:pt x="3764" y="3716"/>
                  </a:cubicBezTo>
                  <a:lnTo>
                    <a:pt x="3764" y="4669"/>
                  </a:lnTo>
                  <a:cubicBezTo>
                    <a:pt x="3764" y="4811"/>
                    <a:pt x="3644" y="4954"/>
                    <a:pt x="3502" y="4954"/>
                  </a:cubicBezTo>
                  <a:cubicBezTo>
                    <a:pt x="3335" y="4954"/>
                    <a:pt x="3216" y="4811"/>
                    <a:pt x="3216" y="4669"/>
                  </a:cubicBezTo>
                  <a:lnTo>
                    <a:pt x="3216" y="3716"/>
                  </a:lnTo>
                  <a:cubicBezTo>
                    <a:pt x="3216" y="3478"/>
                    <a:pt x="3025" y="3287"/>
                    <a:pt x="2811" y="3287"/>
                  </a:cubicBezTo>
                  <a:cubicBezTo>
                    <a:pt x="2573" y="3287"/>
                    <a:pt x="2382" y="3478"/>
                    <a:pt x="2382" y="3716"/>
                  </a:cubicBezTo>
                  <a:lnTo>
                    <a:pt x="2382" y="4669"/>
                  </a:lnTo>
                  <a:cubicBezTo>
                    <a:pt x="2382" y="4811"/>
                    <a:pt x="2263" y="4954"/>
                    <a:pt x="2097" y="4954"/>
                  </a:cubicBezTo>
                  <a:cubicBezTo>
                    <a:pt x="1954" y="4954"/>
                    <a:pt x="1835" y="4811"/>
                    <a:pt x="1835" y="4669"/>
                  </a:cubicBezTo>
                  <a:lnTo>
                    <a:pt x="1835" y="2073"/>
                  </a:lnTo>
                  <a:cubicBezTo>
                    <a:pt x="1835" y="1882"/>
                    <a:pt x="1716" y="1739"/>
                    <a:pt x="1549" y="1692"/>
                  </a:cubicBezTo>
                  <a:lnTo>
                    <a:pt x="1549" y="1"/>
                  </a:lnTo>
                  <a:close/>
                </a:path>
              </a:pathLst>
            </a:custGeom>
            <a:solidFill>
              <a:srgbClr val="242841"/>
            </a:solidFill>
            <a:ln>
              <a:noFill/>
            </a:ln>
          </p:spPr>
          <p:txBody>
            <a:bodyPr anchorCtr="0" anchor="ctr" bIns="61575" lIns="61575" spcFirstLastPara="1" rIns="61575" wrap="square" tIns="61575">
              <a:noAutofit/>
            </a:bodyPr>
            <a:lstStyle/>
            <a:p>
              <a:pPr indent="0" lvl="0" marL="0" rtl="0" algn="l">
                <a:spcBef>
                  <a:spcPts val="0"/>
                </a:spcBef>
                <a:spcAft>
                  <a:spcPts val="0"/>
                </a:spcAft>
                <a:buNone/>
              </a:pPr>
              <a:r>
                <a:t/>
              </a:r>
              <a:endParaRPr/>
            </a:p>
          </p:txBody>
        </p:sp>
        <p:sp>
          <p:nvSpPr>
            <p:cNvPr id="11529" name="Google Shape;11529;p1445"/>
            <p:cNvSpPr/>
            <p:nvPr/>
          </p:nvSpPr>
          <p:spPr>
            <a:xfrm>
              <a:off x="5590483" y="2427518"/>
              <a:ext cx="56184" cy="74119"/>
            </a:xfrm>
            <a:custGeom>
              <a:rect b="b" l="l" r="r" t="t"/>
              <a:pathLst>
                <a:path extrusionOk="0" h="2168" w="1573">
                  <a:moveTo>
                    <a:pt x="1" y="0"/>
                  </a:moveTo>
                  <a:lnTo>
                    <a:pt x="1" y="2167"/>
                  </a:lnTo>
                  <a:lnTo>
                    <a:pt x="596" y="2167"/>
                  </a:lnTo>
                  <a:cubicBezTo>
                    <a:pt x="667" y="1596"/>
                    <a:pt x="1048" y="1072"/>
                    <a:pt x="1572" y="786"/>
                  </a:cubicBezTo>
                  <a:cubicBezTo>
                    <a:pt x="1429" y="643"/>
                    <a:pt x="1310" y="524"/>
                    <a:pt x="1144" y="429"/>
                  </a:cubicBezTo>
                  <a:cubicBezTo>
                    <a:pt x="810" y="191"/>
                    <a:pt x="405" y="48"/>
                    <a:pt x="1" y="0"/>
                  </a:cubicBezTo>
                  <a:close/>
                </a:path>
              </a:pathLst>
            </a:custGeom>
            <a:solidFill>
              <a:srgbClr val="242841"/>
            </a:solidFill>
            <a:ln>
              <a:noFill/>
            </a:ln>
          </p:spPr>
          <p:txBody>
            <a:bodyPr anchorCtr="0" anchor="ctr" bIns="61575" lIns="61575" spcFirstLastPara="1" rIns="61575" wrap="square" tIns="61575">
              <a:noAutofit/>
            </a:bodyPr>
            <a:lstStyle/>
            <a:p>
              <a:pPr indent="0" lvl="0" marL="0" rtl="0" algn="l">
                <a:spcBef>
                  <a:spcPts val="0"/>
                </a:spcBef>
                <a:spcAft>
                  <a:spcPts val="0"/>
                </a:spcAft>
                <a:buNone/>
              </a:pPr>
              <a:r>
                <a:t/>
              </a:r>
              <a:endParaRPr/>
            </a:p>
          </p:txBody>
        </p:sp>
        <p:sp>
          <p:nvSpPr>
            <p:cNvPr id="11530" name="Google Shape;11530;p1445"/>
            <p:cNvSpPr/>
            <p:nvPr/>
          </p:nvSpPr>
          <p:spPr>
            <a:xfrm>
              <a:off x="5516477" y="2427518"/>
              <a:ext cx="54469" cy="74119"/>
            </a:xfrm>
            <a:custGeom>
              <a:rect b="b" l="l" r="r" t="t"/>
              <a:pathLst>
                <a:path extrusionOk="0" h="2168" w="1525">
                  <a:moveTo>
                    <a:pt x="1525" y="0"/>
                  </a:moveTo>
                  <a:cubicBezTo>
                    <a:pt x="882" y="72"/>
                    <a:pt x="406" y="333"/>
                    <a:pt x="1" y="762"/>
                  </a:cubicBezTo>
                  <a:cubicBezTo>
                    <a:pt x="501" y="1072"/>
                    <a:pt x="858" y="1572"/>
                    <a:pt x="953" y="2167"/>
                  </a:cubicBezTo>
                  <a:lnTo>
                    <a:pt x="1525" y="2167"/>
                  </a:lnTo>
                  <a:lnTo>
                    <a:pt x="1525" y="0"/>
                  </a:lnTo>
                  <a:close/>
                </a:path>
              </a:pathLst>
            </a:custGeom>
            <a:solidFill>
              <a:srgbClr val="242841"/>
            </a:solidFill>
            <a:ln>
              <a:noFill/>
            </a:ln>
          </p:spPr>
          <p:txBody>
            <a:bodyPr anchorCtr="0" anchor="ctr" bIns="61575" lIns="61575" spcFirstLastPara="1" rIns="61575" wrap="square" tIns="61575">
              <a:noAutofit/>
            </a:bodyPr>
            <a:lstStyle/>
            <a:p>
              <a:pPr indent="0" lvl="0" marL="0" rtl="0" algn="l">
                <a:spcBef>
                  <a:spcPts val="0"/>
                </a:spcBef>
                <a:spcAft>
                  <a:spcPts val="0"/>
                </a:spcAft>
                <a:buNone/>
              </a:pPr>
              <a:r>
                <a:t/>
              </a:r>
              <a:endParaRPr/>
            </a:p>
          </p:txBody>
        </p:sp>
        <p:sp>
          <p:nvSpPr>
            <p:cNvPr id="11531" name="Google Shape;11531;p1445"/>
            <p:cNvSpPr/>
            <p:nvPr/>
          </p:nvSpPr>
          <p:spPr>
            <a:xfrm>
              <a:off x="5632166" y="2469022"/>
              <a:ext cx="36610" cy="32615"/>
            </a:xfrm>
            <a:custGeom>
              <a:rect b="b" l="l" r="r" t="t"/>
              <a:pathLst>
                <a:path extrusionOk="0" h="954" w="1025">
                  <a:moveTo>
                    <a:pt x="715" y="1"/>
                  </a:moveTo>
                  <a:cubicBezTo>
                    <a:pt x="334" y="191"/>
                    <a:pt x="72" y="548"/>
                    <a:pt x="0" y="953"/>
                  </a:cubicBezTo>
                  <a:lnTo>
                    <a:pt x="1024" y="953"/>
                  </a:lnTo>
                  <a:cubicBezTo>
                    <a:pt x="1001" y="620"/>
                    <a:pt x="882" y="310"/>
                    <a:pt x="715" y="1"/>
                  </a:cubicBezTo>
                  <a:close/>
                </a:path>
              </a:pathLst>
            </a:custGeom>
            <a:solidFill>
              <a:srgbClr val="242841"/>
            </a:solidFill>
            <a:ln>
              <a:noFill/>
            </a:ln>
          </p:spPr>
          <p:txBody>
            <a:bodyPr anchorCtr="0" anchor="ctr" bIns="61575" lIns="61575" spcFirstLastPara="1" rIns="61575" wrap="square" tIns="61575">
              <a:noAutofit/>
            </a:bodyPr>
            <a:lstStyle/>
            <a:p>
              <a:pPr indent="0" lvl="0" marL="0" rtl="0" algn="l">
                <a:spcBef>
                  <a:spcPts val="0"/>
                </a:spcBef>
                <a:spcAft>
                  <a:spcPts val="0"/>
                </a:spcAft>
                <a:buNone/>
              </a:pPr>
              <a:r>
                <a:t/>
              </a:r>
              <a:endParaRPr/>
            </a:p>
          </p:txBody>
        </p:sp>
        <p:sp>
          <p:nvSpPr>
            <p:cNvPr id="11532" name="Google Shape;11532;p1445"/>
            <p:cNvSpPr/>
            <p:nvPr/>
          </p:nvSpPr>
          <p:spPr>
            <a:xfrm>
              <a:off x="5631308" y="2520303"/>
              <a:ext cx="37468" cy="32615"/>
            </a:xfrm>
            <a:custGeom>
              <a:rect b="b" l="l" r="r" t="t"/>
              <a:pathLst>
                <a:path extrusionOk="0" h="954" w="1049">
                  <a:moveTo>
                    <a:pt x="1" y="1"/>
                  </a:moveTo>
                  <a:cubicBezTo>
                    <a:pt x="96" y="430"/>
                    <a:pt x="358" y="763"/>
                    <a:pt x="739" y="954"/>
                  </a:cubicBezTo>
                  <a:cubicBezTo>
                    <a:pt x="906" y="668"/>
                    <a:pt x="1025" y="334"/>
                    <a:pt x="1048" y="1"/>
                  </a:cubicBezTo>
                  <a:close/>
                </a:path>
              </a:pathLst>
            </a:custGeom>
            <a:solidFill>
              <a:srgbClr val="242841"/>
            </a:solidFill>
            <a:ln>
              <a:noFill/>
            </a:ln>
          </p:spPr>
          <p:txBody>
            <a:bodyPr anchorCtr="0" anchor="ctr" bIns="61575" lIns="61575" spcFirstLastPara="1" rIns="61575" wrap="square" tIns="61575">
              <a:noAutofit/>
            </a:bodyPr>
            <a:lstStyle/>
            <a:p>
              <a:pPr indent="0" lvl="0" marL="0" rtl="0" algn="l">
                <a:spcBef>
                  <a:spcPts val="0"/>
                </a:spcBef>
                <a:spcAft>
                  <a:spcPts val="0"/>
                </a:spcAft>
                <a:buNone/>
              </a:pPr>
              <a:r>
                <a:t/>
              </a:r>
              <a:endParaRPr/>
            </a:p>
          </p:txBody>
        </p:sp>
        <p:sp>
          <p:nvSpPr>
            <p:cNvPr id="11533" name="Google Shape;11533;p1445"/>
            <p:cNvSpPr/>
            <p:nvPr/>
          </p:nvSpPr>
          <p:spPr>
            <a:xfrm>
              <a:off x="5492653" y="2469022"/>
              <a:ext cx="38325" cy="32615"/>
            </a:xfrm>
            <a:custGeom>
              <a:rect b="b" l="l" r="r" t="t"/>
              <a:pathLst>
                <a:path extrusionOk="0" h="954" w="1073">
                  <a:moveTo>
                    <a:pt x="310" y="1"/>
                  </a:moveTo>
                  <a:cubicBezTo>
                    <a:pt x="144" y="310"/>
                    <a:pt x="49" y="620"/>
                    <a:pt x="1" y="953"/>
                  </a:cubicBezTo>
                  <a:lnTo>
                    <a:pt x="1073" y="953"/>
                  </a:lnTo>
                  <a:cubicBezTo>
                    <a:pt x="977" y="548"/>
                    <a:pt x="692" y="191"/>
                    <a:pt x="310" y="1"/>
                  </a:cubicBezTo>
                  <a:close/>
                </a:path>
              </a:pathLst>
            </a:custGeom>
            <a:solidFill>
              <a:srgbClr val="242841"/>
            </a:solidFill>
            <a:ln>
              <a:noFill/>
            </a:ln>
          </p:spPr>
          <p:txBody>
            <a:bodyPr anchorCtr="0" anchor="ctr" bIns="61575" lIns="61575" spcFirstLastPara="1" rIns="61575" wrap="square" tIns="61575">
              <a:noAutofit/>
            </a:bodyPr>
            <a:lstStyle/>
            <a:p>
              <a:pPr indent="0" lvl="0" marL="0" rtl="0" algn="l">
                <a:spcBef>
                  <a:spcPts val="0"/>
                </a:spcBef>
                <a:spcAft>
                  <a:spcPts val="0"/>
                </a:spcAft>
                <a:buNone/>
              </a:pPr>
              <a:r>
                <a:t/>
              </a:r>
              <a:endParaRPr/>
            </a:p>
          </p:txBody>
        </p:sp>
        <p:sp>
          <p:nvSpPr>
            <p:cNvPr id="11534" name="Google Shape;11534;p1445"/>
            <p:cNvSpPr/>
            <p:nvPr/>
          </p:nvSpPr>
          <p:spPr>
            <a:xfrm>
              <a:off x="5590483" y="2520303"/>
              <a:ext cx="55326" cy="74939"/>
            </a:xfrm>
            <a:custGeom>
              <a:rect b="b" l="l" r="r" t="t"/>
              <a:pathLst>
                <a:path extrusionOk="0" h="2192" w="1549">
                  <a:moveTo>
                    <a:pt x="1" y="1"/>
                  </a:moveTo>
                  <a:lnTo>
                    <a:pt x="1" y="2192"/>
                  </a:lnTo>
                  <a:cubicBezTo>
                    <a:pt x="596" y="2120"/>
                    <a:pt x="1144" y="1858"/>
                    <a:pt x="1548" y="1406"/>
                  </a:cubicBezTo>
                  <a:cubicBezTo>
                    <a:pt x="1048" y="1120"/>
                    <a:pt x="667" y="596"/>
                    <a:pt x="596" y="1"/>
                  </a:cubicBezTo>
                  <a:close/>
                </a:path>
              </a:pathLst>
            </a:custGeom>
            <a:solidFill>
              <a:srgbClr val="242841"/>
            </a:solidFill>
            <a:ln>
              <a:noFill/>
            </a:ln>
          </p:spPr>
          <p:txBody>
            <a:bodyPr anchorCtr="0" anchor="ctr" bIns="61575" lIns="61575" spcFirstLastPara="1" rIns="61575" wrap="square" tIns="61575">
              <a:noAutofit/>
            </a:bodyPr>
            <a:lstStyle/>
            <a:p>
              <a:pPr indent="0" lvl="0" marL="0" rtl="0" algn="l">
                <a:spcBef>
                  <a:spcPts val="0"/>
                </a:spcBef>
                <a:spcAft>
                  <a:spcPts val="0"/>
                </a:spcAft>
                <a:buNone/>
              </a:pPr>
              <a:r>
                <a:t/>
              </a:r>
              <a:endParaRPr/>
            </a:p>
          </p:txBody>
        </p:sp>
        <p:sp>
          <p:nvSpPr>
            <p:cNvPr id="11535" name="Google Shape;11535;p1445"/>
            <p:cNvSpPr/>
            <p:nvPr/>
          </p:nvSpPr>
          <p:spPr>
            <a:xfrm>
              <a:off x="5492653" y="2520303"/>
              <a:ext cx="38325" cy="32615"/>
            </a:xfrm>
            <a:custGeom>
              <a:rect b="b" l="l" r="r" t="t"/>
              <a:pathLst>
                <a:path extrusionOk="0" h="954" w="1073">
                  <a:moveTo>
                    <a:pt x="1" y="1"/>
                  </a:moveTo>
                  <a:cubicBezTo>
                    <a:pt x="49" y="334"/>
                    <a:pt x="144" y="668"/>
                    <a:pt x="310" y="954"/>
                  </a:cubicBezTo>
                  <a:cubicBezTo>
                    <a:pt x="692" y="763"/>
                    <a:pt x="977" y="430"/>
                    <a:pt x="1073" y="1"/>
                  </a:cubicBezTo>
                  <a:close/>
                </a:path>
              </a:pathLst>
            </a:custGeom>
            <a:solidFill>
              <a:srgbClr val="242841"/>
            </a:solidFill>
            <a:ln>
              <a:noFill/>
            </a:ln>
          </p:spPr>
          <p:txBody>
            <a:bodyPr anchorCtr="0" anchor="ctr" bIns="61575" lIns="61575" spcFirstLastPara="1" rIns="61575" wrap="square" tIns="61575">
              <a:noAutofit/>
            </a:bodyPr>
            <a:lstStyle/>
            <a:p>
              <a:pPr indent="0" lvl="0" marL="0" rtl="0" algn="l">
                <a:spcBef>
                  <a:spcPts val="0"/>
                </a:spcBef>
                <a:spcAft>
                  <a:spcPts val="0"/>
                </a:spcAft>
                <a:buNone/>
              </a:pPr>
              <a:r>
                <a:t/>
              </a:r>
              <a:endParaRPr/>
            </a:p>
          </p:txBody>
        </p:sp>
      </p:grpSp>
      <p:sp>
        <p:nvSpPr>
          <p:cNvPr id="11536" name="Google Shape;11536;p1445"/>
          <p:cNvSpPr/>
          <p:nvPr/>
        </p:nvSpPr>
        <p:spPr>
          <a:xfrm>
            <a:off x="8116525" y="4236401"/>
            <a:ext cx="572700" cy="572700"/>
          </a:xfrm>
          <a:prstGeom prst="ellipse">
            <a:avLst/>
          </a:prstGeom>
          <a:solidFill>
            <a:srgbClr val="F9A350"/>
          </a:solidFill>
          <a:ln>
            <a:noFill/>
          </a:ln>
        </p:spPr>
        <p:txBody>
          <a:bodyPr anchorCtr="0" anchor="ctr" bIns="61575" lIns="61575" spcFirstLastPara="1" rIns="61575" wrap="square" tIns="61575">
            <a:noAutofit/>
          </a:bodyPr>
          <a:lstStyle/>
          <a:p>
            <a:pPr indent="0" lvl="0" marL="0" rtl="0" algn="l">
              <a:spcBef>
                <a:spcPts val="0"/>
              </a:spcBef>
              <a:spcAft>
                <a:spcPts val="0"/>
              </a:spcAft>
              <a:buNone/>
            </a:pPr>
            <a:r>
              <a:t/>
            </a:r>
            <a:endParaRPr/>
          </a:p>
        </p:txBody>
      </p:sp>
      <p:grpSp>
        <p:nvGrpSpPr>
          <p:cNvPr id="11537" name="Google Shape;11537;p1445"/>
          <p:cNvGrpSpPr/>
          <p:nvPr/>
        </p:nvGrpSpPr>
        <p:grpSpPr>
          <a:xfrm>
            <a:off x="8260415" y="4385850"/>
            <a:ext cx="285666" cy="274170"/>
            <a:chOff x="7464058" y="3603944"/>
            <a:chExt cx="316457" cy="303722"/>
          </a:xfrm>
        </p:grpSpPr>
        <p:sp>
          <p:nvSpPr>
            <p:cNvPr id="11538" name="Google Shape;11538;p1445"/>
            <p:cNvSpPr/>
            <p:nvPr/>
          </p:nvSpPr>
          <p:spPr>
            <a:xfrm>
              <a:off x="7557638" y="3694336"/>
              <a:ext cx="130155" cy="35863"/>
            </a:xfrm>
            <a:custGeom>
              <a:rect b="b" l="l" r="r" t="t"/>
              <a:pathLst>
                <a:path extrusionOk="0" h="1049" w="3644">
                  <a:moveTo>
                    <a:pt x="0" y="0"/>
                  </a:moveTo>
                  <a:lnTo>
                    <a:pt x="0" y="1048"/>
                  </a:lnTo>
                  <a:lnTo>
                    <a:pt x="3644" y="1048"/>
                  </a:lnTo>
                  <a:lnTo>
                    <a:pt x="3644" y="0"/>
                  </a:lnTo>
                  <a:close/>
                </a:path>
              </a:pathLst>
            </a:custGeom>
            <a:solidFill>
              <a:srgbClr val="242841"/>
            </a:solidFill>
            <a:ln>
              <a:noFill/>
            </a:ln>
          </p:spPr>
          <p:txBody>
            <a:bodyPr anchorCtr="0" anchor="ctr" bIns="61575" lIns="61575" spcFirstLastPara="1" rIns="61575" wrap="square" tIns="61575">
              <a:noAutofit/>
            </a:bodyPr>
            <a:lstStyle/>
            <a:p>
              <a:pPr indent="0" lvl="0" marL="0" rtl="0" algn="l">
                <a:spcBef>
                  <a:spcPts val="0"/>
                </a:spcBef>
                <a:spcAft>
                  <a:spcPts val="0"/>
                </a:spcAft>
                <a:buNone/>
              </a:pPr>
              <a:r>
                <a:t/>
              </a:r>
              <a:endParaRPr/>
            </a:p>
          </p:txBody>
        </p:sp>
        <p:sp>
          <p:nvSpPr>
            <p:cNvPr id="11539" name="Google Shape;11539;p1445"/>
            <p:cNvSpPr/>
            <p:nvPr/>
          </p:nvSpPr>
          <p:spPr>
            <a:xfrm>
              <a:off x="7464058" y="3603944"/>
              <a:ext cx="316457" cy="232065"/>
            </a:xfrm>
            <a:custGeom>
              <a:rect b="b" l="l" r="r" t="t"/>
              <a:pathLst>
                <a:path extrusionOk="0" h="6788" w="8860">
                  <a:moveTo>
                    <a:pt x="4430" y="1"/>
                  </a:moveTo>
                  <a:cubicBezTo>
                    <a:pt x="2525" y="1"/>
                    <a:pt x="929" y="1049"/>
                    <a:pt x="310" y="1501"/>
                  </a:cubicBezTo>
                  <a:cubicBezTo>
                    <a:pt x="120" y="1644"/>
                    <a:pt x="0" y="1882"/>
                    <a:pt x="0" y="2120"/>
                  </a:cubicBezTo>
                  <a:lnTo>
                    <a:pt x="0" y="6026"/>
                  </a:lnTo>
                  <a:cubicBezTo>
                    <a:pt x="0" y="6455"/>
                    <a:pt x="381" y="6788"/>
                    <a:pt x="810" y="6788"/>
                  </a:cubicBezTo>
                  <a:lnTo>
                    <a:pt x="1882" y="6788"/>
                  </a:lnTo>
                  <a:cubicBezTo>
                    <a:pt x="1879" y="6778"/>
                    <a:pt x="1876" y="6768"/>
                    <a:pt x="1874" y="6759"/>
                  </a:cubicBezTo>
                  <a:lnTo>
                    <a:pt x="1874" y="6759"/>
                  </a:lnTo>
                  <a:cubicBezTo>
                    <a:pt x="1863" y="6709"/>
                    <a:pt x="1823" y="6536"/>
                    <a:pt x="1715" y="6097"/>
                  </a:cubicBezTo>
                  <a:cubicBezTo>
                    <a:pt x="1310" y="5883"/>
                    <a:pt x="1048" y="5454"/>
                    <a:pt x="1048" y="4978"/>
                  </a:cubicBezTo>
                  <a:cubicBezTo>
                    <a:pt x="1048" y="4383"/>
                    <a:pt x="1453" y="3835"/>
                    <a:pt x="2096" y="3716"/>
                  </a:cubicBezTo>
                  <a:lnTo>
                    <a:pt x="2096" y="2382"/>
                  </a:lnTo>
                  <a:cubicBezTo>
                    <a:pt x="2096" y="2239"/>
                    <a:pt x="2215" y="2120"/>
                    <a:pt x="2358" y="2120"/>
                  </a:cubicBezTo>
                  <a:lnTo>
                    <a:pt x="6502" y="2120"/>
                  </a:lnTo>
                  <a:cubicBezTo>
                    <a:pt x="6669" y="2120"/>
                    <a:pt x="6764" y="2239"/>
                    <a:pt x="6764" y="2382"/>
                  </a:cubicBezTo>
                  <a:lnTo>
                    <a:pt x="6764" y="3716"/>
                  </a:lnTo>
                  <a:cubicBezTo>
                    <a:pt x="7431" y="3859"/>
                    <a:pt x="7812" y="4407"/>
                    <a:pt x="7812" y="4978"/>
                  </a:cubicBezTo>
                  <a:cubicBezTo>
                    <a:pt x="7812" y="5454"/>
                    <a:pt x="7550" y="5883"/>
                    <a:pt x="7169" y="6097"/>
                  </a:cubicBezTo>
                  <a:cubicBezTo>
                    <a:pt x="7121" y="6264"/>
                    <a:pt x="7002" y="6788"/>
                    <a:pt x="7002" y="6788"/>
                  </a:cubicBezTo>
                  <a:lnTo>
                    <a:pt x="8074" y="6788"/>
                  </a:lnTo>
                  <a:cubicBezTo>
                    <a:pt x="8502" y="6788"/>
                    <a:pt x="8859" y="6455"/>
                    <a:pt x="8859" y="6026"/>
                  </a:cubicBezTo>
                  <a:lnTo>
                    <a:pt x="8859" y="2120"/>
                  </a:lnTo>
                  <a:cubicBezTo>
                    <a:pt x="8859" y="1882"/>
                    <a:pt x="8740" y="1644"/>
                    <a:pt x="8550" y="1501"/>
                  </a:cubicBezTo>
                  <a:cubicBezTo>
                    <a:pt x="7954" y="1049"/>
                    <a:pt x="6335" y="1"/>
                    <a:pt x="4430" y="1"/>
                  </a:cubicBezTo>
                  <a:close/>
                </a:path>
              </a:pathLst>
            </a:custGeom>
            <a:solidFill>
              <a:srgbClr val="242841"/>
            </a:solidFill>
            <a:ln>
              <a:noFill/>
            </a:ln>
          </p:spPr>
          <p:txBody>
            <a:bodyPr anchorCtr="0" anchor="ctr" bIns="61575" lIns="61575" spcFirstLastPara="1" rIns="61575" wrap="square" tIns="61575">
              <a:noAutofit/>
            </a:bodyPr>
            <a:lstStyle/>
            <a:p>
              <a:pPr indent="0" lvl="0" marL="0" rtl="0" algn="l">
                <a:spcBef>
                  <a:spcPts val="0"/>
                </a:spcBef>
                <a:spcAft>
                  <a:spcPts val="0"/>
                </a:spcAft>
                <a:buNone/>
              </a:pPr>
              <a:r>
                <a:t/>
              </a:r>
              <a:endParaRPr/>
            </a:p>
          </p:txBody>
        </p:sp>
        <p:sp>
          <p:nvSpPr>
            <p:cNvPr id="11540" name="Google Shape;11540;p1445"/>
            <p:cNvSpPr/>
            <p:nvPr/>
          </p:nvSpPr>
          <p:spPr>
            <a:xfrm>
              <a:off x="7520206" y="3747258"/>
              <a:ext cx="204161" cy="160408"/>
            </a:xfrm>
            <a:custGeom>
              <a:rect b="b" l="l" r="r" t="t"/>
              <a:pathLst>
                <a:path extrusionOk="0" h="4692" w="5716">
                  <a:moveTo>
                    <a:pt x="2239" y="1572"/>
                  </a:moveTo>
                  <a:lnTo>
                    <a:pt x="1882" y="1905"/>
                  </a:lnTo>
                  <a:lnTo>
                    <a:pt x="1477" y="1572"/>
                  </a:lnTo>
                  <a:close/>
                  <a:moveTo>
                    <a:pt x="4239" y="1572"/>
                  </a:moveTo>
                  <a:lnTo>
                    <a:pt x="3834" y="1905"/>
                  </a:lnTo>
                  <a:lnTo>
                    <a:pt x="3501" y="1572"/>
                  </a:lnTo>
                  <a:close/>
                  <a:moveTo>
                    <a:pt x="1239" y="2024"/>
                  </a:moveTo>
                  <a:lnTo>
                    <a:pt x="1524" y="2286"/>
                  </a:lnTo>
                  <a:lnTo>
                    <a:pt x="1334" y="2477"/>
                  </a:lnTo>
                  <a:cubicBezTo>
                    <a:pt x="1306" y="2337"/>
                    <a:pt x="1300" y="2300"/>
                    <a:pt x="1303" y="2300"/>
                  </a:cubicBezTo>
                  <a:lnTo>
                    <a:pt x="1303" y="2300"/>
                  </a:lnTo>
                  <a:cubicBezTo>
                    <a:pt x="1305" y="2300"/>
                    <a:pt x="1317" y="2345"/>
                    <a:pt x="1317" y="2345"/>
                  </a:cubicBezTo>
                  <a:cubicBezTo>
                    <a:pt x="1317" y="2345"/>
                    <a:pt x="1301" y="2285"/>
                    <a:pt x="1239" y="2024"/>
                  </a:cubicBezTo>
                  <a:close/>
                  <a:moveTo>
                    <a:pt x="4501" y="2024"/>
                  </a:moveTo>
                  <a:lnTo>
                    <a:pt x="4501" y="2024"/>
                  </a:lnTo>
                  <a:cubicBezTo>
                    <a:pt x="4438" y="2285"/>
                    <a:pt x="4423" y="2345"/>
                    <a:pt x="4422" y="2345"/>
                  </a:cubicBezTo>
                  <a:cubicBezTo>
                    <a:pt x="4421" y="2345"/>
                    <a:pt x="4430" y="2300"/>
                    <a:pt x="4429" y="2300"/>
                  </a:cubicBezTo>
                  <a:lnTo>
                    <a:pt x="4429" y="2300"/>
                  </a:lnTo>
                  <a:cubicBezTo>
                    <a:pt x="4427" y="2300"/>
                    <a:pt x="4417" y="2337"/>
                    <a:pt x="4382" y="2477"/>
                  </a:cubicBezTo>
                  <a:lnTo>
                    <a:pt x="4215" y="2286"/>
                  </a:lnTo>
                  <a:lnTo>
                    <a:pt x="4501" y="2024"/>
                  </a:lnTo>
                  <a:close/>
                  <a:moveTo>
                    <a:pt x="2858" y="1667"/>
                  </a:moveTo>
                  <a:lnTo>
                    <a:pt x="3429" y="2263"/>
                  </a:lnTo>
                  <a:lnTo>
                    <a:pt x="2858" y="2739"/>
                  </a:lnTo>
                  <a:lnTo>
                    <a:pt x="2286" y="2263"/>
                  </a:lnTo>
                  <a:lnTo>
                    <a:pt x="2858" y="1667"/>
                  </a:lnTo>
                  <a:close/>
                  <a:moveTo>
                    <a:pt x="1929" y="2620"/>
                  </a:moveTo>
                  <a:lnTo>
                    <a:pt x="2477" y="3096"/>
                  </a:lnTo>
                  <a:lnTo>
                    <a:pt x="2167" y="3358"/>
                  </a:lnTo>
                  <a:lnTo>
                    <a:pt x="1667" y="2858"/>
                  </a:lnTo>
                  <a:lnTo>
                    <a:pt x="1929" y="2620"/>
                  </a:lnTo>
                  <a:close/>
                  <a:moveTo>
                    <a:pt x="3811" y="2620"/>
                  </a:moveTo>
                  <a:lnTo>
                    <a:pt x="4049" y="2858"/>
                  </a:lnTo>
                  <a:lnTo>
                    <a:pt x="3572" y="3358"/>
                  </a:lnTo>
                  <a:lnTo>
                    <a:pt x="3263" y="3096"/>
                  </a:lnTo>
                  <a:lnTo>
                    <a:pt x="3811" y="2620"/>
                  </a:lnTo>
                  <a:close/>
                  <a:moveTo>
                    <a:pt x="1501" y="3429"/>
                  </a:moveTo>
                  <a:lnTo>
                    <a:pt x="1762" y="3691"/>
                  </a:lnTo>
                  <a:lnTo>
                    <a:pt x="1548" y="3882"/>
                  </a:lnTo>
                  <a:cubicBezTo>
                    <a:pt x="1548" y="3715"/>
                    <a:pt x="1524" y="3572"/>
                    <a:pt x="1501" y="3429"/>
                  </a:cubicBezTo>
                  <a:close/>
                  <a:moveTo>
                    <a:pt x="4239" y="3429"/>
                  </a:moveTo>
                  <a:lnTo>
                    <a:pt x="4239" y="3429"/>
                  </a:lnTo>
                  <a:cubicBezTo>
                    <a:pt x="4215" y="3572"/>
                    <a:pt x="4192" y="3715"/>
                    <a:pt x="4192" y="3882"/>
                  </a:cubicBezTo>
                  <a:lnTo>
                    <a:pt x="3953" y="3691"/>
                  </a:lnTo>
                  <a:lnTo>
                    <a:pt x="4239" y="3429"/>
                  </a:lnTo>
                  <a:close/>
                  <a:moveTo>
                    <a:pt x="2858" y="3429"/>
                  </a:moveTo>
                  <a:lnTo>
                    <a:pt x="3191" y="3715"/>
                  </a:lnTo>
                  <a:lnTo>
                    <a:pt x="2858" y="4049"/>
                  </a:lnTo>
                  <a:lnTo>
                    <a:pt x="2525" y="3715"/>
                  </a:lnTo>
                  <a:lnTo>
                    <a:pt x="2858" y="3429"/>
                  </a:lnTo>
                  <a:close/>
                  <a:moveTo>
                    <a:pt x="786" y="0"/>
                  </a:moveTo>
                  <a:cubicBezTo>
                    <a:pt x="357" y="0"/>
                    <a:pt x="0" y="357"/>
                    <a:pt x="0" y="786"/>
                  </a:cubicBezTo>
                  <a:cubicBezTo>
                    <a:pt x="0" y="1143"/>
                    <a:pt x="238" y="1453"/>
                    <a:pt x="572" y="1524"/>
                  </a:cubicBezTo>
                  <a:cubicBezTo>
                    <a:pt x="834" y="2548"/>
                    <a:pt x="1048" y="3263"/>
                    <a:pt x="1048" y="4430"/>
                  </a:cubicBezTo>
                  <a:cubicBezTo>
                    <a:pt x="1048" y="4579"/>
                    <a:pt x="1176" y="4683"/>
                    <a:pt x="1310" y="4683"/>
                  </a:cubicBezTo>
                  <a:cubicBezTo>
                    <a:pt x="1367" y="4683"/>
                    <a:pt x="1426" y="4663"/>
                    <a:pt x="1477" y="4620"/>
                  </a:cubicBezTo>
                  <a:lnTo>
                    <a:pt x="2120" y="4049"/>
                  </a:lnTo>
                  <a:lnTo>
                    <a:pt x="2691" y="4620"/>
                  </a:lnTo>
                  <a:cubicBezTo>
                    <a:pt x="2739" y="4668"/>
                    <a:pt x="2804" y="4692"/>
                    <a:pt x="2870" y="4692"/>
                  </a:cubicBezTo>
                  <a:cubicBezTo>
                    <a:pt x="2935" y="4692"/>
                    <a:pt x="3001" y="4668"/>
                    <a:pt x="3048" y="4620"/>
                  </a:cubicBezTo>
                  <a:lnTo>
                    <a:pt x="3596" y="4049"/>
                  </a:lnTo>
                  <a:lnTo>
                    <a:pt x="4263" y="4620"/>
                  </a:lnTo>
                  <a:cubicBezTo>
                    <a:pt x="4313" y="4663"/>
                    <a:pt x="4372" y="4683"/>
                    <a:pt x="4430" y="4683"/>
                  </a:cubicBezTo>
                  <a:cubicBezTo>
                    <a:pt x="4564" y="4683"/>
                    <a:pt x="4692" y="4579"/>
                    <a:pt x="4692" y="4430"/>
                  </a:cubicBezTo>
                  <a:cubicBezTo>
                    <a:pt x="4692" y="3263"/>
                    <a:pt x="4906" y="2524"/>
                    <a:pt x="5144" y="1524"/>
                  </a:cubicBezTo>
                  <a:cubicBezTo>
                    <a:pt x="5478" y="1453"/>
                    <a:pt x="5716" y="1143"/>
                    <a:pt x="5716" y="786"/>
                  </a:cubicBezTo>
                  <a:cubicBezTo>
                    <a:pt x="5716" y="357"/>
                    <a:pt x="5358" y="0"/>
                    <a:pt x="4930" y="0"/>
                  </a:cubicBezTo>
                  <a:close/>
                </a:path>
              </a:pathLst>
            </a:custGeom>
            <a:solidFill>
              <a:srgbClr val="242841"/>
            </a:solidFill>
            <a:ln>
              <a:noFill/>
            </a:ln>
          </p:spPr>
          <p:txBody>
            <a:bodyPr anchorCtr="0" anchor="ctr" bIns="61575" lIns="61575" spcFirstLastPara="1" rIns="61575" wrap="square" tIns="6157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44" name="Shape 11544"/>
        <p:cNvGrpSpPr/>
        <p:nvPr/>
      </p:nvGrpSpPr>
      <p:grpSpPr>
        <a:xfrm>
          <a:off x="0" y="0"/>
          <a:ext cx="0" cy="0"/>
          <a:chOff x="0" y="0"/>
          <a:chExt cx="0" cy="0"/>
        </a:xfrm>
      </p:grpSpPr>
      <p:sp>
        <p:nvSpPr>
          <p:cNvPr id="11545" name="Google Shape;11545;p1446"/>
          <p:cNvSpPr txBox="1"/>
          <p:nvPr>
            <p:ph idx="2" type="title"/>
          </p:nvPr>
        </p:nvSpPr>
        <p:spPr>
          <a:xfrm>
            <a:off x="713250" y="539525"/>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Sentiment Analysis</a:t>
            </a:r>
            <a:endParaRPr/>
          </a:p>
        </p:txBody>
      </p:sp>
      <p:sp>
        <p:nvSpPr>
          <p:cNvPr id="11546" name="Google Shape;11546;p1446"/>
          <p:cNvSpPr txBox="1"/>
          <p:nvPr>
            <p:ph type="title"/>
          </p:nvPr>
        </p:nvSpPr>
        <p:spPr>
          <a:xfrm>
            <a:off x="1866275" y="1201213"/>
            <a:ext cx="4336200" cy="47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ESPN Sentiment Analysis</a:t>
            </a:r>
            <a:endParaRPr sz="1800"/>
          </a:p>
        </p:txBody>
      </p:sp>
      <p:grpSp>
        <p:nvGrpSpPr>
          <p:cNvPr id="11547" name="Google Shape;11547;p1446"/>
          <p:cNvGrpSpPr/>
          <p:nvPr/>
        </p:nvGrpSpPr>
        <p:grpSpPr>
          <a:xfrm flipH="1">
            <a:off x="-439811" y="1723590"/>
            <a:ext cx="2306075" cy="2306075"/>
            <a:chOff x="7129475" y="1270500"/>
            <a:chExt cx="2602500" cy="2602500"/>
          </a:xfrm>
        </p:grpSpPr>
        <p:sp>
          <p:nvSpPr>
            <p:cNvPr id="11548" name="Google Shape;11548;p1446"/>
            <p:cNvSpPr/>
            <p:nvPr/>
          </p:nvSpPr>
          <p:spPr>
            <a:xfrm>
              <a:off x="7415177" y="2348213"/>
              <a:ext cx="446959" cy="447020"/>
            </a:xfrm>
            <a:custGeom>
              <a:rect b="b" l="l" r="r" t="t"/>
              <a:pathLst>
                <a:path extrusionOk="0" h="24232" w="24232">
                  <a:moveTo>
                    <a:pt x="12152" y="1"/>
                  </a:moveTo>
                  <a:lnTo>
                    <a:pt x="12152" y="1785"/>
                  </a:lnTo>
                  <a:cubicBezTo>
                    <a:pt x="13240" y="1803"/>
                    <a:pt x="14311" y="1964"/>
                    <a:pt x="15346" y="2303"/>
                  </a:cubicBezTo>
                  <a:lnTo>
                    <a:pt x="15899" y="608"/>
                  </a:lnTo>
                  <a:cubicBezTo>
                    <a:pt x="14685" y="215"/>
                    <a:pt x="13436" y="19"/>
                    <a:pt x="12152" y="1"/>
                  </a:cubicBezTo>
                  <a:close/>
                  <a:moveTo>
                    <a:pt x="8423" y="590"/>
                  </a:moveTo>
                  <a:cubicBezTo>
                    <a:pt x="7209" y="982"/>
                    <a:pt x="6067" y="1553"/>
                    <a:pt x="5033" y="2303"/>
                  </a:cubicBezTo>
                  <a:lnTo>
                    <a:pt x="6085" y="3748"/>
                  </a:lnTo>
                  <a:cubicBezTo>
                    <a:pt x="6960" y="3106"/>
                    <a:pt x="7923" y="2624"/>
                    <a:pt x="8958" y="2285"/>
                  </a:cubicBezTo>
                  <a:lnTo>
                    <a:pt x="8423" y="590"/>
                  </a:lnTo>
                  <a:close/>
                  <a:moveTo>
                    <a:pt x="19271" y="2338"/>
                  </a:moveTo>
                  <a:lnTo>
                    <a:pt x="18218" y="3784"/>
                  </a:lnTo>
                  <a:cubicBezTo>
                    <a:pt x="19093" y="4426"/>
                    <a:pt x="19860" y="5193"/>
                    <a:pt x="20502" y="6067"/>
                  </a:cubicBezTo>
                  <a:lnTo>
                    <a:pt x="21947" y="5033"/>
                  </a:lnTo>
                  <a:cubicBezTo>
                    <a:pt x="21198" y="3998"/>
                    <a:pt x="20288" y="3088"/>
                    <a:pt x="19271" y="2338"/>
                  </a:cubicBezTo>
                  <a:close/>
                  <a:moveTo>
                    <a:pt x="2338" y="4961"/>
                  </a:moveTo>
                  <a:cubicBezTo>
                    <a:pt x="1589" y="5996"/>
                    <a:pt x="1000" y="7138"/>
                    <a:pt x="608" y="8333"/>
                  </a:cubicBezTo>
                  <a:lnTo>
                    <a:pt x="2303" y="8887"/>
                  </a:lnTo>
                  <a:cubicBezTo>
                    <a:pt x="2642" y="7870"/>
                    <a:pt x="3141" y="6906"/>
                    <a:pt x="3784" y="6014"/>
                  </a:cubicBezTo>
                  <a:lnTo>
                    <a:pt x="2338" y="4961"/>
                  </a:lnTo>
                  <a:close/>
                  <a:moveTo>
                    <a:pt x="23660" y="8405"/>
                  </a:moveTo>
                  <a:lnTo>
                    <a:pt x="21965" y="8958"/>
                  </a:lnTo>
                  <a:cubicBezTo>
                    <a:pt x="22286" y="9975"/>
                    <a:pt x="22447" y="11046"/>
                    <a:pt x="22447" y="12116"/>
                  </a:cubicBezTo>
                  <a:lnTo>
                    <a:pt x="22447" y="12152"/>
                  </a:lnTo>
                  <a:lnTo>
                    <a:pt x="24231" y="12116"/>
                  </a:lnTo>
                  <a:cubicBezTo>
                    <a:pt x="24231" y="10849"/>
                    <a:pt x="24035" y="9600"/>
                    <a:pt x="23660" y="8405"/>
                  </a:cubicBezTo>
                  <a:close/>
                  <a:moveTo>
                    <a:pt x="1" y="12080"/>
                  </a:moveTo>
                  <a:lnTo>
                    <a:pt x="1" y="12116"/>
                  </a:lnTo>
                  <a:cubicBezTo>
                    <a:pt x="1" y="13401"/>
                    <a:pt x="197" y="14668"/>
                    <a:pt x="590" y="15863"/>
                  </a:cubicBezTo>
                  <a:lnTo>
                    <a:pt x="2303" y="15310"/>
                  </a:lnTo>
                  <a:cubicBezTo>
                    <a:pt x="1964" y="14293"/>
                    <a:pt x="1785" y="13222"/>
                    <a:pt x="1785" y="12116"/>
                  </a:cubicBezTo>
                  <a:lnTo>
                    <a:pt x="1785" y="12080"/>
                  </a:lnTo>
                  <a:close/>
                  <a:moveTo>
                    <a:pt x="21947" y="15328"/>
                  </a:moveTo>
                  <a:cubicBezTo>
                    <a:pt x="21608" y="16363"/>
                    <a:pt x="21109" y="17326"/>
                    <a:pt x="20466" y="18200"/>
                  </a:cubicBezTo>
                  <a:lnTo>
                    <a:pt x="21912" y="19253"/>
                  </a:lnTo>
                  <a:cubicBezTo>
                    <a:pt x="22661" y="18236"/>
                    <a:pt x="23250" y="17094"/>
                    <a:pt x="23642" y="15881"/>
                  </a:cubicBezTo>
                  <a:lnTo>
                    <a:pt x="21947" y="15328"/>
                  </a:lnTo>
                  <a:close/>
                  <a:moveTo>
                    <a:pt x="3766" y="18200"/>
                  </a:moveTo>
                  <a:lnTo>
                    <a:pt x="2320" y="19235"/>
                  </a:lnTo>
                  <a:cubicBezTo>
                    <a:pt x="3070" y="20270"/>
                    <a:pt x="3962" y="21180"/>
                    <a:pt x="4997" y="21930"/>
                  </a:cubicBezTo>
                  <a:lnTo>
                    <a:pt x="6050" y="20484"/>
                  </a:lnTo>
                  <a:cubicBezTo>
                    <a:pt x="5175" y="19842"/>
                    <a:pt x="4408" y="19075"/>
                    <a:pt x="3766" y="18200"/>
                  </a:cubicBezTo>
                  <a:close/>
                  <a:moveTo>
                    <a:pt x="18183" y="20484"/>
                  </a:moveTo>
                  <a:cubicBezTo>
                    <a:pt x="17308" y="21127"/>
                    <a:pt x="16327" y="21626"/>
                    <a:pt x="15310" y="21947"/>
                  </a:cubicBezTo>
                  <a:lnTo>
                    <a:pt x="15845" y="23660"/>
                  </a:lnTo>
                  <a:cubicBezTo>
                    <a:pt x="17059" y="23268"/>
                    <a:pt x="18200" y="22679"/>
                    <a:pt x="19235" y="21930"/>
                  </a:cubicBezTo>
                  <a:lnTo>
                    <a:pt x="18183" y="20484"/>
                  </a:lnTo>
                  <a:close/>
                  <a:moveTo>
                    <a:pt x="8922" y="21947"/>
                  </a:moveTo>
                  <a:lnTo>
                    <a:pt x="8369" y="23642"/>
                  </a:lnTo>
                  <a:cubicBezTo>
                    <a:pt x="9582" y="24035"/>
                    <a:pt x="10831" y="24231"/>
                    <a:pt x="12116" y="24231"/>
                  </a:cubicBezTo>
                  <a:lnTo>
                    <a:pt x="12116" y="22447"/>
                  </a:lnTo>
                  <a:cubicBezTo>
                    <a:pt x="11028" y="22447"/>
                    <a:pt x="9939" y="22286"/>
                    <a:pt x="8922" y="219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1446"/>
            <p:cNvSpPr/>
            <p:nvPr/>
          </p:nvSpPr>
          <p:spPr>
            <a:xfrm rot="5400000">
              <a:off x="7129475" y="1270500"/>
              <a:ext cx="2602500" cy="26025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1446"/>
            <p:cNvSpPr/>
            <p:nvPr/>
          </p:nvSpPr>
          <p:spPr>
            <a:xfrm>
              <a:off x="7661825" y="2348250"/>
              <a:ext cx="768900" cy="4470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1" name="Google Shape;11551;p1446"/>
          <p:cNvSpPr txBox="1"/>
          <p:nvPr>
            <p:ph idx="4294967295" type="subTitle"/>
          </p:nvPr>
        </p:nvSpPr>
        <p:spPr>
          <a:xfrm>
            <a:off x="1866275" y="1627425"/>
            <a:ext cx="6930600" cy="2907000"/>
          </a:xfrm>
          <a:prstGeom prst="rect">
            <a:avLst/>
          </a:prstGeom>
        </p:spPr>
        <p:txBody>
          <a:bodyPr anchorCtr="0" anchor="t" bIns="91425" lIns="91425" spcFirstLastPara="1" rIns="91425" wrap="square" tIns="91425">
            <a:noAutofit/>
          </a:bodyPr>
          <a:lstStyle/>
          <a:p>
            <a:pPr indent="-317500" lvl="0" marL="457200" rtl="0" algn="l">
              <a:lnSpc>
                <a:spcPct val="150000"/>
              </a:lnSpc>
              <a:spcBef>
                <a:spcPts val="0"/>
              </a:spcBef>
              <a:spcAft>
                <a:spcPts val="0"/>
              </a:spcAft>
              <a:buClr>
                <a:schemeClr val="lt1"/>
              </a:buClr>
              <a:buSzPts val="1400"/>
              <a:buChar char="●"/>
            </a:pPr>
            <a:r>
              <a:rPr lang="en" sz="1400">
                <a:solidFill>
                  <a:schemeClr val="lt1"/>
                </a:solidFill>
              </a:rPr>
              <a:t>Media accounts for 25% of the total vote</a:t>
            </a:r>
            <a:endParaRPr sz="1400">
              <a:solidFill>
                <a:schemeClr val="lt1"/>
              </a:solidFill>
            </a:endParaRPr>
          </a:p>
          <a:p>
            <a:pPr indent="-317500" lvl="0" marL="457200" rtl="0" algn="l">
              <a:lnSpc>
                <a:spcPct val="150000"/>
              </a:lnSpc>
              <a:spcBef>
                <a:spcPts val="0"/>
              </a:spcBef>
              <a:spcAft>
                <a:spcPts val="0"/>
              </a:spcAft>
              <a:buClr>
                <a:schemeClr val="lt1"/>
              </a:buClr>
              <a:buSzPts val="1400"/>
              <a:buChar char="●"/>
            </a:pPr>
            <a:r>
              <a:rPr lang="en" sz="1400">
                <a:solidFill>
                  <a:schemeClr val="lt1"/>
                </a:solidFill>
              </a:rPr>
              <a:t>Scrape ESPN Articles through Google Search Custom API </a:t>
            </a:r>
            <a:endParaRPr sz="1400">
              <a:solidFill>
                <a:schemeClr val="lt1"/>
              </a:solidFill>
            </a:endParaRPr>
          </a:p>
          <a:p>
            <a:pPr indent="-317500" lvl="0" marL="457200" rtl="0" algn="l">
              <a:lnSpc>
                <a:spcPct val="150000"/>
              </a:lnSpc>
              <a:spcBef>
                <a:spcPts val="0"/>
              </a:spcBef>
              <a:spcAft>
                <a:spcPts val="0"/>
              </a:spcAft>
              <a:buClr>
                <a:schemeClr val="lt1"/>
              </a:buClr>
              <a:buSzPts val="1400"/>
              <a:buChar char="●"/>
            </a:pPr>
            <a:r>
              <a:rPr lang="en" sz="1400">
                <a:solidFill>
                  <a:schemeClr val="lt1"/>
                </a:solidFill>
              </a:rPr>
              <a:t>Scrape 10 articles per player / per season</a:t>
            </a:r>
            <a:endParaRPr sz="1400">
              <a:solidFill>
                <a:schemeClr val="lt1"/>
              </a:solidFill>
            </a:endParaRPr>
          </a:p>
          <a:p>
            <a:pPr indent="-317500" lvl="1" marL="914400" rtl="0" algn="l">
              <a:lnSpc>
                <a:spcPct val="150000"/>
              </a:lnSpc>
              <a:spcBef>
                <a:spcPts val="0"/>
              </a:spcBef>
              <a:spcAft>
                <a:spcPts val="0"/>
              </a:spcAft>
              <a:buClr>
                <a:schemeClr val="lt1"/>
              </a:buClr>
              <a:buSzPts val="1400"/>
              <a:buChar char="○"/>
            </a:pPr>
            <a:r>
              <a:rPr lang="en">
                <a:solidFill>
                  <a:schemeClr val="lt1"/>
                </a:solidFill>
              </a:rPr>
              <a:t>Efficient query -&gt; (takeaways OR analysis OR grades OR breakdown)</a:t>
            </a:r>
            <a:endParaRPr>
              <a:solidFill>
                <a:schemeClr val="lt1"/>
              </a:solidFill>
            </a:endParaRPr>
          </a:p>
          <a:p>
            <a:pPr indent="-317500" lvl="1" marL="914400" rtl="0" algn="l">
              <a:lnSpc>
                <a:spcPct val="150000"/>
              </a:lnSpc>
              <a:spcBef>
                <a:spcPts val="0"/>
              </a:spcBef>
              <a:spcAft>
                <a:spcPts val="0"/>
              </a:spcAft>
              <a:buClr>
                <a:schemeClr val="lt1"/>
              </a:buClr>
              <a:buSzPts val="1400"/>
              <a:buChar char="○"/>
            </a:pPr>
            <a:r>
              <a:rPr lang="en">
                <a:solidFill>
                  <a:schemeClr val="lt1"/>
                </a:solidFill>
              </a:rPr>
              <a:t>Calculate Avg Sentiment Score of 10 articles -&gt; [0, 1] using ntlk</a:t>
            </a:r>
            <a:endParaRPr>
              <a:solidFill>
                <a:schemeClr val="lt1"/>
              </a:solidFill>
            </a:endParaRPr>
          </a:p>
          <a:p>
            <a:pPr indent="-317500" lvl="1" marL="914400" rtl="0" algn="l">
              <a:lnSpc>
                <a:spcPct val="150000"/>
              </a:lnSpc>
              <a:spcBef>
                <a:spcPts val="0"/>
              </a:spcBef>
              <a:spcAft>
                <a:spcPts val="0"/>
              </a:spcAft>
              <a:buClr>
                <a:schemeClr val="lt1"/>
              </a:buClr>
              <a:buSzPts val="1400"/>
              <a:buChar char="○"/>
            </a:pPr>
            <a:r>
              <a:rPr lang="en">
                <a:solidFill>
                  <a:schemeClr val="lt1"/>
                </a:solidFill>
              </a:rPr>
              <a:t>Popularity Component (# total num of ESPN articles returned)</a:t>
            </a:r>
            <a:endParaRPr>
              <a:solidFill>
                <a:schemeClr val="lt1"/>
              </a:solidFill>
            </a:endParaRPr>
          </a:p>
          <a:p>
            <a:pPr indent="-317500" lvl="1" marL="914400" rtl="0" algn="l">
              <a:lnSpc>
                <a:spcPct val="150000"/>
              </a:lnSpc>
              <a:spcBef>
                <a:spcPts val="0"/>
              </a:spcBef>
              <a:spcAft>
                <a:spcPts val="0"/>
              </a:spcAft>
              <a:buClr>
                <a:schemeClr val="lt1"/>
              </a:buClr>
              <a:buSzPts val="1400"/>
              <a:buChar char="○"/>
            </a:pPr>
            <a:r>
              <a:rPr lang="en">
                <a:solidFill>
                  <a:schemeClr val="lt1"/>
                </a:solidFill>
              </a:rPr>
              <a:t>Sentiment Component (Avg Sentiment Score of 10 articles)</a:t>
            </a:r>
            <a:endParaRPr>
              <a:solidFill>
                <a:schemeClr val="lt1"/>
              </a:solidFill>
            </a:endParaRPr>
          </a:p>
          <a:p>
            <a:pPr indent="-317500" lvl="0" marL="457200" rtl="0" algn="l">
              <a:lnSpc>
                <a:spcPct val="150000"/>
              </a:lnSpc>
              <a:spcBef>
                <a:spcPts val="0"/>
              </a:spcBef>
              <a:spcAft>
                <a:spcPts val="0"/>
              </a:spcAft>
              <a:buClr>
                <a:schemeClr val="lt1"/>
              </a:buClr>
              <a:buSzPts val="1400"/>
              <a:buChar char="●"/>
            </a:pPr>
            <a:r>
              <a:rPr lang="en" sz="1400">
                <a:solidFill>
                  <a:schemeClr val="lt1"/>
                </a:solidFill>
              </a:rPr>
              <a:t>final_sentiment_score = ALPHA * popularity_component + (1 - ALPHA) * sentiment_component</a:t>
            </a:r>
            <a:endParaRPr sz="1400">
              <a:solidFill>
                <a:schemeClr val="lt1"/>
              </a:solidFill>
            </a:endParaRPr>
          </a:p>
        </p:txBody>
      </p:sp>
      <p:grpSp>
        <p:nvGrpSpPr>
          <p:cNvPr id="11552" name="Google Shape;11552;p1446"/>
          <p:cNvGrpSpPr/>
          <p:nvPr/>
        </p:nvGrpSpPr>
        <p:grpSpPr>
          <a:xfrm rot="10800000">
            <a:off x="7623432" y="1201287"/>
            <a:ext cx="697338" cy="697338"/>
            <a:chOff x="4045063" y="635665"/>
            <a:chExt cx="868200" cy="868200"/>
          </a:xfrm>
        </p:grpSpPr>
        <p:sp>
          <p:nvSpPr>
            <p:cNvPr id="11553" name="Google Shape;11553;p1446"/>
            <p:cNvSpPr/>
            <p:nvPr/>
          </p:nvSpPr>
          <p:spPr>
            <a:xfrm>
              <a:off x="4049799" y="640401"/>
              <a:ext cx="858900" cy="858900"/>
            </a:xfrm>
            <a:prstGeom prst="donut">
              <a:avLst>
                <a:gd fmla="val 11930" name="adj"/>
              </a:avLst>
            </a:prstGeom>
            <a:noFill/>
            <a:ln cap="flat" cmpd="sng" w="6525">
              <a:solidFill>
                <a:srgbClr val="FFFFFF"/>
              </a:solidFill>
              <a:prstDash val="solid"/>
              <a:round/>
              <a:headEnd len="sm" w="sm" type="none"/>
              <a:tailEnd len="sm" w="sm" type="none"/>
            </a:ln>
          </p:spPr>
          <p:txBody>
            <a:bodyPr anchorCtr="0" anchor="ctr" bIns="62675" lIns="62675" spcFirstLastPara="1" rIns="62675" wrap="square" tIns="62675">
              <a:noAutofit/>
            </a:bodyPr>
            <a:lstStyle/>
            <a:p>
              <a:pPr indent="0" lvl="0" marL="0" rtl="0" algn="l">
                <a:spcBef>
                  <a:spcPts val="0"/>
                </a:spcBef>
                <a:spcAft>
                  <a:spcPts val="0"/>
                </a:spcAft>
                <a:buNone/>
              </a:pPr>
              <a:r>
                <a:t/>
              </a:r>
              <a:endParaRPr sz="1097"/>
            </a:p>
          </p:txBody>
        </p:sp>
        <p:sp>
          <p:nvSpPr>
            <p:cNvPr id="11554" name="Google Shape;11554;p1446"/>
            <p:cNvSpPr/>
            <p:nvPr/>
          </p:nvSpPr>
          <p:spPr>
            <a:xfrm>
              <a:off x="4045063" y="635665"/>
              <a:ext cx="868200" cy="868200"/>
            </a:xfrm>
            <a:prstGeom prst="blockArc">
              <a:avLst>
                <a:gd fmla="val 5400645" name="adj1"/>
                <a:gd fmla="val 16256715" name="adj2"/>
                <a:gd fmla="val 12710" name="adj3"/>
              </a:avLst>
            </a:prstGeom>
            <a:solidFill>
              <a:srgbClr val="F9A350"/>
            </a:solidFill>
            <a:ln cap="flat" cmpd="sng" w="6525">
              <a:solidFill>
                <a:srgbClr val="F9A350"/>
              </a:solidFill>
              <a:prstDash val="solid"/>
              <a:round/>
              <a:headEnd len="sm" w="sm" type="none"/>
              <a:tailEnd len="sm" w="sm" type="none"/>
            </a:ln>
          </p:spPr>
          <p:txBody>
            <a:bodyPr anchorCtr="0" anchor="ctr" bIns="62675" lIns="62675" spcFirstLastPara="1" rIns="62675" wrap="square" tIns="62675">
              <a:noAutofit/>
            </a:bodyPr>
            <a:lstStyle/>
            <a:p>
              <a:pPr indent="0" lvl="0" marL="0" rtl="0" algn="l">
                <a:spcBef>
                  <a:spcPts val="0"/>
                </a:spcBef>
                <a:spcAft>
                  <a:spcPts val="0"/>
                </a:spcAft>
                <a:buNone/>
              </a:pPr>
              <a:r>
                <a:t/>
              </a:r>
              <a:endParaRPr sz="1097"/>
            </a:p>
          </p:txBody>
        </p:sp>
      </p:grpSp>
      <p:grpSp>
        <p:nvGrpSpPr>
          <p:cNvPr id="11555" name="Google Shape;11555;p1446"/>
          <p:cNvGrpSpPr/>
          <p:nvPr/>
        </p:nvGrpSpPr>
        <p:grpSpPr>
          <a:xfrm>
            <a:off x="7855628" y="1435828"/>
            <a:ext cx="232121" cy="228625"/>
            <a:chOff x="4736993" y="2997424"/>
            <a:chExt cx="324101" cy="319174"/>
          </a:xfrm>
        </p:grpSpPr>
        <p:sp>
          <p:nvSpPr>
            <p:cNvPr id="11556" name="Google Shape;11556;p1446"/>
            <p:cNvSpPr/>
            <p:nvPr/>
          </p:nvSpPr>
          <p:spPr>
            <a:xfrm>
              <a:off x="4881577" y="3221318"/>
              <a:ext cx="34932" cy="17128"/>
            </a:xfrm>
            <a:custGeom>
              <a:rect b="b" l="l" r="r" t="t"/>
              <a:pathLst>
                <a:path extrusionOk="0" h="501" w="978">
                  <a:moveTo>
                    <a:pt x="977" y="0"/>
                  </a:moveTo>
                  <a:cubicBezTo>
                    <a:pt x="810" y="24"/>
                    <a:pt x="644" y="48"/>
                    <a:pt x="477" y="48"/>
                  </a:cubicBezTo>
                  <a:cubicBezTo>
                    <a:pt x="310" y="48"/>
                    <a:pt x="144" y="24"/>
                    <a:pt x="1" y="0"/>
                  </a:cubicBezTo>
                  <a:lnTo>
                    <a:pt x="1" y="0"/>
                  </a:lnTo>
                  <a:lnTo>
                    <a:pt x="477" y="500"/>
                  </a:lnTo>
                  <a:lnTo>
                    <a:pt x="977" y="0"/>
                  </a:lnTo>
                  <a:close/>
                </a:path>
              </a:pathLst>
            </a:custGeom>
            <a:solidFill>
              <a:srgbClr val="F9A350"/>
            </a:solidFill>
            <a:ln>
              <a:noFill/>
            </a:ln>
          </p:spPr>
          <p:txBody>
            <a:bodyPr anchorCtr="0" anchor="ctr" bIns="62675" lIns="62675" spcFirstLastPara="1" rIns="62675" wrap="square" tIns="62675">
              <a:noAutofit/>
            </a:bodyPr>
            <a:lstStyle/>
            <a:p>
              <a:pPr indent="0" lvl="0" marL="0" rtl="0" algn="l">
                <a:spcBef>
                  <a:spcPts val="0"/>
                </a:spcBef>
                <a:spcAft>
                  <a:spcPts val="0"/>
                </a:spcAft>
                <a:buNone/>
              </a:pPr>
              <a:r>
                <a:t/>
              </a:r>
              <a:endParaRPr/>
            </a:p>
          </p:txBody>
        </p:sp>
        <p:sp>
          <p:nvSpPr>
            <p:cNvPr id="11557" name="Google Shape;11557;p1446"/>
            <p:cNvSpPr/>
            <p:nvPr/>
          </p:nvSpPr>
          <p:spPr>
            <a:xfrm>
              <a:off x="4837359" y="2997424"/>
              <a:ext cx="123368" cy="37469"/>
            </a:xfrm>
            <a:custGeom>
              <a:rect b="b" l="l" r="r" t="t"/>
              <a:pathLst>
                <a:path extrusionOk="0" h="1096" w="3454">
                  <a:moveTo>
                    <a:pt x="1715" y="0"/>
                  </a:moveTo>
                  <a:cubicBezTo>
                    <a:pt x="977" y="0"/>
                    <a:pt x="310" y="429"/>
                    <a:pt x="0" y="1096"/>
                  </a:cubicBezTo>
                  <a:lnTo>
                    <a:pt x="3454" y="1096"/>
                  </a:lnTo>
                  <a:cubicBezTo>
                    <a:pt x="3120" y="429"/>
                    <a:pt x="2453" y="0"/>
                    <a:pt x="1715" y="0"/>
                  </a:cubicBezTo>
                  <a:close/>
                </a:path>
              </a:pathLst>
            </a:custGeom>
            <a:solidFill>
              <a:srgbClr val="F9A350"/>
            </a:solidFill>
            <a:ln>
              <a:noFill/>
            </a:ln>
          </p:spPr>
          <p:txBody>
            <a:bodyPr anchorCtr="0" anchor="ctr" bIns="62675" lIns="62675" spcFirstLastPara="1" rIns="62675" wrap="square" tIns="62675">
              <a:noAutofit/>
            </a:bodyPr>
            <a:lstStyle/>
            <a:p>
              <a:pPr indent="0" lvl="0" marL="0" rtl="0" algn="l">
                <a:spcBef>
                  <a:spcPts val="0"/>
                </a:spcBef>
                <a:spcAft>
                  <a:spcPts val="0"/>
                </a:spcAft>
                <a:buNone/>
              </a:pPr>
              <a:r>
                <a:t/>
              </a:r>
              <a:endParaRPr/>
            </a:p>
          </p:txBody>
        </p:sp>
        <p:sp>
          <p:nvSpPr>
            <p:cNvPr id="11558" name="Google Shape;11558;p1446"/>
            <p:cNvSpPr/>
            <p:nvPr/>
          </p:nvSpPr>
          <p:spPr>
            <a:xfrm>
              <a:off x="4809285" y="3053594"/>
              <a:ext cx="178659" cy="37469"/>
            </a:xfrm>
            <a:custGeom>
              <a:rect b="b" l="l" r="r" t="t"/>
              <a:pathLst>
                <a:path extrusionOk="0" h="1096" w="5002">
                  <a:moveTo>
                    <a:pt x="382" y="0"/>
                  </a:moveTo>
                  <a:cubicBezTo>
                    <a:pt x="286" y="0"/>
                    <a:pt x="191" y="48"/>
                    <a:pt x="143" y="143"/>
                  </a:cubicBezTo>
                  <a:cubicBezTo>
                    <a:pt x="1" y="405"/>
                    <a:pt x="1" y="691"/>
                    <a:pt x="143" y="929"/>
                  </a:cubicBezTo>
                  <a:cubicBezTo>
                    <a:pt x="191" y="1024"/>
                    <a:pt x="286" y="1096"/>
                    <a:pt x="382" y="1096"/>
                  </a:cubicBezTo>
                  <a:lnTo>
                    <a:pt x="4621" y="1096"/>
                  </a:lnTo>
                  <a:cubicBezTo>
                    <a:pt x="4740" y="1096"/>
                    <a:pt x="4835" y="1024"/>
                    <a:pt x="4883" y="929"/>
                  </a:cubicBezTo>
                  <a:cubicBezTo>
                    <a:pt x="5002" y="691"/>
                    <a:pt x="5002" y="405"/>
                    <a:pt x="4883" y="143"/>
                  </a:cubicBezTo>
                  <a:cubicBezTo>
                    <a:pt x="4835" y="48"/>
                    <a:pt x="4740" y="0"/>
                    <a:pt x="4621" y="0"/>
                  </a:cubicBezTo>
                  <a:close/>
                </a:path>
              </a:pathLst>
            </a:custGeom>
            <a:solidFill>
              <a:srgbClr val="F9A350"/>
            </a:solidFill>
            <a:ln>
              <a:noFill/>
            </a:ln>
          </p:spPr>
          <p:txBody>
            <a:bodyPr anchorCtr="0" anchor="ctr" bIns="62675" lIns="62675" spcFirstLastPara="1" rIns="62675" wrap="square" tIns="62675">
              <a:noAutofit/>
            </a:bodyPr>
            <a:lstStyle/>
            <a:p>
              <a:pPr indent="0" lvl="0" marL="0" rtl="0" algn="l">
                <a:spcBef>
                  <a:spcPts val="0"/>
                </a:spcBef>
                <a:spcAft>
                  <a:spcPts val="0"/>
                </a:spcAft>
                <a:buNone/>
              </a:pPr>
              <a:r>
                <a:t/>
              </a:r>
              <a:endParaRPr/>
            </a:p>
          </p:txBody>
        </p:sp>
        <p:sp>
          <p:nvSpPr>
            <p:cNvPr id="11559" name="Google Shape;11559;p1446"/>
            <p:cNvSpPr/>
            <p:nvPr/>
          </p:nvSpPr>
          <p:spPr>
            <a:xfrm>
              <a:off x="4830537" y="3109764"/>
              <a:ext cx="137012" cy="94460"/>
            </a:xfrm>
            <a:custGeom>
              <a:rect b="b" l="l" r="r" t="t"/>
              <a:pathLst>
                <a:path extrusionOk="0" h="2763" w="3836">
                  <a:moveTo>
                    <a:pt x="1" y="1"/>
                  </a:moveTo>
                  <a:lnTo>
                    <a:pt x="1" y="858"/>
                  </a:lnTo>
                  <a:cubicBezTo>
                    <a:pt x="1" y="1906"/>
                    <a:pt x="858" y="2763"/>
                    <a:pt x="1906" y="2763"/>
                  </a:cubicBezTo>
                  <a:cubicBezTo>
                    <a:pt x="2978" y="2763"/>
                    <a:pt x="3835" y="1906"/>
                    <a:pt x="3835" y="858"/>
                  </a:cubicBezTo>
                  <a:lnTo>
                    <a:pt x="3835" y="1"/>
                  </a:lnTo>
                  <a:close/>
                </a:path>
              </a:pathLst>
            </a:custGeom>
            <a:solidFill>
              <a:srgbClr val="F9A350"/>
            </a:solidFill>
            <a:ln>
              <a:noFill/>
            </a:ln>
          </p:spPr>
          <p:txBody>
            <a:bodyPr anchorCtr="0" anchor="ctr" bIns="62675" lIns="62675" spcFirstLastPara="1" rIns="62675" wrap="square" tIns="62675">
              <a:noAutofit/>
            </a:bodyPr>
            <a:lstStyle/>
            <a:p>
              <a:pPr indent="0" lvl="0" marL="0" rtl="0" algn="l">
                <a:spcBef>
                  <a:spcPts val="0"/>
                </a:spcBef>
                <a:spcAft>
                  <a:spcPts val="0"/>
                </a:spcAft>
                <a:buNone/>
              </a:pPr>
              <a:r>
                <a:t/>
              </a:r>
              <a:endParaRPr/>
            </a:p>
          </p:txBody>
        </p:sp>
        <p:sp>
          <p:nvSpPr>
            <p:cNvPr id="11560" name="Google Shape;11560;p1446"/>
            <p:cNvSpPr/>
            <p:nvPr/>
          </p:nvSpPr>
          <p:spPr>
            <a:xfrm>
              <a:off x="4808428" y="3208292"/>
              <a:ext cx="180373" cy="108306"/>
            </a:xfrm>
            <a:custGeom>
              <a:rect b="b" l="l" r="r" t="t"/>
              <a:pathLst>
                <a:path extrusionOk="0" h="3168" w="5050">
                  <a:moveTo>
                    <a:pt x="882" y="0"/>
                  </a:moveTo>
                  <a:lnTo>
                    <a:pt x="691" y="24"/>
                  </a:lnTo>
                  <a:lnTo>
                    <a:pt x="1" y="3167"/>
                  </a:lnTo>
                  <a:lnTo>
                    <a:pt x="5049" y="3167"/>
                  </a:lnTo>
                  <a:lnTo>
                    <a:pt x="4359" y="24"/>
                  </a:lnTo>
                  <a:lnTo>
                    <a:pt x="4168" y="0"/>
                  </a:lnTo>
                  <a:lnTo>
                    <a:pt x="2716" y="1453"/>
                  </a:lnTo>
                  <a:cubicBezTo>
                    <a:pt x="2668" y="1500"/>
                    <a:pt x="2597" y="1524"/>
                    <a:pt x="2525" y="1524"/>
                  </a:cubicBezTo>
                  <a:cubicBezTo>
                    <a:pt x="2454" y="1524"/>
                    <a:pt x="2382" y="1500"/>
                    <a:pt x="2335" y="1453"/>
                  </a:cubicBezTo>
                  <a:lnTo>
                    <a:pt x="882" y="0"/>
                  </a:lnTo>
                  <a:close/>
                </a:path>
              </a:pathLst>
            </a:custGeom>
            <a:solidFill>
              <a:srgbClr val="F9A350"/>
            </a:solidFill>
            <a:ln>
              <a:noFill/>
            </a:ln>
          </p:spPr>
          <p:txBody>
            <a:bodyPr anchorCtr="0" anchor="ctr" bIns="62675" lIns="62675" spcFirstLastPara="1" rIns="62675" wrap="square" tIns="62675">
              <a:noAutofit/>
            </a:bodyPr>
            <a:lstStyle/>
            <a:p>
              <a:pPr indent="0" lvl="0" marL="0" rtl="0" algn="l">
                <a:spcBef>
                  <a:spcPts val="0"/>
                </a:spcBef>
                <a:spcAft>
                  <a:spcPts val="0"/>
                </a:spcAft>
                <a:buNone/>
              </a:pPr>
              <a:r>
                <a:t/>
              </a:r>
              <a:endParaRPr/>
            </a:p>
          </p:txBody>
        </p:sp>
        <p:sp>
          <p:nvSpPr>
            <p:cNvPr id="11561" name="Google Shape;11561;p1446"/>
            <p:cNvSpPr/>
            <p:nvPr/>
          </p:nvSpPr>
          <p:spPr>
            <a:xfrm>
              <a:off x="4985372" y="3213147"/>
              <a:ext cx="75721" cy="103451"/>
            </a:xfrm>
            <a:custGeom>
              <a:rect b="b" l="l" r="r" t="t"/>
              <a:pathLst>
                <a:path extrusionOk="0" h="3026" w="2120">
                  <a:moveTo>
                    <a:pt x="0" y="1"/>
                  </a:moveTo>
                  <a:lnTo>
                    <a:pt x="643" y="3025"/>
                  </a:lnTo>
                  <a:lnTo>
                    <a:pt x="1262" y="3025"/>
                  </a:lnTo>
                  <a:cubicBezTo>
                    <a:pt x="1500" y="3025"/>
                    <a:pt x="1739" y="2906"/>
                    <a:pt x="1905" y="2716"/>
                  </a:cubicBezTo>
                  <a:cubicBezTo>
                    <a:pt x="2048" y="2525"/>
                    <a:pt x="2120" y="2263"/>
                    <a:pt x="2048" y="2001"/>
                  </a:cubicBezTo>
                  <a:lnTo>
                    <a:pt x="1834" y="1168"/>
                  </a:lnTo>
                  <a:cubicBezTo>
                    <a:pt x="1715" y="668"/>
                    <a:pt x="1310" y="263"/>
                    <a:pt x="786" y="168"/>
                  </a:cubicBezTo>
                  <a:lnTo>
                    <a:pt x="0" y="1"/>
                  </a:lnTo>
                  <a:close/>
                </a:path>
              </a:pathLst>
            </a:custGeom>
            <a:solidFill>
              <a:srgbClr val="F9A350"/>
            </a:solidFill>
            <a:ln>
              <a:noFill/>
            </a:ln>
          </p:spPr>
          <p:txBody>
            <a:bodyPr anchorCtr="0" anchor="ctr" bIns="62675" lIns="62675" spcFirstLastPara="1" rIns="62675" wrap="square" tIns="62675">
              <a:noAutofit/>
            </a:bodyPr>
            <a:lstStyle/>
            <a:p>
              <a:pPr indent="0" lvl="0" marL="0" rtl="0" algn="l">
                <a:spcBef>
                  <a:spcPts val="0"/>
                </a:spcBef>
                <a:spcAft>
                  <a:spcPts val="0"/>
                </a:spcAft>
                <a:buNone/>
              </a:pPr>
              <a:r>
                <a:t/>
              </a:r>
              <a:endParaRPr/>
            </a:p>
          </p:txBody>
        </p:sp>
        <p:sp>
          <p:nvSpPr>
            <p:cNvPr id="11562" name="Google Shape;11562;p1446"/>
            <p:cNvSpPr/>
            <p:nvPr/>
          </p:nvSpPr>
          <p:spPr>
            <a:xfrm>
              <a:off x="4736993" y="3213147"/>
              <a:ext cx="74864" cy="103451"/>
            </a:xfrm>
            <a:custGeom>
              <a:rect b="b" l="l" r="r" t="t"/>
              <a:pathLst>
                <a:path extrusionOk="0" h="3026" w="2096">
                  <a:moveTo>
                    <a:pt x="2096" y="1"/>
                  </a:moveTo>
                  <a:lnTo>
                    <a:pt x="1310" y="168"/>
                  </a:lnTo>
                  <a:cubicBezTo>
                    <a:pt x="810" y="263"/>
                    <a:pt x="381" y="668"/>
                    <a:pt x="262" y="1168"/>
                  </a:cubicBezTo>
                  <a:lnTo>
                    <a:pt x="48" y="2001"/>
                  </a:lnTo>
                  <a:cubicBezTo>
                    <a:pt x="0" y="2263"/>
                    <a:pt x="48" y="2525"/>
                    <a:pt x="191" y="2716"/>
                  </a:cubicBezTo>
                  <a:cubicBezTo>
                    <a:pt x="358" y="2906"/>
                    <a:pt x="596" y="3025"/>
                    <a:pt x="858" y="3025"/>
                  </a:cubicBezTo>
                  <a:lnTo>
                    <a:pt x="1453" y="3025"/>
                  </a:lnTo>
                  <a:lnTo>
                    <a:pt x="2096" y="1"/>
                  </a:lnTo>
                  <a:close/>
                </a:path>
              </a:pathLst>
            </a:custGeom>
            <a:solidFill>
              <a:srgbClr val="F9A350"/>
            </a:solidFill>
            <a:ln>
              <a:noFill/>
            </a:ln>
          </p:spPr>
          <p:txBody>
            <a:bodyPr anchorCtr="0" anchor="ctr" bIns="62675" lIns="62675" spcFirstLastPara="1" rIns="62675" wrap="square" tIns="6267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66" name="Shape 11566"/>
        <p:cNvGrpSpPr/>
        <p:nvPr/>
      </p:nvGrpSpPr>
      <p:grpSpPr>
        <a:xfrm>
          <a:off x="0" y="0"/>
          <a:ext cx="0" cy="0"/>
          <a:chOff x="0" y="0"/>
          <a:chExt cx="0" cy="0"/>
        </a:xfrm>
      </p:grpSpPr>
      <p:sp>
        <p:nvSpPr>
          <p:cNvPr id="11567" name="Google Shape;11567;p144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Popularity Analysis</a:t>
            </a:r>
            <a:endParaRPr/>
          </a:p>
        </p:txBody>
      </p:sp>
      <p:sp>
        <p:nvSpPr>
          <p:cNvPr id="11568" name="Google Shape;11568;p1447"/>
          <p:cNvSpPr txBox="1"/>
          <p:nvPr>
            <p:ph idx="4294967295" type="title"/>
          </p:nvPr>
        </p:nvSpPr>
        <p:spPr>
          <a:xfrm>
            <a:off x="839525" y="1168988"/>
            <a:ext cx="4336200" cy="47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lt1"/>
                </a:solidFill>
              </a:rPr>
              <a:t>Google Trends</a:t>
            </a:r>
            <a:r>
              <a:rPr lang="en" sz="1800">
                <a:solidFill>
                  <a:schemeClr val="lt1"/>
                </a:solidFill>
              </a:rPr>
              <a:t> </a:t>
            </a:r>
            <a:endParaRPr sz="1800">
              <a:solidFill>
                <a:schemeClr val="lt1"/>
              </a:solidFill>
            </a:endParaRPr>
          </a:p>
        </p:txBody>
      </p:sp>
      <p:sp>
        <p:nvSpPr>
          <p:cNvPr id="11569" name="Google Shape;11569;p1447"/>
          <p:cNvSpPr txBox="1"/>
          <p:nvPr>
            <p:ph idx="4294967295" type="subTitle"/>
          </p:nvPr>
        </p:nvSpPr>
        <p:spPr>
          <a:xfrm>
            <a:off x="839525" y="1540225"/>
            <a:ext cx="7490700" cy="2907000"/>
          </a:xfrm>
          <a:prstGeom prst="rect">
            <a:avLst/>
          </a:prstGeom>
        </p:spPr>
        <p:txBody>
          <a:bodyPr anchorCtr="0" anchor="t" bIns="91425" lIns="91425" spcFirstLastPara="1" rIns="91425" wrap="square" tIns="91425">
            <a:noAutofit/>
          </a:bodyPr>
          <a:lstStyle/>
          <a:p>
            <a:pPr indent="-317500" lvl="0" marL="457200" rtl="0" algn="l">
              <a:lnSpc>
                <a:spcPct val="115000"/>
              </a:lnSpc>
              <a:spcBef>
                <a:spcPts val="0"/>
              </a:spcBef>
              <a:spcAft>
                <a:spcPts val="0"/>
              </a:spcAft>
              <a:buClr>
                <a:schemeClr val="lt1"/>
              </a:buClr>
              <a:buSzPts val="1400"/>
              <a:buChar char="●"/>
            </a:pPr>
            <a:r>
              <a:rPr lang="en" sz="1400">
                <a:solidFill>
                  <a:schemeClr val="lt1"/>
                </a:solidFill>
              </a:rPr>
              <a:t>Processing:</a:t>
            </a:r>
            <a:endParaRPr sz="1400">
              <a:solidFill>
                <a:schemeClr val="lt1"/>
              </a:solidFill>
            </a:endParaRPr>
          </a:p>
          <a:p>
            <a:pPr indent="-317500" lvl="1" marL="914400" rtl="0" algn="l">
              <a:lnSpc>
                <a:spcPct val="115000"/>
              </a:lnSpc>
              <a:spcBef>
                <a:spcPts val="0"/>
              </a:spcBef>
              <a:spcAft>
                <a:spcPts val="0"/>
              </a:spcAft>
              <a:buClr>
                <a:schemeClr val="lt1"/>
              </a:buClr>
              <a:buSzPts val="1400"/>
              <a:buChar char="○"/>
            </a:pPr>
            <a:r>
              <a:rPr lang="en">
                <a:solidFill>
                  <a:schemeClr val="lt1"/>
                </a:solidFill>
              </a:rPr>
              <a:t>Players are processed in batches of 4 + LeBron James</a:t>
            </a:r>
            <a:endParaRPr>
              <a:solidFill>
                <a:schemeClr val="lt1"/>
              </a:solidFill>
            </a:endParaRPr>
          </a:p>
          <a:p>
            <a:pPr indent="-317500" lvl="1" marL="914400" rtl="0" algn="l">
              <a:lnSpc>
                <a:spcPct val="115000"/>
              </a:lnSpc>
              <a:spcBef>
                <a:spcPts val="0"/>
              </a:spcBef>
              <a:spcAft>
                <a:spcPts val="0"/>
              </a:spcAft>
              <a:buClr>
                <a:schemeClr val="lt1"/>
              </a:buClr>
              <a:buSzPts val="1400"/>
              <a:buChar char="○"/>
            </a:pPr>
            <a:r>
              <a:rPr lang="en">
                <a:solidFill>
                  <a:schemeClr val="lt1"/>
                </a:solidFill>
              </a:rPr>
              <a:t>Each batch is scaled relative to LeBron’s maximum in the first batch</a:t>
            </a:r>
            <a:endParaRPr>
              <a:solidFill>
                <a:schemeClr val="lt1"/>
              </a:solidFill>
            </a:endParaRPr>
          </a:p>
          <a:p>
            <a:pPr indent="-317500" lvl="1" marL="914400" rtl="0" algn="l">
              <a:lnSpc>
                <a:spcPct val="115000"/>
              </a:lnSpc>
              <a:spcBef>
                <a:spcPts val="0"/>
              </a:spcBef>
              <a:spcAft>
                <a:spcPts val="0"/>
              </a:spcAft>
              <a:buClr>
                <a:schemeClr val="lt1"/>
              </a:buClr>
              <a:buSzPts val="1400"/>
              <a:buChar char="○"/>
            </a:pPr>
            <a:r>
              <a:rPr lang="en">
                <a:solidFill>
                  <a:schemeClr val="lt1"/>
                </a:solidFill>
              </a:rPr>
              <a:t>All data are normalized by the peak to a 0-100 scale. </a:t>
            </a:r>
            <a:endParaRPr>
              <a:solidFill>
                <a:schemeClr val="lt1"/>
              </a:solidFill>
            </a:endParaRPr>
          </a:p>
          <a:p>
            <a:pPr indent="-317500" lvl="0" marL="457200" rtl="0" algn="l">
              <a:lnSpc>
                <a:spcPct val="115000"/>
              </a:lnSpc>
              <a:spcBef>
                <a:spcPts val="0"/>
              </a:spcBef>
              <a:spcAft>
                <a:spcPts val="0"/>
              </a:spcAft>
              <a:buClr>
                <a:schemeClr val="lt1"/>
              </a:buClr>
              <a:buSzPts val="1400"/>
              <a:buChar char="●"/>
            </a:pPr>
            <a:r>
              <a:rPr lang="en" sz="1400">
                <a:solidFill>
                  <a:schemeClr val="lt1"/>
                </a:solidFill>
              </a:rPr>
              <a:t>Data Extraction:</a:t>
            </a:r>
            <a:endParaRPr sz="1400">
              <a:solidFill>
                <a:schemeClr val="lt1"/>
              </a:solidFill>
            </a:endParaRPr>
          </a:p>
          <a:p>
            <a:pPr indent="-317500" lvl="1" marL="914400" rtl="0" algn="l">
              <a:lnSpc>
                <a:spcPct val="115000"/>
              </a:lnSpc>
              <a:spcBef>
                <a:spcPts val="0"/>
              </a:spcBef>
              <a:spcAft>
                <a:spcPts val="0"/>
              </a:spcAft>
              <a:buClr>
                <a:schemeClr val="lt1"/>
              </a:buClr>
              <a:buSzPts val="1400"/>
              <a:buChar char="○"/>
            </a:pPr>
            <a:r>
              <a:rPr lang="en">
                <a:solidFill>
                  <a:schemeClr val="lt1"/>
                </a:solidFill>
              </a:rPr>
              <a:t>trends_mean= average search interest over time</a:t>
            </a:r>
            <a:endParaRPr>
              <a:solidFill>
                <a:schemeClr val="lt1"/>
              </a:solidFill>
            </a:endParaRPr>
          </a:p>
          <a:p>
            <a:pPr indent="-317500" lvl="1" marL="914400" rtl="0" algn="l">
              <a:lnSpc>
                <a:spcPct val="115000"/>
              </a:lnSpc>
              <a:spcBef>
                <a:spcPts val="0"/>
              </a:spcBef>
              <a:spcAft>
                <a:spcPts val="0"/>
              </a:spcAft>
              <a:buClr>
                <a:schemeClr val="lt1"/>
              </a:buClr>
              <a:buSzPts val="1400"/>
              <a:buChar char="○"/>
            </a:pPr>
            <a:r>
              <a:rPr lang="en">
                <a:solidFill>
                  <a:schemeClr val="lt1"/>
                </a:solidFill>
              </a:rPr>
              <a:t>trends_last30 = average search interest in last 30 days before selection</a:t>
            </a:r>
            <a:endParaRPr>
              <a:solidFill>
                <a:schemeClr val="lt1"/>
              </a:solidFill>
            </a:endParaRPr>
          </a:p>
          <a:p>
            <a:pPr indent="-317500" lvl="1" marL="914400" rtl="0" algn="l">
              <a:lnSpc>
                <a:spcPct val="115000"/>
              </a:lnSpc>
              <a:spcBef>
                <a:spcPts val="0"/>
              </a:spcBef>
              <a:spcAft>
                <a:spcPts val="0"/>
              </a:spcAft>
              <a:buClr>
                <a:schemeClr val="lt1"/>
              </a:buClr>
              <a:buSzPts val="1400"/>
              <a:buChar char="○"/>
            </a:pPr>
            <a:r>
              <a:rPr lang="en">
                <a:solidFill>
                  <a:schemeClr val="lt1"/>
                </a:solidFill>
              </a:rPr>
              <a:t>trends_max = highest value (peak) for a player</a:t>
            </a:r>
            <a:endParaRPr>
              <a:solidFill>
                <a:schemeClr val="lt1"/>
              </a:solidFill>
            </a:endParaRPr>
          </a:p>
          <a:p>
            <a:pPr indent="-317500" lvl="1" marL="914400" rtl="0" algn="l">
              <a:lnSpc>
                <a:spcPct val="115000"/>
              </a:lnSpc>
              <a:spcBef>
                <a:spcPts val="0"/>
              </a:spcBef>
              <a:spcAft>
                <a:spcPts val="0"/>
              </a:spcAft>
              <a:buClr>
                <a:schemeClr val="lt1"/>
              </a:buClr>
              <a:buSzPts val="1400"/>
              <a:buChar char="○"/>
            </a:pPr>
            <a:r>
              <a:rPr lang="en">
                <a:solidFill>
                  <a:schemeClr val="lt1"/>
                </a:solidFill>
              </a:rPr>
              <a:t>trends_slope = Slope of linear regression line, which indicates a player's trend direction and strength.</a:t>
            </a:r>
            <a:endParaRPr>
              <a:solidFill>
                <a:schemeClr val="lt1"/>
              </a:solidFill>
            </a:endParaRPr>
          </a:p>
          <a:p>
            <a:pPr indent="-317500" lvl="0" marL="457200" rtl="0" algn="l">
              <a:lnSpc>
                <a:spcPct val="115000"/>
              </a:lnSpc>
              <a:spcBef>
                <a:spcPts val="0"/>
              </a:spcBef>
              <a:spcAft>
                <a:spcPts val="0"/>
              </a:spcAft>
              <a:buClr>
                <a:schemeClr val="lt1"/>
              </a:buClr>
              <a:buSzPts val="1400"/>
              <a:buChar char="●"/>
            </a:pPr>
            <a:r>
              <a:rPr lang="en" sz="1400">
                <a:solidFill>
                  <a:schemeClr val="lt1"/>
                </a:solidFill>
              </a:rPr>
              <a:t>Normalize and score: Each player's features are normalized, weights are defined, and combined to calculate a final score.</a:t>
            </a:r>
            <a:endParaRPr sz="1400">
              <a:solidFill>
                <a:schemeClr val="lt1"/>
              </a:solidFill>
            </a:endParaRPr>
          </a:p>
        </p:txBody>
      </p:sp>
      <p:sp>
        <p:nvSpPr>
          <p:cNvPr id="11570" name="Google Shape;11570;p1447"/>
          <p:cNvSpPr/>
          <p:nvPr/>
        </p:nvSpPr>
        <p:spPr>
          <a:xfrm>
            <a:off x="8032475" y="194600"/>
            <a:ext cx="695100" cy="695100"/>
          </a:xfrm>
          <a:prstGeom prst="ellipse">
            <a:avLst/>
          </a:prstGeom>
          <a:solidFill>
            <a:srgbClr val="F9A350"/>
          </a:solidFill>
          <a:ln>
            <a:noFill/>
          </a:ln>
        </p:spPr>
        <p:txBody>
          <a:bodyPr anchorCtr="0" anchor="ctr" bIns="74700" lIns="74700" spcFirstLastPara="1" rIns="74700" wrap="square" tIns="74700">
            <a:noAutofit/>
          </a:bodyPr>
          <a:lstStyle/>
          <a:p>
            <a:pPr indent="0" lvl="0" marL="0" rtl="0" algn="l">
              <a:spcBef>
                <a:spcPts val="0"/>
              </a:spcBef>
              <a:spcAft>
                <a:spcPts val="0"/>
              </a:spcAft>
              <a:buNone/>
            </a:pPr>
            <a:r>
              <a:t/>
            </a:r>
            <a:endParaRPr/>
          </a:p>
        </p:txBody>
      </p:sp>
      <p:grpSp>
        <p:nvGrpSpPr>
          <p:cNvPr id="11571" name="Google Shape;11571;p1447"/>
          <p:cNvGrpSpPr/>
          <p:nvPr/>
        </p:nvGrpSpPr>
        <p:grpSpPr>
          <a:xfrm>
            <a:off x="8148410" y="375719"/>
            <a:ext cx="462993" cy="332594"/>
            <a:chOff x="4436050" y="3405025"/>
            <a:chExt cx="365800" cy="262775"/>
          </a:xfrm>
        </p:grpSpPr>
        <p:sp>
          <p:nvSpPr>
            <p:cNvPr id="11572" name="Google Shape;11572;p1447"/>
            <p:cNvSpPr/>
            <p:nvPr/>
          </p:nvSpPr>
          <p:spPr>
            <a:xfrm>
              <a:off x="4436050" y="3644125"/>
              <a:ext cx="153475" cy="23675"/>
            </a:xfrm>
            <a:custGeom>
              <a:rect b="b" l="l" r="r" t="t"/>
              <a:pathLst>
                <a:path extrusionOk="0" h="947" w="6139">
                  <a:moveTo>
                    <a:pt x="0" y="0"/>
                  </a:moveTo>
                  <a:lnTo>
                    <a:pt x="0" y="946"/>
                  </a:lnTo>
                  <a:lnTo>
                    <a:pt x="6138" y="946"/>
                  </a:lnTo>
                  <a:lnTo>
                    <a:pt x="6138" y="0"/>
                  </a:lnTo>
                  <a:close/>
                </a:path>
              </a:pathLst>
            </a:custGeom>
            <a:solidFill>
              <a:srgbClr val="242841"/>
            </a:solidFill>
            <a:ln>
              <a:noFill/>
            </a:ln>
          </p:spPr>
          <p:txBody>
            <a:bodyPr anchorCtr="0" anchor="ctr" bIns="74700" lIns="74700" spcFirstLastPara="1" rIns="74700" wrap="square" tIns="74700">
              <a:noAutofit/>
            </a:bodyPr>
            <a:lstStyle/>
            <a:p>
              <a:pPr indent="0" lvl="0" marL="0" rtl="0" algn="l">
                <a:spcBef>
                  <a:spcPts val="0"/>
                </a:spcBef>
                <a:spcAft>
                  <a:spcPts val="0"/>
                </a:spcAft>
                <a:buNone/>
              </a:pPr>
              <a:r>
                <a:t/>
              </a:r>
              <a:endParaRPr/>
            </a:p>
          </p:txBody>
        </p:sp>
        <p:sp>
          <p:nvSpPr>
            <p:cNvPr id="11573" name="Google Shape;11573;p1447"/>
            <p:cNvSpPr/>
            <p:nvPr/>
          </p:nvSpPr>
          <p:spPr>
            <a:xfrm>
              <a:off x="4647025" y="3644125"/>
              <a:ext cx="153475" cy="23675"/>
            </a:xfrm>
            <a:custGeom>
              <a:rect b="b" l="l" r="r" t="t"/>
              <a:pathLst>
                <a:path extrusionOk="0" h="947" w="6139">
                  <a:moveTo>
                    <a:pt x="1" y="0"/>
                  </a:moveTo>
                  <a:lnTo>
                    <a:pt x="1" y="946"/>
                  </a:lnTo>
                  <a:lnTo>
                    <a:pt x="6139" y="946"/>
                  </a:lnTo>
                  <a:lnTo>
                    <a:pt x="6139" y="0"/>
                  </a:lnTo>
                  <a:close/>
                </a:path>
              </a:pathLst>
            </a:custGeom>
            <a:solidFill>
              <a:srgbClr val="242841"/>
            </a:solidFill>
            <a:ln>
              <a:noFill/>
            </a:ln>
          </p:spPr>
          <p:txBody>
            <a:bodyPr anchorCtr="0" anchor="ctr" bIns="74700" lIns="74700" spcFirstLastPara="1" rIns="74700" wrap="square" tIns="74700">
              <a:noAutofit/>
            </a:bodyPr>
            <a:lstStyle/>
            <a:p>
              <a:pPr indent="0" lvl="0" marL="0" rtl="0" algn="l">
                <a:spcBef>
                  <a:spcPts val="0"/>
                </a:spcBef>
                <a:spcAft>
                  <a:spcPts val="0"/>
                </a:spcAft>
                <a:buNone/>
              </a:pPr>
              <a:r>
                <a:t/>
              </a:r>
              <a:endParaRPr/>
            </a:p>
          </p:txBody>
        </p:sp>
        <p:sp>
          <p:nvSpPr>
            <p:cNvPr id="11574" name="Google Shape;11574;p1447"/>
            <p:cNvSpPr/>
            <p:nvPr/>
          </p:nvSpPr>
          <p:spPr>
            <a:xfrm>
              <a:off x="4541750" y="3565625"/>
              <a:ext cx="153475" cy="23650"/>
            </a:xfrm>
            <a:custGeom>
              <a:rect b="b" l="l" r="r" t="t"/>
              <a:pathLst>
                <a:path extrusionOk="0" h="946" w="6139">
                  <a:moveTo>
                    <a:pt x="1" y="0"/>
                  </a:moveTo>
                  <a:lnTo>
                    <a:pt x="1" y="946"/>
                  </a:lnTo>
                  <a:lnTo>
                    <a:pt x="6139" y="946"/>
                  </a:lnTo>
                  <a:lnTo>
                    <a:pt x="6139" y="0"/>
                  </a:lnTo>
                  <a:close/>
                </a:path>
              </a:pathLst>
            </a:custGeom>
            <a:solidFill>
              <a:srgbClr val="242841"/>
            </a:solidFill>
            <a:ln>
              <a:noFill/>
            </a:ln>
          </p:spPr>
          <p:txBody>
            <a:bodyPr anchorCtr="0" anchor="ctr" bIns="74700" lIns="74700" spcFirstLastPara="1" rIns="74700" wrap="square" tIns="74700">
              <a:noAutofit/>
            </a:bodyPr>
            <a:lstStyle/>
            <a:p>
              <a:pPr indent="0" lvl="0" marL="0" rtl="0" algn="l">
                <a:spcBef>
                  <a:spcPts val="0"/>
                </a:spcBef>
                <a:spcAft>
                  <a:spcPts val="0"/>
                </a:spcAft>
                <a:buNone/>
              </a:pPr>
              <a:r>
                <a:t/>
              </a:r>
              <a:endParaRPr/>
            </a:p>
          </p:txBody>
        </p:sp>
        <p:sp>
          <p:nvSpPr>
            <p:cNvPr id="11575" name="Google Shape;11575;p1447"/>
            <p:cNvSpPr/>
            <p:nvPr/>
          </p:nvSpPr>
          <p:spPr>
            <a:xfrm>
              <a:off x="4541750" y="3405025"/>
              <a:ext cx="153475" cy="147225"/>
            </a:xfrm>
            <a:custGeom>
              <a:rect b="b" l="l" r="r" t="t"/>
              <a:pathLst>
                <a:path extrusionOk="0" h="5889" w="6139">
                  <a:moveTo>
                    <a:pt x="929" y="1"/>
                  </a:moveTo>
                  <a:lnTo>
                    <a:pt x="929" y="1375"/>
                  </a:lnTo>
                  <a:cubicBezTo>
                    <a:pt x="929" y="2035"/>
                    <a:pt x="572" y="2624"/>
                    <a:pt x="1" y="2945"/>
                  </a:cubicBezTo>
                  <a:lnTo>
                    <a:pt x="1" y="5889"/>
                  </a:lnTo>
                  <a:lnTo>
                    <a:pt x="6139" y="5889"/>
                  </a:lnTo>
                  <a:lnTo>
                    <a:pt x="6139" y="2945"/>
                  </a:lnTo>
                  <a:cubicBezTo>
                    <a:pt x="5550" y="2624"/>
                    <a:pt x="5193" y="2035"/>
                    <a:pt x="5193" y="1375"/>
                  </a:cubicBezTo>
                  <a:lnTo>
                    <a:pt x="5193" y="1"/>
                  </a:lnTo>
                  <a:lnTo>
                    <a:pt x="4925" y="1"/>
                  </a:lnTo>
                  <a:cubicBezTo>
                    <a:pt x="4783" y="875"/>
                    <a:pt x="4051" y="1517"/>
                    <a:pt x="3123" y="1517"/>
                  </a:cubicBezTo>
                  <a:cubicBezTo>
                    <a:pt x="2213" y="1517"/>
                    <a:pt x="1464" y="875"/>
                    <a:pt x="1339" y="1"/>
                  </a:cubicBezTo>
                  <a:close/>
                </a:path>
              </a:pathLst>
            </a:custGeom>
            <a:solidFill>
              <a:srgbClr val="242841"/>
            </a:solidFill>
            <a:ln>
              <a:noFill/>
            </a:ln>
          </p:spPr>
          <p:txBody>
            <a:bodyPr anchorCtr="0" anchor="ctr" bIns="74700" lIns="74700" spcFirstLastPara="1" rIns="74700" wrap="square" tIns="74700">
              <a:noAutofit/>
            </a:bodyPr>
            <a:lstStyle/>
            <a:p>
              <a:pPr indent="0" lvl="0" marL="0" rtl="0" algn="l">
                <a:spcBef>
                  <a:spcPts val="0"/>
                </a:spcBef>
                <a:spcAft>
                  <a:spcPts val="0"/>
                </a:spcAft>
                <a:buNone/>
              </a:pPr>
              <a:r>
                <a:t/>
              </a:r>
              <a:endParaRPr/>
            </a:p>
          </p:txBody>
        </p:sp>
        <p:sp>
          <p:nvSpPr>
            <p:cNvPr id="11576" name="Google Shape;11576;p1447"/>
            <p:cNvSpPr/>
            <p:nvPr/>
          </p:nvSpPr>
          <p:spPr>
            <a:xfrm>
              <a:off x="4648375" y="3483550"/>
              <a:ext cx="153475" cy="145875"/>
            </a:xfrm>
            <a:custGeom>
              <a:rect b="b" l="l" r="r" t="t"/>
              <a:pathLst>
                <a:path extrusionOk="0" h="5835" w="6139">
                  <a:moveTo>
                    <a:pt x="4800" y="0"/>
                  </a:moveTo>
                  <a:cubicBezTo>
                    <a:pt x="4675" y="874"/>
                    <a:pt x="3943" y="1517"/>
                    <a:pt x="3051" y="1517"/>
                  </a:cubicBezTo>
                  <a:cubicBezTo>
                    <a:pt x="2837" y="1517"/>
                    <a:pt x="2641" y="1481"/>
                    <a:pt x="2463" y="1428"/>
                  </a:cubicBezTo>
                  <a:lnTo>
                    <a:pt x="2463" y="4514"/>
                  </a:lnTo>
                  <a:cubicBezTo>
                    <a:pt x="2463" y="4675"/>
                    <a:pt x="2320" y="4818"/>
                    <a:pt x="2159" y="4818"/>
                  </a:cubicBezTo>
                  <a:lnTo>
                    <a:pt x="0" y="4818"/>
                  </a:lnTo>
                  <a:lnTo>
                    <a:pt x="0" y="5835"/>
                  </a:lnTo>
                  <a:lnTo>
                    <a:pt x="6138" y="5835"/>
                  </a:lnTo>
                  <a:lnTo>
                    <a:pt x="6138" y="2908"/>
                  </a:lnTo>
                  <a:cubicBezTo>
                    <a:pt x="5567" y="2587"/>
                    <a:pt x="5210" y="1999"/>
                    <a:pt x="5210" y="1338"/>
                  </a:cubicBezTo>
                  <a:lnTo>
                    <a:pt x="5210" y="0"/>
                  </a:lnTo>
                  <a:close/>
                </a:path>
              </a:pathLst>
            </a:custGeom>
            <a:solidFill>
              <a:srgbClr val="242841"/>
            </a:solidFill>
            <a:ln>
              <a:noFill/>
            </a:ln>
          </p:spPr>
          <p:txBody>
            <a:bodyPr anchorCtr="0" anchor="ctr" bIns="74700" lIns="74700" spcFirstLastPara="1" rIns="74700" wrap="square" tIns="74700">
              <a:noAutofit/>
            </a:bodyPr>
            <a:lstStyle/>
            <a:p>
              <a:pPr indent="0" lvl="0" marL="0" rtl="0" algn="l">
                <a:spcBef>
                  <a:spcPts val="0"/>
                </a:spcBef>
                <a:spcAft>
                  <a:spcPts val="0"/>
                </a:spcAft>
                <a:buNone/>
              </a:pPr>
              <a:r>
                <a:t/>
              </a:r>
              <a:endParaRPr/>
            </a:p>
          </p:txBody>
        </p:sp>
        <p:sp>
          <p:nvSpPr>
            <p:cNvPr id="11577" name="Google Shape;11577;p1447"/>
            <p:cNvSpPr/>
            <p:nvPr/>
          </p:nvSpPr>
          <p:spPr>
            <a:xfrm>
              <a:off x="4436050" y="3483550"/>
              <a:ext cx="153475" cy="147225"/>
            </a:xfrm>
            <a:custGeom>
              <a:rect b="b" l="l" r="r" t="t"/>
              <a:pathLst>
                <a:path extrusionOk="0" h="5889" w="6139">
                  <a:moveTo>
                    <a:pt x="928" y="0"/>
                  </a:moveTo>
                  <a:lnTo>
                    <a:pt x="928" y="1374"/>
                  </a:lnTo>
                  <a:cubicBezTo>
                    <a:pt x="928" y="2034"/>
                    <a:pt x="571" y="2641"/>
                    <a:pt x="0" y="2944"/>
                  </a:cubicBezTo>
                  <a:lnTo>
                    <a:pt x="0" y="5888"/>
                  </a:lnTo>
                  <a:lnTo>
                    <a:pt x="6138" y="5888"/>
                  </a:lnTo>
                  <a:lnTo>
                    <a:pt x="6138" y="4818"/>
                  </a:lnTo>
                  <a:lnTo>
                    <a:pt x="3979" y="4818"/>
                  </a:lnTo>
                  <a:cubicBezTo>
                    <a:pt x="3818" y="4818"/>
                    <a:pt x="3676" y="4675"/>
                    <a:pt x="3676" y="4514"/>
                  </a:cubicBezTo>
                  <a:lnTo>
                    <a:pt x="3676" y="1428"/>
                  </a:lnTo>
                  <a:cubicBezTo>
                    <a:pt x="3497" y="1481"/>
                    <a:pt x="3301" y="1517"/>
                    <a:pt x="3105" y="1517"/>
                  </a:cubicBezTo>
                  <a:cubicBezTo>
                    <a:pt x="2195" y="1517"/>
                    <a:pt x="1481" y="874"/>
                    <a:pt x="1356" y="0"/>
                  </a:cubicBezTo>
                  <a:close/>
                </a:path>
              </a:pathLst>
            </a:custGeom>
            <a:solidFill>
              <a:srgbClr val="242841"/>
            </a:solidFill>
            <a:ln>
              <a:noFill/>
            </a:ln>
          </p:spPr>
          <p:txBody>
            <a:bodyPr anchorCtr="0" anchor="ctr" bIns="74700" lIns="74700" spcFirstLastPara="1" rIns="74700" wrap="square" tIns="74700">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81" name="Shape 11581"/>
        <p:cNvGrpSpPr/>
        <p:nvPr/>
      </p:nvGrpSpPr>
      <p:grpSpPr>
        <a:xfrm>
          <a:off x="0" y="0"/>
          <a:ext cx="0" cy="0"/>
          <a:chOff x="0" y="0"/>
          <a:chExt cx="0" cy="0"/>
        </a:xfrm>
      </p:grpSpPr>
      <p:sp>
        <p:nvSpPr>
          <p:cNvPr id="11582" name="Google Shape;11582;p1448"/>
          <p:cNvSpPr txBox="1"/>
          <p:nvPr>
            <p:ph type="title"/>
          </p:nvPr>
        </p:nvSpPr>
        <p:spPr>
          <a:xfrm>
            <a:off x="881039" y="778500"/>
            <a:ext cx="5076000" cy="507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Challenges:</a:t>
            </a:r>
            <a:endParaRPr/>
          </a:p>
          <a:p>
            <a:pPr indent="0" lvl="0" marL="0" rtl="0" algn="l">
              <a:spcBef>
                <a:spcPts val="0"/>
              </a:spcBef>
              <a:spcAft>
                <a:spcPts val="0"/>
              </a:spcAft>
              <a:buNone/>
            </a:pPr>
            <a:r>
              <a:rPr lang="en"/>
              <a:t>Insufficient Information:</a:t>
            </a:r>
            <a:endParaRPr/>
          </a:p>
        </p:txBody>
      </p:sp>
      <p:sp>
        <p:nvSpPr>
          <p:cNvPr id="11583" name="Google Shape;11583;p1448"/>
          <p:cNvSpPr txBox="1"/>
          <p:nvPr>
            <p:ph idx="1" type="subTitle"/>
          </p:nvPr>
        </p:nvSpPr>
        <p:spPr>
          <a:xfrm>
            <a:off x="736164" y="1556700"/>
            <a:ext cx="4068300" cy="2954400"/>
          </a:xfrm>
          <a:prstGeom prst="rect">
            <a:avLst/>
          </a:prstGeom>
        </p:spPr>
        <p:txBody>
          <a:bodyPr anchorCtr="0" anchor="ctr" bIns="91425" lIns="91425" spcFirstLastPara="1" rIns="91425" wrap="square" tIns="91425">
            <a:noAutofit/>
          </a:bodyPr>
          <a:lstStyle/>
          <a:p>
            <a:pPr indent="-330200" lvl="0" marL="457200" rtl="0" algn="l">
              <a:lnSpc>
                <a:spcPct val="150000"/>
              </a:lnSpc>
              <a:spcBef>
                <a:spcPts val="0"/>
              </a:spcBef>
              <a:spcAft>
                <a:spcPts val="0"/>
              </a:spcAft>
              <a:buSzPts val="1600"/>
              <a:buChar char="●"/>
            </a:pPr>
            <a:r>
              <a:rPr lang="en" sz="1600"/>
              <a:t>Reddit developer account rejected</a:t>
            </a:r>
            <a:endParaRPr sz="1600"/>
          </a:p>
          <a:p>
            <a:pPr indent="-330200" lvl="0" marL="457200" rtl="0" algn="l">
              <a:lnSpc>
                <a:spcPct val="150000"/>
              </a:lnSpc>
              <a:spcBef>
                <a:spcPts val="0"/>
              </a:spcBef>
              <a:spcAft>
                <a:spcPts val="0"/>
              </a:spcAft>
              <a:buSzPts val="1600"/>
              <a:buChar char="●"/>
            </a:pPr>
            <a:r>
              <a:rPr lang="en" sz="1600"/>
              <a:t>X (Twitter)</a:t>
            </a:r>
            <a:endParaRPr sz="1600"/>
          </a:p>
          <a:p>
            <a:pPr indent="-330200" lvl="1" marL="914400" rtl="0" algn="l">
              <a:lnSpc>
                <a:spcPct val="150000"/>
              </a:lnSpc>
              <a:spcBef>
                <a:spcPts val="0"/>
              </a:spcBef>
              <a:spcAft>
                <a:spcPts val="0"/>
              </a:spcAft>
              <a:buSzPts val="1600"/>
              <a:buChar char="○"/>
            </a:pPr>
            <a:r>
              <a:rPr lang="en" sz="1600"/>
              <a:t>Unable scrape twitter post before 11/20, 2025</a:t>
            </a:r>
            <a:endParaRPr sz="1600"/>
          </a:p>
          <a:p>
            <a:pPr indent="-330200" lvl="0" marL="457200" rtl="0" algn="l">
              <a:lnSpc>
                <a:spcPct val="150000"/>
              </a:lnSpc>
              <a:spcBef>
                <a:spcPts val="0"/>
              </a:spcBef>
              <a:spcAft>
                <a:spcPts val="0"/>
              </a:spcAft>
              <a:buSzPts val="1600"/>
              <a:buChar char="●"/>
            </a:pPr>
            <a:r>
              <a:rPr lang="en" sz="1600"/>
              <a:t>Pytrends: Can only scrape 5 player’s popularity each time</a:t>
            </a:r>
            <a:endParaRPr sz="1600"/>
          </a:p>
          <a:p>
            <a:pPr indent="0" lvl="0" marL="0" rtl="0" algn="l">
              <a:spcBef>
                <a:spcPts val="0"/>
              </a:spcBef>
              <a:spcAft>
                <a:spcPts val="0"/>
              </a:spcAft>
              <a:buNone/>
            </a:pPr>
            <a:r>
              <a:t/>
            </a:r>
            <a:endParaRPr/>
          </a:p>
        </p:txBody>
      </p:sp>
      <p:pic>
        <p:nvPicPr>
          <p:cNvPr id="11584" name="Google Shape;11584;p1448" title="Screenshot 2025-11-30 at 6.39.52 PM.png"/>
          <p:cNvPicPr preferRelativeResize="0"/>
          <p:nvPr/>
        </p:nvPicPr>
        <p:blipFill>
          <a:blip r:embed="rId3">
            <a:alphaModFix/>
          </a:blip>
          <a:stretch>
            <a:fillRect/>
          </a:stretch>
        </p:blipFill>
        <p:spPr>
          <a:xfrm>
            <a:off x="4804464" y="2729967"/>
            <a:ext cx="3492274" cy="1558782"/>
          </a:xfrm>
          <a:prstGeom prst="rect">
            <a:avLst/>
          </a:prstGeom>
          <a:noFill/>
          <a:ln>
            <a:noFill/>
          </a:ln>
        </p:spPr>
      </p:pic>
      <p:pic>
        <p:nvPicPr>
          <p:cNvPr id="11585" name="Google Shape;11585;p1448" title="Screenshot 2025-11-30 at 8.58.13 PM.png"/>
          <p:cNvPicPr preferRelativeResize="0"/>
          <p:nvPr/>
        </p:nvPicPr>
        <p:blipFill>
          <a:blip r:embed="rId4">
            <a:alphaModFix/>
          </a:blip>
          <a:stretch>
            <a:fillRect/>
          </a:stretch>
        </p:blipFill>
        <p:spPr>
          <a:xfrm>
            <a:off x="4804464" y="1849185"/>
            <a:ext cx="3492274" cy="719464"/>
          </a:xfrm>
          <a:prstGeom prst="rect">
            <a:avLst/>
          </a:prstGeom>
          <a:noFill/>
          <a:ln>
            <a:noFill/>
          </a:ln>
        </p:spPr>
      </p:pic>
      <p:pic>
        <p:nvPicPr>
          <p:cNvPr id="11586" name="Google Shape;11586;p1448" title="Screenshot 2025-11-26 at 8.45.38 PM.png"/>
          <p:cNvPicPr preferRelativeResize="0"/>
          <p:nvPr/>
        </p:nvPicPr>
        <p:blipFill>
          <a:blip r:embed="rId5">
            <a:alphaModFix/>
          </a:blip>
          <a:stretch>
            <a:fillRect/>
          </a:stretch>
        </p:blipFill>
        <p:spPr>
          <a:xfrm>
            <a:off x="4804464" y="854750"/>
            <a:ext cx="3492273" cy="833129"/>
          </a:xfrm>
          <a:prstGeom prst="rect">
            <a:avLst/>
          </a:prstGeom>
          <a:noFill/>
          <a:ln>
            <a:noFill/>
          </a:ln>
        </p:spPr>
      </p:pic>
      <p:grpSp>
        <p:nvGrpSpPr>
          <p:cNvPr id="11587" name="Google Shape;11587;p1448"/>
          <p:cNvGrpSpPr/>
          <p:nvPr/>
        </p:nvGrpSpPr>
        <p:grpSpPr>
          <a:xfrm>
            <a:off x="7664795" y="739752"/>
            <a:ext cx="273526" cy="212895"/>
            <a:chOff x="5241820" y="3581440"/>
            <a:chExt cx="273526" cy="212895"/>
          </a:xfrm>
        </p:grpSpPr>
        <p:sp>
          <p:nvSpPr>
            <p:cNvPr id="11588" name="Google Shape;11588;p1448"/>
            <p:cNvSpPr/>
            <p:nvPr/>
          </p:nvSpPr>
          <p:spPr>
            <a:xfrm>
              <a:off x="5241820" y="3581440"/>
              <a:ext cx="196101" cy="212895"/>
            </a:xfrm>
            <a:custGeom>
              <a:rect b="b" l="l" r="r" t="t"/>
              <a:pathLst>
                <a:path extrusionOk="0" h="5505" w="5071">
                  <a:moveTo>
                    <a:pt x="1301" y="0"/>
                  </a:moveTo>
                  <a:cubicBezTo>
                    <a:pt x="1068" y="0"/>
                    <a:pt x="901" y="200"/>
                    <a:pt x="901" y="401"/>
                  </a:cubicBezTo>
                  <a:cubicBezTo>
                    <a:pt x="901" y="567"/>
                    <a:pt x="1001" y="734"/>
                    <a:pt x="1134" y="801"/>
                  </a:cubicBezTo>
                  <a:cubicBezTo>
                    <a:pt x="1134" y="801"/>
                    <a:pt x="1168" y="801"/>
                    <a:pt x="1168" y="834"/>
                  </a:cubicBezTo>
                  <a:lnTo>
                    <a:pt x="1001" y="834"/>
                  </a:lnTo>
                  <a:cubicBezTo>
                    <a:pt x="768" y="834"/>
                    <a:pt x="534" y="1034"/>
                    <a:pt x="534" y="1301"/>
                  </a:cubicBezTo>
                  <a:cubicBezTo>
                    <a:pt x="534" y="1501"/>
                    <a:pt x="667" y="1668"/>
                    <a:pt x="834" y="1735"/>
                  </a:cubicBezTo>
                  <a:cubicBezTo>
                    <a:pt x="834" y="1735"/>
                    <a:pt x="834" y="1768"/>
                    <a:pt x="834" y="1768"/>
                  </a:cubicBezTo>
                  <a:lnTo>
                    <a:pt x="701" y="1768"/>
                  </a:lnTo>
                  <a:cubicBezTo>
                    <a:pt x="434" y="1768"/>
                    <a:pt x="234" y="1968"/>
                    <a:pt x="234" y="2235"/>
                  </a:cubicBezTo>
                  <a:cubicBezTo>
                    <a:pt x="234" y="2435"/>
                    <a:pt x="367" y="2602"/>
                    <a:pt x="534" y="2669"/>
                  </a:cubicBezTo>
                  <a:cubicBezTo>
                    <a:pt x="534" y="2702"/>
                    <a:pt x="534" y="2702"/>
                    <a:pt x="534" y="2702"/>
                  </a:cubicBezTo>
                  <a:lnTo>
                    <a:pt x="467" y="2702"/>
                  </a:lnTo>
                  <a:cubicBezTo>
                    <a:pt x="200" y="2702"/>
                    <a:pt x="0" y="2936"/>
                    <a:pt x="0" y="3203"/>
                  </a:cubicBezTo>
                  <a:cubicBezTo>
                    <a:pt x="0" y="3436"/>
                    <a:pt x="234" y="3636"/>
                    <a:pt x="467" y="3636"/>
                  </a:cubicBezTo>
                  <a:lnTo>
                    <a:pt x="1935" y="3636"/>
                  </a:lnTo>
                  <a:cubicBezTo>
                    <a:pt x="2068" y="3636"/>
                    <a:pt x="2202" y="3770"/>
                    <a:pt x="2169" y="3903"/>
                  </a:cubicBezTo>
                  <a:lnTo>
                    <a:pt x="2135" y="4237"/>
                  </a:lnTo>
                  <a:cubicBezTo>
                    <a:pt x="2102" y="4503"/>
                    <a:pt x="2068" y="4870"/>
                    <a:pt x="2235" y="5137"/>
                  </a:cubicBezTo>
                  <a:cubicBezTo>
                    <a:pt x="2369" y="5371"/>
                    <a:pt x="2636" y="5504"/>
                    <a:pt x="2902" y="5504"/>
                  </a:cubicBezTo>
                  <a:cubicBezTo>
                    <a:pt x="3069" y="5504"/>
                    <a:pt x="3236" y="5371"/>
                    <a:pt x="3236" y="5204"/>
                  </a:cubicBezTo>
                  <a:cubicBezTo>
                    <a:pt x="3269" y="4770"/>
                    <a:pt x="3369" y="4370"/>
                    <a:pt x="3536" y="4003"/>
                  </a:cubicBezTo>
                  <a:cubicBezTo>
                    <a:pt x="3636" y="3770"/>
                    <a:pt x="3870" y="3636"/>
                    <a:pt x="4103" y="3636"/>
                  </a:cubicBezTo>
                  <a:lnTo>
                    <a:pt x="4504" y="3636"/>
                  </a:lnTo>
                  <a:cubicBezTo>
                    <a:pt x="4804" y="3636"/>
                    <a:pt x="5071" y="3369"/>
                    <a:pt x="5071" y="3069"/>
                  </a:cubicBezTo>
                  <a:lnTo>
                    <a:pt x="5071" y="467"/>
                  </a:lnTo>
                  <a:cubicBezTo>
                    <a:pt x="5071" y="200"/>
                    <a:pt x="4837" y="0"/>
                    <a:pt x="46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1448"/>
            <p:cNvSpPr/>
            <p:nvPr/>
          </p:nvSpPr>
          <p:spPr>
            <a:xfrm>
              <a:off x="5444346" y="3581440"/>
              <a:ext cx="71000" cy="139339"/>
            </a:xfrm>
            <a:custGeom>
              <a:rect b="b" l="l" r="r" t="t"/>
              <a:pathLst>
                <a:path extrusionOk="0" h="3603" w="1836">
                  <a:moveTo>
                    <a:pt x="434" y="0"/>
                  </a:moveTo>
                  <a:cubicBezTo>
                    <a:pt x="201" y="0"/>
                    <a:pt x="0" y="200"/>
                    <a:pt x="0" y="434"/>
                  </a:cubicBezTo>
                  <a:lnTo>
                    <a:pt x="0" y="3203"/>
                  </a:lnTo>
                  <a:cubicBezTo>
                    <a:pt x="0" y="3436"/>
                    <a:pt x="201" y="3603"/>
                    <a:pt x="434" y="3603"/>
                  </a:cubicBezTo>
                  <a:lnTo>
                    <a:pt x="1401" y="3603"/>
                  </a:lnTo>
                  <a:cubicBezTo>
                    <a:pt x="1635" y="3603"/>
                    <a:pt x="1835" y="3436"/>
                    <a:pt x="1835" y="3203"/>
                  </a:cubicBezTo>
                  <a:lnTo>
                    <a:pt x="1835" y="434"/>
                  </a:lnTo>
                  <a:cubicBezTo>
                    <a:pt x="1835" y="200"/>
                    <a:pt x="1635" y="0"/>
                    <a:pt x="14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90" name="Google Shape;11590;p1448"/>
          <p:cNvSpPr/>
          <p:nvPr/>
        </p:nvSpPr>
        <p:spPr>
          <a:xfrm>
            <a:off x="432575" y="4240325"/>
            <a:ext cx="653400" cy="653400"/>
          </a:xfrm>
          <a:prstGeom prst="ellipse">
            <a:avLst/>
          </a:prstGeom>
          <a:solidFill>
            <a:srgbClr val="F9A350"/>
          </a:solidFill>
          <a:ln>
            <a:noFill/>
          </a:ln>
        </p:spPr>
        <p:txBody>
          <a:bodyPr anchorCtr="0" anchor="ctr" bIns="70250" lIns="70250" spcFirstLastPara="1" rIns="70250" wrap="square" tIns="70250">
            <a:noAutofit/>
          </a:bodyPr>
          <a:lstStyle/>
          <a:p>
            <a:pPr indent="0" lvl="0" marL="0" rtl="0" algn="l">
              <a:spcBef>
                <a:spcPts val="0"/>
              </a:spcBef>
              <a:spcAft>
                <a:spcPts val="0"/>
              </a:spcAft>
              <a:buNone/>
            </a:pPr>
            <a:r>
              <a:t/>
            </a:r>
            <a:endParaRPr/>
          </a:p>
        </p:txBody>
      </p:sp>
      <p:grpSp>
        <p:nvGrpSpPr>
          <p:cNvPr id="11591" name="Google Shape;11591;p1448"/>
          <p:cNvGrpSpPr/>
          <p:nvPr/>
        </p:nvGrpSpPr>
        <p:grpSpPr>
          <a:xfrm>
            <a:off x="640958" y="4375291"/>
            <a:ext cx="236812" cy="383802"/>
            <a:chOff x="1576750" y="2632900"/>
            <a:chExt cx="224850" cy="364450"/>
          </a:xfrm>
        </p:grpSpPr>
        <p:sp>
          <p:nvSpPr>
            <p:cNvPr id="11592" name="Google Shape;11592;p1448"/>
            <p:cNvSpPr/>
            <p:nvPr/>
          </p:nvSpPr>
          <p:spPr>
            <a:xfrm>
              <a:off x="1650800" y="2774300"/>
              <a:ext cx="75850" cy="62475"/>
            </a:xfrm>
            <a:custGeom>
              <a:rect b="b" l="l" r="r" t="t"/>
              <a:pathLst>
                <a:path extrusionOk="0" h="2499" w="3034">
                  <a:moveTo>
                    <a:pt x="304" y="0"/>
                  </a:moveTo>
                  <a:cubicBezTo>
                    <a:pt x="126" y="0"/>
                    <a:pt x="1" y="161"/>
                    <a:pt x="36" y="322"/>
                  </a:cubicBezTo>
                  <a:lnTo>
                    <a:pt x="536" y="2320"/>
                  </a:lnTo>
                  <a:cubicBezTo>
                    <a:pt x="572" y="2427"/>
                    <a:pt x="661" y="2498"/>
                    <a:pt x="768" y="2498"/>
                  </a:cubicBezTo>
                  <a:lnTo>
                    <a:pt x="2249" y="2498"/>
                  </a:lnTo>
                  <a:cubicBezTo>
                    <a:pt x="2356" y="2498"/>
                    <a:pt x="2463" y="2427"/>
                    <a:pt x="2481" y="2320"/>
                  </a:cubicBezTo>
                  <a:lnTo>
                    <a:pt x="2980" y="322"/>
                  </a:lnTo>
                  <a:cubicBezTo>
                    <a:pt x="3034" y="161"/>
                    <a:pt x="2909" y="0"/>
                    <a:pt x="2731" y="0"/>
                  </a:cubicBezTo>
                  <a:close/>
                </a:path>
              </a:pathLst>
            </a:custGeom>
            <a:solidFill>
              <a:srgbClr val="242841"/>
            </a:solidFill>
            <a:ln>
              <a:noFill/>
            </a:ln>
          </p:spPr>
          <p:txBody>
            <a:bodyPr anchorCtr="0" anchor="ctr" bIns="70250" lIns="70250" spcFirstLastPara="1" rIns="70250" wrap="square" tIns="70250">
              <a:noAutofit/>
            </a:bodyPr>
            <a:lstStyle/>
            <a:p>
              <a:pPr indent="0" lvl="0" marL="0" rtl="0" algn="l">
                <a:spcBef>
                  <a:spcPts val="0"/>
                </a:spcBef>
                <a:spcAft>
                  <a:spcPts val="0"/>
                </a:spcAft>
                <a:buNone/>
              </a:pPr>
              <a:r>
                <a:t/>
              </a:r>
              <a:endParaRPr/>
            </a:p>
          </p:txBody>
        </p:sp>
        <p:sp>
          <p:nvSpPr>
            <p:cNvPr id="11593" name="Google Shape;11593;p1448"/>
            <p:cNvSpPr/>
            <p:nvPr/>
          </p:nvSpPr>
          <p:spPr>
            <a:xfrm>
              <a:off x="1614225" y="2854150"/>
              <a:ext cx="149025" cy="143200"/>
            </a:xfrm>
            <a:custGeom>
              <a:rect b="b" l="l" r="r" t="t"/>
              <a:pathLst>
                <a:path extrusionOk="0" h="5728" w="5961">
                  <a:moveTo>
                    <a:pt x="2659" y="0"/>
                  </a:moveTo>
                  <a:cubicBezTo>
                    <a:pt x="2570" y="0"/>
                    <a:pt x="2481" y="72"/>
                    <a:pt x="2481" y="179"/>
                  </a:cubicBezTo>
                  <a:lnTo>
                    <a:pt x="2481" y="4746"/>
                  </a:lnTo>
                  <a:lnTo>
                    <a:pt x="554" y="4746"/>
                  </a:lnTo>
                  <a:cubicBezTo>
                    <a:pt x="322" y="4746"/>
                    <a:pt x="125" y="4907"/>
                    <a:pt x="72" y="5121"/>
                  </a:cubicBezTo>
                  <a:cubicBezTo>
                    <a:pt x="1" y="5442"/>
                    <a:pt x="233" y="5728"/>
                    <a:pt x="536" y="5728"/>
                  </a:cubicBezTo>
                  <a:lnTo>
                    <a:pt x="5407" y="5728"/>
                  </a:lnTo>
                  <a:cubicBezTo>
                    <a:pt x="5710" y="5728"/>
                    <a:pt x="5960" y="5442"/>
                    <a:pt x="5889" y="5121"/>
                  </a:cubicBezTo>
                  <a:cubicBezTo>
                    <a:pt x="5835" y="4907"/>
                    <a:pt x="5621" y="4746"/>
                    <a:pt x="5389" y="4746"/>
                  </a:cubicBezTo>
                  <a:lnTo>
                    <a:pt x="3462" y="4746"/>
                  </a:lnTo>
                  <a:lnTo>
                    <a:pt x="3462" y="179"/>
                  </a:lnTo>
                  <a:cubicBezTo>
                    <a:pt x="3462" y="72"/>
                    <a:pt x="3391" y="0"/>
                    <a:pt x="3284" y="0"/>
                  </a:cubicBezTo>
                  <a:close/>
                </a:path>
              </a:pathLst>
            </a:custGeom>
            <a:solidFill>
              <a:srgbClr val="242841"/>
            </a:solidFill>
            <a:ln>
              <a:noFill/>
            </a:ln>
          </p:spPr>
          <p:txBody>
            <a:bodyPr anchorCtr="0" anchor="ctr" bIns="70250" lIns="70250" spcFirstLastPara="1" rIns="70250" wrap="square" tIns="70250">
              <a:noAutofit/>
            </a:bodyPr>
            <a:lstStyle/>
            <a:p>
              <a:pPr indent="0" lvl="0" marL="0" rtl="0" algn="l">
                <a:spcBef>
                  <a:spcPts val="0"/>
                </a:spcBef>
                <a:spcAft>
                  <a:spcPts val="0"/>
                </a:spcAft>
                <a:buNone/>
              </a:pPr>
              <a:r>
                <a:t/>
              </a:r>
              <a:endParaRPr/>
            </a:p>
          </p:txBody>
        </p:sp>
        <p:sp>
          <p:nvSpPr>
            <p:cNvPr id="11594" name="Google Shape;11594;p1448"/>
            <p:cNvSpPr/>
            <p:nvPr/>
          </p:nvSpPr>
          <p:spPr>
            <a:xfrm>
              <a:off x="1576750" y="2632900"/>
              <a:ext cx="224850" cy="167300"/>
            </a:xfrm>
            <a:custGeom>
              <a:rect b="b" l="l" r="r" t="t"/>
              <a:pathLst>
                <a:path extrusionOk="0" h="6692" w="8994">
                  <a:moveTo>
                    <a:pt x="483" y="0"/>
                  </a:moveTo>
                  <a:cubicBezTo>
                    <a:pt x="215" y="0"/>
                    <a:pt x="1" y="232"/>
                    <a:pt x="1" y="500"/>
                  </a:cubicBezTo>
                  <a:lnTo>
                    <a:pt x="1" y="6192"/>
                  </a:lnTo>
                  <a:cubicBezTo>
                    <a:pt x="1" y="6459"/>
                    <a:pt x="215" y="6691"/>
                    <a:pt x="483" y="6691"/>
                  </a:cubicBezTo>
                  <a:lnTo>
                    <a:pt x="2427" y="6691"/>
                  </a:lnTo>
                  <a:lnTo>
                    <a:pt x="2160" y="5656"/>
                  </a:lnTo>
                  <a:lnTo>
                    <a:pt x="2088" y="5656"/>
                  </a:lnTo>
                  <a:cubicBezTo>
                    <a:pt x="1928" y="5656"/>
                    <a:pt x="1767" y="5549"/>
                    <a:pt x="1749" y="5389"/>
                  </a:cubicBezTo>
                  <a:cubicBezTo>
                    <a:pt x="1696" y="5157"/>
                    <a:pt x="1856" y="4960"/>
                    <a:pt x="2071" y="4960"/>
                  </a:cubicBezTo>
                  <a:lnTo>
                    <a:pt x="2552" y="4960"/>
                  </a:lnTo>
                  <a:lnTo>
                    <a:pt x="2552" y="2909"/>
                  </a:lnTo>
                  <a:cubicBezTo>
                    <a:pt x="2552" y="2712"/>
                    <a:pt x="2713" y="2570"/>
                    <a:pt x="2891" y="2570"/>
                  </a:cubicBezTo>
                  <a:lnTo>
                    <a:pt x="6103" y="2570"/>
                  </a:lnTo>
                  <a:cubicBezTo>
                    <a:pt x="6281" y="2570"/>
                    <a:pt x="6442" y="2712"/>
                    <a:pt x="6442" y="2909"/>
                  </a:cubicBezTo>
                  <a:lnTo>
                    <a:pt x="6442" y="4925"/>
                  </a:lnTo>
                  <a:lnTo>
                    <a:pt x="6888" y="4925"/>
                  </a:lnTo>
                  <a:cubicBezTo>
                    <a:pt x="7049" y="4925"/>
                    <a:pt x="7209" y="5032"/>
                    <a:pt x="7245" y="5175"/>
                  </a:cubicBezTo>
                  <a:cubicBezTo>
                    <a:pt x="7281" y="5407"/>
                    <a:pt x="7120" y="5603"/>
                    <a:pt x="6906" y="5603"/>
                  </a:cubicBezTo>
                  <a:lnTo>
                    <a:pt x="6745" y="5603"/>
                  </a:lnTo>
                  <a:lnTo>
                    <a:pt x="6478" y="6691"/>
                  </a:lnTo>
                  <a:lnTo>
                    <a:pt x="8512" y="6691"/>
                  </a:lnTo>
                  <a:cubicBezTo>
                    <a:pt x="8779" y="6691"/>
                    <a:pt x="8993" y="6459"/>
                    <a:pt x="8993" y="6192"/>
                  </a:cubicBezTo>
                  <a:lnTo>
                    <a:pt x="8993" y="500"/>
                  </a:lnTo>
                  <a:cubicBezTo>
                    <a:pt x="8993" y="232"/>
                    <a:pt x="8779" y="0"/>
                    <a:pt x="8512" y="0"/>
                  </a:cubicBezTo>
                  <a:close/>
                </a:path>
              </a:pathLst>
            </a:custGeom>
            <a:solidFill>
              <a:srgbClr val="242841"/>
            </a:solidFill>
            <a:ln>
              <a:noFill/>
            </a:ln>
          </p:spPr>
          <p:txBody>
            <a:bodyPr anchorCtr="0" anchor="ctr" bIns="70250" lIns="70250" spcFirstLastPara="1" rIns="70250" wrap="square" tIns="70250">
              <a:noAutofit/>
            </a:bodyPr>
            <a:lstStyle/>
            <a:p>
              <a:pPr indent="0" lvl="0" marL="0" rtl="0" algn="l">
                <a:spcBef>
                  <a:spcPts val="0"/>
                </a:spcBef>
                <a:spcAft>
                  <a:spcPts val="0"/>
                </a:spcAft>
                <a:buNone/>
              </a:pPr>
              <a:r>
                <a:t/>
              </a:r>
              <a:endParaRPr/>
            </a:p>
          </p:txBody>
        </p:sp>
        <p:sp>
          <p:nvSpPr>
            <p:cNvPr id="11595" name="Google Shape;11595;p1448"/>
            <p:cNvSpPr/>
            <p:nvPr/>
          </p:nvSpPr>
          <p:spPr>
            <a:xfrm>
              <a:off x="1657950" y="2714075"/>
              <a:ext cx="62475" cy="42850"/>
            </a:xfrm>
            <a:custGeom>
              <a:rect b="b" l="l" r="r" t="t"/>
              <a:pathLst>
                <a:path extrusionOk="0" h="1714" w="2499">
                  <a:moveTo>
                    <a:pt x="339" y="1"/>
                  </a:moveTo>
                  <a:cubicBezTo>
                    <a:pt x="143" y="1"/>
                    <a:pt x="0" y="161"/>
                    <a:pt x="0" y="340"/>
                  </a:cubicBezTo>
                  <a:lnTo>
                    <a:pt x="0" y="1374"/>
                  </a:lnTo>
                  <a:cubicBezTo>
                    <a:pt x="0" y="1571"/>
                    <a:pt x="143" y="1713"/>
                    <a:pt x="339" y="1713"/>
                  </a:cubicBezTo>
                  <a:lnTo>
                    <a:pt x="2159" y="1713"/>
                  </a:lnTo>
                  <a:cubicBezTo>
                    <a:pt x="2355" y="1713"/>
                    <a:pt x="2498" y="1571"/>
                    <a:pt x="2498" y="1374"/>
                  </a:cubicBezTo>
                  <a:lnTo>
                    <a:pt x="2498" y="340"/>
                  </a:lnTo>
                  <a:cubicBezTo>
                    <a:pt x="2498" y="161"/>
                    <a:pt x="2355" y="1"/>
                    <a:pt x="2159" y="1"/>
                  </a:cubicBezTo>
                  <a:close/>
                </a:path>
              </a:pathLst>
            </a:custGeom>
            <a:solidFill>
              <a:srgbClr val="242841"/>
            </a:solidFill>
            <a:ln>
              <a:noFill/>
            </a:ln>
          </p:spPr>
          <p:txBody>
            <a:bodyPr anchorCtr="0" anchor="ctr" bIns="70250" lIns="70250" spcFirstLastPara="1" rIns="70250" wrap="square" tIns="70250">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99" name="Shape 11599"/>
        <p:cNvGrpSpPr/>
        <p:nvPr/>
      </p:nvGrpSpPr>
      <p:grpSpPr>
        <a:xfrm>
          <a:off x="0" y="0"/>
          <a:ext cx="0" cy="0"/>
          <a:chOff x="0" y="0"/>
          <a:chExt cx="0" cy="0"/>
        </a:xfrm>
      </p:grpSpPr>
      <p:cxnSp>
        <p:nvCxnSpPr>
          <p:cNvPr id="11600" name="Google Shape;11600;p1449"/>
          <p:cNvCxnSpPr>
            <a:stCxn id="11601" idx="2"/>
            <a:endCxn id="11602" idx="2"/>
          </p:cNvCxnSpPr>
          <p:nvPr/>
        </p:nvCxnSpPr>
        <p:spPr>
          <a:xfrm>
            <a:off x="4572000" y="1112225"/>
            <a:ext cx="0" cy="3491700"/>
          </a:xfrm>
          <a:prstGeom prst="straightConnector1">
            <a:avLst/>
          </a:prstGeom>
          <a:noFill/>
          <a:ln cap="flat" cmpd="sng" w="38100">
            <a:solidFill>
              <a:schemeClr val="accent1"/>
            </a:solidFill>
            <a:prstDash val="dash"/>
            <a:round/>
            <a:headEnd len="med" w="med" type="none"/>
            <a:tailEnd len="med" w="med" type="none"/>
          </a:ln>
        </p:spPr>
      </p:cxnSp>
      <p:sp>
        <p:nvSpPr>
          <p:cNvPr id="11601" name="Google Shape;11601;p1449"/>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Results (Model 2)</a:t>
            </a:r>
            <a:endParaRPr/>
          </a:p>
        </p:txBody>
      </p:sp>
      <p:sp>
        <p:nvSpPr>
          <p:cNvPr id="11603" name="Google Shape;11603;p1449"/>
          <p:cNvSpPr txBox="1"/>
          <p:nvPr>
            <p:ph idx="2" type="subTitle"/>
          </p:nvPr>
        </p:nvSpPr>
        <p:spPr>
          <a:xfrm>
            <a:off x="813375" y="1469788"/>
            <a:ext cx="3603300" cy="43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Model 2:                  Sentiment Analysis</a:t>
            </a:r>
            <a:endParaRPr/>
          </a:p>
          <a:p>
            <a:pPr indent="0" lvl="0" marL="0" rtl="0" algn="ctr">
              <a:spcBef>
                <a:spcPts val="1200"/>
              </a:spcBef>
              <a:spcAft>
                <a:spcPts val="1200"/>
              </a:spcAft>
              <a:buNone/>
            </a:pPr>
            <a:r>
              <a:t/>
            </a:r>
            <a:endParaRPr/>
          </a:p>
        </p:txBody>
      </p:sp>
      <p:sp>
        <p:nvSpPr>
          <p:cNvPr id="11604" name="Google Shape;11604;p1449"/>
          <p:cNvSpPr txBox="1"/>
          <p:nvPr>
            <p:ph idx="2" type="subTitle"/>
          </p:nvPr>
        </p:nvSpPr>
        <p:spPr>
          <a:xfrm>
            <a:off x="4727325" y="1469788"/>
            <a:ext cx="3603300" cy="43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Model 2:                  </a:t>
            </a:r>
            <a:r>
              <a:rPr lang="en"/>
              <a:t>Popularity Analysis</a:t>
            </a:r>
            <a:endParaRPr/>
          </a:p>
          <a:p>
            <a:pPr indent="0" lvl="0" marL="0" rtl="0" algn="ctr">
              <a:spcBef>
                <a:spcPts val="1200"/>
              </a:spcBef>
              <a:spcAft>
                <a:spcPts val="1200"/>
              </a:spcAft>
              <a:buNone/>
            </a:pPr>
            <a:r>
              <a:t/>
            </a:r>
            <a:endParaRPr/>
          </a:p>
        </p:txBody>
      </p:sp>
      <p:pic>
        <p:nvPicPr>
          <p:cNvPr id="11605" name="Google Shape;11605;p1449" title="Screenshot 2025-12-02 at 10.51.30 PM.png"/>
          <p:cNvPicPr preferRelativeResize="0"/>
          <p:nvPr/>
        </p:nvPicPr>
        <p:blipFill rotWithShape="1">
          <a:blip r:embed="rId3">
            <a:alphaModFix/>
          </a:blip>
          <a:srcRect b="47023" l="0" r="0" t="0"/>
          <a:stretch/>
        </p:blipFill>
        <p:spPr>
          <a:xfrm>
            <a:off x="920150" y="1860852"/>
            <a:ext cx="1587050" cy="2568534"/>
          </a:xfrm>
          <a:prstGeom prst="rect">
            <a:avLst/>
          </a:prstGeom>
          <a:noFill/>
          <a:ln>
            <a:noFill/>
          </a:ln>
        </p:spPr>
      </p:pic>
      <p:pic>
        <p:nvPicPr>
          <p:cNvPr id="11606" name="Google Shape;11606;p1449" title="Screenshot 2025-12-02 at 11.06.32 PM.png"/>
          <p:cNvPicPr preferRelativeResize="0"/>
          <p:nvPr/>
        </p:nvPicPr>
        <p:blipFill rotWithShape="1">
          <a:blip r:embed="rId4">
            <a:alphaModFix/>
          </a:blip>
          <a:srcRect b="39526" l="7868" r="0" t="2253"/>
          <a:stretch/>
        </p:blipFill>
        <p:spPr>
          <a:xfrm>
            <a:off x="4984213" y="1860566"/>
            <a:ext cx="1587050" cy="2569097"/>
          </a:xfrm>
          <a:prstGeom prst="rect">
            <a:avLst/>
          </a:prstGeom>
          <a:noFill/>
          <a:ln>
            <a:noFill/>
          </a:ln>
        </p:spPr>
      </p:pic>
      <p:pic>
        <p:nvPicPr>
          <p:cNvPr id="11607" name="Google Shape;11607;p1449" title="Screenshot 2025-12-02 at 11.06.32 PM.png"/>
          <p:cNvPicPr preferRelativeResize="0"/>
          <p:nvPr/>
        </p:nvPicPr>
        <p:blipFill rotWithShape="1">
          <a:blip r:embed="rId4">
            <a:alphaModFix/>
          </a:blip>
          <a:srcRect b="0" l="7868" r="0" t="59604"/>
          <a:stretch/>
        </p:blipFill>
        <p:spPr>
          <a:xfrm>
            <a:off x="6680450" y="2259070"/>
            <a:ext cx="1587025" cy="1782604"/>
          </a:xfrm>
          <a:prstGeom prst="rect">
            <a:avLst/>
          </a:prstGeom>
          <a:noFill/>
          <a:ln>
            <a:noFill/>
          </a:ln>
        </p:spPr>
      </p:pic>
      <p:pic>
        <p:nvPicPr>
          <p:cNvPr id="11608" name="Google Shape;11608;p1449" title="Screenshot 2025-12-02 at 10.51.30 PM.png"/>
          <p:cNvPicPr preferRelativeResize="0"/>
          <p:nvPr/>
        </p:nvPicPr>
        <p:blipFill rotWithShape="1">
          <a:blip r:embed="rId3">
            <a:alphaModFix/>
          </a:blip>
          <a:srcRect b="0" l="0" r="0" t="52577"/>
          <a:stretch/>
        </p:blipFill>
        <p:spPr>
          <a:xfrm>
            <a:off x="2638150" y="1995536"/>
            <a:ext cx="1587025" cy="2299190"/>
          </a:xfrm>
          <a:prstGeom prst="rect">
            <a:avLst/>
          </a:prstGeom>
          <a:noFill/>
          <a:ln>
            <a:noFill/>
          </a:ln>
        </p:spPr>
      </p:pic>
      <p:grpSp>
        <p:nvGrpSpPr>
          <p:cNvPr id="11609" name="Google Shape;11609;p1449"/>
          <p:cNvGrpSpPr/>
          <p:nvPr/>
        </p:nvGrpSpPr>
        <p:grpSpPr>
          <a:xfrm>
            <a:off x="8224092" y="4211065"/>
            <a:ext cx="653728" cy="932429"/>
            <a:chOff x="4284834" y="1572638"/>
            <a:chExt cx="371500" cy="529910"/>
          </a:xfrm>
        </p:grpSpPr>
        <p:sp>
          <p:nvSpPr>
            <p:cNvPr id="11610" name="Google Shape;11610;p1449"/>
            <p:cNvSpPr/>
            <p:nvPr/>
          </p:nvSpPr>
          <p:spPr>
            <a:xfrm>
              <a:off x="4421902" y="1637695"/>
              <a:ext cx="159926" cy="144522"/>
            </a:xfrm>
            <a:custGeom>
              <a:rect b="b" l="l" r="r" t="t"/>
              <a:pathLst>
                <a:path extrusionOk="0" h="6089" w="6738">
                  <a:moveTo>
                    <a:pt x="754" y="0"/>
                  </a:moveTo>
                  <a:cubicBezTo>
                    <a:pt x="607" y="188"/>
                    <a:pt x="440" y="398"/>
                    <a:pt x="293" y="607"/>
                  </a:cubicBezTo>
                  <a:cubicBezTo>
                    <a:pt x="210" y="732"/>
                    <a:pt x="105" y="879"/>
                    <a:pt x="0" y="1025"/>
                  </a:cubicBezTo>
                  <a:cubicBezTo>
                    <a:pt x="2469" y="2113"/>
                    <a:pt x="4917" y="3808"/>
                    <a:pt x="6194" y="6089"/>
                  </a:cubicBezTo>
                  <a:cubicBezTo>
                    <a:pt x="6236" y="6005"/>
                    <a:pt x="6277" y="5900"/>
                    <a:pt x="6319" y="5817"/>
                  </a:cubicBezTo>
                  <a:cubicBezTo>
                    <a:pt x="6340" y="5775"/>
                    <a:pt x="6340" y="5712"/>
                    <a:pt x="6361" y="5670"/>
                  </a:cubicBezTo>
                  <a:cubicBezTo>
                    <a:pt x="6382" y="5628"/>
                    <a:pt x="6403" y="5587"/>
                    <a:pt x="6403" y="5545"/>
                  </a:cubicBezTo>
                  <a:cubicBezTo>
                    <a:pt x="6424" y="5524"/>
                    <a:pt x="6424" y="5524"/>
                    <a:pt x="6424" y="5503"/>
                  </a:cubicBezTo>
                  <a:cubicBezTo>
                    <a:pt x="6424" y="5482"/>
                    <a:pt x="6445" y="5440"/>
                    <a:pt x="6466" y="5398"/>
                  </a:cubicBezTo>
                  <a:cubicBezTo>
                    <a:pt x="6466" y="5377"/>
                    <a:pt x="6466" y="5356"/>
                    <a:pt x="6466" y="5356"/>
                  </a:cubicBezTo>
                  <a:cubicBezTo>
                    <a:pt x="6487" y="5315"/>
                    <a:pt x="6487" y="5294"/>
                    <a:pt x="6508" y="5252"/>
                  </a:cubicBezTo>
                  <a:cubicBezTo>
                    <a:pt x="6508" y="5231"/>
                    <a:pt x="6508" y="5210"/>
                    <a:pt x="6528" y="5168"/>
                  </a:cubicBezTo>
                  <a:cubicBezTo>
                    <a:pt x="6528" y="5147"/>
                    <a:pt x="6528" y="5126"/>
                    <a:pt x="6549" y="5105"/>
                  </a:cubicBezTo>
                  <a:cubicBezTo>
                    <a:pt x="6549" y="5043"/>
                    <a:pt x="6570" y="5001"/>
                    <a:pt x="6570" y="4959"/>
                  </a:cubicBezTo>
                  <a:cubicBezTo>
                    <a:pt x="6591" y="4896"/>
                    <a:pt x="6591" y="4854"/>
                    <a:pt x="6612" y="4812"/>
                  </a:cubicBezTo>
                  <a:cubicBezTo>
                    <a:pt x="6612" y="4792"/>
                    <a:pt x="6612" y="4771"/>
                    <a:pt x="6612" y="4771"/>
                  </a:cubicBezTo>
                  <a:cubicBezTo>
                    <a:pt x="6633" y="4729"/>
                    <a:pt x="6633" y="4687"/>
                    <a:pt x="6633" y="4666"/>
                  </a:cubicBezTo>
                  <a:cubicBezTo>
                    <a:pt x="6633" y="4645"/>
                    <a:pt x="6654" y="4624"/>
                    <a:pt x="6654" y="4603"/>
                  </a:cubicBezTo>
                  <a:cubicBezTo>
                    <a:pt x="6654" y="4582"/>
                    <a:pt x="6654" y="4540"/>
                    <a:pt x="6675" y="4499"/>
                  </a:cubicBezTo>
                  <a:cubicBezTo>
                    <a:pt x="6675" y="4499"/>
                    <a:pt x="6675" y="4478"/>
                    <a:pt x="6675" y="4478"/>
                  </a:cubicBezTo>
                  <a:cubicBezTo>
                    <a:pt x="6675" y="4415"/>
                    <a:pt x="6696" y="4373"/>
                    <a:pt x="6696" y="4331"/>
                  </a:cubicBezTo>
                  <a:cubicBezTo>
                    <a:pt x="6696" y="4310"/>
                    <a:pt x="6696" y="4310"/>
                    <a:pt x="6696" y="4289"/>
                  </a:cubicBezTo>
                  <a:cubicBezTo>
                    <a:pt x="6696" y="4248"/>
                    <a:pt x="6696" y="4227"/>
                    <a:pt x="6717" y="4185"/>
                  </a:cubicBezTo>
                  <a:cubicBezTo>
                    <a:pt x="6717" y="4164"/>
                    <a:pt x="6717" y="4143"/>
                    <a:pt x="6717" y="4143"/>
                  </a:cubicBezTo>
                  <a:cubicBezTo>
                    <a:pt x="6717" y="4101"/>
                    <a:pt x="6717" y="4059"/>
                    <a:pt x="6717" y="4038"/>
                  </a:cubicBezTo>
                  <a:cubicBezTo>
                    <a:pt x="6717" y="4017"/>
                    <a:pt x="6717" y="3996"/>
                    <a:pt x="6717" y="3996"/>
                  </a:cubicBezTo>
                  <a:cubicBezTo>
                    <a:pt x="6738" y="3955"/>
                    <a:pt x="6738" y="3913"/>
                    <a:pt x="6738" y="3871"/>
                  </a:cubicBezTo>
                  <a:cubicBezTo>
                    <a:pt x="6738" y="3871"/>
                    <a:pt x="6738" y="3850"/>
                    <a:pt x="6738" y="3850"/>
                  </a:cubicBezTo>
                  <a:cubicBezTo>
                    <a:pt x="6738" y="3787"/>
                    <a:pt x="6738" y="3745"/>
                    <a:pt x="6738" y="3704"/>
                  </a:cubicBezTo>
                  <a:cubicBezTo>
                    <a:pt x="6738" y="3683"/>
                    <a:pt x="6738" y="3683"/>
                    <a:pt x="6738" y="3662"/>
                  </a:cubicBezTo>
                  <a:cubicBezTo>
                    <a:pt x="6738" y="3620"/>
                    <a:pt x="6738" y="3599"/>
                    <a:pt x="6738" y="3557"/>
                  </a:cubicBezTo>
                  <a:cubicBezTo>
                    <a:pt x="6738" y="3536"/>
                    <a:pt x="6738" y="3536"/>
                    <a:pt x="6738" y="3515"/>
                  </a:cubicBezTo>
                  <a:cubicBezTo>
                    <a:pt x="6738" y="3473"/>
                    <a:pt x="6738" y="3452"/>
                    <a:pt x="6738" y="3411"/>
                  </a:cubicBezTo>
                  <a:cubicBezTo>
                    <a:pt x="6738" y="3411"/>
                    <a:pt x="6738" y="3390"/>
                    <a:pt x="6738" y="3369"/>
                  </a:cubicBezTo>
                  <a:cubicBezTo>
                    <a:pt x="6738" y="3327"/>
                    <a:pt x="6738" y="3285"/>
                    <a:pt x="6738" y="3264"/>
                  </a:cubicBezTo>
                  <a:cubicBezTo>
                    <a:pt x="6738" y="3243"/>
                    <a:pt x="6738" y="3222"/>
                    <a:pt x="6738" y="3201"/>
                  </a:cubicBezTo>
                  <a:cubicBezTo>
                    <a:pt x="6738" y="3160"/>
                    <a:pt x="6738" y="3118"/>
                    <a:pt x="6738" y="3097"/>
                  </a:cubicBezTo>
                  <a:cubicBezTo>
                    <a:pt x="6717" y="3076"/>
                    <a:pt x="6717" y="3055"/>
                    <a:pt x="6717" y="3034"/>
                  </a:cubicBezTo>
                  <a:cubicBezTo>
                    <a:pt x="6717" y="3013"/>
                    <a:pt x="6717" y="2971"/>
                    <a:pt x="6717" y="2950"/>
                  </a:cubicBezTo>
                  <a:cubicBezTo>
                    <a:pt x="6717" y="2929"/>
                    <a:pt x="6717" y="2908"/>
                    <a:pt x="6717" y="2887"/>
                  </a:cubicBezTo>
                  <a:cubicBezTo>
                    <a:pt x="6717" y="2867"/>
                    <a:pt x="6696" y="2846"/>
                    <a:pt x="6696" y="2825"/>
                  </a:cubicBezTo>
                  <a:cubicBezTo>
                    <a:pt x="6696" y="2804"/>
                    <a:pt x="6696" y="2783"/>
                    <a:pt x="6696" y="2762"/>
                  </a:cubicBezTo>
                  <a:cubicBezTo>
                    <a:pt x="6696" y="2720"/>
                    <a:pt x="6696" y="2678"/>
                    <a:pt x="6675" y="2636"/>
                  </a:cubicBezTo>
                  <a:cubicBezTo>
                    <a:pt x="6675" y="2615"/>
                    <a:pt x="6675" y="2595"/>
                    <a:pt x="6675" y="2553"/>
                  </a:cubicBezTo>
                  <a:cubicBezTo>
                    <a:pt x="6675" y="2532"/>
                    <a:pt x="6654" y="2511"/>
                    <a:pt x="6654" y="2490"/>
                  </a:cubicBezTo>
                  <a:cubicBezTo>
                    <a:pt x="6654" y="2469"/>
                    <a:pt x="6654" y="2448"/>
                    <a:pt x="6654" y="2427"/>
                  </a:cubicBezTo>
                  <a:cubicBezTo>
                    <a:pt x="6633" y="2406"/>
                    <a:pt x="6633" y="2385"/>
                    <a:pt x="6633" y="2364"/>
                  </a:cubicBezTo>
                  <a:cubicBezTo>
                    <a:pt x="6633" y="2343"/>
                    <a:pt x="6633" y="2302"/>
                    <a:pt x="6612" y="2281"/>
                  </a:cubicBezTo>
                  <a:cubicBezTo>
                    <a:pt x="6612" y="2260"/>
                    <a:pt x="6612" y="2239"/>
                    <a:pt x="6612" y="2239"/>
                  </a:cubicBezTo>
                  <a:cubicBezTo>
                    <a:pt x="6591" y="2176"/>
                    <a:pt x="6591" y="2134"/>
                    <a:pt x="6570" y="2071"/>
                  </a:cubicBezTo>
                  <a:cubicBezTo>
                    <a:pt x="6570" y="2071"/>
                    <a:pt x="6570" y="2051"/>
                    <a:pt x="6570" y="2030"/>
                  </a:cubicBezTo>
                  <a:cubicBezTo>
                    <a:pt x="6549" y="2009"/>
                    <a:pt x="6549" y="1988"/>
                    <a:pt x="6549" y="1967"/>
                  </a:cubicBezTo>
                  <a:cubicBezTo>
                    <a:pt x="6528" y="1946"/>
                    <a:pt x="6528" y="1925"/>
                    <a:pt x="6528" y="1904"/>
                  </a:cubicBezTo>
                  <a:cubicBezTo>
                    <a:pt x="6528" y="1883"/>
                    <a:pt x="6508" y="1862"/>
                    <a:pt x="6508" y="1841"/>
                  </a:cubicBezTo>
                  <a:cubicBezTo>
                    <a:pt x="6508" y="1820"/>
                    <a:pt x="6508" y="1799"/>
                    <a:pt x="6487" y="1779"/>
                  </a:cubicBezTo>
                  <a:cubicBezTo>
                    <a:pt x="6487" y="1758"/>
                    <a:pt x="6487" y="1737"/>
                    <a:pt x="6466" y="1695"/>
                  </a:cubicBezTo>
                  <a:cubicBezTo>
                    <a:pt x="6466" y="1695"/>
                    <a:pt x="6466" y="1674"/>
                    <a:pt x="6466" y="1674"/>
                  </a:cubicBezTo>
                  <a:cubicBezTo>
                    <a:pt x="6445" y="1611"/>
                    <a:pt x="6424" y="1548"/>
                    <a:pt x="6403" y="1507"/>
                  </a:cubicBezTo>
                  <a:cubicBezTo>
                    <a:pt x="6403" y="1486"/>
                    <a:pt x="6403" y="1486"/>
                    <a:pt x="6403" y="1465"/>
                  </a:cubicBezTo>
                  <a:cubicBezTo>
                    <a:pt x="6382" y="1444"/>
                    <a:pt x="6382" y="1423"/>
                    <a:pt x="6361" y="1381"/>
                  </a:cubicBezTo>
                  <a:cubicBezTo>
                    <a:pt x="6361" y="1381"/>
                    <a:pt x="6361" y="1360"/>
                    <a:pt x="6340" y="1339"/>
                  </a:cubicBezTo>
                  <a:cubicBezTo>
                    <a:pt x="6340" y="1318"/>
                    <a:pt x="6319" y="1297"/>
                    <a:pt x="6319" y="1255"/>
                  </a:cubicBezTo>
                  <a:cubicBezTo>
                    <a:pt x="6319" y="1255"/>
                    <a:pt x="6298" y="1235"/>
                    <a:pt x="6298" y="1214"/>
                  </a:cubicBezTo>
                  <a:cubicBezTo>
                    <a:pt x="6298" y="1193"/>
                    <a:pt x="6277" y="1172"/>
                    <a:pt x="6277" y="1130"/>
                  </a:cubicBezTo>
                  <a:cubicBezTo>
                    <a:pt x="5650" y="900"/>
                    <a:pt x="4938" y="837"/>
                    <a:pt x="4143" y="753"/>
                  </a:cubicBezTo>
                  <a:cubicBezTo>
                    <a:pt x="3097" y="649"/>
                    <a:pt x="1925" y="544"/>
                    <a:pt x="754" y="0"/>
                  </a:cubicBezTo>
                  <a:close/>
                </a:path>
              </a:pathLst>
            </a:custGeom>
            <a:solidFill>
              <a:srgbClr val="E95E24"/>
            </a:solidFill>
            <a:ln>
              <a:noFill/>
            </a:ln>
          </p:spPr>
          <p:txBody>
            <a:bodyPr anchorCtr="0" anchor="ctr" bIns="167150" lIns="167150" spcFirstLastPara="1" rIns="167150" wrap="square" tIns="167150">
              <a:noAutofit/>
            </a:bodyPr>
            <a:lstStyle/>
            <a:p>
              <a:pPr indent="0" lvl="0" marL="0" rtl="0" algn="l">
                <a:spcBef>
                  <a:spcPts val="0"/>
                </a:spcBef>
                <a:spcAft>
                  <a:spcPts val="0"/>
                </a:spcAft>
                <a:buNone/>
              </a:pPr>
              <a:r>
                <a:t/>
              </a:r>
              <a:endParaRPr/>
            </a:p>
          </p:txBody>
        </p:sp>
        <p:sp>
          <p:nvSpPr>
            <p:cNvPr id="11611" name="Google Shape;11611;p1449"/>
            <p:cNvSpPr/>
            <p:nvPr/>
          </p:nvSpPr>
          <p:spPr>
            <a:xfrm>
              <a:off x="4286330" y="1694634"/>
              <a:ext cx="103318" cy="149174"/>
            </a:xfrm>
            <a:custGeom>
              <a:rect b="b" l="l" r="r" t="t"/>
              <a:pathLst>
                <a:path extrusionOk="0" h="6285" w="4353">
                  <a:moveTo>
                    <a:pt x="3369" y="1"/>
                  </a:moveTo>
                  <a:cubicBezTo>
                    <a:pt x="2648" y="1"/>
                    <a:pt x="1969" y="305"/>
                    <a:pt x="1360" y="740"/>
                  </a:cubicBezTo>
                  <a:cubicBezTo>
                    <a:pt x="837" y="1116"/>
                    <a:pt x="377" y="1577"/>
                    <a:pt x="0" y="2016"/>
                  </a:cubicBezTo>
                  <a:cubicBezTo>
                    <a:pt x="42" y="2330"/>
                    <a:pt x="105" y="2665"/>
                    <a:pt x="209" y="2957"/>
                  </a:cubicBezTo>
                  <a:cubicBezTo>
                    <a:pt x="209" y="2957"/>
                    <a:pt x="209" y="2978"/>
                    <a:pt x="209" y="2978"/>
                  </a:cubicBezTo>
                  <a:cubicBezTo>
                    <a:pt x="230" y="3020"/>
                    <a:pt x="230" y="3062"/>
                    <a:pt x="251" y="3104"/>
                  </a:cubicBezTo>
                  <a:cubicBezTo>
                    <a:pt x="251" y="3125"/>
                    <a:pt x="251" y="3125"/>
                    <a:pt x="251" y="3125"/>
                  </a:cubicBezTo>
                  <a:cubicBezTo>
                    <a:pt x="272" y="3167"/>
                    <a:pt x="293" y="3209"/>
                    <a:pt x="314" y="3250"/>
                  </a:cubicBezTo>
                  <a:cubicBezTo>
                    <a:pt x="314" y="3271"/>
                    <a:pt x="314" y="3271"/>
                    <a:pt x="314" y="3292"/>
                  </a:cubicBezTo>
                  <a:cubicBezTo>
                    <a:pt x="335" y="3334"/>
                    <a:pt x="335" y="3376"/>
                    <a:pt x="356" y="3397"/>
                  </a:cubicBezTo>
                  <a:cubicBezTo>
                    <a:pt x="356" y="3418"/>
                    <a:pt x="377" y="3418"/>
                    <a:pt x="377" y="3439"/>
                  </a:cubicBezTo>
                  <a:cubicBezTo>
                    <a:pt x="398" y="3481"/>
                    <a:pt x="398" y="3522"/>
                    <a:pt x="419" y="3543"/>
                  </a:cubicBezTo>
                  <a:cubicBezTo>
                    <a:pt x="419" y="3564"/>
                    <a:pt x="419" y="3585"/>
                    <a:pt x="440" y="3585"/>
                  </a:cubicBezTo>
                  <a:cubicBezTo>
                    <a:pt x="440" y="3627"/>
                    <a:pt x="460" y="3669"/>
                    <a:pt x="481" y="3690"/>
                  </a:cubicBezTo>
                  <a:cubicBezTo>
                    <a:pt x="481" y="3711"/>
                    <a:pt x="502" y="3711"/>
                    <a:pt x="502" y="3732"/>
                  </a:cubicBezTo>
                  <a:cubicBezTo>
                    <a:pt x="523" y="3774"/>
                    <a:pt x="523" y="3815"/>
                    <a:pt x="544" y="3836"/>
                  </a:cubicBezTo>
                  <a:cubicBezTo>
                    <a:pt x="544" y="3857"/>
                    <a:pt x="565" y="3857"/>
                    <a:pt x="565" y="3878"/>
                  </a:cubicBezTo>
                  <a:cubicBezTo>
                    <a:pt x="586" y="3920"/>
                    <a:pt x="607" y="3941"/>
                    <a:pt x="628" y="3983"/>
                  </a:cubicBezTo>
                  <a:cubicBezTo>
                    <a:pt x="628" y="4004"/>
                    <a:pt x="628" y="4004"/>
                    <a:pt x="628" y="4004"/>
                  </a:cubicBezTo>
                  <a:cubicBezTo>
                    <a:pt x="649" y="4046"/>
                    <a:pt x="670" y="4087"/>
                    <a:pt x="691" y="4129"/>
                  </a:cubicBezTo>
                  <a:cubicBezTo>
                    <a:pt x="691" y="4129"/>
                    <a:pt x="712" y="4150"/>
                    <a:pt x="712" y="4150"/>
                  </a:cubicBezTo>
                  <a:cubicBezTo>
                    <a:pt x="733" y="4192"/>
                    <a:pt x="753" y="4234"/>
                    <a:pt x="774" y="4276"/>
                  </a:cubicBezTo>
                  <a:cubicBezTo>
                    <a:pt x="774" y="4276"/>
                    <a:pt x="774" y="4276"/>
                    <a:pt x="795" y="4297"/>
                  </a:cubicBezTo>
                  <a:cubicBezTo>
                    <a:pt x="816" y="4338"/>
                    <a:pt x="837" y="4380"/>
                    <a:pt x="858" y="4422"/>
                  </a:cubicBezTo>
                  <a:cubicBezTo>
                    <a:pt x="984" y="4610"/>
                    <a:pt x="1109" y="4778"/>
                    <a:pt x="1235" y="4945"/>
                  </a:cubicBezTo>
                  <a:cubicBezTo>
                    <a:pt x="1235" y="4945"/>
                    <a:pt x="1235" y="4945"/>
                    <a:pt x="1235" y="4966"/>
                  </a:cubicBezTo>
                  <a:cubicBezTo>
                    <a:pt x="1277" y="4987"/>
                    <a:pt x="1297" y="5029"/>
                    <a:pt x="1318" y="5071"/>
                  </a:cubicBezTo>
                  <a:cubicBezTo>
                    <a:pt x="1339" y="5071"/>
                    <a:pt x="1339" y="5092"/>
                    <a:pt x="1339" y="5092"/>
                  </a:cubicBezTo>
                  <a:cubicBezTo>
                    <a:pt x="1381" y="5134"/>
                    <a:pt x="1402" y="5154"/>
                    <a:pt x="1423" y="5196"/>
                  </a:cubicBezTo>
                  <a:cubicBezTo>
                    <a:pt x="1444" y="5196"/>
                    <a:pt x="1444" y="5217"/>
                    <a:pt x="1444" y="5217"/>
                  </a:cubicBezTo>
                  <a:cubicBezTo>
                    <a:pt x="1486" y="5238"/>
                    <a:pt x="1507" y="5280"/>
                    <a:pt x="1528" y="5301"/>
                  </a:cubicBezTo>
                  <a:cubicBezTo>
                    <a:pt x="1528" y="5322"/>
                    <a:pt x="1549" y="5322"/>
                    <a:pt x="1549" y="5343"/>
                  </a:cubicBezTo>
                  <a:cubicBezTo>
                    <a:pt x="1590" y="5364"/>
                    <a:pt x="1611" y="5385"/>
                    <a:pt x="1632" y="5426"/>
                  </a:cubicBezTo>
                  <a:cubicBezTo>
                    <a:pt x="1653" y="5426"/>
                    <a:pt x="1653" y="5447"/>
                    <a:pt x="1674" y="5447"/>
                  </a:cubicBezTo>
                  <a:cubicBezTo>
                    <a:pt x="1695" y="5489"/>
                    <a:pt x="1716" y="5510"/>
                    <a:pt x="1737" y="5531"/>
                  </a:cubicBezTo>
                  <a:cubicBezTo>
                    <a:pt x="1758" y="5552"/>
                    <a:pt x="1758" y="5552"/>
                    <a:pt x="1779" y="5573"/>
                  </a:cubicBezTo>
                  <a:cubicBezTo>
                    <a:pt x="1800" y="5594"/>
                    <a:pt x="1821" y="5615"/>
                    <a:pt x="1862" y="5636"/>
                  </a:cubicBezTo>
                  <a:cubicBezTo>
                    <a:pt x="1862" y="5657"/>
                    <a:pt x="1883" y="5678"/>
                    <a:pt x="1883" y="5678"/>
                  </a:cubicBezTo>
                  <a:cubicBezTo>
                    <a:pt x="1925" y="5698"/>
                    <a:pt x="1946" y="5719"/>
                    <a:pt x="1967" y="5761"/>
                  </a:cubicBezTo>
                  <a:cubicBezTo>
                    <a:pt x="1988" y="5761"/>
                    <a:pt x="1988" y="5782"/>
                    <a:pt x="2009" y="5782"/>
                  </a:cubicBezTo>
                  <a:cubicBezTo>
                    <a:pt x="2030" y="5803"/>
                    <a:pt x="2051" y="5845"/>
                    <a:pt x="2093" y="5866"/>
                  </a:cubicBezTo>
                  <a:cubicBezTo>
                    <a:pt x="2093" y="5866"/>
                    <a:pt x="2113" y="5887"/>
                    <a:pt x="2134" y="5887"/>
                  </a:cubicBezTo>
                  <a:cubicBezTo>
                    <a:pt x="2155" y="5908"/>
                    <a:pt x="2176" y="5950"/>
                    <a:pt x="2218" y="5970"/>
                  </a:cubicBezTo>
                  <a:cubicBezTo>
                    <a:pt x="2218" y="5970"/>
                    <a:pt x="2239" y="5991"/>
                    <a:pt x="2239" y="5991"/>
                  </a:cubicBezTo>
                  <a:cubicBezTo>
                    <a:pt x="2281" y="6012"/>
                    <a:pt x="2302" y="6033"/>
                    <a:pt x="2344" y="6054"/>
                  </a:cubicBezTo>
                  <a:cubicBezTo>
                    <a:pt x="2344" y="6075"/>
                    <a:pt x="2365" y="6075"/>
                    <a:pt x="2365" y="6096"/>
                  </a:cubicBezTo>
                  <a:cubicBezTo>
                    <a:pt x="2406" y="6117"/>
                    <a:pt x="2427" y="6138"/>
                    <a:pt x="2469" y="6159"/>
                  </a:cubicBezTo>
                  <a:cubicBezTo>
                    <a:pt x="2469" y="6180"/>
                    <a:pt x="2490" y="6180"/>
                    <a:pt x="2490" y="6180"/>
                  </a:cubicBezTo>
                  <a:cubicBezTo>
                    <a:pt x="2532" y="6222"/>
                    <a:pt x="2574" y="6242"/>
                    <a:pt x="2616" y="6263"/>
                  </a:cubicBezTo>
                  <a:cubicBezTo>
                    <a:pt x="2616" y="6263"/>
                    <a:pt x="2616" y="6284"/>
                    <a:pt x="2616" y="6284"/>
                  </a:cubicBezTo>
                  <a:cubicBezTo>
                    <a:pt x="2616" y="5866"/>
                    <a:pt x="2637" y="5447"/>
                    <a:pt x="2699" y="5029"/>
                  </a:cubicBezTo>
                  <a:cubicBezTo>
                    <a:pt x="2909" y="3376"/>
                    <a:pt x="3536" y="1702"/>
                    <a:pt x="4352" y="196"/>
                  </a:cubicBezTo>
                  <a:cubicBezTo>
                    <a:pt x="4018" y="60"/>
                    <a:pt x="3689" y="1"/>
                    <a:pt x="3369" y="1"/>
                  </a:cubicBezTo>
                  <a:close/>
                </a:path>
              </a:pathLst>
            </a:custGeom>
            <a:solidFill>
              <a:srgbClr val="E95E24"/>
            </a:solidFill>
            <a:ln>
              <a:noFill/>
            </a:ln>
          </p:spPr>
          <p:txBody>
            <a:bodyPr anchorCtr="0" anchor="ctr" bIns="167150" lIns="167150" spcFirstLastPara="1" rIns="167150" wrap="square" tIns="167150">
              <a:noAutofit/>
            </a:bodyPr>
            <a:lstStyle/>
            <a:p>
              <a:pPr indent="0" lvl="0" marL="0" rtl="0" algn="l">
                <a:spcBef>
                  <a:spcPts val="0"/>
                </a:spcBef>
                <a:spcAft>
                  <a:spcPts val="0"/>
                </a:spcAft>
                <a:buNone/>
              </a:pPr>
              <a:r>
                <a:t/>
              </a:r>
              <a:endParaRPr/>
            </a:p>
          </p:txBody>
        </p:sp>
        <p:sp>
          <p:nvSpPr>
            <p:cNvPr id="11612" name="Google Shape;11612;p1449"/>
            <p:cNvSpPr/>
            <p:nvPr/>
          </p:nvSpPr>
          <p:spPr>
            <a:xfrm>
              <a:off x="4401039" y="1668977"/>
              <a:ext cx="163415" cy="194698"/>
            </a:xfrm>
            <a:custGeom>
              <a:rect b="b" l="l" r="r" t="t"/>
              <a:pathLst>
                <a:path extrusionOk="0" h="8203" w="6885">
                  <a:moveTo>
                    <a:pt x="691" y="0"/>
                  </a:moveTo>
                  <a:cubicBezTo>
                    <a:pt x="440" y="356"/>
                    <a:pt x="231" y="733"/>
                    <a:pt x="1" y="1109"/>
                  </a:cubicBezTo>
                  <a:cubicBezTo>
                    <a:pt x="1779" y="2114"/>
                    <a:pt x="2574" y="5503"/>
                    <a:pt x="3139" y="7909"/>
                  </a:cubicBezTo>
                  <a:cubicBezTo>
                    <a:pt x="3160" y="8014"/>
                    <a:pt x="3181" y="8098"/>
                    <a:pt x="3202" y="8202"/>
                  </a:cubicBezTo>
                  <a:cubicBezTo>
                    <a:pt x="3495" y="8098"/>
                    <a:pt x="3788" y="7993"/>
                    <a:pt x="4060" y="7868"/>
                  </a:cubicBezTo>
                  <a:cubicBezTo>
                    <a:pt x="4102" y="7847"/>
                    <a:pt x="4143" y="7826"/>
                    <a:pt x="4206" y="7784"/>
                  </a:cubicBezTo>
                  <a:cubicBezTo>
                    <a:pt x="4248" y="7763"/>
                    <a:pt x="4290" y="7742"/>
                    <a:pt x="4332" y="7721"/>
                  </a:cubicBezTo>
                  <a:cubicBezTo>
                    <a:pt x="4374" y="7700"/>
                    <a:pt x="4415" y="7679"/>
                    <a:pt x="4457" y="7658"/>
                  </a:cubicBezTo>
                  <a:cubicBezTo>
                    <a:pt x="4499" y="7616"/>
                    <a:pt x="4541" y="7595"/>
                    <a:pt x="4604" y="7575"/>
                  </a:cubicBezTo>
                  <a:cubicBezTo>
                    <a:pt x="4646" y="7554"/>
                    <a:pt x="4687" y="7512"/>
                    <a:pt x="4729" y="7491"/>
                  </a:cubicBezTo>
                  <a:cubicBezTo>
                    <a:pt x="4771" y="7470"/>
                    <a:pt x="4813" y="7428"/>
                    <a:pt x="4855" y="7407"/>
                  </a:cubicBezTo>
                  <a:cubicBezTo>
                    <a:pt x="4897" y="7386"/>
                    <a:pt x="4939" y="7344"/>
                    <a:pt x="4980" y="7323"/>
                  </a:cubicBezTo>
                  <a:cubicBezTo>
                    <a:pt x="5022" y="7303"/>
                    <a:pt x="5064" y="7261"/>
                    <a:pt x="5085" y="7240"/>
                  </a:cubicBezTo>
                  <a:lnTo>
                    <a:pt x="5106" y="7240"/>
                  </a:lnTo>
                  <a:cubicBezTo>
                    <a:pt x="5148" y="7198"/>
                    <a:pt x="5169" y="7177"/>
                    <a:pt x="5211" y="7135"/>
                  </a:cubicBezTo>
                  <a:cubicBezTo>
                    <a:pt x="5252" y="7114"/>
                    <a:pt x="5294" y="7072"/>
                    <a:pt x="5336" y="7051"/>
                  </a:cubicBezTo>
                  <a:cubicBezTo>
                    <a:pt x="5378" y="7010"/>
                    <a:pt x="5420" y="6989"/>
                    <a:pt x="5441" y="6947"/>
                  </a:cubicBezTo>
                  <a:lnTo>
                    <a:pt x="5462" y="6947"/>
                  </a:lnTo>
                  <a:cubicBezTo>
                    <a:pt x="5483" y="6926"/>
                    <a:pt x="5524" y="6884"/>
                    <a:pt x="5566" y="6842"/>
                  </a:cubicBezTo>
                  <a:cubicBezTo>
                    <a:pt x="5608" y="6821"/>
                    <a:pt x="5650" y="6779"/>
                    <a:pt x="5671" y="6738"/>
                  </a:cubicBezTo>
                  <a:cubicBezTo>
                    <a:pt x="5713" y="6717"/>
                    <a:pt x="5755" y="6675"/>
                    <a:pt x="5775" y="6633"/>
                  </a:cubicBezTo>
                  <a:lnTo>
                    <a:pt x="5796" y="6633"/>
                  </a:lnTo>
                  <a:cubicBezTo>
                    <a:pt x="5817" y="6612"/>
                    <a:pt x="5859" y="6570"/>
                    <a:pt x="5901" y="6528"/>
                  </a:cubicBezTo>
                  <a:cubicBezTo>
                    <a:pt x="5922" y="6487"/>
                    <a:pt x="5964" y="6466"/>
                    <a:pt x="6006" y="6424"/>
                  </a:cubicBezTo>
                  <a:cubicBezTo>
                    <a:pt x="6027" y="6382"/>
                    <a:pt x="6068" y="6340"/>
                    <a:pt x="6089" y="6298"/>
                  </a:cubicBezTo>
                  <a:lnTo>
                    <a:pt x="6110" y="6298"/>
                  </a:lnTo>
                  <a:cubicBezTo>
                    <a:pt x="6131" y="6256"/>
                    <a:pt x="6173" y="6235"/>
                    <a:pt x="6194" y="6194"/>
                  </a:cubicBezTo>
                  <a:cubicBezTo>
                    <a:pt x="6236" y="6152"/>
                    <a:pt x="6257" y="6110"/>
                    <a:pt x="6299" y="6068"/>
                  </a:cubicBezTo>
                  <a:cubicBezTo>
                    <a:pt x="6319" y="6026"/>
                    <a:pt x="6361" y="5984"/>
                    <a:pt x="6382" y="5943"/>
                  </a:cubicBezTo>
                  <a:cubicBezTo>
                    <a:pt x="6424" y="5901"/>
                    <a:pt x="6445" y="5859"/>
                    <a:pt x="6487" y="5817"/>
                  </a:cubicBezTo>
                  <a:cubicBezTo>
                    <a:pt x="6508" y="5775"/>
                    <a:pt x="6529" y="5733"/>
                    <a:pt x="6571" y="5691"/>
                  </a:cubicBezTo>
                  <a:cubicBezTo>
                    <a:pt x="6675" y="5524"/>
                    <a:pt x="6780" y="5336"/>
                    <a:pt x="6884" y="5168"/>
                  </a:cubicBezTo>
                  <a:cubicBezTo>
                    <a:pt x="5671" y="2846"/>
                    <a:pt x="3223" y="1130"/>
                    <a:pt x="733" y="21"/>
                  </a:cubicBezTo>
                  <a:cubicBezTo>
                    <a:pt x="712" y="0"/>
                    <a:pt x="691" y="0"/>
                    <a:pt x="691" y="0"/>
                  </a:cubicBezTo>
                  <a:close/>
                </a:path>
              </a:pathLst>
            </a:custGeom>
            <a:solidFill>
              <a:srgbClr val="E95E24"/>
            </a:solidFill>
            <a:ln>
              <a:noFill/>
            </a:ln>
          </p:spPr>
          <p:txBody>
            <a:bodyPr anchorCtr="0" anchor="ctr" bIns="167150" lIns="167150" spcFirstLastPara="1" rIns="167150" wrap="square" tIns="167150">
              <a:noAutofit/>
            </a:bodyPr>
            <a:lstStyle/>
            <a:p>
              <a:pPr indent="0" lvl="0" marL="0" rtl="0" algn="l">
                <a:spcBef>
                  <a:spcPts val="0"/>
                </a:spcBef>
                <a:spcAft>
                  <a:spcPts val="0"/>
                </a:spcAft>
                <a:buNone/>
              </a:pPr>
              <a:r>
                <a:t/>
              </a:r>
              <a:endParaRPr/>
            </a:p>
          </p:txBody>
        </p:sp>
        <p:sp>
          <p:nvSpPr>
            <p:cNvPr id="11613" name="Google Shape;11613;p1449"/>
            <p:cNvSpPr/>
            <p:nvPr/>
          </p:nvSpPr>
          <p:spPr>
            <a:xfrm>
              <a:off x="4356845" y="1702752"/>
              <a:ext cx="112267" cy="167379"/>
            </a:xfrm>
            <a:custGeom>
              <a:rect b="b" l="l" r="r" t="t"/>
              <a:pathLst>
                <a:path extrusionOk="0" h="7052" w="4730">
                  <a:moveTo>
                    <a:pt x="1695" y="0"/>
                  </a:moveTo>
                  <a:cubicBezTo>
                    <a:pt x="900" y="1486"/>
                    <a:pt x="272" y="3118"/>
                    <a:pt x="84" y="4729"/>
                  </a:cubicBezTo>
                  <a:cubicBezTo>
                    <a:pt x="21" y="5210"/>
                    <a:pt x="0" y="5691"/>
                    <a:pt x="21" y="6172"/>
                  </a:cubicBezTo>
                  <a:cubicBezTo>
                    <a:pt x="42" y="6193"/>
                    <a:pt x="84" y="6214"/>
                    <a:pt x="105" y="6214"/>
                  </a:cubicBezTo>
                  <a:cubicBezTo>
                    <a:pt x="105" y="6235"/>
                    <a:pt x="126" y="6235"/>
                    <a:pt x="126" y="6235"/>
                  </a:cubicBezTo>
                  <a:cubicBezTo>
                    <a:pt x="168" y="6256"/>
                    <a:pt x="189" y="6277"/>
                    <a:pt x="210" y="6277"/>
                  </a:cubicBezTo>
                  <a:cubicBezTo>
                    <a:pt x="230" y="6277"/>
                    <a:pt x="230" y="6298"/>
                    <a:pt x="230" y="6298"/>
                  </a:cubicBezTo>
                  <a:cubicBezTo>
                    <a:pt x="293" y="6319"/>
                    <a:pt x="356" y="6361"/>
                    <a:pt x="419" y="6403"/>
                  </a:cubicBezTo>
                  <a:lnTo>
                    <a:pt x="440" y="6403"/>
                  </a:lnTo>
                  <a:cubicBezTo>
                    <a:pt x="461" y="6403"/>
                    <a:pt x="482" y="6424"/>
                    <a:pt x="523" y="6445"/>
                  </a:cubicBezTo>
                  <a:cubicBezTo>
                    <a:pt x="523" y="6445"/>
                    <a:pt x="544" y="6445"/>
                    <a:pt x="565" y="6465"/>
                  </a:cubicBezTo>
                  <a:cubicBezTo>
                    <a:pt x="586" y="6465"/>
                    <a:pt x="607" y="6486"/>
                    <a:pt x="628" y="6486"/>
                  </a:cubicBezTo>
                  <a:cubicBezTo>
                    <a:pt x="649" y="6507"/>
                    <a:pt x="670" y="6507"/>
                    <a:pt x="691" y="6507"/>
                  </a:cubicBezTo>
                  <a:cubicBezTo>
                    <a:pt x="712" y="6528"/>
                    <a:pt x="754" y="6549"/>
                    <a:pt x="795" y="6549"/>
                  </a:cubicBezTo>
                  <a:cubicBezTo>
                    <a:pt x="816" y="6570"/>
                    <a:pt x="837" y="6591"/>
                    <a:pt x="879" y="6591"/>
                  </a:cubicBezTo>
                  <a:cubicBezTo>
                    <a:pt x="900" y="6612"/>
                    <a:pt x="921" y="6612"/>
                    <a:pt x="942" y="6612"/>
                  </a:cubicBezTo>
                  <a:cubicBezTo>
                    <a:pt x="963" y="6633"/>
                    <a:pt x="984" y="6633"/>
                    <a:pt x="1005" y="6654"/>
                  </a:cubicBezTo>
                  <a:cubicBezTo>
                    <a:pt x="1026" y="6654"/>
                    <a:pt x="1047" y="6654"/>
                    <a:pt x="1067" y="6675"/>
                  </a:cubicBezTo>
                  <a:cubicBezTo>
                    <a:pt x="1088" y="6675"/>
                    <a:pt x="1109" y="6696"/>
                    <a:pt x="1151" y="6696"/>
                  </a:cubicBezTo>
                  <a:cubicBezTo>
                    <a:pt x="1172" y="6696"/>
                    <a:pt x="1172" y="6717"/>
                    <a:pt x="1193" y="6717"/>
                  </a:cubicBezTo>
                  <a:cubicBezTo>
                    <a:pt x="1235" y="6737"/>
                    <a:pt x="1277" y="6737"/>
                    <a:pt x="1339" y="6758"/>
                  </a:cubicBezTo>
                  <a:lnTo>
                    <a:pt x="1360" y="6758"/>
                  </a:lnTo>
                  <a:cubicBezTo>
                    <a:pt x="1402" y="6779"/>
                    <a:pt x="1423" y="6779"/>
                    <a:pt x="1465" y="6800"/>
                  </a:cubicBezTo>
                  <a:cubicBezTo>
                    <a:pt x="1486" y="6800"/>
                    <a:pt x="1507" y="6800"/>
                    <a:pt x="1507" y="6821"/>
                  </a:cubicBezTo>
                  <a:cubicBezTo>
                    <a:pt x="1549" y="6821"/>
                    <a:pt x="1591" y="6842"/>
                    <a:pt x="1611" y="6842"/>
                  </a:cubicBezTo>
                  <a:lnTo>
                    <a:pt x="1653" y="6842"/>
                  </a:lnTo>
                  <a:cubicBezTo>
                    <a:pt x="1716" y="6863"/>
                    <a:pt x="1758" y="6884"/>
                    <a:pt x="1800" y="6884"/>
                  </a:cubicBezTo>
                  <a:cubicBezTo>
                    <a:pt x="1863" y="6905"/>
                    <a:pt x="1925" y="6905"/>
                    <a:pt x="1967" y="6926"/>
                  </a:cubicBezTo>
                  <a:lnTo>
                    <a:pt x="2030" y="6926"/>
                  </a:lnTo>
                  <a:cubicBezTo>
                    <a:pt x="2072" y="6947"/>
                    <a:pt x="2114" y="6947"/>
                    <a:pt x="2155" y="6968"/>
                  </a:cubicBezTo>
                  <a:lnTo>
                    <a:pt x="2218" y="6968"/>
                  </a:lnTo>
                  <a:cubicBezTo>
                    <a:pt x="2260" y="6968"/>
                    <a:pt x="2281" y="6989"/>
                    <a:pt x="2323" y="6989"/>
                  </a:cubicBezTo>
                  <a:lnTo>
                    <a:pt x="2386" y="6989"/>
                  </a:lnTo>
                  <a:cubicBezTo>
                    <a:pt x="2427" y="7009"/>
                    <a:pt x="2469" y="7009"/>
                    <a:pt x="2511" y="7009"/>
                  </a:cubicBezTo>
                  <a:lnTo>
                    <a:pt x="2574" y="7009"/>
                  </a:lnTo>
                  <a:cubicBezTo>
                    <a:pt x="2616" y="7030"/>
                    <a:pt x="2658" y="7030"/>
                    <a:pt x="2699" y="7030"/>
                  </a:cubicBezTo>
                  <a:lnTo>
                    <a:pt x="2741" y="7030"/>
                  </a:lnTo>
                  <a:cubicBezTo>
                    <a:pt x="2804" y="7030"/>
                    <a:pt x="2846" y="7051"/>
                    <a:pt x="2909" y="7051"/>
                  </a:cubicBezTo>
                  <a:lnTo>
                    <a:pt x="3495" y="7051"/>
                  </a:lnTo>
                  <a:cubicBezTo>
                    <a:pt x="3536" y="7051"/>
                    <a:pt x="3578" y="7051"/>
                    <a:pt x="3620" y="7030"/>
                  </a:cubicBezTo>
                  <a:lnTo>
                    <a:pt x="3829" y="7030"/>
                  </a:lnTo>
                  <a:cubicBezTo>
                    <a:pt x="3850" y="7030"/>
                    <a:pt x="3850" y="7009"/>
                    <a:pt x="3871" y="7009"/>
                  </a:cubicBezTo>
                  <a:lnTo>
                    <a:pt x="3997" y="7009"/>
                  </a:lnTo>
                  <a:cubicBezTo>
                    <a:pt x="4018" y="7009"/>
                    <a:pt x="4039" y="6989"/>
                    <a:pt x="4060" y="6989"/>
                  </a:cubicBezTo>
                  <a:lnTo>
                    <a:pt x="4164" y="6989"/>
                  </a:lnTo>
                  <a:cubicBezTo>
                    <a:pt x="4185" y="6968"/>
                    <a:pt x="4206" y="6968"/>
                    <a:pt x="4227" y="6968"/>
                  </a:cubicBezTo>
                  <a:cubicBezTo>
                    <a:pt x="4269" y="6968"/>
                    <a:pt x="4311" y="6947"/>
                    <a:pt x="4332" y="6947"/>
                  </a:cubicBezTo>
                  <a:lnTo>
                    <a:pt x="4394" y="6947"/>
                  </a:lnTo>
                  <a:cubicBezTo>
                    <a:pt x="4436" y="6926"/>
                    <a:pt x="4478" y="6926"/>
                    <a:pt x="4520" y="6926"/>
                  </a:cubicBezTo>
                  <a:cubicBezTo>
                    <a:pt x="4541" y="6905"/>
                    <a:pt x="4541" y="6905"/>
                    <a:pt x="4562" y="6905"/>
                  </a:cubicBezTo>
                  <a:cubicBezTo>
                    <a:pt x="4624" y="6884"/>
                    <a:pt x="4666" y="6884"/>
                    <a:pt x="4729" y="6863"/>
                  </a:cubicBezTo>
                  <a:cubicBezTo>
                    <a:pt x="4708" y="6779"/>
                    <a:pt x="4687" y="6675"/>
                    <a:pt x="4666" y="6570"/>
                  </a:cubicBezTo>
                  <a:cubicBezTo>
                    <a:pt x="4101" y="4227"/>
                    <a:pt x="3348" y="921"/>
                    <a:pt x="1695" y="0"/>
                  </a:cubicBezTo>
                  <a:close/>
                </a:path>
              </a:pathLst>
            </a:custGeom>
            <a:solidFill>
              <a:srgbClr val="E95E24"/>
            </a:solidFill>
            <a:ln>
              <a:noFill/>
            </a:ln>
          </p:spPr>
          <p:txBody>
            <a:bodyPr anchorCtr="0" anchor="ctr" bIns="167150" lIns="167150" spcFirstLastPara="1" rIns="167150" wrap="square" tIns="167150">
              <a:noAutofit/>
            </a:bodyPr>
            <a:lstStyle/>
            <a:p>
              <a:pPr indent="0" lvl="0" marL="0" rtl="0" algn="l">
                <a:spcBef>
                  <a:spcPts val="0"/>
                </a:spcBef>
                <a:spcAft>
                  <a:spcPts val="0"/>
                </a:spcAft>
                <a:buNone/>
              </a:pPr>
              <a:r>
                <a:t/>
              </a:r>
              <a:endParaRPr/>
            </a:p>
          </p:txBody>
        </p:sp>
        <p:sp>
          <p:nvSpPr>
            <p:cNvPr id="11614" name="Google Shape;11614;p1449"/>
            <p:cNvSpPr/>
            <p:nvPr/>
          </p:nvSpPr>
          <p:spPr>
            <a:xfrm>
              <a:off x="4317113" y="1580067"/>
              <a:ext cx="114735" cy="78492"/>
            </a:xfrm>
            <a:custGeom>
              <a:rect b="b" l="l" r="r" t="t"/>
              <a:pathLst>
                <a:path extrusionOk="0" h="3307" w="4834">
                  <a:moveTo>
                    <a:pt x="2993" y="1"/>
                  </a:moveTo>
                  <a:cubicBezTo>
                    <a:pt x="2909" y="22"/>
                    <a:pt x="2846" y="43"/>
                    <a:pt x="2762" y="64"/>
                  </a:cubicBezTo>
                  <a:cubicBezTo>
                    <a:pt x="2616" y="126"/>
                    <a:pt x="2469" y="189"/>
                    <a:pt x="2344" y="252"/>
                  </a:cubicBezTo>
                  <a:lnTo>
                    <a:pt x="2323" y="252"/>
                  </a:lnTo>
                  <a:cubicBezTo>
                    <a:pt x="2197" y="315"/>
                    <a:pt x="2072" y="378"/>
                    <a:pt x="1925" y="440"/>
                  </a:cubicBezTo>
                  <a:cubicBezTo>
                    <a:pt x="1925" y="440"/>
                    <a:pt x="1925" y="440"/>
                    <a:pt x="1925" y="461"/>
                  </a:cubicBezTo>
                  <a:cubicBezTo>
                    <a:pt x="1779" y="524"/>
                    <a:pt x="1653" y="587"/>
                    <a:pt x="1528" y="670"/>
                  </a:cubicBezTo>
                  <a:cubicBezTo>
                    <a:pt x="1528" y="670"/>
                    <a:pt x="1528" y="691"/>
                    <a:pt x="1528" y="691"/>
                  </a:cubicBezTo>
                  <a:cubicBezTo>
                    <a:pt x="1402" y="754"/>
                    <a:pt x="1277" y="838"/>
                    <a:pt x="1151" y="942"/>
                  </a:cubicBezTo>
                  <a:cubicBezTo>
                    <a:pt x="1026" y="1026"/>
                    <a:pt x="921" y="1131"/>
                    <a:pt x="796" y="1214"/>
                  </a:cubicBezTo>
                  <a:cubicBezTo>
                    <a:pt x="796" y="1235"/>
                    <a:pt x="796" y="1235"/>
                    <a:pt x="796" y="1235"/>
                  </a:cubicBezTo>
                  <a:cubicBezTo>
                    <a:pt x="670" y="1340"/>
                    <a:pt x="565" y="1424"/>
                    <a:pt x="461" y="1528"/>
                  </a:cubicBezTo>
                  <a:cubicBezTo>
                    <a:pt x="461" y="1549"/>
                    <a:pt x="461" y="1549"/>
                    <a:pt x="461" y="1549"/>
                  </a:cubicBezTo>
                  <a:cubicBezTo>
                    <a:pt x="356" y="1654"/>
                    <a:pt x="252" y="1758"/>
                    <a:pt x="147" y="1884"/>
                  </a:cubicBezTo>
                  <a:cubicBezTo>
                    <a:pt x="84" y="1947"/>
                    <a:pt x="42" y="2010"/>
                    <a:pt x="0" y="2051"/>
                  </a:cubicBezTo>
                  <a:cubicBezTo>
                    <a:pt x="1193" y="2261"/>
                    <a:pt x="2637" y="2679"/>
                    <a:pt x="4081" y="3307"/>
                  </a:cubicBezTo>
                  <a:cubicBezTo>
                    <a:pt x="4206" y="3139"/>
                    <a:pt x="4311" y="2972"/>
                    <a:pt x="4415" y="2826"/>
                  </a:cubicBezTo>
                  <a:cubicBezTo>
                    <a:pt x="4562" y="2637"/>
                    <a:pt x="4708" y="2449"/>
                    <a:pt x="4834" y="2261"/>
                  </a:cubicBezTo>
                  <a:cubicBezTo>
                    <a:pt x="3474" y="1528"/>
                    <a:pt x="3034" y="733"/>
                    <a:pt x="2993" y="1"/>
                  </a:cubicBezTo>
                  <a:close/>
                </a:path>
              </a:pathLst>
            </a:custGeom>
            <a:solidFill>
              <a:srgbClr val="E95E24"/>
            </a:solidFill>
            <a:ln>
              <a:noFill/>
            </a:ln>
          </p:spPr>
          <p:txBody>
            <a:bodyPr anchorCtr="0" anchor="ctr" bIns="167150" lIns="167150" spcFirstLastPara="1" rIns="167150" wrap="square" tIns="167150">
              <a:noAutofit/>
            </a:bodyPr>
            <a:lstStyle/>
            <a:p>
              <a:pPr indent="0" lvl="0" marL="0" rtl="0" algn="l">
                <a:spcBef>
                  <a:spcPts val="0"/>
                </a:spcBef>
                <a:spcAft>
                  <a:spcPts val="0"/>
                </a:spcAft>
                <a:buNone/>
              </a:pPr>
              <a:r>
                <a:t/>
              </a:r>
              <a:endParaRPr/>
            </a:p>
          </p:txBody>
        </p:sp>
        <p:sp>
          <p:nvSpPr>
            <p:cNvPr id="11615" name="Google Shape;11615;p1449"/>
            <p:cNvSpPr/>
            <p:nvPr/>
          </p:nvSpPr>
          <p:spPr>
            <a:xfrm>
              <a:off x="4396577" y="1572638"/>
              <a:ext cx="86419" cy="54638"/>
            </a:xfrm>
            <a:custGeom>
              <a:rect b="b" l="l" r="r" t="t"/>
              <a:pathLst>
                <a:path extrusionOk="0" h="2302" w="3641">
                  <a:moveTo>
                    <a:pt x="1444" y="0"/>
                  </a:moveTo>
                  <a:cubicBezTo>
                    <a:pt x="1402" y="21"/>
                    <a:pt x="1339" y="21"/>
                    <a:pt x="1297" y="21"/>
                  </a:cubicBezTo>
                  <a:lnTo>
                    <a:pt x="1277" y="21"/>
                  </a:lnTo>
                  <a:cubicBezTo>
                    <a:pt x="1151" y="21"/>
                    <a:pt x="1025" y="21"/>
                    <a:pt x="900" y="42"/>
                  </a:cubicBezTo>
                  <a:cubicBezTo>
                    <a:pt x="837" y="42"/>
                    <a:pt x="795" y="63"/>
                    <a:pt x="733" y="63"/>
                  </a:cubicBezTo>
                  <a:lnTo>
                    <a:pt x="712" y="63"/>
                  </a:lnTo>
                  <a:cubicBezTo>
                    <a:pt x="649" y="63"/>
                    <a:pt x="607" y="84"/>
                    <a:pt x="544" y="84"/>
                  </a:cubicBezTo>
                  <a:lnTo>
                    <a:pt x="523" y="84"/>
                  </a:lnTo>
                  <a:cubicBezTo>
                    <a:pt x="356" y="126"/>
                    <a:pt x="189" y="167"/>
                    <a:pt x="0" y="209"/>
                  </a:cubicBezTo>
                  <a:cubicBezTo>
                    <a:pt x="42" y="879"/>
                    <a:pt x="419" y="1632"/>
                    <a:pt x="1716" y="2302"/>
                  </a:cubicBezTo>
                  <a:cubicBezTo>
                    <a:pt x="2386" y="1486"/>
                    <a:pt x="3055" y="816"/>
                    <a:pt x="3641" y="377"/>
                  </a:cubicBezTo>
                  <a:cubicBezTo>
                    <a:pt x="3578" y="356"/>
                    <a:pt x="3536" y="335"/>
                    <a:pt x="3474" y="314"/>
                  </a:cubicBezTo>
                  <a:cubicBezTo>
                    <a:pt x="3432" y="293"/>
                    <a:pt x="3369" y="272"/>
                    <a:pt x="3327" y="272"/>
                  </a:cubicBezTo>
                  <a:lnTo>
                    <a:pt x="3306" y="272"/>
                  </a:lnTo>
                  <a:cubicBezTo>
                    <a:pt x="3264" y="251"/>
                    <a:pt x="3202" y="230"/>
                    <a:pt x="3160" y="230"/>
                  </a:cubicBezTo>
                  <a:cubicBezTo>
                    <a:pt x="3160" y="230"/>
                    <a:pt x="3139" y="209"/>
                    <a:pt x="3139" y="209"/>
                  </a:cubicBezTo>
                  <a:cubicBezTo>
                    <a:pt x="3076" y="209"/>
                    <a:pt x="3034" y="188"/>
                    <a:pt x="2971" y="167"/>
                  </a:cubicBezTo>
                  <a:cubicBezTo>
                    <a:pt x="2909" y="167"/>
                    <a:pt x="2846" y="147"/>
                    <a:pt x="2804" y="126"/>
                  </a:cubicBezTo>
                  <a:lnTo>
                    <a:pt x="2741" y="126"/>
                  </a:lnTo>
                  <a:cubicBezTo>
                    <a:pt x="2699" y="126"/>
                    <a:pt x="2658" y="105"/>
                    <a:pt x="2616" y="105"/>
                  </a:cubicBezTo>
                  <a:cubicBezTo>
                    <a:pt x="2595" y="105"/>
                    <a:pt x="2574" y="105"/>
                    <a:pt x="2553" y="84"/>
                  </a:cubicBezTo>
                  <a:lnTo>
                    <a:pt x="2448" y="84"/>
                  </a:lnTo>
                  <a:cubicBezTo>
                    <a:pt x="2427" y="63"/>
                    <a:pt x="2406" y="63"/>
                    <a:pt x="2386" y="63"/>
                  </a:cubicBezTo>
                  <a:cubicBezTo>
                    <a:pt x="2344" y="63"/>
                    <a:pt x="2281" y="63"/>
                    <a:pt x="2239" y="42"/>
                  </a:cubicBezTo>
                  <a:lnTo>
                    <a:pt x="2197" y="42"/>
                  </a:lnTo>
                  <a:cubicBezTo>
                    <a:pt x="2072" y="42"/>
                    <a:pt x="1967" y="21"/>
                    <a:pt x="1841" y="21"/>
                  </a:cubicBezTo>
                  <a:lnTo>
                    <a:pt x="1800" y="21"/>
                  </a:lnTo>
                  <a:cubicBezTo>
                    <a:pt x="1758" y="21"/>
                    <a:pt x="1716" y="21"/>
                    <a:pt x="1674" y="0"/>
                  </a:cubicBezTo>
                  <a:close/>
                </a:path>
              </a:pathLst>
            </a:custGeom>
            <a:solidFill>
              <a:srgbClr val="E95E24"/>
            </a:solidFill>
            <a:ln>
              <a:noFill/>
            </a:ln>
          </p:spPr>
          <p:txBody>
            <a:bodyPr anchorCtr="0" anchor="ctr" bIns="167150" lIns="167150" spcFirstLastPara="1" rIns="167150" wrap="square" tIns="167150">
              <a:noAutofit/>
            </a:bodyPr>
            <a:lstStyle/>
            <a:p>
              <a:pPr indent="0" lvl="0" marL="0" rtl="0" algn="l">
                <a:spcBef>
                  <a:spcPts val="0"/>
                </a:spcBef>
                <a:spcAft>
                  <a:spcPts val="0"/>
                </a:spcAft>
                <a:buNone/>
              </a:pPr>
              <a:r>
                <a:t/>
              </a:r>
              <a:endParaRPr/>
            </a:p>
          </p:txBody>
        </p:sp>
        <p:sp>
          <p:nvSpPr>
            <p:cNvPr id="11616" name="Google Shape;11616;p1449"/>
            <p:cNvSpPr/>
            <p:nvPr/>
          </p:nvSpPr>
          <p:spPr>
            <a:xfrm>
              <a:off x="4445233" y="1585051"/>
              <a:ext cx="120716" cy="69045"/>
            </a:xfrm>
            <a:custGeom>
              <a:rect b="b" l="l" r="r" t="t"/>
              <a:pathLst>
                <a:path extrusionOk="0" h="2909" w="5086">
                  <a:moveTo>
                    <a:pt x="1968" y="0"/>
                  </a:moveTo>
                  <a:cubicBezTo>
                    <a:pt x="1382" y="419"/>
                    <a:pt x="691" y="1088"/>
                    <a:pt x="1" y="1925"/>
                  </a:cubicBezTo>
                  <a:cubicBezTo>
                    <a:pt x="1089" y="2406"/>
                    <a:pt x="2198" y="2511"/>
                    <a:pt x="3202" y="2616"/>
                  </a:cubicBezTo>
                  <a:cubicBezTo>
                    <a:pt x="3872" y="2678"/>
                    <a:pt x="4520" y="2741"/>
                    <a:pt x="5085" y="2909"/>
                  </a:cubicBezTo>
                  <a:cubicBezTo>
                    <a:pt x="4918" y="2595"/>
                    <a:pt x="4729" y="2281"/>
                    <a:pt x="4520" y="2009"/>
                  </a:cubicBezTo>
                  <a:cubicBezTo>
                    <a:pt x="4520" y="1988"/>
                    <a:pt x="4520" y="1988"/>
                    <a:pt x="4499" y="1988"/>
                  </a:cubicBezTo>
                  <a:cubicBezTo>
                    <a:pt x="4478" y="1967"/>
                    <a:pt x="4457" y="1925"/>
                    <a:pt x="4437" y="1883"/>
                  </a:cubicBezTo>
                  <a:lnTo>
                    <a:pt x="4416" y="1883"/>
                  </a:lnTo>
                  <a:cubicBezTo>
                    <a:pt x="4395" y="1841"/>
                    <a:pt x="4374" y="1820"/>
                    <a:pt x="4353" y="1779"/>
                  </a:cubicBezTo>
                  <a:lnTo>
                    <a:pt x="4332" y="1779"/>
                  </a:lnTo>
                  <a:cubicBezTo>
                    <a:pt x="4165" y="1569"/>
                    <a:pt x="3997" y="1381"/>
                    <a:pt x="3809" y="1193"/>
                  </a:cubicBezTo>
                  <a:lnTo>
                    <a:pt x="3788" y="1193"/>
                  </a:lnTo>
                  <a:cubicBezTo>
                    <a:pt x="3767" y="1172"/>
                    <a:pt x="3746" y="1130"/>
                    <a:pt x="3704" y="1109"/>
                  </a:cubicBezTo>
                  <a:cubicBezTo>
                    <a:pt x="3704" y="1109"/>
                    <a:pt x="3704" y="1109"/>
                    <a:pt x="3683" y="1088"/>
                  </a:cubicBezTo>
                  <a:cubicBezTo>
                    <a:pt x="3662" y="1067"/>
                    <a:pt x="3641" y="1046"/>
                    <a:pt x="3600" y="1025"/>
                  </a:cubicBezTo>
                  <a:cubicBezTo>
                    <a:pt x="3600" y="1025"/>
                    <a:pt x="3600" y="1004"/>
                    <a:pt x="3579" y="1004"/>
                  </a:cubicBezTo>
                  <a:cubicBezTo>
                    <a:pt x="3558" y="984"/>
                    <a:pt x="3537" y="963"/>
                    <a:pt x="3495" y="942"/>
                  </a:cubicBezTo>
                  <a:cubicBezTo>
                    <a:pt x="3495" y="921"/>
                    <a:pt x="3474" y="921"/>
                    <a:pt x="3474" y="900"/>
                  </a:cubicBezTo>
                  <a:cubicBezTo>
                    <a:pt x="3453" y="879"/>
                    <a:pt x="3411" y="858"/>
                    <a:pt x="3390" y="837"/>
                  </a:cubicBezTo>
                  <a:cubicBezTo>
                    <a:pt x="3390" y="837"/>
                    <a:pt x="3369" y="837"/>
                    <a:pt x="3369" y="816"/>
                  </a:cubicBezTo>
                  <a:cubicBezTo>
                    <a:pt x="3328" y="795"/>
                    <a:pt x="3307" y="774"/>
                    <a:pt x="3286" y="753"/>
                  </a:cubicBezTo>
                  <a:cubicBezTo>
                    <a:pt x="3265" y="753"/>
                    <a:pt x="3265" y="753"/>
                    <a:pt x="3244" y="732"/>
                  </a:cubicBezTo>
                  <a:cubicBezTo>
                    <a:pt x="3118" y="649"/>
                    <a:pt x="2993" y="544"/>
                    <a:pt x="2867" y="460"/>
                  </a:cubicBezTo>
                  <a:cubicBezTo>
                    <a:pt x="2846" y="460"/>
                    <a:pt x="2825" y="440"/>
                    <a:pt x="2825" y="440"/>
                  </a:cubicBezTo>
                  <a:cubicBezTo>
                    <a:pt x="2804" y="419"/>
                    <a:pt x="2763" y="398"/>
                    <a:pt x="2742" y="398"/>
                  </a:cubicBezTo>
                  <a:cubicBezTo>
                    <a:pt x="2721" y="377"/>
                    <a:pt x="2721" y="377"/>
                    <a:pt x="2700" y="356"/>
                  </a:cubicBezTo>
                  <a:cubicBezTo>
                    <a:pt x="2679" y="356"/>
                    <a:pt x="2637" y="335"/>
                    <a:pt x="2616" y="314"/>
                  </a:cubicBezTo>
                  <a:cubicBezTo>
                    <a:pt x="2595" y="314"/>
                    <a:pt x="2595" y="293"/>
                    <a:pt x="2574" y="293"/>
                  </a:cubicBezTo>
                  <a:cubicBezTo>
                    <a:pt x="2553" y="272"/>
                    <a:pt x="2512" y="272"/>
                    <a:pt x="2491" y="251"/>
                  </a:cubicBezTo>
                  <a:cubicBezTo>
                    <a:pt x="2470" y="230"/>
                    <a:pt x="2470" y="230"/>
                    <a:pt x="2449" y="230"/>
                  </a:cubicBezTo>
                  <a:cubicBezTo>
                    <a:pt x="2407" y="209"/>
                    <a:pt x="2386" y="188"/>
                    <a:pt x="2365" y="188"/>
                  </a:cubicBezTo>
                  <a:cubicBezTo>
                    <a:pt x="2344" y="168"/>
                    <a:pt x="2323" y="168"/>
                    <a:pt x="2302" y="147"/>
                  </a:cubicBezTo>
                  <a:cubicBezTo>
                    <a:pt x="2281" y="147"/>
                    <a:pt x="2260" y="126"/>
                    <a:pt x="2240" y="126"/>
                  </a:cubicBezTo>
                  <a:cubicBezTo>
                    <a:pt x="2219" y="105"/>
                    <a:pt x="2198" y="105"/>
                    <a:pt x="2177" y="84"/>
                  </a:cubicBezTo>
                  <a:cubicBezTo>
                    <a:pt x="2156" y="84"/>
                    <a:pt x="2135" y="63"/>
                    <a:pt x="2093" y="63"/>
                  </a:cubicBezTo>
                  <a:cubicBezTo>
                    <a:pt x="2093" y="42"/>
                    <a:pt x="2072" y="42"/>
                    <a:pt x="2051" y="21"/>
                  </a:cubicBezTo>
                  <a:cubicBezTo>
                    <a:pt x="2030" y="21"/>
                    <a:pt x="1988" y="0"/>
                    <a:pt x="1968" y="0"/>
                  </a:cubicBezTo>
                  <a:close/>
                </a:path>
              </a:pathLst>
            </a:custGeom>
            <a:solidFill>
              <a:srgbClr val="E95E24"/>
            </a:solidFill>
            <a:ln>
              <a:noFill/>
            </a:ln>
          </p:spPr>
          <p:txBody>
            <a:bodyPr anchorCtr="0" anchor="ctr" bIns="167150" lIns="167150" spcFirstLastPara="1" rIns="167150" wrap="square" tIns="167150">
              <a:noAutofit/>
            </a:bodyPr>
            <a:lstStyle/>
            <a:p>
              <a:pPr indent="0" lvl="0" marL="0" rtl="0" algn="l">
                <a:spcBef>
                  <a:spcPts val="0"/>
                </a:spcBef>
                <a:spcAft>
                  <a:spcPts val="0"/>
                </a:spcAft>
                <a:buNone/>
              </a:pPr>
              <a:r>
                <a:t/>
              </a:r>
              <a:endParaRPr/>
            </a:p>
          </p:txBody>
        </p:sp>
        <p:sp>
          <p:nvSpPr>
            <p:cNvPr id="11617" name="Google Shape;11617;p1449"/>
            <p:cNvSpPr/>
            <p:nvPr/>
          </p:nvSpPr>
          <p:spPr>
            <a:xfrm>
              <a:off x="4284834" y="1636698"/>
              <a:ext cx="124680" cy="94370"/>
            </a:xfrm>
            <a:custGeom>
              <a:rect b="b" l="l" r="r" t="t"/>
              <a:pathLst>
                <a:path extrusionOk="0" h="3976" w="5253">
                  <a:moveTo>
                    <a:pt x="1109" y="0"/>
                  </a:moveTo>
                  <a:cubicBezTo>
                    <a:pt x="1088" y="21"/>
                    <a:pt x="1068" y="63"/>
                    <a:pt x="1047" y="105"/>
                  </a:cubicBezTo>
                  <a:cubicBezTo>
                    <a:pt x="1047" y="105"/>
                    <a:pt x="1047" y="105"/>
                    <a:pt x="1026" y="126"/>
                  </a:cubicBezTo>
                  <a:cubicBezTo>
                    <a:pt x="1005" y="147"/>
                    <a:pt x="984" y="189"/>
                    <a:pt x="963" y="209"/>
                  </a:cubicBezTo>
                  <a:cubicBezTo>
                    <a:pt x="963" y="230"/>
                    <a:pt x="963" y="230"/>
                    <a:pt x="963" y="251"/>
                  </a:cubicBezTo>
                  <a:cubicBezTo>
                    <a:pt x="942" y="272"/>
                    <a:pt x="921" y="314"/>
                    <a:pt x="900" y="335"/>
                  </a:cubicBezTo>
                  <a:cubicBezTo>
                    <a:pt x="879" y="356"/>
                    <a:pt x="879" y="356"/>
                    <a:pt x="879" y="377"/>
                  </a:cubicBezTo>
                  <a:cubicBezTo>
                    <a:pt x="858" y="398"/>
                    <a:pt x="837" y="440"/>
                    <a:pt x="816" y="461"/>
                  </a:cubicBezTo>
                  <a:cubicBezTo>
                    <a:pt x="816" y="481"/>
                    <a:pt x="816" y="481"/>
                    <a:pt x="796" y="502"/>
                  </a:cubicBezTo>
                  <a:cubicBezTo>
                    <a:pt x="775" y="523"/>
                    <a:pt x="775" y="565"/>
                    <a:pt x="754" y="586"/>
                  </a:cubicBezTo>
                  <a:cubicBezTo>
                    <a:pt x="754" y="607"/>
                    <a:pt x="733" y="607"/>
                    <a:pt x="733" y="628"/>
                  </a:cubicBezTo>
                  <a:cubicBezTo>
                    <a:pt x="712" y="670"/>
                    <a:pt x="691" y="691"/>
                    <a:pt x="691" y="712"/>
                  </a:cubicBezTo>
                  <a:cubicBezTo>
                    <a:pt x="670" y="733"/>
                    <a:pt x="670" y="753"/>
                    <a:pt x="649" y="774"/>
                  </a:cubicBezTo>
                  <a:cubicBezTo>
                    <a:pt x="649" y="795"/>
                    <a:pt x="628" y="816"/>
                    <a:pt x="607" y="858"/>
                  </a:cubicBezTo>
                  <a:cubicBezTo>
                    <a:pt x="607" y="879"/>
                    <a:pt x="607" y="879"/>
                    <a:pt x="586" y="900"/>
                  </a:cubicBezTo>
                  <a:cubicBezTo>
                    <a:pt x="586" y="921"/>
                    <a:pt x="565" y="963"/>
                    <a:pt x="544" y="984"/>
                  </a:cubicBezTo>
                  <a:cubicBezTo>
                    <a:pt x="544" y="1005"/>
                    <a:pt x="544" y="1025"/>
                    <a:pt x="523" y="1046"/>
                  </a:cubicBezTo>
                  <a:cubicBezTo>
                    <a:pt x="523" y="1067"/>
                    <a:pt x="503" y="1088"/>
                    <a:pt x="503" y="1130"/>
                  </a:cubicBezTo>
                  <a:cubicBezTo>
                    <a:pt x="482" y="1151"/>
                    <a:pt x="482" y="1172"/>
                    <a:pt x="461" y="1193"/>
                  </a:cubicBezTo>
                  <a:cubicBezTo>
                    <a:pt x="461" y="1214"/>
                    <a:pt x="440" y="1235"/>
                    <a:pt x="440" y="1256"/>
                  </a:cubicBezTo>
                  <a:cubicBezTo>
                    <a:pt x="419" y="1277"/>
                    <a:pt x="419" y="1297"/>
                    <a:pt x="419" y="1339"/>
                  </a:cubicBezTo>
                  <a:cubicBezTo>
                    <a:pt x="398" y="1360"/>
                    <a:pt x="398" y="1381"/>
                    <a:pt x="377" y="1402"/>
                  </a:cubicBezTo>
                  <a:cubicBezTo>
                    <a:pt x="377" y="1423"/>
                    <a:pt x="356" y="1444"/>
                    <a:pt x="356" y="1486"/>
                  </a:cubicBezTo>
                  <a:cubicBezTo>
                    <a:pt x="356" y="1507"/>
                    <a:pt x="335" y="1528"/>
                    <a:pt x="335" y="1549"/>
                  </a:cubicBezTo>
                  <a:cubicBezTo>
                    <a:pt x="314" y="1569"/>
                    <a:pt x="314" y="1611"/>
                    <a:pt x="314" y="1632"/>
                  </a:cubicBezTo>
                  <a:cubicBezTo>
                    <a:pt x="293" y="1653"/>
                    <a:pt x="293" y="1674"/>
                    <a:pt x="272" y="1695"/>
                  </a:cubicBezTo>
                  <a:cubicBezTo>
                    <a:pt x="272" y="1716"/>
                    <a:pt x="272" y="1758"/>
                    <a:pt x="251" y="1779"/>
                  </a:cubicBezTo>
                  <a:cubicBezTo>
                    <a:pt x="251" y="1800"/>
                    <a:pt x="251" y="1821"/>
                    <a:pt x="231" y="1841"/>
                  </a:cubicBezTo>
                  <a:cubicBezTo>
                    <a:pt x="231" y="1883"/>
                    <a:pt x="210" y="1904"/>
                    <a:pt x="210" y="1946"/>
                  </a:cubicBezTo>
                  <a:cubicBezTo>
                    <a:pt x="210" y="1967"/>
                    <a:pt x="210" y="1988"/>
                    <a:pt x="189" y="1988"/>
                  </a:cubicBezTo>
                  <a:cubicBezTo>
                    <a:pt x="189" y="2051"/>
                    <a:pt x="168" y="2093"/>
                    <a:pt x="168" y="2155"/>
                  </a:cubicBezTo>
                  <a:cubicBezTo>
                    <a:pt x="147" y="2197"/>
                    <a:pt x="147" y="2239"/>
                    <a:pt x="126" y="2302"/>
                  </a:cubicBezTo>
                  <a:cubicBezTo>
                    <a:pt x="126" y="2302"/>
                    <a:pt x="126" y="2323"/>
                    <a:pt x="126" y="2344"/>
                  </a:cubicBezTo>
                  <a:cubicBezTo>
                    <a:pt x="105" y="2365"/>
                    <a:pt x="105" y="2406"/>
                    <a:pt x="105" y="2448"/>
                  </a:cubicBezTo>
                  <a:cubicBezTo>
                    <a:pt x="105" y="2448"/>
                    <a:pt x="84" y="2469"/>
                    <a:pt x="84" y="2490"/>
                  </a:cubicBezTo>
                  <a:cubicBezTo>
                    <a:pt x="84" y="2532"/>
                    <a:pt x="84" y="2574"/>
                    <a:pt x="63" y="2616"/>
                  </a:cubicBezTo>
                  <a:cubicBezTo>
                    <a:pt x="63" y="2637"/>
                    <a:pt x="63" y="2637"/>
                    <a:pt x="63" y="2657"/>
                  </a:cubicBezTo>
                  <a:cubicBezTo>
                    <a:pt x="63" y="2678"/>
                    <a:pt x="63" y="2720"/>
                    <a:pt x="42" y="2762"/>
                  </a:cubicBezTo>
                  <a:cubicBezTo>
                    <a:pt x="42" y="2783"/>
                    <a:pt x="42" y="2783"/>
                    <a:pt x="42" y="2804"/>
                  </a:cubicBezTo>
                  <a:cubicBezTo>
                    <a:pt x="42" y="2846"/>
                    <a:pt x="42" y="2867"/>
                    <a:pt x="42" y="2888"/>
                  </a:cubicBezTo>
                  <a:cubicBezTo>
                    <a:pt x="21" y="2909"/>
                    <a:pt x="21" y="2929"/>
                    <a:pt x="21" y="2950"/>
                  </a:cubicBezTo>
                  <a:cubicBezTo>
                    <a:pt x="21" y="2992"/>
                    <a:pt x="21" y="3034"/>
                    <a:pt x="21" y="3076"/>
                  </a:cubicBezTo>
                  <a:cubicBezTo>
                    <a:pt x="21" y="3097"/>
                    <a:pt x="21" y="3118"/>
                    <a:pt x="0" y="3160"/>
                  </a:cubicBezTo>
                  <a:cubicBezTo>
                    <a:pt x="0" y="3160"/>
                    <a:pt x="0" y="3181"/>
                    <a:pt x="0" y="3202"/>
                  </a:cubicBezTo>
                  <a:cubicBezTo>
                    <a:pt x="0" y="3243"/>
                    <a:pt x="0" y="3264"/>
                    <a:pt x="0" y="3285"/>
                  </a:cubicBezTo>
                  <a:cubicBezTo>
                    <a:pt x="0" y="3306"/>
                    <a:pt x="0" y="3327"/>
                    <a:pt x="0" y="3327"/>
                  </a:cubicBezTo>
                  <a:cubicBezTo>
                    <a:pt x="0" y="3432"/>
                    <a:pt x="0" y="3536"/>
                    <a:pt x="0" y="3620"/>
                  </a:cubicBezTo>
                  <a:cubicBezTo>
                    <a:pt x="0" y="3641"/>
                    <a:pt x="0" y="3641"/>
                    <a:pt x="0" y="3662"/>
                  </a:cubicBezTo>
                  <a:cubicBezTo>
                    <a:pt x="0" y="3766"/>
                    <a:pt x="0" y="3871"/>
                    <a:pt x="0" y="3976"/>
                  </a:cubicBezTo>
                  <a:cubicBezTo>
                    <a:pt x="356" y="3599"/>
                    <a:pt x="775" y="3202"/>
                    <a:pt x="1214" y="2888"/>
                  </a:cubicBezTo>
                  <a:cubicBezTo>
                    <a:pt x="1891" y="2413"/>
                    <a:pt x="2647" y="2076"/>
                    <a:pt x="3455" y="2076"/>
                  </a:cubicBezTo>
                  <a:cubicBezTo>
                    <a:pt x="3821" y="2076"/>
                    <a:pt x="4198" y="2145"/>
                    <a:pt x="4583" y="2302"/>
                  </a:cubicBezTo>
                  <a:cubicBezTo>
                    <a:pt x="4792" y="1925"/>
                    <a:pt x="5022" y="1569"/>
                    <a:pt x="5252" y="1214"/>
                  </a:cubicBezTo>
                  <a:cubicBezTo>
                    <a:pt x="3767" y="586"/>
                    <a:pt x="2302" y="168"/>
                    <a:pt x="1109" y="0"/>
                  </a:cubicBezTo>
                  <a:close/>
                </a:path>
              </a:pathLst>
            </a:custGeom>
            <a:solidFill>
              <a:srgbClr val="E95E24"/>
            </a:solidFill>
            <a:ln>
              <a:noFill/>
            </a:ln>
          </p:spPr>
          <p:txBody>
            <a:bodyPr anchorCtr="0" anchor="ctr" bIns="167150" lIns="167150" spcFirstLastPara="1" rIns="167150" wrap="square" tIns="167150">
              <a:noAutofit/>
            </a:bodyPr>
            <a:lstStyle/>
            <a:p>
              <a:pPr indent="0" lvl="0" marL="0" rtl="0" algn="l">
                <a:spcBef>
                  <a:spcPts val="0"/>
                </a:spcBef>
                <a:spcAft>
                  <a:spcPts val="0"/>
                </a:spcAft>
                <a:buNone/>
              </a:pPr>
              <a:r>
                <a:t/>
              </a:r>
              <a:endParaRPr/>
            </a:p>
          </p:txBody>
        </p:sp>
        <p:sp>
          <p:nvSpPr>
            <p:cNvPr id="11618" name="Google Shape;11618;p1449"/>
            <p:cNvSpPr/>
            <p:nvPr/>
          </p:nvSpPr>
          <p:spPr>
            <a:xfrm>
              <a:off x="4326536" y="1777022"/>
              <a:ext cx="329798" cy="325526"/>
            </a:xfrm>
            <a:custGeom>
              <a:rect b="b" l="l" r="r" t="t"/>
              <a:pathLst>
                <a:path extrusionOk="0" h="13715" w="13895">
                  <a:moveTo>
                    <a:pt x="12252" y="0"/>
                  </a:moveTo>
                  <a:cubicBezTo>
                    <a:pt x="11677" y="0"/>
                    <a:pt x="11342" y="1322"/>
                    <a:pt x="11342" y="1322"/>
                  </a:cubicBezTo>
                  <a:cubicBezTo>
                    <a:pt x="11288" y="1303"/>
                    <a:pt x="11235" y="1294"/>
                    <a:pt x="11182" y="1294"/>
                  </a:cubicBezTo>
                  <a:cubicBezTo>
                    <a:pt x="10481" y="1294"/>
                    <a:pt x="9911" y="2902"/>
                    <a:pt x="9521" y="3875"/>
                  </a:cubicBezTo>
                  <a:cubicBezTo>
                    <a:pt x="9161" y="4794"/>
                    <a:pt x="7947" y="5387"/>
                    <a:pt x="7390" y="5387"/>
                  </a:cubicBezTo>
                  <a:cubicBezTo>
                    <a:pt x="7300" y="5387"/>
                    <a:pt x="7227" y="5372"/>
                    <a:pt x="7178" y="5340"/>
                  </a:cubicBezTo>
                  <a:cubicBezTo>
                    <a:pt x="6843" y="5088"/>
                    <a:pt x="8747" y="3540"/>
                    <a:pt x="8747" y="3540"/>
                  </a:cubicBezTo>
                  <a:cubicBezTo>
                    <a:pt x="8747" y="3540"/>
                    <a:pt x="9375" y="2912"/>
                    <a:pt x="8956" y="2410"/>
                  </a:cubicBezTo>
                  <a:cubicBezTo>
                    <a:pt x="8817" y="2250"/>
                    <a:pt x="8682" y="2196"/>
                    <a:pt x="8564" y="2196"/>
                  </a:cubicBezTo>
                  <a:cubicBezTo>
                    <a:pt x="8329" y="2196"/>
                    <a:pt x="8161" y="2410"/>
                    <a:pt x="8161" y="2410"/>
                  </a:cubicBezTo>
                  <a:lnTo>
                    <a:pt x="5650" y="4272"/>
                  </a:lnTo>
                  <a:cubicBezTo>
                    <a:pt x="5650" y="4272"/>
                    <a:pt x="2763" y="4503"/>
                    <a:pt x="1382" y="5235"/>
                  </a:cubicBezTo>
                  <a:cubicBezTo>
                    <a:pt x="1" y="5967"/>
                    <a:pt x="608" y="13165"/>
                    <a:pt x="608" y="13165"/>
                  </a:cubicBezTo>
                  <a:cubicBezTo>
                    <a:pt x="1456" y="13567"/>
                    <a:pt x="2142" y="13714"/>
                    <a:pt x="2692" y="13714"/>
                  </a:cubicBezTo>
                  <a:cubicBezTo>
                    <a:pt x="4204" y="13714"/>
                    <a:pt x="4688" y="12600"/>
                    <a:pt x="4688" y="12600"/>
                  </a:cubicBezTo>
                  <a:cubicBezTo>
                    <a:pt x="4688" y="12600"/>
                    <a:pt x="3935" y="9587"/>
                    <a:pt x="4395" y="8646"/>
                  </a:cubicBezTo>
                  <a:cubicBezTo>
                    <a:pt x="4855" y="7725"/>
                    <a:pt x="8977" y="8248"/>
                    <a:pt x="9898" y="7432"/>
                  </a:cubicBezTo>
                  <a:cubicBezTo>
                    <a:pt x="10818" y="6616"/>
                    <a:pt x="13894" y="778"/>
                    <a:pt x="13601" y="213"/>
                  </a:cubicBezTo>
                  <a:cubicBezTo>
                    <a:pt x="13535" y="93"/>
                    <a:pt x="13453" y="46"/>
                    <a:pt x="13365" y="46"/>
                  </a:cubicBezTo>
                  <a:cubicBezTo>
                    <a:pt x="13041" y="46"/>
                    <a:pt x="12639" y="695"/>
                    <a:pt x="12639" y="695"/>
                  </a:cubicBezTo>
                  <a:cubicBezTo>
                    <a:pt x="12639" y="695"/>
                    <a:pt x="12911" y="88"/>
                    <a:pt x="12304" y="4"/>
                  </a:cubicBezTo>
                  <a:cubicBezTo>
                    <a:pt x="12286" y="2"/>
                    <a:pt x="12269" y="0"/>
                    <a:pt x="12252" y="0"/>
                  </a:cubicBezTo>
                  <a:close/>
                </a:path>
              </a:pathLst>
            </a:custGeom>
            <a:solidFill>
              <a:srgbClr val="F9A350"/>
            </a:solidFill>
            <a:ln>
              <a:noFill/>
            </a:ln>
          </p:spPr>
          <p:txBody>
            <a:bodyPr anchorCtr="0" anchor="ctr" bIns="167150" lIns="167150" spcFirstLastPara="1" rIns="167150" wrap="square" tIns="167150">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22" name="Shape 11622"/>
        <p:cNvGrpSpPr/>
        <p:nvPr/>
      </p:nvGrpSpPr>
      <p:grpSpPr>
        <a:xfrm>
          <a:off x="0" y="0"/>
          <a:ext cx="0" cy="0"/>
          <a:chOff x="0" y="0"/>
          <a:chExt cx="0" cy="0"/>
        </a:xfrm>
      </p:grpSpPr>
      <p:grpSp>
        <p:nvGrpSpPr>
          <p:cNvPr id="11623" name="Google Shape;11623;p1450"/>
          <p:cNvGrpSpPr/>
          <p:nvPr/>
        </p:nvGrpSpPr>
        <p:grpSpPr>
          <a:xfrm>
            <a:off x="5635325" y="543050"/>
            <a:ext cx="2008200" cy="4047300"/>
            <a:chOff x="5635325" y="543050"/>
            <a:chExt cx="2008200" cy="4047300"/>
          </a:xfrm>
        </p:grpSpPr>
        <p:cxnSp>
          <p:nvCxnSpPr>
            <p:cNvPr id="11624" name="Google Shape;11624;p1450"/>
            <p:cNvCxnSpPr/>
            <p:nvPr/>
          </p:nvCxnSpPr>
          <p:spPr>
            <a:xfrm>
              <a:off x="6639425" y="543050"/>
              <a:ext cx="0" cy="4047300"/>
            </a:xfrm>
            <a:prstGeom prst="straightConnector1">
              <a:avLst/>
            </a:prstGeom>
            <a:noFill/>
            <a:ln cap="flat" cmpd="sng" w="38100">
              <a:solidFill>
                <a:schemeClr val="accent2"/>
              </a:solidFill>
              <a:prstDash val="solid"/>
              <a:round/>
              <a:headEnd len="med" w="med" type="none"/>
              <a:tailEnd len="med" w="med" type="none"/>
            </a:ln>
          </p:spPr>
        </p:cxnSp>
        <p:sp>
          <p:nvSpPr>
            <p:cNvPr id="11625" name="Google Shape;11625;p1450"/>
            <p:cNvSpPr/>
            <p:nvPr/>
          </p:nvSpPr>
          <p:spPr>
            <a:xfrm>
              <a:off x="5635325" y="1567650"/>
              <a:ext cx="2008200" cy="2008200"/>
            </a:xfrm>
            <a:prstGeom prst="ellipse">
              <a:avLst/>
            </a:prstGeom>
            <a:noFill/>
            <a:ln cap="flat" cmpd="sng" w="381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6" name="Google Shape;11626;p1450"/>
          <p:cNvGrpSpPr/>
          <p:nvPr/>
        </p:nvGrpSpPr>
        <p:grpSpPr>
          <a:xfrm flipH="1" rot="-1990224">
            <a:off x="5734498" y="1184971"/>
            <a:ext cx="2244494" cy="1484316"/>
            <a:chOff x="5239200" y="254275"/>
            <a:chExt cx="2244620" cy="1484400"/>
          </a:xfrm>
        </p:grpSpPr>
        <p:sp>
          <p:nvSpPr>
            <p:cNvPr id="11627" name="Google Shape;11627;p1450"/>
            <p:cNvSpPr/>
            <p:nvPr/>
          </p:nvSpPr>
          <p:spPr>
            <a:xfrm>
              <a:off x="5239200" y="684775"/>
              <a:ext cx="485400" cy="4854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8" name="Google Shape;11628;p1450"/>
            <p:cNvGrpSpPr/>
            <p:nvPr/>
          </p:nvGrpSpPr>
          <p:grpSpPr>
            <a:xfrm>
              <a:off x="7083744" y="860634"/>
              <a:ext cx="400076" cy="400103"/>
              <a:chOff x="3365800" y="1183425"/>
              <a:chExt cx="261300" cy="261300"/>
            </a:xfrm>
          </p:grpSpPr>
          <p:cxnSp>
            <p:nvCxnSpPr>
              <p:cNvPr id="11629" name="Google Shape;11629;p1450"/>
              <p:cNvCxnSpPr/>
              <p:nvPr/>
            </p:nvCxnSpPr>
            <p:spPr>
              <a:xfrm>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cxnSp>
            <p:nvCxnSpPr>
              <p:cNvPr id="11630" name="Google Shape;11630;p1450"/>
              <p:cNvCxnSpPr/>
              <p:nvPr/>
            </p:nvCxnSpPr>
            <p:spPr>
              <a:xfrm flipH="1">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grpSp>
        <p:cxnSp>
          <p:nvCxnSpPr>
            <p:cNvPr id="11631" name="Google Shape;11631;p1450"/>
            <p:cNvCxnSpPr>
              <a:stCxn id="11627" idx="6"/>
            </p:cNvCxnSpPr>
            <p:nvPr/>
          </p:nvCxnSpPr>
          <p:spPr>
            <a:xfrm rot="-1990252">
              <a:off x="5889548" y="511870"/>
              <a:ext cx="1230403" cy="969211"/>
            </a:xfrm>
            <a:prstGeom prst="straightConnector1">
              <a:avLst/>
            </a:prstGeom>
            <a:noFill/>
            <a:ln cap="flat" cmpd="sng" w="38100">
              <a:solidFill>
                <a:schemeClr val="accent1"/>
              </a:solidFill>
              <a:prstDash val="dash"/>
              <a:round/>
              <a:headEnd len="med" w="med" type="none"/>
              <a:tailEnd len="med" w="med" type="none"/>
            </a:ln>
          </p:spPr>
        </p:cxnSp>
      </p:grpSp>
      <p:sp>
        <p:nvSpPr>
          <p:cNvPr id="11632" name="Google Shape;11632;p1450"/>
          <p:cNvSpPr txBox="1"/>
          <p:nvPr>
            <p:ph type="title"/>
          </p:nvPr>
        </p:nvSpPr>
        <p:spPr>
          <a:xfrm>
            <a:off x="1009073" y="2271463"/>
            <a:ext cx="6844500" cy="126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4800"/>
              <a:t>Results &amp; Conclusions</a:t>
            </a:r>
            <a:endParaRPr sz="4800"/>
          </a:p>
        </p:txBody>
      </p:sp>
      <p:sp>
        <p:nvSpPr>
          <p:cNvPr id="11633" name="Google Shape;11633;p1450"/>
          <p:cNvSpPr txBox="1"/>
          <p:nvPr>
            <p:ph idx="4294967295" type="title"/>
          </p:nvPr>
        </p:nvSpPr>
        <p:spPr>
          <a:xfrm>
            <a:off x="1009061" y="734888"/>
            <a:ext cx="2150400" cy="166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7200">
                <a:solidFill>
                  <a:schemeClr val="lt1"/>
                </a:solidFill>
              </a:rPr>
              <a:t>04</a:t>
            </a:r>
            <a:endParaRPr sz="7200">
              <a:solidFill>
                <a:schemeClr val="lt1"/>
              </a:solidFill>
            </a:endParaRPr>
          </a:p>
        </p:txBody>
      </p:sp>
      <p:grpSp>
        <p:nvGrpSpPr>
          <p:cNvPr id="11634" name="Google Shape;11634;p1450"/>
          <p:cNvGrpSpPr/>
          <p:nvPr/>
        </p:nvGrpSpPr>
        <p:grpSpPr>
          <a:xfrm>
            <a:off x="4992025" y="3707225"/>
            <a:ext cx="2983770" cy="485412"/>
            <a:chOff x="4992025" y="3707225"/>
            <a:chExt cx="2983770" cy="485412"/>
          </a:xfrm>
        </p:grpSpPr>
        <p:sp>
          <p:nvSpPr>
            <p:cNvPr id="11635" name="Google Shape;11635;p1450"/>
            <p:cNvSpPr/>
            <p:nvPr/>
          </p:nvSpPr>
          <p:spPr>
            <a:xfrm>
              <a:off x="4992025" y="3707225"/>
              <a:ext cx="485400" cy="4854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6" name="Google Shape;11636;p1450"/>
            <p:cNvGrpSpPr/>
            <p:nvPr/>
          </p:nvGrpSpPr>
          <p:grpSpPr>
            <a:xfrm>
              <a:off x="7575719" y="3792534"/>
              <a:ext cx="400076" cy="400103"/>
              <a:chOff x="3365800" y="1183425"/>
              <a:chExt cx="261300" cy="261300"/>
            </a:xfrm>
          </p:grpSpPr>
          <p:cxnSp>
            <p:nvCxnSpPr>
              <p:cNvPr id="11637" name="Google Shape;11637;p1450"/>
              <p:cNvCxnSpPr/>
              <p:nvPr/>
            </p:nvCxnSpPr>
            <p:spPr>
              <a:xfrm>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cxnSp>
            <p:nvCxnSpPr>
              <p:cNvPr id="11638" name="Google Shape;11638;p1450"/>
              <p:cNvCxnSpPr/>
              <p:nvPr/>
            </p:nvCxnSpPr>
            <p:spPr>
              <a:xfrm flipH="1">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grpSp>
        <p:cxnSp>
          <p:nvCxnSpPr>
            <p:cNvPr id="11639" name="Google Shape;11639;p1450"/>
            <p:cNvCxnSpPr>
              <a:stCxn id="11635" idx="6"/>
            </p:cNvCxnSpPr>
            <p:nvPr/>
          </p:nvCxnSpPr>
          <p:spPr>
            <a:xfrm>
              <a:off x="5477425" y="3949925"/>
              <a:ext cx="2319900" cy="57000"/>
            </a:xfrm>
            <a:prstGeom prst="straightConnector1">
              <a:avLst/>
            </a:prstGeom>
            <a:noFill/>
            <a:ln cap="flat" cmpd="sng" w="38100">
              <a:solidFill>
                <a:schemeClr val="accent1"/>
              </a:solidFill>
              <a:prstDash val="dash"/>
              <a:round/>
              <a:headEnd len="med" w="med" type="none"/>
              <a:tailEnd len="med" w="med" type="none"/>
            </a:ln>
          </p:spPr>
        </p:cxnSp>
      </p:grpSp>
      <p:sp>
        <p:nvSpPr>
          <p:cNvPr id="11640" name="Google Shape;11640;p1450"/>
          <p:cNvSpPr/>
          <p:nvPr/>
        </p:nvSpPr>
        <p:spPr>
          <a:xfrm>
            <a:off x="2641930" y="1212750"/>
            <a:ext cx="684483" cy="710197"/>
          </a:xfrm>
          <a:custGeom>
            <a:rect b="b" l="l" r="r" t="t"/>
            <a:pathLst>
              <a:path extrusionOk="0" h="25405" w="21113">
                <a:moveTo>
                  <a:pt x="1921" y="1946"/>
                </a:moveTo>
                <a:cubicBezTo>
                  <a:pt x="2684" y="1946"/>
                  <a:pt x="3729" y="2174"/>
                  <a:pt x="4541" y="2430"/>
                </a:cubicBezTo>
                <a:cubicBezTo>
                  <a:pt x="5106" y="4251"/>
                  <a:pt x="6257" y="6866"/>
                  <a:pt x="7993" y="8435"/>
                </a:cubicBezTo>
                <a:cubicBezTo>
                  <a:pt x="4562" y="7138"/>
                  <a:pt x="921" y="3874"/>
                  <a:pt x="921" y="2493"/>
                </a:cubicBezTo>
                <a:cubicBezTo>
                  <a:pt x="921" y="2263"/>
                  <a:pt x="1005" y="2179"/>
                  <a:pt x="1089" y="2116"/>
                </a:cubicBezTo>
                <a:cubicBezTo>
                  <a:pt x="1269" y="1996"/>
                  <a:pt x="1564" y="1946"/>
                  <a:pt x="1921" y="1946"/>
                </a:cubicBezTo>
                <a:close/>
                <a:moveTo>
                  <a:pt x="19192" y="1946"/>
                </a:moveTo>
                <a:cubicBezTo>
                  <a:pt x="19549" y="1946"/>
                  <a:pt x="19844" y="1996"/>
                  <a:pt x="20024" y="2116"/>
                </a:cubicBezTo>
                <a:cubicBezTo>
                  <a:pt x="20087" y="2179"/>
                  <a:pt x="20192" y="2263"/>
                  <a:pt x="20192" y="2493"/>
                </a:cubicBezTo>
                <a:cubicBezTo>
                  <a:pt x="20192" y="3874"/>
                  <a:pt x="16551" y="7138"/>
                  <a:pt x="13120" y="8435"/>
                </a:cubicBezTo>
                <a:cubicBezTo>
                  <a:pt x="14856" y="6866"/>
                  <a:pt x="16007" y="4251"/>
                  <a:pt x="16572" y="2430"/>
                </a:cubicBezTo>
                <a:cubicBezTo>
                  <a:pt x="17384" y="2174"/>
                  <a:pt x="18429" y="1946"/>
                  <a:pt x="19192" y="1946"/>
                </a:cubicBezTo>
                <a:close/>
                <a:moveTo>
                  <a:pt x="9879" y="1"/>
                </a:moveTo>
                <a:cubicBezTo>
                  <a:pt x="8259" y="1"/>
                  <a:pt x="4326" y="40"/>
                  <a:pt x="4143" y="422"/>
                </a:cubicBezTo>
                <a:cubicBezTo>
                  <a:pt x="4102" y="526"/>
                  <a:pt x="4143" y="861"/>
                  <a:pt x="4248" y="1384"/>
                </a:cubicBezTo>
                <a:cubicBezTo>
                  <a:pt x="3610" y="1200"/>
                  <a:pt x="2756" y="1009"/>
                  <a:pt x="1981" y="1009"/>
                </a:cubicBezTo>
                <a:cubicBezTo>
                  <a:pt x="1435" y="1009"/>
                  <a:pt x="929" y="1104"/>
                  <a:pt x="565" y="1363"/>
                </a:cubicBezTo>
                <a:cubicBezTo>
                  <a:pt x="189" y="1614"/>
                  <a:pt x="1" y="2012"/>
                  <a:pt x="1" y="2493"/>
                </a:cubicBezTo>
                <a:cubicBezTo>
                  <a:pt x="1" y="4857"/>
                  <a:pt x="5545" y="9105"/>
                  <a:pt x="9437" y="9795"/>
                </a:cubicBezTo>
                <a:lnTo>
                  <a:pt x="9542" y="12411"/>
                </a:lnTo>
                <a:cubicBezTo>
                  <a:pt x="9542" y="12411"/>
                  <a:pt x="8182" y="12892"/>
                  <a:pt x="8182" y="15131"/>
                </a:cubicBezTo>
                <a:cubicBezTo>
                  <a:pt x="8182" y="17391"/>
                  <a:pt x="9123" y="17809"/>
                  <a:pt x="9123" y="17809"/>
                </a:cubicBezTo>
                <a:lnTo>
                  <a:pt x="9081" y="19232"/>
                </a:lnTo>
                <a:lnTo>
                  <a:pt x="6278" y="23751"/>
                </a:lnTo>
                <a:cubicBezTo>
                  <a:pt x="6278" y="23751"/>
                  <a:pt x="7826" y="25404"/>
                  <a:pt x="10546" y="25404"/>
                </a:cubicBezTo>
                <a:cubicBezTo>
                  <a:pt x="13287" y="25404"/>
                  <a:pt x="14835" y="23751"/>
                  <a:pt x="14835" y="23751"/>
                </a:cubicBezTo>
                <a:lnTo>
                  <a:pt x="12032" y="19232"/>
                </a:lnTo>
                <a:lnTo>
                  <a:pt x="11990" y="17809"/>
                </a:lnTo>
                <a:cubicBezTo>
                  <a:pt x="11990" y="17809"/>
                  <a:pt x="12931" y="17391"/>
                  <a:pt x="12931" y="15131"/>
                </a:cubicBezTo>
                <a:cubicBezTo>
                  <a:pt x="12931" y="12892"/>
                  <a:pt x="11571" y="12411"/>
                  <a:pt x="11571" y="12411"/>
                </a:cubicBezTo>
                <a:lnTo>
                  <a:pt x="11676" y="9795"/>
                </a:lnTo>
                <a:cubicBezTo>
                  <a:pt x="15568" y="9105"/>
                  <a:pt x="21112" y="4857"/>
                  <a:pt x="21112" y="2493"/>
                </a:cubicBezTo>
                <a:cubicBezTo>
                  <a:pt x="21112" y="2012"/>
                  <a:pt x="20924" y="1614"/>
                  <a:pt x="20548" y="1363"/>
                </a:cubicBezTo>
                <a:cubicBezTo>
                  <a:pt x="20184" y="1104"/>
                  <a:pt x="19678" y="1009"/>
                  <a:pt x="19132" y="1009"/>
                </a:cubicBezTo>
                <a:cubicBezTo>
                  <a:pt x="18357" y="1009"/>
                  <a:pt x="17503" y="1200"/>
                  <a:pt x="16865" y="1384"/>
                </a:cubicBezTo>
                <a:cubicBezTo>
                  <a:pt x="16970" y="861"/>
                  <a:pt x="17011" y="526"/>
                  <a:pt x="16970" y="422"/>
                </a:cubicBezTo>
                <a:cubicBezTo>
                  <a:pt x="16770" y="40"/>
                  <a:pt x="12860" y="1"/>
                  <a:pt x="11250" y="1"/>
                </a:cubicBezTo>
                <a:cubicBezTo>
                  <a:pt x="10830" y="1"/>
                  <a:pt x="10567" y="3"/>
                  <a:pt x="10567" y="3"/>
                </a:cubicBezTo>
                <a:cubicBezTo>
                  <a:pt x="10567" y="3"/>
                  <a:pt x="10302" y="1"/>
                  <a:pt x="9879" y="1"/>
                </a:cubicBezTo>
                <a:close/>
              </a:path>
            </a:pathLst>
          </a:custGeom>
          <a:solidFill>
            <a:srgbClr val="FC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44" name="Shape 11644"/>
        <p:cNvGrpSpPr/>
        <p:nvPr/>
      </p:nvGrpSpPr>
      <p:grpSpPr>
        <a:xfrm>
          <a:off x="0" y="0"/>
          <a:ext cx="0" cy="0"/>
          <a:chOff x="0" y="0"/>
          <a:chExt cx="0" cy="0"/>
        </a:xfrm>
      </p:grpSpPr>
      <p:sp>
        <p:nvSpPr>
          <p:cNvPr id="11645" name="Google Shape;11645;p1451"/>
          <p:cNvSpPr txBox="1"/>
          <p:nvPr>
            <p:ph type="title"/>
          </p:nvPr>
        </p:nvSpPr>
        <p:spPr>
          <a:xfrm>
            <a:off x="948875" y="917500"/>
            <a:ext cx="4126800" cy="507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Base Model (Naive Model)</a:t>
            </a:r>
            <a:endParaRPr sz="2000"/>
          </a:p>
          <a:p>
            <a:pPr indent="0" lvl="0" marL="0" rtl="0" algn="l">
              <a:spcBef>
                <a:spcPts val="0"/>
              </a:spcBef>
              <a:spcAft>
                <a:spcPts val="0"/>
              </a:spcAft>
              <a:buNone/>
            </a:pPr>
            <a:r>
              <a:t/>
            </a:r>
            <a:endParaRPr sz="2000"/>
          </a:p>
        </p:txBody>
      </p:sp>
      <p:sp>
        <p:nvSpPr>
          <p:cNvPr id="11646" name="Google Shape;11646;p1451"/>
          <p:cNvSpPr/>
          <p:nvPr/>
        </p:nvSpPr>
        <p:spPr>
          <a:xfrm>
            <a:off x="4829731" y="1161875"/>
            <a:ext cx="3246461" cy="2819752"/>
          </a:xfrm>
          <a:custGeom>
            <a:rect b="b" l="l" r="r" t="t"/>
            <a:pathLst>
              <a:path extrusionOk="0" h="146139" w="168254">
                <a:moveTo>
                  <a:pt x="4437" y="1"/>
                </a:moveTo>
                <a:cubicBezTo>
                  <a:pt x="2002" y="1"/>
                  <a:pt x="0" y="1969"/>
                  <a:pt x="0" y="4437"/>
                </a:cubicBezTo>
                <a:lnTo>
                  <a:pt x="0" y="141702"/>
                </a:lnTo>
                <a:cubicBezTo>
                  <a:pt x="0" y="144137"/>
                  <a:pt x="2002" y="146139"/>
                  <a:pt x="4437" y="146139"/>
                </a:cubicBezTo>
                <a:lnTo>
                  <a:pt x="163817" y="146139"/>
                </a:lnTo>
                <a:cubicBezTo>
                  <a:pt x="166252" y="146139"/>
                  <a:pt x="168254" y="144137"/>
                  <a:pt x="168254" y="141702"/>
                </a:cubicBezTo>
                <a:lnTo>
                  <a:pt x="168254" y="4437"/>
                </a:lnTo>
                <a:cubicBezTo>
                  <a:pt x="168254" y="1969"/>
                  <a:pt x="166252" y="1"/>
                  <a:pt x="163817" y="1"/>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1451"/>
          <p:cNvSpPr/>
          <p:nvPr/>
        </p:nvSpPr>
        <p:spPr>
          <a:xfrm>
            <a:off x="5243600" y="1338238"/>
            <a:ext cx="724083" cy="86268"/>
          </a:xfrm>
          <a:custGeom>
            <a:rect b="b" l="l" r="r" t="t"/>
            <a:pathLst>
              <a:path extrusionOk="0" h="4471" w="37527">
                <a:moveTo>
                  <a:pt x="2235" y="1"/>
                </a:moveTo>
                <a:cubicBezTo>
                  <a:pt x="1001" y="1"/>
                  <a:pt x="0" y="1001"/>
                  <a:pt x="0" y="2236"/>
                </a:cubicBezTo>
                <a:cubicBezTo>
                  <a:pt x="0" y="3470"/>
                  <a:pt x="1001" y="4471"/>
                  <a:pt x="2235" y="4471"/>
                </a:cubicBezTo>
                <a:lnTo>
                  <a:pt x="35292" y="4471"/>
                </a:lnTo>
                <a:cubicBezTo>
                  <a:pt x="36526" y="4471"/>
                  <a:pt x="37527" y="3470"/>
                  <a:pt x="37527" y="2236"/>
                </a:cubicBezTo>
                <a:cubicBezTo>
                  <a:pt x="37527" y="1001"/>
                  <a:pt x="36526" y="1"/>
                  <a:pt x="352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1451"/>
          <p:cNvSpPr/>
          <p:nvPr/>
        </p:nvSpPr>
        <p:spPr>
          <a:xfrm>
            <a:off x="4948167" y="1292545"/>
            <a:ext cx="177649" cy="177649"/>
          </a:xfrm>
          <a:custGeom>
            <a:rect b="b" l="l" r="r" t="t"/>
            <a:pathLst>
              <a:path extrusionOk="0" h="9207" w="9207">
                <a:moveTo>
                  <a:pt x="4603" y="0"/>
                </a:moveTo>
                <a:cubicBezTo>
                  <a:pt x="2035" y="0"/>
                  <a:pt x="0" y="2069"/>
                  <a:pt x="0" y="4604"/>
                </a:cubicBezTo>
                <a:cubicBezTo>
                  <a:pt x="0" y="7139"/>
                  <a:pt x="2035" y="9207"/>
                  <a:pt x="4603" y="9207"/>
                </a:cubicBezTo>
                <a:cubicBezTo>
                  <a:pt x="7139" y="9207"/>
                  <a:pt x="9207" y="7139"/>
                  <a:pt x="9207" y="4604"/>
                </a:cubicBezTo>
                <a:cubicBezTo>
                  <a:pt x="9207" y="2069"/>
                  <a:pt x="7139" y="0"/>
                  <a:pt x="46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649" name="Google Shape;11649;p1451"/>
          <p:cNvPicPr preferRelativeResize="0"/>
          <p:nvPr/>
        </p:nvPicPr>
        <p:blipFill rotWithShape="1">
          <a:blip r:embed="rId3">
            <a:alphaModFix/>
          </a:blip>
          <a:srcRect b="0" l="3175" r="3166" t="0"/>
          <a:stretch/>
        </p:blipFill>
        <p:spPr>
          <a:xfrm>
            <a:off x="4947628" y="1613336"/>
            <a:ext cx="3004550" cy="1804488"/>
          </a:xfrm>
          <a:prstGeom prst="rect">
            <a:avLst/>
          </a:prstGeom>
          <a:noFill/>
          <a:ln>
            <a:noFill/>
          </a:ln>
        </p:spPr>
      </p:pic>
      <p:sp>
        <p:nvSpPr>
          <p:cNvPr id="11650" name="Google Shape;11650;p1451"/>
          <p:cNvSpPr/>
          <p:nvPr/>
        </p:nvSpPr>
        <p:spPr>
          <a:xfrm>
            <a:off x="6213664" y="2274400"/>
            <a:ext cx="473530" cy="472516"/>
          </a:xfrm>
          <a:custGeom>
            <a:rect b="b" l="l" r="r" t="t"/>
            <a:pathLst>
              <a:path extrusionOk="0" h="14845" w="14878">
                <a:moveTo>
                  <a:pt x="4303" y="2636"/>
                </a:moveTo>
                <a:lnTo>
                  <a:pt x="12576" y="7440"/>
                </a:lnTo>
                <a:lnTo>
                  <a:pt x="4303" y="12210"/>
                </a:lnTo>
                <a:lnTo>
                  <a:pt x="4303" y="2636"/>
                </a:lnTo>
                <a:close/>
                <a:moveTo>
                  <a:pt x="7439" y="1"/>
                </a:moveTo>
                <a:cubicBezTo>
                  <a:pt x="3336" y="1"/>
                  <a:pt x="0" y="3303"/>
                  <a:pt x="0" y="7406"/>
                </a:cubicBezTo>
                <a:cubicBezTo>
                  <a:pt x="0" y="11542"/>
                  <a:pt x="3336" y="14845"/>
                  <a:pt x="7439" y="14845"/>
                </a:cubicBezTo>
                <a:cubicBezTo>
                  <a:pt x="11542" y="14845"/>
                  <a:pt x="14877" y="11542"/>
                  <a:pt x="14877" y="7406"/>
                </a:cubicBezTo>
                <a:cubicBezTo>
                  <a:pt x="14877" y="3303"/>
                  <a:pt x="11542" y="1"/>
                  <a:pt x="7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1" name="Google Shape;11651;p1451"/>
          <p:cNvGrpSpPr/>
          <p:nvPr/>
        </p:nvGrpSpPr>
        <p:grpSpPr>
          <a:xfrm>
            <a:off x="4960812" y="3507882"/>
            <a:ext cx="2040802" cy="286453"/>
            <a:chOff x="5051181" y="3454533"/>
            <a:chExt cx="1018263" cy="142919"/>
          </a:xfrm>
        </p:grpSpPr>
        <p:sp>
          <p:nvSpPr>
            <p:cNvPr id="11652" name="Google Shape;11652;p1451"/>
            <p:cNvSpPr/>
            <p:nvPr/>
          </p:nvSpPr>
          <p:spPr>
            <a:xfrm>
              <a:off x="5089791" y="3454533"/>
              <a:ext cx="97845" cy="106219"/>
            </a:xfrm>
            <a:custGeom>
              <a:rect b="b" l="l" r="r" t="t"/>
              <a:pathLst>
                <a:path extrusionOk="0" h="5505" w="5071">
                  <a:moveTo>
                    <a:pt x="2169" y="1"/>
                  </a:moveTo>
                  <a:cubicBezTo>
                    <a:pt x="1969" y="1"/>
                    <a:pt x="1835" y="134"/>
                    <a:pt x="1802" y="334"/>
                  </a:cubicBezTo>
                  <a:cubicBezTo>
                    <a:pt x="1769" y="735"/>
                    <a:pt x="1669" y="1135"/>
                    <a:pt x="1502" y="1535"/>
                  </a:cubicBezTo>
                  <a:cubicBezTo>
                    <a:pt x="1402" y="1735"/>
                    <a:pt x="1202" y="1902"/>
                    <a:pt x="968" y="1902"/>
                  </a:cubicBezTo>
                  <a:lnTo>
                    <a:pt x="568" y="1902"/>
                  </a:lnTo>
                  <a:cubicBezTo>
                    <a:pt x="234" y="1902"/>
                    <a:pt x="1" y="2136"/>
                    <a:pt x="1" y="2436"/>
                  </a:cubicBezTo>
                  <a:lnTo>
                    <a:pt x="1" y="5038"/>
                  </a:lnTo>
                  <a:cubicBezTo>
                    <a:pt x="1" y="5305"/>
                    <a:pt x="201" y="5505"/>
                    <a:pt x="468" y="5505"/>
                  </a:cubicBezTo>
                  <a:lnTo>
                    <a:pt x="3770" y="5505"/>
                  </a:lnTo>
                  <a:cubicBezTo>
                    <a:pt x="3970" y="5505"/>
                    <a:pt x="4170" y="5338"/>
                    <a:pt x="4170" y="5105"/>
                  </a:cubicBezTo>
                  <a:cubicBezTo>
                    <a:pt x="4170" y="4938"/>
                    <a:pt x="4070" y="4804"/>
                    <a:pt x="3903" y="4738"/>
                  </a:cubicBezTo>
                  <a:cubicBezTo>
                    <a:pt x="3903" y="4738"/>
                    <a:pt x="3903" y="4704"/>
                    <a:pt x="3903" y="4704"/>
                  </a:cubicBezTo>
                  <a:lnTo>
                    <a:pt x="4037" y="4704"/>
                  </a:lnTo>
                  <a:cubicBezTo>
                    <a:pt x="4304" y="4704"/>
                    <a:pt x="4504" y="4504"/>
                    <a:pt x="4504" y="4237"/>
                  </a:cubicBezTo>
                  <a:cubicBezTo>
                    <a:pt x="4504" y="4037"/>
                    <a:pt x="4370" y="3870"/>
                    <a:pt x="4204" y="3804"/>
                  </a:cubicBezTo>
                  <a:cubicBezTo>
                    <a:pt x="4204" y="3804"/>
                    <a:pt x="4204" y="3804"/>
                    <a:pt x="4204" y="3770"/>
                  </a:cubicBezTo>
                  <a:lnTo>
                    <a:pt x="4337" y="3770"/>
                  </a:lnTo>
                  <a:cubicBezTo>
                    <a:pt x="4604" y="3770"/>
                    <a:pt x="4804" y="3570"/>
                    <a:pt x="4804" y="3303"/>
                  </a:cubicBezTo>
                  <a:cubicBezTo>
                    <a:pt x="4804" y="3103"/>
                    <a:pt x="4704" y="2936"/>
                    <a:pt x="4504" y="2870"/>
                  </a:cubicBezTo>
                  <a:cubicBezTo>
                    <a:pt x="4504" y="2870"/>
                    <a:pt x="4504" y="2836"/>
                    <a:pt x="4504" y="2836"/>
                  </a:cubicBezTo>
                  <a:lnTo>
                    <a:pt x="4571" y="2836"/>
                  </a:lnTo>
                  <a:cubicBezTo>
                    <a:pt x="4837" y="2836"/>
                    <a:pt x="5071" y="2603"/>
                    <a:pt x="5038" y="2336"/>
                  </a:cubicBezTo>
                  <a:cubicBezTo>
                    <a:pt x="5038" y="2069"/>
                    <a:pt x="4837" y="1902"/>
                    <a:pt x="4571" y="1902"/>
                  </a:cubicBezTo>
                  <a:lnTo>
                    <a:pt x="3136" y="1902"/>
                  </a:lnTo>
                  <a:cubicBezTo>
                    <a:pt x="2969" y="1902"/>
                    <a:pt x="2869" y="1769"/>
                    <a:pt x="2869" y="1602"/>
                  </a:cubicBezTo>
                  <a:lnTo>
                    <a:pt x="2903" y="1302"/>
                  </a:lnTo>
                  <a:cubicBezTo>
                    <a:pt x="2936" y="1002"/>
                    <a:pt x="2969" y="635"/>
                    <a:pt x="2803" y="368"/>
                  </a:cubicBezTo>
                  <a:cubicBezTo>
                    <a:pt x="2669" y="168"/>
                    <a:pt x="2436" y="1"/>
                    <a:pt x="21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1451"/>
            <p:cNvSpPr/>
            <p:nvPr/>
          </p:nvSpPr>
          <p:spPr>
            <a:xfrm>
              <a:off x="5051181" y="3491233"/>
              <a:ext cx="34770" cy="69520"/>
            </a:xfrm>
            <a:custGeom>
              <a:rect b="b" l="l" r="r" t="t"/>
              <a:pathLst>
                <a:path extrusionOk="0" h="3603" w="1802">
                  <a:moveTo>
                    <a:pt x="401" y="0"/>
                  </a:moveTo>
                  <a:cubicBezTo>
                    <a:pt x="167" y="0"/>
                    <a:pt x="0" y="200"/>
                    <a:pt x="0" y="434"/>
                  </a:cubicBezTo>
                  <a:lnTo>
                    <a:pt x="0" y="3203"/>
                  </a:lnTo>
                  <a:cubicBezTo>
                    <a:pt x="0" y="3436"/>
                    <a:pt x="167" y="3603"/>
                    <a:pt x="401" y="3603"/>
                  </a:cubicBezTo>
                  <a:lnTo>
                    <a:pt x="1401" y="3603"/>
                  </a:lnTo>
                  <a:cubicBezTo>
                    <a:pt x="1635" y="3603"/>
                    <a:pt x="1802" y="3436"/>
                    <a:pt x="1802" y="3203"/>
                  </a:cubicBezTo>
                  <a:lnTo>
                    <a:pt x="1802" y="434"/>
                  </a:lnTo>
                  <a:cubicBezTo>
                    <a:pt x="1802" y="200"/>
                    <a:pt x="1601" y="0"/>
                    <a:pt x="14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1451"/>
            <p:cNvSpPr/>
            <p:nvPr/>
          </p:nvSpPr>
          <p:spPr>
            <a:xfrm>
              <a:off x="5278386" y="3491233"/>
              <a:ext cx="97845" cy="106219"/>
            </a:xfrm>
            <a:custGeom>
              <a:rect b="b" l="l" r="r" t="t"/>
              <a:pathLst>
                <a:path extrusionOk="0" h="5505" w="5071">
                  <a:moveTo>
                    <a:pt x="1301" y="0"/>
                  </a:moveTo>
                  <a:cubicBezTo>
                    <a:pt x="1068" y="0"/>
                    <a:pt x="901" y="200"/>
                    <a:pt x="901" y="401"/>
                  </a:cubicBezTo>
                  <a:cubicBezTo>
                    <a:pt x="901" y="567"/>
                    <a:pt x="1001" y="734"/>
                    <a:pt x="1134" y="801"/>
                  </a:cubicBezTo>
                  <a:cubicBezTo>
                    <a:pt x="1134" y="801"/>
                    <a:pt x="1168" y="801"/>
                    <a:pt x="1168" y="834"/>
                  </a:cubicBezTo>
                  <a:lnTo>
                    <a:pt x="1001" y="834"/>
                  </a:lnTo>
                  <a:cubicBezTo>
                    <a:pt x="768" y="834"/>
                    <a:pt x="534" y="1034"/>
                    <a:pt x="534" y="1301"/>
                  </a:cubicBezTo>
                  <a:cubicBezTo>
                    <a:pt x="534" y="1501"/>
                    <a:pt x="667" y="1668"/>
                    <a:pt x="834" y="1735"/>
                  </a:cubicBezTo>
                  <a:cubicBezTo>
                    <a:pt x="834" y="1735"/>
                    <a:pt x="834" y="1768"/>
                    <a:pt x="834" y="1768"/>
                  </a:cubicBezTo>
                  <a:lnTo>
                    <a:pt x="701" y="1768"/>
                  </a:lnTo>
                  <a:cubicBezTo>
                    <a:pt x="434" y="1768"/>
                    <a:pt x="234" y="1968"/>
                    <a:pt x="234" y="2235"/>
                  </a:cubicBezTo>
                  <a:cubicBezTo>
                    <a:pt x="234" y="2435"/>
                    <a:pt x="367" y="2602"/>
                    <a:pt x="534" y="2669"/>
                  </a:cubicBezTo>
                  <a:cubicBezTo>
                    <a:pt x="534" y="2702"/>
                    <a:pt x="534" y="2702"/>
                    <a:pt x="534" y="2702"/>
                  </a:cubicBezTo>
                  <a:lnTo>
                    <a:pt x="467" y="2702"/>
                  </a:lnTo>
                  <a:cubicBezTo>
                    <a:pt x="200" y="2702"/>
                    <a:pt x="0" y="2936"/>
                    <a:pt x="0" y="3203"/>
                  </a:cubicBezTo>
                  <a:cubicBezTo>
                    <a:pt x="0" y="3436"/>
                    <a:pt x="234" y="3636"/>
                    <a:pt x="467" y="3636"/>
                  </a:cubicBezTo>
                  <a:lnTo>
                    <a:pt x="1935" y="3636"/>
                  </a:lnTo>
                  <a:cubicBezTo>
                    <a:pt x="2068" y="3636"/>
                    <a:pt x="2202" y="3770"/>
                    <a:pt x="2169" y="3903"/>
                  </a:cubicBezTo>
                  <a:lnTo>
                    <a:pt x="2135" y="4237"/>
                  </a:lnTo>
                  <a:cubicBezTo>
                    <a:pt x="2102" y="4503"/>
                    <a:pt x="2068" y="4870"/>
                    <a:pt x="2235" y="5137"/>
                  </a:cubicBezTo>
                  <a:cubicBezTo>
                    <a:pt x="2369" y="5371"/>
                    <a:pt x="2636" y="5504"/>
                    <a:pt x="2902" y="5504"/>
                  </a:cubicBezTo>
                  <a:cubicBezTo>
                    <a:pt x="3069" y="5504"/>
                    <a:pt x="3236" y="5371"/>
                    <a:pt x="3236" y="5204"/>
                  </a:cubicBezTo>
                  <a:cubicBezTo>
                    <a:pt x="3269" y="4770"/>
                    <a:pt x="3369" y="4370"/>
                    <a:pt x="3536" y="4003"/>
                  </a:cubicBezTo>
                  <a:cubicBezTo>
                    <a:pt x="3636" y="3770"/>
                    <a:pt x="3870" y="3636"/>
                    <a:pt x="4103" y="3636"/>
                  </a:cubicBezTo>
                  <a:lnTo>
                    <a:pt x="4504" y="3636"/>
                  </a:lnTo>
                  <a:cubicBezTo>
                    <a:pt x="4804" y="3636"/>
                    <a:pt x="5071" y="3369"/>
                    <a:pt x="5071" y="3069"/>
                  </a:cubicBezTo>
                  <a:lnTo>
                    <a:pt x="5071" y="467"/>
                  </a:lnTo>
                  <a:cubicBezTo>
                    <a:pt x="5071" y="200"/>
                    <a:pt x="4837" y="0"/>
                    <a:pt x="46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1451"/>
            <p:cNvSpPr/>
            <p:nvPr/>
          </p:nvSpPr>
          <p:spPr>
            <a:xfrm>
              <a:off x="5379436" y="3491233"/>
              <a:ext cx="35426" cy="69520"/>
            </a:xfrm>
            <a:custGeom>
              <a:rect b="b" l="l" r="r" t="t"/>
              <a:pathLst>
                <a:path extrusionOk="0" h="3603" w="1836">
                  <a:moveTo>
                    <a:pt x="434" y="0"/>
                  </a:moveTo>
                  <a:cubicBezTo>
                    <a:pt x="201" y="0"/>
                    <a:pt x="0" y="200"/>
                    <a:pt x="0" y="434"/>
                  </a:cubicBezTo>
                  <a:lnTo>
                    <a:pt x="0" y="3203"/>
                  </a:lnTo>
                  <a:cubicBezTo>
                    <a:pt x="0" y="3436"/>
                    <a:pt x="201" y="3603"/>
                    <a:pt x="434" y="3603"/>
                  </a:cubicBezTo>
                  <a:lnTo>
                    <a:pt x="1401" y="3603"/>
                  </a:lnTo>
                  <a:cubicBezTo>
                    <a:pt x="1635" y="3603"/>
                    <a:pt x="1835" y="3436"/>
                    <a:pt x="1835" y="3203"/>
                  </a:cubicBezTo>
                  <a:lnTo>
                    <a:pt x="1835" y="434"/>
                  </a:lnTo>
                  <a:cubicBezTo>
                    <a:pt x="1835" y="200"/>
                    <a:pt x="1635" y="0"/>
                    <a:pt x="14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1451"/>
            <p:cNvSpPr/>
            <p:nvPr/>
          </p:nvSpPr>
          <p:spPr>
            <a:xfrm>
              <a:off x="5510742" y="3485560"/>
              <a:ext cx="127443" cy="75193"/>
            </a:xfrm>
            <a:custGeom>
              <a:rect b="b" l="l" r="r" t="t"/>
              <a:pathLst>
                <a:path extrusionOk="0" h="3897" w="6605">
                  <a:moveTo>
                    <a:pt x="3697" y="0"/>
                  </a:moveTo>
                  <a:cubicBezTo>
                    <a:pt x="3490" y="0"/>
                    <a:pt x="3303" y="169"/>
                    <a:pt x="3303" y="394"/>
                  </a:cubicBezTo>
                  <a:lnTo>
                    <a:pt x="3303" y="1128"/>
                  </a:lnTo>
                  <a:cubicBezTo>
                    <a:pt x="2035" y="1195"/>
                    <a:pt x="0" y="1662"/>
                    <a:pt x="0" y="3897"/>
                  </a:cubicBezTo>
                  <a:cubicBezTo>
                    <a:pt x="0" y="3897"/>
                    <a:pt x="801" y="2796"/>
                    <a:pt x="3303" y="2563"/>
                  </a:cubicBezTo>
                  <a:lnTo>
                    <a:pt x="3303" y="3230"/>
                  </a:lnTo>
                  <a:cubicBezTo>
                    <a:pt x="3303" y="3458"/>
                    <a:pt x="3496" y="3610"/>
                    <a:pt x="3707" y="3610"/>
                  </a:cubicBezTo>
                  <a:cubicBezTo>
                    <a:pt x="3772" y="3610"/>
                    <a:pt x="3840" y="3595"/>
                    <a:pt x="3903" y="3563"/>
                  </a:cubicBezTo>
                  <a:lnTo>
                    <a:pt x="6338" y="2162"/>
                  </a:lnTo>
                  <a:cubicBezTo>
                    <a:pt x="6605" y="1995"/>
                    <a:pt x="6605" y="1629"/>
                    <a:pt x="6338" y="1462"/>
                  </a:cubicBezTo>
                  <a:lnTo>
                    <a:pt x="3903" y="61"/>
                  </a:lnTo>
                  <a:cubicBezTo>
                    <a:pt x="3836" y="19"/>
                    <a:pt x="3765" y="0"/>
                    <a:pt x="36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1451"/>
            <p:cNvSpPr/>
            <p:nvPr/>
          </p:nvSpPr>
          <p:spPr>
            <a:xfrm>
              <a:off x="5748251" y="3516337"/>
              <a:ext cx="32840" cy="8374"/>
            </a:xfrm>
            <a:custGeom>
              <a:rect b="b" l="l" r="r" t="t"/>
              <a:pathLst>
                <a:path extrusionOk="0" h="434" w="1702">
                  <a:moveTo>
                    <a:pt x="0" y="0"/>
                  </a:moveTo>
                  <a:lnTo>
                    <a:pt x="0" y="434"/>
                  </a:lnTo>
                  <a:lnTo>
                    <a:pt x="1701" y="434"/>
                  </a:lnTo>
                  <a:lnTo>
                    <a:pt x="170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1451"/>
            <p:cNvSpPr/>
            <p:nvPr/>
          </p:nvSpPr>
          <p:spPr>
            <a:xfrm>
              <a:off x="5748251" y="3528551"/>
              <a:ext cx="32840" cy="8393"/>
            </a:xfrm>
            <a:custGeom>
              <a:rect b="b" l="l" r="r" t="t"/>
              <a:pathLst>
                <a:path extrusionOk="0" h="435" w="1702">
                  <a:moveTo>
                    <a:pt x="0" y="1"/>
                  </a:moveTo>
                  <a:lnTo>
                    <a:pt x="0" y="435"/>
                  </a:lnTo>
                  <a:lnTo>
                    <a:pt x="1701" y="435"/>
                  </a:lnTo>
                  <a:lnTo>
                    <a:pt x="17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1451"/>
            <p:cNvSpPr/>
            <p:nvPr/>
          </p:nvSpPr>
          <p:spPr>
            <a:xfrm>
              <a:off x="5748251" y="3541441"/>
              <a:ext cx="32840" cy="7737"/>
            </a:xfrm>
            <a:custGeom>
              <a:rect b="b" l="l" r="r" t="t"/>
              <a:pathLst>
                <a:path extrusionOk="0" h="401" w="1702">
                  <a:moveTo>
                    <a:pt x="0" y="0"/>
                  </a:moveTo>
                  <a:lnTo>
                    <a:pt x="0" y="400"/>
                  </a:lnTo>
                  <a:lnTo>
                    <a:pt x="1701" y="400"/>
                  </a:lnTo>
                  <a:lnTo>
                    <a:pt x="170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1451"/>
            <p:cNvSpPr/>
            <p:nvPr/>
          </p:nvSpPr>
          <p:spPr>
            <a:xfrm>
              <a:off x="5748251" y="3553655"/>
              <a:ext cx="32840" cy="8393"/>
            </a:xfrm>
            <a:custGeom>
              <a:rect b="b" l="l" r="r" t="t"/>
              <a:pathLst>
                <a:path extrusionOk="0" h="435" w="1702">
                  <a:moveTo>
                    <a:pt x="0" y="1"/>
                  </a:moveTo>
                  <a:lnTo>
                    <a:pt x="0" y="435"/>
                  </a:lnTo>
                  <a:lnTo>
                    <a:pt x="1701" y="435"/>
                  </a:lnTo>
                  <a:lnTo>
                    <a:pt x="17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1451"/>
            <p:cNvSpPr/>
            <p:nvPr/>
          </p:nvSpPr>
          <p:spPr>
            <a:xfrm>
              <a:off x="5800368" y="3516337"/>
              <a:ext cx="44436" cy="44417"/>
            </a:xfrm>
            <a:custGeom>
              <a:rect b="b" l="l" r="r" t="t"/>
              <a:pathLst>
                <a:path extrusionOk="0" h="2302" w="2303">
                  <a:moveTo>
                    <a:pt x="1002" y="0"/>
                  </a:moveTo>
                  <a:cubicBezTo>
                    <a:pt x="868" y="0"/>
                    <a:pt x="768" y="100"/>
                    <a:pt x="768" y="234"/>
                  </a:cubicBezTo>
                  <a:lnTo>
                    <a:pt x="768" y="534"/>
                  </a:lnTo>
                  <a:cubicBezTo>
                    <a:pt x="768" y="667"/>
                    <a:pt x="668" y="767"/>
                    <a:pt x="535" y="767"/>
                  </a:cubicBezTo>
                  <a:lnTo>
                    <a:pt x="234" y="767"/>
                  </a:lnTo>
                  <a:cubicBezTo>
                    <a:pt x="101" y="767"/>
                    <a:pt x="1" y="867"/>
                    <a:pt x="1" y="1001"/>
                  </a:cubicBezTo>
                  <a:lnTo>
                    <a:pt x="1" y="1301"/>
                  </a:lnTo>
                  <a:cubicBezTo>
                    <a:pt x="1" y="1435"/>
                    <a:pt x="101" y="1535"/>
                    <a:pt x="234" y="1535"/>
                  </a:cubicBezTo>
                  <a:lnTo>
                    <a:pt x="535" y="1535"/>
                  </a:lnTo>
                  <a:cubicBezTo>
                    <a:pt x="668" y="1535"/>
                    <a:pt x="768" y="1668"/>
                    <a:pt x="768" y="1801"/>
                  </a:cubicBezTo>
                  <a:lnTo>
                    <a:pt x="768" y="2068"/>
                  </a:lnTo>
                  <a:cubicBezTo>
                    <a:pt x="768" y="2202"/>
                    <a:pt x="868" y="2302"/>
                    <a:pt x="1002" y="2302"/>
                  </a:cubicBezTo>
                  <a:lnTo>
                    <a:pt x="1302" y="2302"/>
                  </a:lnTo>
                  <a:cubicBezTo>
                    <a:pt x="1435" y="2302"/>
                    <a:pt x="1535" y="2202"/>
                    <a:pt x="1535" y="2068"/>
                  </a:cubicBezTo>
                  <a:lnTo>
                    <a:pt x="1535" y="1801"/>
                  </a:lnTo>
                  <a:cubicBezTo>
                    <a:pt x="1535" y="1668"/>
                    <a:pt x="1635" y="1535"/>
                    <a:pt x="1802" y="1535"/>
                  </a:cubicBezTo>
                  <a:lnTo>
                    <a:pt x="2069" y="1535"/>
                  </a:lnTo>
                  <a:cubicBezTo>
                    <a:pt x="2203" y="1535"/>
                    <a:pt x="2303" y="1435"/>
                    <a:pt x="2303" y="1301"/>
                  </a:cubicBezTo>
                  <a:lnTo>
                    <a:pt x="2303" y="1001"/>
                  </a:lnTo>
                  <a:cubicBezTo>
                    <a:pt x="2303" y="867"/>
                    <a:pt x="2203" y="767"/>
                    <a:pt x="2069" y="767"/>
                  </a:cubicBezTo>
                  <a:lnTo>
                    <a:pt x="1802" y="767"/>
                  </a:lnTo>
                  <a:cubicBezTo>
                    <a:pt x="1669" y="767"/>
                    <a:pt x="1535" y="667"/>
                    <a:pt x="1535" y="534"/>
                  </a:cubicBezTo>
                  <a:lnTo>
                    <a:pt x="1535" y="234"/>
                  </a:lnTo>
                  <a:cubicBezTo>
                    <a:pt x="1535" y="100"/>
                    <a:pt x="1435" y="0"/>
                    <a:pt x="13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1451"/>
            <p:cNvSpPr/>
            <p:nvPr/>
          </p:nvSpPr>
          <p:spPr>
            <a:xfrm>
              <a:off x="5987033" y="3518903"/>
              <a:ext cx="16111" cy="16111"/>
            </a:xfrm>
            <a:custGeom>
              <a:rect b="b" l="l" r="r" t="t"/>
              <a:pathLst>
                <a:path extrusionOk="0" h="835" w="835">
                  <a:moveTo>
                    <a:pt x="434" y="1"/>
                  </a:moveTo>
                  <a:cubicBezTo>
                    <a:pt x="201" y="1"/>
                    <a:pt x="1" y="167"/>
                    <a:pt x="1" y="401"/>
                  </a:cubicBezTo>
                  <a:cubicBezTo>
                    <a:pt x="1" y="634"/>
                    <a:pt x="201" y="835"/>
                    <a:pt x="434" y="835"/>
                  </a:cubicBezTo>
                  <a:cubicBezTo>
                    <a:pt x="634" y="835"/>
                    <a:pt x="834" y="634"/>
                    <a:pt x="834" y="401"/>
                  </a:cubicBezTo>
                  <a:cubicBezTo>
                    <a:pt x="834" y="167"/>
                    <a:pt x="634" y="1"/>
                    <a:pt x="4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1451"/>
            <p:cNvSpPr/>
            <p:nvPr/>
          </p:nvSpPr>
          <p:spPr>
            <a:xfrm>
              <a:off x="6020511" y="3518903"/>
              <a:ext cx="16111" cy="16111"/>
            </a:xfrm>
            <a:custGeom>
              <a:rect b="b" l="l" r="r" t="t"/>
              <a:pathLst>
                <a:path extrusionOk="0" h="835" w="835">
                  <a:moveTo>
                    <a:pt x="400" y="1"/>
                  </a:moveTo>
                  <a:cubicBezTo>
                    <a:pt x="167" y="1"/>
                    <a:pt x="0" y="167"/>
                    <a:pt x="0" y="401"/>
                  </a:cubicBezTo>
                  <a:cubicBezTo>
                    <a:pt x="0" y="634"/>
                    <a:pt x="167" y="835"/>
                    <a:pt x="400" y="835"/>
                  </a:cubicBezTo>
                  <a:cubicBezTo>
                    <a:pt x="634" y="835"/>
                    <a:pt x="834" y="634"/>
                    <a:pt x="834" y="401"/>
                  </a:cubicBezTo>
                  <a:cubicBezTo>
                    <a:pt x="834" y="167"/>
                    <a:pt x="634" y="1"/>
                    <a:pt x="4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1451"/>
            <p:cNvSpPr/>
            <p:nvPr/>
          </p:nvSpPr>
          <p:spPr>
            <a:xfrm>
              <a:off x="6053332" y="3518903"/>
              <a:ext cx="16111" cy="16111"/>
            </a:xfrm>
            <a:custGeom>
              <a:rect b="b" l="l" r="r" t="t"/>
              <a:pathLst>
                <a:path extrusionOk="0" h="835" w="835">
                  <a:moveTo>
                    <a:pt x="434" y="1"/>
                  </a:moveTo>
                  <a:cubicBezTo>
                    <a:pt x="200" y="1"/>
                    <a:pt x="0" y="167"/>
                    <a:pt x="0" y="401"/>
                  </a:cubicBezTo>
                  <a:cubicBezTo>
                    <a:pt x="0" y="634"/>
                    <a:pt x="200" y="835"/>
                    <a:pt x="434" y="835"/>
                  </a:cubicBezTo>
                  <a:cubicBezTo>
                    <a:pt x="667" y="835"/>
                    <a:pt x="834" y="634"/>
                    <a:pt x="834" y="401"/>
                  </a:cubicBezTo>
                  <a:cubicBezTo>
                    <a:pt x="834" y="167"/>
                    <a:pt x="667" y="1"/>
                    <a:pt x="4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1451"/>
            <p:cNvSpPr/>
            <p:nvPr/>
          </p:nvSpPr>
          <p:spPr>
            <a:xfrm>
              <a:off x="5748251" y="3491233"/>
              <a:ext cx="105563" cy="8374"/>
            </a:xfrm>
            <a:custGeom>
              <a:rect b="b" l="l" r="r" t="t"/>
              <a:pathLst>
                <a:path extrusionOk="0" h="434" w="5471">
                  <a:moveTo>
                    <a:pt x="0" y="0"/>
                  </a:moveTo>
                  <a:lnTo>
                    <a:pt x="0" y="434"/>
                  </a:lnTo>
                  <a:lnTo>
                    <a:pt x="5471" y="434"/>
                  </a:lnTo>
                  <a:lnTo>
                    <a:pt x="54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1451"/>
            <p:cNvSpPr/>
            <p:nvPr/>
          </p:nvSpPr>
          <p:spPr>
            <a:xfrm>
              <a:off x="5748251" y="3504103"/>
              <a:ext cx="105563" cy="7737"/>
            </a:xfrm>
            <a:custGeom>
              <a:rect b="b" l="l" r="r" t="t"/>
              <a:pathLst>
                <a:path extrusionOk="0" h="401" w="5471">
                  <a:moveTo>
                    <a:pt x="0" y="0"/>
                  </a:moveTo>
                  <a:lnTo>
                    <a:pt x="0" y="401"/>
                  </a:lnTo>
                  <a:lnTo>
                    <a:pt x="5471" y="401"/>
                  </a:lnTo>
                  <a:lnTo>
                    <a:pt x="54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7" name="Google Shape;11667;p1451"/>
          <p:cNvSpPr txBox="1"/>
          <p:nvPr>
            <p:ph idx="1" type="subTitle"/>
          </p:nvPr>
        </p:nvSpPr>
        <p:spPr>
          <a:xfrm>
            <a:off x="865575" y="1404325"/>
            <a:ext cx="3842100" cy="3089400"/>
          </a:xfrm>
          <a:prstGeom prst="rect">
            <a:avLst/>
          </a:prstGeom>
        </p:spPr>
        <p:txBody>
          <a:bodyPr anchorCtr="0" anchor="t" bIns="91425" lIns="91425" spcFirstLastPara="1" rIns="91425" wrap="square" tIns="91425">
            <a:noAutofit/>
          </a:bodyPr>
          <a:lstStyle/>
          <a:p>
            <a:pPr indent="-330200" lvl="0" marL="457200" rtl="0" algn="l">
              <a:lnSpc>
                <a:spcPct val="150000"/>
              </a:lnSpc>
              <a:spcBef>
                <a:spcPts val="0"/>
              </a:spcBef>
              <a:spcAft>
                <a:spcPts val="0"/>
              </a:spcAft>
              <a:buSzPts val="1600"/>
              <a:buChar char="●"/>
            </a:pPr>
            <a:r>
              <a:rPr b="1" lang="en" sz="1600"/>
              <a:t>Imbalance data</a:t>
            </a:r>
            <a:r>
              <a:rPr lang="en" sz="1600"/>
              <a:t> (Each Season: 550+ players / 24 all star)</a:t>
            </a:r>
            <a:endParaRPr sz="1600"/>
          </a:p>
          <a:p>
            <a:pPr indent="-330200" lvl="0" marL="457200" rtl="0" algn="l">
              <a:lnSpc>
                <a:spcPct val="150000"/>
              </a:lnSpc>
              <a:spcBef>
                <a:spcPts val="0"/>
              </a:spcBef>
              <a:spcAft>
                <a:spcPts val="0"/>
              </a:spcAft>
              <a:buSzPts val="1600"/>
              <a:buChar char="●"/>
            </a:pPr>
            <a:r>
              <a:rPr lang="en" sz="1600"/>
              <a:t>Naive Model (Predict 24 players randomly)</a:t>
            </a:r>
            <a:endParaRPr sz="1600"/>
          </a:p>
          <a:p>
            <a:pPr indent="-330200" lvl="1" marL="914400" rtl="0" algn="l">
              <a:lnSpc>
                <a:spcPct val="150000"/>
              </a:lnSpc>
              <a:spcBef>
                <a:spcPts val="0"/>
              </a:spcBef>
              <a:spcAft>
                <a:spcPts val="0"/>
              </a:spcAft>
              <a:buSzPts val="1600"/>
              <a:buChar char="○"/>
            </a:pPr>
            <a:r>
              <a:rPr lang="en" sz="1600"/>
              <a:t>Accuracy =  0.955</a:t>
            </a:r>
            <a:endParaRPr sz="1600"/>
          </a:p>
          <a:p>
            <a:pPr indent="-330200" lvl="1" marL="914400" rtl="0" algn="l">
              <a:lnSpc>
                <a:spcPct val="150000"/>
              </a:lnSpc>
              <a:spcBef>
                <a:spcPts val="0"/>
              </a:spcBef>
              <a:spcAft>
                <a:spcPts val="0"/>
              </a:spcAft>
              <a:buSzPts val="1600"/>
              <a:buChar char="○"/>
            </a:pPr>
            <a:r>
              <a:rPr lang="en" sz="1600"/>
              <a:t>Precision = 0.045</a:t>
            </a:r>
            <a:endParaRPr sz="1600"/>
          </a:p>
          <a:p>
            <a:pPr indent="-330200" lvl="1" marL="914400" rtl="0" algn="l">
              <a:lnSpc>
                <a:spcPct val="150000"/>
              </a:lnSpc>
              <a:spcBef>
                <a:spcPts val="0"/>
              </a:spcBef>
              <a:spcAft>
                <a:spcPts val="0"/>
              </a:spcAft>
              <a:buSzPts val="1600"/>
              <a:buChar char="○"/>
            </a:pPr>
            <a:r>
              <a:rPr lang="en" sz="1600"/>
              <a:t>Recall = 0.045</a:t>
            </a:r>
            <a:endParaRPr sz="1600"/>
          </a:p>
          <a:p>
            <a:pPr indent="-330200" lvl="0" marL="457200" rtl="0" algn="l">
              <a:lnSpc>
                <a:spcPct val="150000"/>
              </a:lnSpc>
              <a:spcBef>
                <a:spcPts val="0"/>
              </a:spcBef>
              <a:spcAft>
                <a:spcPts val="0"/>
              </a:spcAft>
              <a:buSzPts val="1600"/>
              <a:buChar char="●"/>
            </a:pPr>
            <a:r>
              <a:rPr lang="en" sz="1600"/>
              <a:t>Precision / Recall &gt; Accuracy</a:t>
            </a:r>
            <a:endParaRPr sz="1600"/>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71" name="Shape 11671"/>
        <p:cNvGrpSpPr/>
        <p:nvPr/>
      </p:nvGrpSpPr>
      <p:grpSpPr>
        <a:xfrm>
          <a:off x="0" y="0"/>
          <a:ext cx="0" cy="0"/>
          <a:chOff x="0" y="0"/>
          <a:chExt cx="0" cy="0"/>
        </a:xfrm>
      </p:grpSpPr>
      <p:sp>
        <p:nvSpPr>
          <p:cNvPr id="11672" name="Google Shape;11672;p1452"/>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Results (Combination of All Models)</a:t>
            </a:r>
            <a:endParaRPr/>
          </a:p>
        </p:txBody>
      </p:sp>
      <p:sp>
        <p:nvSpPr>
          <p:cNvPr id="11673" name="Google Shape;11673;p1452"/>
          <p:cNvSpPr txBox="1"/>
          <p:nvPr>
            <p:ph idx="2" type="subTitle"/>
          </p:nvPr>
        </p:nvSpPr>
        <p:spPr>
          <a:xfrm>
            <a:off x="884575" y="1313100"/>
            <a:ext cx="2304000" cy="5187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Train</a:t>
            </a:r>
            <a:endParaRPr/>
          </a:p>
        </p:txBody>
      </p:sp>
      <p:sp>
        <p:nvSpPr>
          <p:cNvPr id="11674" name="Google Shape;11674;p1452"/>
          <p:cNvSpPr txBox="1"/>
          <p:nvPr>
            <p:ph idx="4" type="subTitle"/>
          </p:nvPr>
        </p:nvSpPr>
        <p:spPr>
          <a:xfrm>
            <a:off x="6687825" y="1313125"/>
            <a:ext cx="2304000" cy="5187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a:t>Test</a:t>
            </a:r>
            <a:endParaRPr/>
          </a:p>
        </p:txBody>
      </p:sp>
      <p:cxnSp>
        <p:nvCxnSpPr>
          <p:cNvPr id="11675" name="Google Shape;11675;p1452"/>
          <p:cNvCxnSpPr/>
          <p:nvPr/>
        </p:nvCxnSpPr>
        <p:spPr>
          <a:xfrm>
            <a:off x="724650" y="3176300"/>
            <a:ext cx="7694700" cy="0"/>
          </a:xfrm>
          <a:prstGeom prst="straightConnector1">
            <a:avLst/>
          </a:prstGeom>
          <a:noFill/>
          <a:ln cap="flat" cmpd="sng" w="38100">
            <a:solidFill>
              <a:schemeClr val="accent1"/>
            </a:solidFill>
            <a:prstDash val="solid"/>
            <a:round/>
            <a:headEnd len="med" w="med" type="none"/>
            <a:tailEnd len="med" w="med" type="none"/>
          </a:ln>
        </p:spPr>
      </p:cxnSp>
      <p:sp>
        <p:nvSpPr>
          <p:cNvPr id="11676" name="Google Shape;11676;p1452"/>
          <p:cNvSpPr/>
          <p:nvPr/>
        </p:nvSpPr>
        <p:spPr>
          <a:xfrm flipH="1" rot="5400000">
            <a:off x="7887225" y="3345675"/>
            <a:ext cx="1104600" cy="11046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1452"/>
          <p:cNvSpPr/>
          <p:nvPr/>
        </p:nvSpPr>
        <p:spPr>
          <a:xfrm rot="-5400000">
            <a:off x="152200" y="3345675"/>
            <a:ext cx="1104600" cy="1104600"/>
          </a:xfrm>
          <a:prstGeom prst="pie">
            <a:avLst>
              <a:gd fmla="val 0" name="adj1"/>
              <a:gd fmla="val 1080008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1452"/>
          <p:cNvSpPr txBox="1"/>
          <p:nvPr/>
        </p:nvSpPr>
        <p:spPr>
          <a:xfrm>
            <a:off x="1126375" y="1831800"/>
            <a:ext cx="2062200" cy="1143600"/>
          </a:xfrm>
          <a:prstGeom prst="rect">
            <a:avLst/>
          </a:prstGeom>
          <a:noFill/>
          <a:ln>
            <a:noFill/>
          </a:ln>
        </p:spPr>
        <p:txBody>
          <a:bodyPr anchorCtr="0" anchor="t" bIns="91425" lIns="91425" spcFirstLastPara="1" rIns="91425" wrap="square" tIns="91425">
            <a:spAutoFit/>
          </a:bodyPr>
          <a:lstStyle/>
          <a:p>
            <a:pPr indent="0" lvl="0" marL="0" rtl="0" algn="ctr">
              <a:lnSpc>
                <a:spcPct val="115000"/>
              </a:lnSpc>
              <a:spcBef>
                <a:spcPts val="0"/>
              </a:spcBef>
              <a:spcAft>
                <a:spcPts val="0"/>
              </a:spcAft>
              <a:buNone/>
            </a:pPr>
            <a:r>
              <a:rPr lang="en">
                <a:solidFill>
                  <a:schemeClr val="lt1"/>
                </a:solidFill>
                <a:latin typeface="Roboto"/>
                <a:ea typeface="Roboto"/>
                <a:cs typeface="Roboto"/>
                <a:sym typeface="Roboto"/>
              </a:rPr>
              <a:t>Best alpha: 0.78</a:t>
            </a:r>
            <a:endParaRPr>
              <a:solidFill>
                <a:schemeClr val="lt1"/>
              </a:solidFill>
              <a:latin typeface="Roboto"/>
              <a:ea typeface="Roboto"/>
              <a:cs typeface="Roboto"/>
              <a:sym typeface="Roboto"/>
            </a:endParaRPr>
          </a:p>
          <a:p>
            <a:pPr indent="0" lvl="0" marL="0" rtl="0" algn="ctr">
              <a:lnSpc>
                <a:spcPct val="115000"/>
              </a:lnSpc>
              <a:spcBef>
                <a:spcPts val="0"/>
              </a:spcBef>
              <a:spcAft>
                <a:spcPts val="0"/>
              </a:spcAft>
              <a:buNone/>
            </a:pPr>
            <a:r>
              <a:rPr lang="en">
                <a:solidFill>
                  <a:schemeClr val="lt1"/>
                </a:solidFill>
                <a:latin typeface="Roboto"/>
                <a:ea typeface="Roboto"/>
                <a:cs typeface="Roboto"/>
                <a:sym typeface="Roboto"/>
              </a:rPr>
              <a:t>Best beta: 0.000</a:t>
            </a:r>
            <a:endParaRPr>
              <a:solidFill>
                <a:schemeClr val="lt1"/>
              </a:solidFill>
              <a:latin typeface="Roboto"/>
              <a:ea typeface="Roboto"/>
              <a:cs typeface="Roboto"/>
              <a:sym typeface="Roboto"/>
            </a:endParaRPr>
          </a:p>
          <a:p>
            <a:pPr indent="0" lvl="0" marL="0" rtl="0" algn="ctr">
              <a:lnSpc>
                <a:spcPct val="115000"/>
              </a:lnSpc>
              <a:spcBef>
                <a:spcPts val="0"/>
              </a:spcBef>
              <a:spcAft>
                <a:spcPts val="0"/>
              </a:spcAft>
              <a:buNone/>
            </a:pPr>
            <a:r>
              <a:rPr lang="en">
                <a:solidFill>
                  <a:schemeClr val="lt1"/>
                </a:solidFill>
                <a:latin typeface="Roboto"/>
                <a:ea typeface="Roboto"/>
                <a:cs typeface="Roboto"/>
                <a:sym typeface="Roboto"/>
              </a:rPr>
              <a:t>Precision: 0.979</a:t>
            </a:r>
            <a:endParaRPr>
              <a:solidFill>
                <a:schemeClr val="lt1"/>
              </a:solidFill>
              <a:latin typeface="Roboto"/>
              <a:ea typeface="Roboto"/>
              <a:cs typeface="Roboto"/>
              <a:sym typeface="Roboto"/>
            </a:endParaRPr>
          </a:p>
          <a:p>
            <a:pPr indent="0" lvl="0" marL="0" rtl="0" algn="ctr">
              <a:lnSpc>
                <a:spcPct val="115000"/>
              </a:lnSpc>
              <a:spcBef>
                <a:spcPts val="0"/>
              </a:spcBef>
              <a:spcAft>
                <a:spcPts val="0"/>
              </a:spcAft>
              <a:buNone/>
            </a:pPr>
            <a:r>
              <a:rPr lang="en">
                <a:solidFill>
                  <a:schemeClr val="lt1"/>
                </a:solidFill>
                <a:latin typeface="Roboto"/>
                <a:ea typeface="Roboto"/>
                <a:cs typeface="Roboto"/>
                <a:sym typeface="Roboto"/>
              </a:rPr>
              <a:t>Recall: 0.979</a:t>
            </a:r>
            <a:endParaRPr>
              <a:solidFill>
                <a:schemeClr val="lt1"/>
              </a:solidFill>
              <a:latin typeface="Roboto"/>
              <a:ea typeface="Roboto"/>
              <a:cs typeface="Roboto"/>
              <a:sym typeface="Roboto"/>
            </a:endParaRPr>
          </a:p>
        </p:txBody>
      </p:sp>
      <p:sp>
        <p:nvSpPr>
          <p:cNvPr id="11679" name="Google Shape;11679;p1452"/>
          <p:cNvSpPr txBox="1"/>
          <p:nvPr/>
        </p:nvSpPr>
        <p:spPr>
          <a:xfrm>
            <a:off x="6020825" y="1831813"/>
            <a:ext cx="2062200" cy="6480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lt1"/>
                </a:solidFill>
                <a:latin typeface="Roboto"/>
                <a:ea typeface="Roboto"/>
                <a:cs typeface="Roboto"/>
                <a:sym typeface="Roboto"/>
              </a:rPr>
              <a:t>Precision: 0.73</a:t>
            </a:r>
            <a:endParaRPr>
              <a:solidFill>
                <a:schemeClr val="lt1"/>
              </a:solidFill>
              <a:latin typeface="Roboto"/>
              <a:ea typeface="Roboto"/>
              <a:cs typeface="Roboto"/>
              <a:sym typeface="Roboto"/>
            </a:endParaRPr>
          </a:p>
          <a:p>
            <a:pPr indent="0" lvl="0" marL="0" rtl="0" algn="ctr">
              <a:lnSpc>
                <a:spcPct val="115000"/>
              </a:lnSpc>
              <a:spcBef>
                <a:spcPts val="0"/>
              </a:spcBef>
              <a:spcAft>
                <a:spcPts val="0"/>
              </a:spcAft>
              <a:buNone/>
            </a:pPr>
            <a:r>
              <a:rPr lang="en">
                <a:solidFill>
                  <a:schemeClr val="lt1"/>
                </a:solidFill>
                <a:latin typeface="Roboto"/>
                <a:ea typeface="Roboto"/>
                <a:cs typeface="Roboto"/>
                <a:sym typeface="Roboto"/>
              </a:rPr>
              <a:t>Recall: 0.79</a:t>
            </a:r>
            <a:endParaRPr>
              <a:solidFill>
                <a:schemeClr val="lt1"/>
              </a:solidFill>
              <a:latin typeface="Roboto"/>
              <a:ea typeface="Roboto"/>
              <a:cs typeface="Roboto"/>
              <a:sym typeface="Roboto"/>
            </a:endParaRPr>
          </a:p>
        </p:txBody>
      </p:sp>
      <p:sp>
        <p:nvSpPr>
          <p:cNvPr id="11680" name="Google Shape;11680;p1452"/>
          <p:cNvSpPr txBox="1"/>
          <p:nvPr>
            <p:ph idx="4294967295" type="body"/>
          </p:nvPr>
        </p:nvSpPr>
        <p:spPr>
          <a:xfrm>
            <a:off x="1213125" y="3326175"/>
            <a:ext cx="6877500" cy="114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300">
                <a:solidFill>
                  <a:schemeClr val="lt1"/>
                </a:solidFill>
              </a:rPr>
              <a:t>Alpha and Beta were determined through grid search</a:t>
            </a:r>
            <a:endParaRPr sz="1300">
              <a:solidFill>
                <a:schemeClr val="lt1"/>
              </a:solidFill>
            </a:endParaRPr>
          </a:p>
          <a:p>
            <a:pPr indent="0" lvl="0" marL="0" rtl="0" algn="ctr">
              <a:spcBef>
                <a:spcPts val="1200"/>
              </a:spcBef>
              <a:spcAft>
                <a:spcPts val="0"/>
              </a:spcAft>
              <a:buNone/>
            </a:pPr>
            <a:r>
              <a:rPr lang="en" sz="1300">
                <a:solidFill>
                  <a:schemeClr val="lt1"/>
                </a:solidFill>
              </a:rPr>
              <a:t>Model 1 dominates (alpha = 0.78), google trend more useful than ESPN sentiment </a:t>
            </a:r>
            <a:endParaRPr sz="1300">
              <a:solidFill>
                <a:schemeClr val="lt1"/>
              </a:solidFill>
            </a:endParaRPr>
          </a:p>
          <a:p>
            <a:pPr indent="0" lvl="0" marL="0" rtl="0" algn="ctr">
              <a:spcBef>
                <a:spcPts val="1200"/>
              </a:spcBef>
              <a:spcAft>
                <a:spcPts val="1200"/>
              </a:spcAft>
              <a:buNone/>
            </a:pPr>
            <a:r>
              <a:rPr b="1" lang="en" sz="1300">
                <a:solidFill>
                  <a:schemeClr val="lt1"/>
                </a:solidFill>
              </a:rPr>
              <a:t>Hybrid score = 78% * model 1 + 22%[0% *ESPN + 100% *google trend] </a:t>
            </a:r>
            <a:endParaRPr b="1" sz="1300">
              <a:solidFill>
                <a:schemeClr val="lt1"/>
              </a:solidFill>
            </a:endParaRPr>
          </a:p>
        </p:txBody>
      </p:sp>
      <p:pic>
        <p:nvPicPr>
          <p:cNvPr id="11681" name="Google Shape;11681;p1452" title="Screenshot 2025-12-02 at 9.12.45 PM.png"/>
          <p:cNvPicPr preferRelativeResize="0"/>
          <p:nvPr/>
        </p:nvPicPr>
        <p:blipFill rotWithShape="1">
          <a:blip r:embed="rId3">
            <a:alphaModFix/>
          </a:blip>
          <a:srcRect b="0" l="0" r="11048" t="0"/>
          <a:stretch/>
        </p:blipFill>
        <p:spPr>
          <a:xfrm>
            <a:off x="3247700" y="1580950"/>
            <a:ext cx="2648600" cy="898875"/>
          </a:xfrm>
          <a:prstGeom prst="rect">
            <a:avLst/>
          </a:prstGeom>
          <a:noFill/>
          <a:ln>
            <a:noFill/>
          </a:ln>
        </p:spPr>
      </p:pic>
      <p:grpSp>
        <p:nvGrpSpPr>
          <p:cNvPr id="11682" name="Google Shape;11682;p1452"/>
          <p:cNvGrpSpPr/>
          <p:nvPr/>
        </p:nvGrpSpPr>
        <p:grpSpPr>
          <a:xfrm>
            <a:off x="7967234" y="2361894"/>
            <a:ext cx="452116" cy="814411"/>
            <a:chOff x="5226488" y="2433113"/>
            <a:chExt cx="409600" cy="737825"/>
          </a:xfrm>
        </p:grpSpPr>
        <p:sp>
          <p:nvSpPr>
            <p:cNvPr id="11683" name="Google Shape;11683;p1452"/>
            <p:cNvSpPr/>
            <p:nvPr/>
          </p:nvSpPr>
          <p:spPr>
            <a:xfrm>
              <a:off x="5286638" y="2460838"/>
              <a:ext cx="68025" cy="61750"/>
            </a:xfrm>
            <a:custGeom>
              <a:rect b="b" l="l" r="r" t="t"/>
              <a:pathLst>
                <a:path extrusionOk="0" h="2470" w="2721">
                  <a:moveTo>
                    <a:pt x="294" y="1"/>
                  </a:moveTo>
                  <a:cubicBezTo>
                    <a:pt x="231" y="64"/>
                    <a:pt x="168" y="147"/>
                    <a:pt x="106" y="231"/>
                  </a:cubicBezTo>
                  <a:cubicBezTo>
                    <a:pt x="64" y="294"/>
                    <a:pt x="43" y="357"/>
                    <a:pt x="1" y="398"/>
                  </a:cubicBezTo>
                  <a:cubicBezTo>
                    <a:pt x="984" y="859"/>
                    <a:pt x="1989" y="1549"/>
                    <a:pt x="2512" y="2470"/>
                  </a:cubicBezTo>
                  <a:cubicBezTo>
                    <a:pt x="2512" y="2428"/>
                    <a:pt x="2533" y="2386"/>
                    <a:pt x="2554" y="2344"/>
                  </a:cubicBezTo>
                  <a:cubicBezTo>
                    <a:pt x="2554" y="2323"/>
                    <a:pt x="2554" y="2323"/>
                    <a:pt x="2575" y="2303"/>
                  </a:cubicBezTo>
                  <a:cubicBezTo>
                    <a:pt x="2575" y="2303"/>
                    <a:pt x="2575" y="2303"/>
                    <a:pt x="2575" y="2282"/>
                  </a:cubicBezTo>
                  <a:cubicBezTo>
                    <a:pt x="2575" y="2282"/>
                    <a:pt x="2575" y="2261"/>
                    <a:pt x="2595" y="2240"/>
                  </a:cubicBezTo>
                  <a:cubicBezTo>
                    <a:pt x="2595" y="2240"/>
                    <a:pt x="2595" y="2240"/>
                    <a:pt x="2595" y="2219"/>
                  </a:cubicBezTo>
                  <a:cubicBezTo>
                    <a:pt x="2595" y="2219"/>
                    <a:pt x="2595" y="2198"/>
                    <a:pt x="2616" y="2177"/>
                  </a:cubicBezTo>
                  <a:cubicBezTo>
                    <a:pt x="2616" y="2177"/>
                    <a:pt x="2616" y="2177"/>
                    <a:pt x="2616" y="2156"/>
                  </a:cubicBezTo>
                  <a:cubicBezTo>
                    <a:pt x="2616" y="2156"/>
                    <a:pt x="2616" y="2135"/>
                    <a:pt x="2616" y="2114"/>
                  </a:cubicBezTo>
                  <a:cubicBezTo>
                    <a:pt x="2637" y="2114"/>
                    <a:pt x="2637" y="2114"/>
                    <a:pt x="2637" y="2093"/>
                  </a:cubicBezTo>
                  <a:cubicBezTo>
                    <a:pt x="2637" y="2093"/>
                    <a:pt x="2637" y="2072"/>
                    <a:pt x="2637" y="2072"/>
                  </a:cubicBezTo>
                  <a:cubicBezTo>
                    <a:pt x="2658" y="2051"/>
                    <a:pt x="2658" y="2030"/>
                    <a:pt x="2658" y="2010"/>
                  </a:cubicBezTo>
                  <a:cubicBezTo>
                    <a:pt x="2658" y="1989"/>
                    <a:pt x="2658" y="1968"/>
                    <a:pt x="2679" y="1947"/>
                  </a:cubicBezTo>
                  <a:cubicBezTo>
                    <a:pt x="2679" y="1947"/>
                    <a:pt x="2679" y="1926"/>
                    <a:pt x="2679" y="1926"/>
                  </a:cubicBezTo>
                  <a:cubicBezTo>
                    <a:pt x="2679" y="1905"/>
                    <a:pt x="2679" y="1905"/>
                    <a:pt x="2679" y="1884"/>
                  </a:cubicBezTo>
                  <a:cubicBezTo>
                    <a:pt x="2679" y="1884"/>
                    <a:pt x="2679" y="1863"/>
                    <a:pt x="2679" y="1863"/>
                  </a:cubicBezTo>
                  <a:cubicBezTo>
                    <a:pt x="2679" y="1842"/>
                    <a:pt x="2700" y="1842"/>
                    <a:pt x="2700" y="1821"/>
                  </a:cubicBezTo>
                  <a:cubicBezTo>
                    <a:pt x="2700" y="1821"/>
                    <a:pt x="2700" y="1821"/>
                    <a:pt x="2700" y="1800"/>
                  </a:cubicBezTo>
                  <a:cubicBezTo>
                    <a:pt x="2700" y="1779"/>
                    <a:pt x="2700" y="1758"/>
                    <a:pt x="2700" y="1758"/>
                  </a:cubicBezTo>
                  <a:cubicBezTo>
                    <a:pt x="2700" y="1738"/>
                    <a:pt x="2700" y="1738"/>
                    <a:pt x="2700" y="1738"/>
                  </a:cubicBezTo>
                  <a:cubicBezTo>
                    <a:pt x="2700" y="1717"/>
                    <a:pt x="2700" y="1717"/>
                    <a:pt x="2721" y="1696"/>
                  </a:cubicBezTo>
                  <a:cubicBezTo>
                    <a:pt x="2721" y="1675"/>
                    <a:pt x="2721" y="1675"/>
                    <a:pt x="2721" y="1675"/>
                  </a:cubicBezTo>
                  <a:cubicBezTo>
                    <a:pt x="2721" y="1654"/>
                    <a:pt x="2721" y="1654"/>
                    <a:pt x="2721" y="1633"/>
                  </a:cubicBezTo>
                  <a:cubicBezTo>
                    <a:pt x="2721" y="1633"/>
                    <a:pt x="2721" y="1612"/>
                    <a:pt x="2721" y="1612"/>
                  </a:cubicBezTo>
                  <a:cubicBezTo>
                    <a:pt x="2721" y="1591"/>
                    <a:pt x="2721" y="1591"/>
                    <a:pt x="2721" y="1570"/>
                  </a:cubicBezTo>
                  <a:cubicBezTo>
                    <a:pt x="2721" y="1570"/>
                    <a:pt x="2721" y="1549"/>
                    <a:pt x="2721" y="1549"/>
                  </a:cubicBezTo>
                  <a:cubicBezTo>
                    <a:pt x="2721" y="1528"/>
                    <a:pt x="2721" y="1507"/>
                    <a:pt x="2721" y="1507"/>
                  </a:cubicBezTo>
                  <a:lnTo>
                    <a:pt x="2721" y="1486"/>
                  </a:lnTo>
                  <a:cubicBezTo>
                    <a:pt x="2721" y="1466"/>
                    <a:pt x="2721" y="1445"/>
                    <a:pt x="2721" y="1445"/>
                  </a:cubicBezTo>
                  <a:cubicBezTo>
                    <a:pt x="2721" y="1424"/>
                    <a:pt x="2721" y="1424"/>
                    <a:pt x="2721" y="1424"/>
                  </a:cubicBezTo>
                  <a:cubicBezTo>
                    <a:pt x="2721" y="1403"/>
                    <a:pt x="2721" y="1403"/>
                    <a:pt x="2721" y="1382"/>
                  </a:cubicBezTo>
                  <a:cubicBezTo>
                    <a:pt x="2721" y="1382"/>
                    <a:pt x="2721" y="1361"/>
                    <a:pt x="2721" y="1361"/>
                  </a:cubicBezTo>
                  <a:cubicBezTo>
                    <a:pt x="2721" y="1340"/>
                    <a:pt x="2721" y="1340"/>
                    <a:pt x="2721" y="1319"/>
                  </a:cubicBezTo>
                  <a:cubicBezTo>
                    <a:pt x="2721" y="1298"/>
                    <a:pt x="2721" y="1298"/>
                    <a:pt x="2721" y="1298"/>
                  </a:cubicBezTo>
                  <a:cubicBezTo>
                    <a:pt x="2721" y="1277"/>
                    <a:pt x="2721" y="1256"/>
                    <a:pt x="2721" y="1256"/>
                  </a:cubicBezTo>
                  <a:cubicBezTo>
                    <a:pt x="2721" y="1235"/>
                    <a:pt x="2721" y="1235"/>
                    <a:pt x="2721" y="1235"/>
                  </a:cubicBezTo>
                  <a:cubicBezTo>
                    <a:pt x="2721" y="1214"/>
                    <a:pt x="2721" y="1214"/>
                    <a:pt x="2721" y="1194"/>
                  </a:cubicBezTo>
                  <a:cubicBezTo>
                    <a:pt x="2721" y="1194"/>
                    <a:pt x="2721" y="1173"/>
                    <a:pt x="2721" y="1173"/>
                  </a:cubicBezTo>
                  <a:cubicBezTo>
                    <a:pt x="2700" y="1152"/>
                    <a:pt x="2700" y="1152"/>
                    <a:pt x="2700" y="1131"/>
                  </a:cubicBezTo>
                  <a:cubicBezTo>
                    <a:pt x="2700" y="1131"/>
                    <a:pt x="2700" y="1110"/>
                    <a:pt x="2700" y="1110"/>
                  </a:cubicBezTo>
                  <a:cubicBezTo>
                    <a:pt x="2700" y="1089"/>
                    <a:pt x="2700" y="1089"/>
                    <a:pt x="2700" y="1068"/>
                  </a:cubicBezTo>
                  <a:cubicBezTo>
                    <a:pt x="2700" y="1047"/>
                    <a:pt x="2700" y="1047"/>
                    <a:pt x="2700" y="1026"/>
                  </a:cubicBezTo>
                  <a:cubicBezTo>
                    <a:pt x="2700" y="1026"/>
                    <a:pt x="2700" y="1026"/>
                    <a:pt x="2679" y="1005"/>
                  </a:cubicBezTo>
                  <a:cubicBezTo>
                    <a:pt x="2679" y="1005"/>
                    <a:pt x="2679" y="984"/>
                    <a:pt x="2679" y="984"/>
                  </a:cubicBezTo>
                  <a:cubicBezTo>
                    <a:pt x="2679" y="963"/>
                    <a:pt x="2679" y="963"/>
                    <a:pt x="2679" y="963"/>
                  </a:cubicBezTo>
                  <a:cubicBezTo>
                    <a:pt x="2679" y="942"/>
                    <a:pt x="2679" y="942"/>
                    <a:pt x="2679" y="922"/>
                  </a:cubicBezTo>
                  <a:cubicBezTo>
                    <a:pt x="2679" y="922"/>
                    <a:pt x="2679" y="901"/>
                    <a:pt x="2679" y="901"/>
                  </a:cubicBezTo>
                  <a:cubicBezTo>
                    <a:pt x="2658" y="880"/>
                    <a:pt x="2658" y="859"/>
                    <a:pt x="2658" y="838"/>
                  </a:cubicBezTo>
                  <a:cubicBezTo>
                    <a:pt x="2658" y="838"/>
                    <a:pt x="2658" y="838"/>
                    <a:pt x="2658" y="817"/>
                  </a:cubicBezTo>
                  <a:cubicBezTo>
                    <a:pt x="2658" y="817"/>
                    <a:pt x="2637" y="796"/>
                    <a:pt x="2637" y="796"/>
                  </a:cubicBezTo>
                  <a:cubicBezTo>
                    <a:pt x="2637" y="775"/>
                    <a:pt x="2637" y="775"/>
                    <a:pt x="2637" y="775"/>
                  </a:cubicBezTo>
                  <a:cubicBezTo>
                    <a:pt x="2637" y="754"/>
                    <a:pt x="2637" y="754"/>
                    <a:pt x="2637" y="733"/>
                  </a:cubicBezTo>
                  <a:cubicBezTo>
                    <a:pt x="2616" y="733"/>
                    <a:pt x="2616" y="733"/>
                    <a:pt x="2616" y="712"/>
                  </a:cubicBezTo>
                  <a:cubicBezTo>
                    <a:pt x="2616" y="712"/>
                    <a:pt x="2616" y="691"/>
                    <a:pt x="2616" y="691"/>
                  </a:cubicBezTo>
                  <a:cubicBezTo>
                    <a:pt x="2616" y="691"/>
                    <a:pt x="2616" y="670"/>
                    <a:pt x="2616" y="670"/>
                  </a:cubicBezTo>
                  <a:cubicBezTo>
                    <a:pt x="2595" y="650"/>
                    <a:pt x="2595" y="629"/>
                    <a:pt x="2595" y="608"/>
                  </a:cubicBezTo>
                  <a:cubicBezTo>
                    <a:pt x="2595" y="608"/>
                    <a:pt x="2575" y="587"/>
                    <a:pt x="2575" y="587"/>
                  </a:cubicBezTo>
                  <a:cubicBezTo>
                    <a:pt x="2575" y="587"/>
                    <a:pt x="2575" y="566"/>
                    <a:pt x="2575" y="566"/>
                  </a:cubicBezTo>
                  <a:cubicBezTo>
                    <a:pt x="2575" y="545"/>
                    <a:pt x="2575" y="545"/>
                    <a:pt x="2554" y="545"/>
                  </a:cubicBezTo>
                  <a:cubicBezTo>
                    <a:pt x="2554" y="524"/>
                    <a:pt x="2554" y="524"/>
                    <a:pt x="2554" y="503"/>
                  </a:cubicBezTo>
                  <a:cubicBezTo>
                    <a:pt x="2554" y="503"/>
                    <a:pt x="2554" y="503"/>
                    <a:pt x="2554" y="482"/>
                  </a:cubicBezTo>
                  <a:cubicBezTo>
                    <a:pt x="2533" y="482"/>
                    <a:pt x="2533" y="461"/>
                    <a:pt x="2533" y="461"/>
                  </a:cubicBezTo>
                  <a:cubicBezTo>
                    <a:pt x="2282" y="357"/>
                    <a:pt x="1989" y="336"/>
                    <a:pt x="1675" y="294"/>
                  </a:cubicBezTo>
                  <a:cubicBezTo>
                    <a:pt x="1235" y="252"/>
                    <a:pt x="775" y="210"/>
                    <a:pt x="294" y="1"/>
                  </a:cubicBezTo>
                  <a:close/>
                </a:path>
              </a:pathLst>
            </a:custGeom>
            <a:solidFill>
              <a:srgbClr val="E95E24"/>
            </a:solidFill>
            <a:ln>
              <a:noFill/>
            </a:ln>
          </p:spPr>
          <p:txBody>
            <a:bodyPr anchorCtr="0" anchor="ctr" bIns="104850" lIns="104850" spcFirstLastPara="1" rIns="104850" wrap="square" tIns="104850">
              <a:noAutofit/>
            </a:bodyPr>
            <a:lstStyle/>
            <a:p>
              <a:pPr indent="0" lvl="0" marL="0" rtl="0" algn="l">
                <a:spcBef>
                  <a:spcPts val="0"/>
                </a:spcBef>
                <a:spcAft>
                  <a:spcPts val="0"/>
                </a:spcAft>
                <a:buNone/>
              </a:pPr>
              <a:r>
                <a:t/>
              </a:r>
              <a:endParaRPr/>
            </a:p>
          </p:txBody>
        </p:sp>
        <p:sp>
          <p:nvSpPr>
            <p:cNvPr id="11684" name="Google Shape;11684;p1452"/>
            <p:cNvSpPr/>
            <p:nvPr/>
          </p:nvSpPr>
          <p:spPr>
            <a:xfrm>
              <a:off x="5228588" y="2484963"/>
              <a:ext cx="43950" cy="63800"/>
            </a:xfrm>
            <a:custGeom>
              <a:rect b="b" l="l" r="r" t="t"/>
              <a:pathLst>
                <a:path extrusionOk="0" h="2552" w="1758">
                  <a:moveTo>
                    <a:pt x="1366" y="1"/>
                  </a:moveTo>
                  <a:cubicBezTo>
                    <a:pt x="1071" y="1"/>
                    <a:pt x="793" y="131"/>
                    <a:pt x="544" y="291"/>
                  </a:cubicBezTo>
                  <a:cubicBezTo>
                    <a:pt x="335" y="459"/>
                    <a:pt x="147" y="647"/>
                    <a:pt x="0" y="814"/>
                  </a:cubicBezTo>
                  <a:cubicBezTo>
                    <a:pt x="21" y="961"/>
                    <a:pt x="42" y="1086"/>
                    <a:pt x="84" y="1212"/>
                  </a:cubicBezTo>
                  <a:cubicBezTo>
                    <a:pt x="84" y="1233"/>
                    <a:pt x="84" y="1254"/>
                    <a:pt x="105" y="1254"/>
                  </a:cubicBezTo>
                  <a:cubicBezTo>
                    <a:pt x="105" y="1275"/>
                    <a:pt x="105" y="1275"/>
                    <a:pt x="105" y="1275"/>
                  </a:cubicBezTo>
                  <a:cubicBezTo>
                    <a:pt x="105" y="1296"/>
                    <a:pt x="105" y="1317"/>
                    <a:pt x="126" y="1317"/>
                  </a:cubicBezTo>
                  <a:cubicBezTo>
                    <a:pt x="126" y="1338"/>
                    <a:pt x="126" y="1338"/>
                    <a:pt x="126" y="1338"/>
                  </a:cubicBezTo>
                  <a:cubicBezTo>
                    <a:pt x="126" y="1358"/>
                    <a:pt x="147" y="1358"/>
                    <a:pt x="147" y="1379"/>
                  </a:cubicBezTo>
                  <a:cubicBezTo>
                    <a:pt x="147" y="1379"/>
                    <a:pt x="147" y="1400"/>
                    <a:pt x="147" y="1400"/>
                  </a:cubicBezTo>
                  <a:cubicBezTo>
                    <a:pt x="147" y="1421"/>
                    <a:pt x="168" y="1421"/>
                    <a:pt x="168" y="1442"/>
                  </a:cubicBezTo>
                  <a:cubicBezTo>
                    <a:pt x="168" y="1442"/>
                    <a:pt x="168" y="1442"/>
                    <a:pt x="168" y="1463"/>
                  </a:cubicBezTo>
                  <a:cubicBezTo>
                    <a:pt x="189" y="1463"/>
                    <a:pt x="189" y="1484"/>
                    <a:pt x="189" y="1505"/>
                  </a:cubicBezTo>
                  <a:cubicBezTo>
                    <a:pt x="210" y="1526"/>
                    <a:pt x="210" y="1547"/>
                    <a:pt x="231" y="1568"/>
                  </a:cubicBezTo>
                  <a:cubicBezTo>
                    <a:pt x="231" y="1589"/>
                    <a:pt x="251" y="1610"/>
                    <a:pt x="251" y="1610"/>
                  </a:cubicBezTo>
                  <a:cubicBezTo>
                    <a:pt x="251" y="1630"/>
                    <a:pt x="251" y="1630"/>
                    <a:pt x="251" y="1630"/>
                  </a:cubicBezTo>
                  <a:cubicBezTo>
                    <a:pt x="272" y="1651"/>
                    <a:pt x="272" y="1651"/>
                    <a:pt x="272" y="1672"/>
                  </a:cubicBezTo>
                  <a:cubicBezTo>
                    <a:pt x="272" y="1672"/>
                    <a:pt x="293" y="1693"/>
                    <a:pt x="293" y="1693"/>
                  </a:cubicBezTo>
                  <a:cubicBezTo>
                    <a:pt x="293" y="1693"/>
                    <a:pt x="293" y="1714"/>
                    <a:pt x="314" y="1735"/>
                  </a:cubicBezTo>
                  <a:cubicBezTo>
                    <a:pt x="335" y="1756"/>
                    <a:pt x="335" y="1777"/>
                    <a:pt x="356" y="1798"/>
                  </a:cubicBezTo>
                  <a:cubicBezTo>
                    <a:pt x="398" y="1861"/>
                    <a:pt x="440" y="1944"/>
                    <a:pt x="503" y="2007"/>
                  </a:cubicBezTo>
                  <a:cubicBezTo>
                    <a:pt x="503" y="2028"/>
                    <a:pt x="523" y="2049"/>
                    <a:pt x="544" y="2049"/>
                  </a:cubicBezTo>
                  <a:cubicBezTo>
                    <a:pt x="544" y="2070"/>
                    <a:pt x="544" y="2070"/>
                    <a:pt x="544" y="2070"/>
                  </a:cubicBezTo>
                  <a:cubicBezTo>
                    <a:pt x="544" y="2070"/>
                    <a:pt x="565" y="2091"/>
                    <a:pt x="565" y="2112"/>
                  </a:cubicBezTo>
                  <a:lnTo>
                    <a:pt x="586" y="2112"/>
                  </a:lnTo>
                  <a:cubicBezTo>
                    <a:pt x="586" y="2133"/>
                    <a:pt x="607" y="2133"/>
                    <a:pt x="607" y="2154"/>
                  </a:cubicBezTo>
                  <a:cubicBezTo>
                    <a:pt x="628" y="2154"/>
                    <a:pt x="628" y="2154"/>
                    <a:pt x="628" y="2174"/>
                  </a:cubicBezTo>
                  <a:cubicBezTo>
                    <a:pt x="649" y="2174"/>
                    <a:pt x="649" y="2195"/>
                    <a:pt x="649" y="2195"/>
                  </a:cubicBezTo>
                  <a:cubicBezTo>
                    <a:pt x="670" y="2195"/>
                    <a:pt x="670" y="2216"/>
                    <a:pt x="670" y="2216"/>
                  </a:cubicBezTo>
                  <a:cubicBezTo>
                    <a:pt x="691" y="2216"/>
                    <a:pt x="691" y="2237"/>
                    <a:pt x="712" y="2237"/>
                  </a:cubicBezTo>
                  <a:cubicBezTo>
                    <a:pt x="712" y="2258"/>
                    <a:pt x="712" y="2258"/>
                    <a:pt x="712" y="2258"/>
                  </a:cubicBezTo>
                  <a:cubicBezTo>
                    <a:pt x="733" y="2279"/>
                    <a:pt x="733" y="2279"/>
                    <a:pt x="754" y="2300"/>
                  </a:cubicBezTo>
                  <a:cubicBezTo>
                    <a:pt x="775" y="2321"/>
                    <a:pt x="795" y="2321"/>
                    <a:pt x="795" y="2342"/>
                  </a:cubicBezTo>
                  <a:lnTo>
                    <a:pt x="816" y="2342"/>
                  </a:lnTo>
                  <a:cubicBezTo>
                    <a:pt x="816" y="2363"/>
                    <a:pt x="837" y="2363"/>
                    <a:pt x="837" y="2384"/>
                  </a:cubicBezTo>
                  <a:lnTo>
                    <a:pt x="858" y="2384"/>
                  </a:lnTo>
                  <a:cubicBezTo>
                    <a:pt x="879" y="2405"/>
                    <a:pt x="879" y="2405"/>
                    <a:pt x="900" y="2426"/>
                  </a:cubicBezTo>
                  <a:cubicBezTo>
                    <a:pt x="921" y="2446"/>
                    <a:pt x="942" y="2446"/>
                    <a:pt x="942" y="2467"/>
                  </a:cubicBezTo>
                  <a:lnTo>
                    <a:pt x="963" y="2467"/>
                  </a:lnTo>
                  <a:cubicBezTo>
                    <a:pt x="963" y="2488"/>
                    <a:pt x="984" y="2488"/>
                    <a:pt x="1005" y="2509"/>
                  </a:cubicBezTo>
                  <a:cubicBezTo>
                    <a:pt x="1026" y="2530"/>
                    <a:pt x="1047" y="2530"/>
                    <a:pt x="1047" y="2551"/>
                  </a:cubicBezTo>
                  <a:lnTo>
                    <a:pt x="1068" y="2551"/>
                  </a:lnTo>
                  <a:cubicBezTo>
                    <a:pt x="1068" y="2384"/>
                    <a:pt x="1068" y="2216"/>
                    <a:pt x="1088" y="2049"/>
                  </a:cubicBezTo>
                  <a:cubicBezTo>
                    <a:pt x="1172" y="1379"/>
                    <a:pt x="1423" y="689"/>
                    <a:pt x="1758" y="82"/>
                  </a:cubicBezTo>
                  <a:cubicBezTo>
                    <a:pt x="1625" y="25"/>
                    <a:pt x="1494" y="1"/>
                    <a:pt x="1366" y="1"/>
                  </a:cubicBezTo>
                  <a:close/>
                </a:path>
              </a:pathLst>
            </a:custGeom>
            <a:solidFill>
              <a:srgbClr val="E95E24"/>
            </a:solidFill>
            <a:ln>
              <a:noFill/>
            </a:ln>
          </p:spPr>
          <p:txBody>
            <a:bodyPr anchorCtr="0" anchor="ctr" bIns="104850" lIns="104850" spcFirstLastPara="1" rIns="104850" wrap="square" tIns="104850">
              <a:noAutofit/>
            </a:bodyPr>
            <a:lstStyle/>
            <a:p>
              <a:pPr indent="0" lvl="0" marL="0" rtl="0" algn="l">
                <a:spcBef>
                  <a:spcPts val="0"/>
                </a:spcBef>
                <a:spcAft>
                  <a:spcPts val="0"/>
                </a:spcAft>
                <a:buNone/>
              </a:pPr>
              <a:r>
                <a:t/>
              </a:r>
              <a:endParaRPr/>
            </a:p>
          </p:txBody>
        </p:sp>
        <p:sp>
          <p:nvSpPr>
            <p:cNvPr id="11685" name="Google Shape;11685;p1452"/>
            <p:cNvSpPr/>
            <p:nvPr/>
          </p:nvSpPr>
          <p:spPr>
            <a:xfrm>
              <a:off x="5277763" y="2473913"/>
              <a:ext cx="69600" cy="83200"/>
            </a:xfrm>
            <a:custGeom>
              <a:rect b="b" l="l" r="r" t="t"/>
              <a:pathLst>
                <a:path extrusionOk="0" h="3328" w="2784">
                  <a:moveTo>
                    <a:pt x="272" y="1"/>
                  </a:moveTo>
                  <a:cubicBezTo>
                    <a:pt x="168" y="147"/>
                    <a:pt x="84" y="294"/>
                    <a:pt x="0" y="461"/>
                  </a:cubicBezTo>
                  <a:cubicBezTo>
                    <a:pt x="712" y="859"/>
                    <a:pt x="1046" y="2240"/>
                    <a:pt x="1256" y="3223"/>
                  </a:cubicBezTo>
                  <a:cubicBezTo>
                    <a:pt x="1277" y="3244"/>
                    <a:pt x="1277" y="3286"/>
                    <a:pt x="1297" y="3328"/>
                  </a:cubicBezTo>
                  <a:cubicBezTo>
                    <a:pt x="1402" y="3286"/>
                    <a:pt x="1528" y="3244"/>
                    <a:pt x="1632" y="3202"/>
                  </a:cubicBezTo>
                  <a:cubicBezTo>
                    <a:pt x="1653" y="3181"/>
                    <a:pt x="1674" y="3181"/>
                    <a:pt x="1695" y="3160"/>
                  </a:cubicBezTo>
                  <a:cubicBezTo>
                    <a:pt x="1716" y="3160"/>
                    <a:pt x="1737" y="3140"/>
                    <a:pt x="1737" y="3140"/>
                  </a:cubicBezTo>
                  <a:cubicBezTo>
                    <a:pt x="1758" y="3119"/>
                    <a:pt x="1779" y="3119"/>
                    <a:pt x="1800" y="3098"/>
                  </a:cubicBezTo>
                  <a:cubicBezTo>
                    <a:pt x="1821" y="3098"/>
                    <a:pt x="1841" y="3098"/>
                    <a:pt x="1841" y="3077"/>
                  </a:cubicBezTo>
                  <a:lnTo>
                    <a:pt x="1862" y="3077"/>
                  </a:lnTo>
                  <a:cubicBezTo>
                    <a:pt x="1862" y="3056"/>
                    <a:pt x="1883" y="3056"/>
                    <a:pt x="1904" y="3035"/>
                  </a:cubicBezTo>
                  <a:cubicBezTo>
                    <a:pt x="1925" y="3035"/>
                    <a:pt x="1946" y="3014"/>
                    <a:pt x="1946" y="3014"/>
                  </a:cubicBezTo>
                  <a:cubicBezTo>
                    <a:pt x="1967" y="2993"/>
                    <a:pt x="1988" y="2993"/>
                    <a:pt x="2009" y="2972"/>
                  </a:cubicBezTo>
                  <a:cubicBezTo>
                    <a:pt x="2030" y="2972"/>
                    <a:pt x="2030" y="2951"/>
                    <a:pt x="2051" y="2930"/>
                  </a:cubicBezTo>
                  <a:cubicBezTo>
                    <a:pt x="2072" y="2930"/>
                    <a:pt x="2093" y="2909"/>
                    <a:pt x="2114" y="2909"/>
                  </a:cubicBezTo>
                  <a:cubicBezTo>
                    <a:pt x="2114" y="2888"/>
                    <a:pt x="2134" y="2868"/>
                    <a:pt x="2155" y="2868"/>
                  </a:cubicBezTo>
                  <a:cubicBezTo>
                    <a:pt x="2176" y="2847"/>
                    <a:pt x="2176" y="2847"/>
                    <a:pt x="2197" y="2826"/>
                  </a:cubicBezTo>
                  <a:cubicBezTo>
                    <a:pt x="2218" y="2805"/>
                    <a:pt x="2239" y="2805"/>
                    <a:pt x="2239" y="2784"/>
                  </a:cubicBezTo>
                  <a:cubicBezTo>
                    <a:pt x="2260" y="2763"/>
                    <a:pt x="2281" y="2763"/>
                    <a:pt x="2281" y="2742"/>
                  </a:cubicBezTo>
                  <a:lnTo>
                    <a:pt x="2302" y="2742"/>
                  </a:lnTo>
                  <a:cubicBezTo>
                    <a:pt x="2302" y="2721"/>
                    <a:pt x="2323" y="2721"/>
                    <a:pt x="2344" y="2700"/>
                  </a:cubicBezTo>
                  <a:cubicBezTo>
                    <a:pt x="2344" y="2679"/>
                    <a:pt x="2365" y="2679"/>
                    <a:pt x="2386" y="2658"/>
                  </a:cubicBezTo>
                  <a:cubicBezTo>
                    <a:pt x="2386" y="2637"/>
                    <a:pt x="2406" y="2616"/>
                    <a:pt x="2427" y="2616"/>
                  </a:cubicBezTo>
                  <a:cubicBezTo>
                    <a:pt x="2427" y="2596"/>
                    <a:pt x="2448" y="2575"/>
                    <a:pt x="2469" y="2554"/>
                  </a:cubicBezTo>
                  <a:cubicBezTo>
                    <a:pt x="2469" y="2554"/>
                    <a:pt x="2490" y="2533"/>
                    <a:pt x="2511" y="2512"/>
                  </a:cubicBezTo>
                  <a:cubicBezTo>
                    <a:pt x="2511" y="2491"/>
                    <a:pt x="2532" y="2491"/>
                    <a:pt x="2532" y="2470"/>
                  </a:cubicBezTo>
                  <a:cubicBezTo>
                    <a:pt x="2553" y="2449"/>
                    <a:pt x="2574" y="2428"/>
                    <a:pt x="2574" y="2407"/>
                  </a:cubicBezTo>
                  <a:cubicBezTo>
                    <a:pt x="2595" y="2407"/>
                    <a:pt x="2595" y="2386"/>
                    <a:pt x="2616" y="2365"/>
                  </a:cubicBezTo>
                  <a:cubicBezTo>
                    <a:pt x="2637" y="2344"/>
                    <a:pt x="2637" y="2324"/>
                    <a:pt x="2658" y="2324"/>
                  </a:cubicBezTo>
                  <a:cubicBezTo>
                    <a:pt x="2699" y="2240"/>
                    <a:pt x="2741" y="2177"/>
                    <a:pt x="2783" y="2093"/>
                  </a:cubicBezTo>
                  <a:cubicBezTo>
                    <a:pt x="2302" y="1173"/>
                    <a:pt x="1297" y="461"/>
                    <a:pt x="293" y="22"/>
                  </a:cubicBezTo>
                  <a:cubicBezTo>
                    <a:pt x="272" y="1"/>
                    <a:pt x="272" y="1"/>
                    <a:pt x="272" y="1"/>
                  </a:cubicBezTo>
                  <a:close/>
                </a:path>
              </a:pathLst>
            </a:custGeom>
            <a:solidFill>
              <a:srgbClr val="E95E24"/>
            </a:solidFill>
            <a:ln>
              <a:noFill/>
            </a:ln>
          </p:spPr>
          <p:txBody>
            <a:bodyPr anchorCtr="0" anchor="ctr" bIns="104850" lIns="104850" spcFirstLastPara="1" rIns="104850" wrap="square" tIns="104850">
              <a:noAutofit/>
            </a:bodyPr>
            <a:lstStyle/>
            <a:p>
              <a:pPr indent="0" lvl="0" marL="0" rtl="0" algn="l">
                <a:spcBef>
                  <a:spcPts val="0"/>
                </a:spcBef>
                <a:spcAft>
                  <a:spcPts val="0"/>
                </a:spcAft>
                <a:buNone/>
              </a:pPr>
              <a:r>
                <a:t/>
              </a:r>
              <a:endParaRPr/>
            </a:p>
          </p:txBody>
        </p:sp>
        <p:sp>
          <p:nvSpPr>
            <p:cNvPr id="11686" name="Google Shape;11686;p1452"/>
            <p:cNvSpPr/>
            <p:nvPr/>
          </p:nvSpPr>
          <p:spPr>
            <a:xfrm>
              <a:off x="5258413" y="2488563"/>
              <a:ext cx="48125" cy="71175"/>
            </a:xfrm>
            <a:custGeom>
              <a:rect b="b" l="l" r="r" t="t"/>
              <a:pathLst>
                <a:path extrusionOk="0" h="2847" w="1925">
                  <a:moveTo>
                    <a:pt x="691" y="1"/>
                  </a:moveTo>
                  <a:cubicBezTo>
                    <a:pt x="377" y="608"/>
                    <a:pt x="126" y="1256"/>
                    <a:pt x="42" y="1926"/>
                  </a:cubicBezTo>
                  <a:cubicBezTo>
                    <a:pt x="21" y="2114"/>
                    <a:pt x="0" y="2302"/>
                    <a:pt x="21" y="2491"/>
                  </a:cubicBezTo>
                  <a:cubicBezTo>
                    <a:pt x="21" y="2512"/>
                    <a:pt x="42" y="2512"/>
                    <a:pt x="63" y="2512"/>
                  </a:cubicBezTo>
                  <a:cubicBezTo>
                    <a:pt x="63" y="2512"/>
                    <a:pt x="63" y="2533"/>
                    <a:pt x="63" y="2533"/>
                  </a:cubicBezTo>
                  <a:cubicBezTo>
                    <a:pt x="84" y="2533"/>
                    <a:pt x="84" y="2533"/>
                    <a:pt x="105" y="2554"/>
                  </a:cubicBezTo>
                  <a:cubicBezTo>
                    <a:pt x="126" y="2554"/>
                    <a:pt x="147" y="2574"/>
                    <a:pt x="188" y="2595"/>
                  </a:cubicBezTo>
                  <a:cubicBezTo>
                    <a:pt x="188" y="2595"/>
                    <a:pt x="209" y="2595"/>
                    <a:pt x="209" y="2616"/>
                  </a:cubicBezTo>
                  <a:lnTo>
                    <a:pt x="230" y="2616"/>
                  </a:lnTo>
                  <a:cubicBezTo>
                    <a:pt x="251" y="2616"/>
                    <a:pt x="251" y="2616"/>
                    <a:pt x="272" y="2637"/>
                  </a:cubicBezTo>
                  <a:lnTo>
                    <a:pt x="293" y="2637"/>
                  </a:lnTo>
                  <a:cubicBezTo>
                    <a:pt x="293" y="2637"/>
                    <a:pt x="314" y="2658"/>
                    <a:pt x="335" y="2658"/>
                  </a:cubicBezTo>
                  <a:cubicBezTo>
                    <a:pt x="335" y="2658"/>
                    <a:pt x="356" y="2658"/>
                    <a:pt x="356" y="2679"/>
                  </a:cubicBezTo>
                  <a:lnTo>
                    <a:pt x="398" y="2679"/>
                  </a:lnTo>
                  <a:cubicBezTo>
                    <a:pt x="398" y="2679"/>
                    <a:pt x="398" y="2679"/>
                    <a:pt x="419" y="2700"/>
                  </a:cubicBezTo>
                  <a:lnTo>
                    <a:pt x="439" y="2700"/>
                  </a:lnTo>
                  <a:cubicBezTo>
                    <a:pt x="460" y="2700"/>
                    <a:pt x="460" y="2700"/>
                    <a:pt x="481" y="2721"/>
                  </a:cubicBezTo>
                  <a:lnTo>
                    <a:pt x="502" y="2721"/>
                  </a:lnTo>
                  <a:cubicBezTo>
                    <a:pt x="523" y="2721"/>
                    <a:pt x="523" y="2721"/>
                    <a:pt x="544" y="2742"/>
                  </a:cubicBezTo>
                  <a:lnTo>
                    <a:pt x="565" y="2742"/>
                  </a:lnTo>
                  <a:cubicBezTo>
                    <a:pt x="586" y="2742"/>
                    <a:pt x="586" y="2742"/>
                    <a:pt x="607" y="2763"/>
                  </a:cubicBezTo>
                  <a:lnTo>
                    <a:pt x="670" y="2763"/>
                  </a:lnTo>
                  <a:cubicBezTo>
                    <a:pt x="670" y="2763"/>
                    <a:pt x="670" y="2763"/>
                    <a:pt x="691" y="2784"/>
                  </a:cubicBezTo>
                  <a:lnTo>
                    <a:pt x="732" y="2784"/>
                  </a:lnTo>
                  <a:cubicBezTo>
                    <a:pt x="753" y="2784"/>
                    <a:pt x="795" y="2805"/>
                    <a:pt x="816" y="2805"/>
                  </a:cubicBezTo>
                  <a:lnTo>
                    <a:pt x="837" y="2805"/>
                  </a:lnTo>
                  <a:cubicBezTo>
                    <a:pt x="858" y="2805"/>
                    <a:pt x="858" y="2805"/>
                    <a:pt x="879" y="2826"/>
                  </a:cubicBezTo>
                  <a:lnTo>
                    <a:pt x="983" y="2826"/>
                  </a:lnTo>
                  <a:cubicBezTo>
                    <a:pt x="1004" y="2826"/>
                    <a:pt x="1004" y="2826"/>
                    <a:pt x="1025" y="2846"/>
                  </a:cubicBezTo>
                  <a:lnTo>
                    <a:pt x="1569" y="2846"/>
                  </a:lnTo>
                  <a:cubicBezTo>
                    <a:pt x="1590" y="2846"/>
                    <a:pt x="1611" y="2846"/>
                    <a:pt x="1632" y="2826"/>
                  </a:cubicBezTo>
                  <a:lnTo>
                    <a:pt x="1737" y="2826"/>
                  </a:lnTo>
                  <a:cubicBezTo>
                    <a:pt x="1737" y="2826"/>
                    <a:pt x="1758" y="2826"/>
                    <a:pt x="1758" y="2805"/>
                  </a:cubicBezTo>
                  <a:lnTo>
                    <a:pt x="1862" y="2805"/>
                  </a:lnTo>
                  <a:cubicBezTo>
                    <a:pt x="1883" y="2784"/>
                    <a:pt x="1904" y="2784"/>
                    <a:pt x="1925" y="2784"/>
                  </a:cubicBezTo>
                  <a:cubicBezTo>
                    <a:pt x="1925" y="2742"/>
                    <a:pt x="1904" y="2700"/>
                    <a:pt x="1904" y="2658"/>
                  </a:cubicBezTo>
                  <a:cubicBezTo>
                    <a:pt x="1674" y="1717"/>
                    <a:pt x="1360" y="377"/>
                    <a:pt x="691" y="1"/>
                  </a:cubicBezTo>
                  <a:close/>
                </a:path>
              </a:pathLst>
            </a:custGeom>
            <a:solidFill>
              <a:srgbClr val="E95E24"/>
            </a:solidFill>
            <a:ln>
              <a:noFill/>
            </a:ln>
          </p:spPr>
          <p:txBody>
            <a:bodyPr anchorCtr="0" anchor="ctr" bIns="104850" lIns="104850" spcFirstLastPara="1" rIns="104850" wrap="square" tIns="104850">
              <a:noAutofit/>
            </a:bodyPr>
            <a:lstStyle/>
            <a:p>
              <a:pPr indent="0" lvl="0" marL="0" rtl="0" algn="l">
                <a:spcBef>
                  <a:spcPts val="0"/>
                </a:spcBef>
                <a:spcAft>
                  <a:spcPts val="0"/>
                </a:spcAft>
                <a:buNone/>
              </a:pPr>
              <a:r>
                <a:t/>
              </a:r>
              <a:endParaRPr/>
            </a:p>
          </p:txBody>
        </p:sp>
        <p:sp>
          <p:nvSpPr>
            <p:cNvPr id="11687" name="Google Shape;11687;p1452"/>
            <p:cNvSpPr/>
            <p:nvPr/>
          </p:nvSpPr>
          <p:spPr>
            <a:xfrm>
              <a:off x="5241663" y="2436263"/>
              <a:ext cx="49200" cy="33500"/>
            </a:xfrm>
            <a:custGeom>
              <a:rect b="b" l="l" r="r" t="t"/>
              <a:pathLst>
                <a:path extrusionOk="0" h="1340" w="1968">
                  <a:moveTo>
                    <a:pt x="1214" y="0"/>
                  </a:moveTo>
                  <a:cubicBezTo>
                    <a:pt x="1172" y="0"/>
                    <a:pt x="1151" y="21"/>
                    <a:pt x="1130" y="21"/>
                  </a:cubicBezTo>
                  <a:lnTo>
                    <a:pt x="1109" y="21"/>
                  </a:lnTo>
                  <a:cubicBezTo>
                    <a:pt x="1068" y="42"/>
                    <a:pt x="1005" y="63"/>
                    <a:pt x="942" y="84"/>
                  </a:cubicBezTo>
                  <a:cubicBezTo>
                    <a:pt x="942" y="84"/>
                    <a:pt x="942" y="84"/>
                    <a:pt x="942" y="105"/>
                  </a:cubicBezTo>
                  <a:cubicBezTo>
                    <a:pt x="900" y="126"/>
                    <a:pt x="837" y="147"/>
                    <a:pt x="775" y="168"/>
                  </a:cubicBezTo>
                  <a:cubicBezTo>
                    <a:pt x="733" y="210"/>
                    <a:pt x="670" y="231"/>
                    <a:pt x="628" y="273"/>
                  </a:cubicBezTo>
                  <a:cubicBezTo>
                    <a:pt x="565" y="293"/>
                    <a:pt x="524" y="335"/>
                    <a:pt x="482" y="377"/>
                  </a:cubicBezTo>
                  <a:lnTo>
                    <a:pt x="461" y="377"/>
                  </a:lnTo>
                  <a:cubicBezTo>
                    <a:pt x="419" y="419"/>
                    <a:pt x="377" y="461"/>
                    <a:pt x="335" y="482"/>
                  </a:cubicBezTo>
                  <a:cubicBezTo>
                    <a:pt x="314" y="482"/>
                    <a:pt x="314" y="503"/>
                    <a:pt x="314" y="503"/>
                  </a:cubicBezTo>
                  <a:cubicBezTo>
                    <a:pt x="272" y="524"/>
                    <a:pt x="231" y="565"/>
                    <a:pt x="189" y="607"/>
                  </a:cubicBezTo>
                  <a:cubicBezTo>
                    <a:pt x="189" y="628"/>
                    <a:pt x="189" y="628"/>
                    <a:pt x="189" y="628"/>
                  </a:cubicBezTo>
                  <a:cubicBezTo>
                    <a:pt x="147" y="670"/>
                    <a:pt x="105" y="712"/>
                    <a:pt x="63" y="754"/>
                  </a:cubicBezTo>
                  <a:cubicBezTo>
                    <a:pt x="42" y="775"/>
                    <a:pt x="21" y="796"/>
                    <a:pt x="0" y="837"/>
                  </a:cubicBezTo>
                  <a:cubicBezTo>
                    <a:pt x="482" y="921"/>
                    <a:pt x="1068" y="1089"/>
                    <a:pt x="1653" y="1340"/>
                  </a:cubicBezTo>
                  <a:cubicBezTo>
                    <a:pt x="1695" y="1256"/>
                    <a:pt x="1758" y="1193"/>
                    <a:pt x="1800" y="1130"/>
                  </a:cubicBezTo>
                  <a:cubicBezTo>
                    <a:pt x="1842" y="1068"/>
                    <a:pt x="1905" y="984"/>
                    <a:pt x="1967" y="921"/>
                  </a:cubicBezTo>
                  <a:cubicBezTo>
                    <a:pt x="1402" y="628"/>
                    <a:pt x="1235" y="293"/>
                    <a:pt x="1214" y="0"/>
                  </a:cubicBezTo>
                  <a:close/>
                </a:path>
              </a:pathLst>
            </a:custGeom>
            <a:solidFill>
              <a:srgbClr val="E95E24"/>
            </a:solidFill>
            <a:ln>
              <a:noFill/>
            </a:ln>
          </p:spPr>
          <p:txBody>
            <a:bodyPr anchorCtr="0" anchor="ctr" bIns="104850" lIns="104850" spcFirstLastPara="1" rIns="104850" wrap="square" tIns="104850">
              <a:noAutofit/>
            </a:bodyPr>
            <a:lstStyle/>
            <a:p>
              <a:pPr indent="0" lvl="0" marL="0" rtl="0" algn="l">
                <a:spcBef>
                  <a:spcPts val="0"/>
                </a:spcBef>
                <a:spcAft>
                  <a:spcPts val="0"/>
                </a:spcAft>
                <a:buNone/>
              </a:pPr>
              <a:r>
                <a:t/>
              </a:r>
              <a:endParaRPr/>
            </a:p>
          </p:txBody>
        </p:sp>
        <p:sp>
          <p:nvSpPr>
            <p:cNvPr id="11688" name="Google Shape;11688;p1452"/>
            <p:cNvSpPr/>
            <p:nvPr/>
          </p:nvSpPr>
          <p:spPr>
            <a:xfrm>
              <a:off x="5275663" y="2433113"/>
              <a:ext cx="36650" cy="23050"/>
            </a:xfrm>
            <a:custGeom>
              <a:rect b="b" l="l" r="r" t="t"/>
              <a:pathLst>
                <a:path extrusionOk="0" h="922" w="1466">
                  <a:moveTo>
                    <a:pt x="356" y="1"/>
                  </a:moveTo>
                  <a:cubicBezTo>
                    <a:pt x="356" y="22"/>
                    <a:pt x="356" y="22"/>
                    <a:pt x="356" y="22"/>
                  </a:cubicBezTo>
                  <a:lnTo>
                    <a:pt x="210" y="22"/>
                  </a:lnTo>
                  <a:cubicBezTo>
                    <a:pt x="147" y="43"/>
                    <a:pt x="63" y="64"/>
                    <a:pt x="1" y="85"/>
                  </a:cubicBezTo>
                  <a:cubicBezTo>
                    <a:pt x="21" y="357"/>
                    <a:pt x="168" y="650"/>
                    <a:pt x="691" y="922"/>
                  </a:cubicBezTo>
                  <a:cubicBezTo>
                    <a:pt x="963" y="587"/>
                    <a:pt x="1235" y="336"/>
                    <a:pt x="1465" y="147"/>
                  </a:cubicBezTo>
                  <a:cubicBezTo>
                    <a:pt x="1444" y="126"/>
                    <a:pt x="1423" y="126"/>
                    <a:pt x="1402" y="126"/>
                  </a:cubicBezTo>
                  <a:cubicBezTo>
                    <a:pt x="1381" y="106"/>
                    <a:pt x="1361" y="106"/>
                    <a:pt x="1340" y="106"/>
                  </a:cubicBezTo>
                  <a:cubicBezTo>
                    <a:pt x="1319" y="106"/>
                    <a:pt x="1298" y="85"/>
                    <a:pt x="1277" y="85"/>
                  </a:cubicBezTo>
                  <a:cubicBezTo>
                    <a:pt x="1256" y="85"/>
                    <a:pt x="1214" y="64"/>
                    <a:pt x="1193" y="64"/>
                  </a:cubicBezTo>
                  <a:cubicBezTo>
                    <a:pt x="1172" y="64"/>
                    <a:pt x="1151" y="64"/>
                    <a:pt x="1130" y="43"/>
                  </a:cubicBezTo>
                  <a:lnTo>
                    <a:pt x="1068" y="43"/>
                  </a:lnTo>
                  <a:cubicBezTo>
                    <a:pt x="1047" y="43"/>
                    <a:pt x="1047" y="43"/>
                    <a:pt x="1026" y="22"/>
                  </a:cubicBezTo>
                  <a:lnTo>
                    <a:pt x="879" y="22"/>
                  </a:lnTo>
                  <a:cubicBezTo>
                    <a:pt x="837" y="1"/>
                    <a:pt x="796" y="1"/>
                    <a:pt x="754" y="1"/>
                  </a:cubicBezTo>
                  <a:close/>
                </a:path>
              </a:pathLst>
            </a:custGeom>
            <a:solidFill>
              <a:srgbClr val="E95E24"/>
            </a:solidFill>
            <a:ln>
              <a:noFill/>
            </a:ln>
          </p:spPr>
          <p:txBody>
            <a:bodyPr anchorCtr="0" anchor="ctr" bIns="104850" lIns="104850" spcFirstLastPara="1" rIns="104850" wrap="square" tIns="104850">
              <a:noAutofit/>
            </a:bodyPr>
            <a:lstStyle/>
            <a:p>
              <a:pPr indent="0" lvl="0" marL="0" rtl="0" algn="l">
                <a:spcBef>
                  <a:spcPts val="0"/>
                </a:spcBef>
                <a:spcAft>
                  <a:spcPts val="0"/>
                </a:spcAft>
                <a:buNone/>
              </a:pPr>
              <a:r>
                <a:t/>
              </a:r>
              <a:endParaRPr/>
            </a:p>
          </p:txBody>
        </p:sp>
        <p:sp>
          <p:nvSpPr>
            <p:cNvPr id="11689" name="Google Shape;11689;p1452"/>
            <p:cNvSpPr/>
            <p:nvPr/>
          </p:nvSpPr>
          <p:spPr>
            <a:xfrm>
              <a:off x="5296588" y="2438363"/>
              <a:ext cx="51275" cy="29300"/>
            </a:xfrm>
            <a:custGeom>
              <a:rect b="b" l="l" r="r" t="t"/>
              <a:pathLst>
                <a:path extrusionOk="0" h="1172" w="2051">
                  <a:moveTo>
                    <a:pt x="796" y="0"/>
                  </a:moveTo>
                  <a:cubicBezTo>
                    <a:pt x="544" y="168"/>
                    <a:pt x="272" y="440"/>
                    <a:pt x="0" y="774"/>
                  </a:cubicBezTo>
                  <a:cubicBezTo>
                    <a:pt x="440" y="984"/>
                    <a:pt x="879" y="1025"/>
                    <a:pt x="1298" y="1067"/>
                  </a:cubicBezTo>
                  <a:cubicBezTo>
                    <a:pt x="1570" y="1088"/>
                    <a:pt x="1821" y="1109"/>
                    <a:pt x="2051" y="1172"/>
                  </a:cubicBezTo>
                  <a:cubicBezTo>
                    <a:pt x="1988" y="1046"/>
                    <a:pt x="1905" y="921"/>
                    <a:pt x="1821" y="816"/>
                  </a:cubicBezTo>
                  <a:cubicBezTo>
                    <a:pt x="1821" y="816"/>
                    <a:pt x="1821" y="816"/>
                    <a:pt x="1821" y="795"/>
                  </a:cubicBezTo>
                  <a:cubicBezTo>
                    <a:pt x="1800" y="795"/>
                    <a:pt x="1800" y="774"/>
                    <a:pt x="1779" y="774"/>
                  </a:cubicBezTo>
                  <a:cubicBezTo>
                    <a:pt x="1779" y="753"/>
                    <a:pt x="1779" y="753"/>
                    <a:pt x="1779" y="753"/>
                  </a:cubicBezTo>
                  <a:cubicBezTo>
                    <a:pt x="1779" y="753"/>
                    <a:pt x="1758" y="733"/>
                    <a:pt x="1758" y="712"/>
                  </a:cubicBezTo>
                  <a:cubicBezTo>
                    <a:pt x="1674" y="628"/>
                    <a:pt x="1612" y="565"/>
                    <a:pt x="1528" y="481"/>
                  </a:cubicBezTo>
                  <a:cubicBezTo>
                    <a:pt x="1507" y="461"/>
                    <a:pt x="1507" y="461"/>
                    <a:pt x="1486" y="440"/>
                  </a:cubicBezTo>
                  <a:cubicBezTo>
                    <a:pt x="1465" y="440"/>
                    <a:pt x="1465" y="419"/>
                    <a:pt x="1444" y="419"/>
                  </a:cubicBezTo>
                  <a:cubicBezTo>
                    <a:pt x="1444" y="419"/>
                    <a:pt x="1444" y="398"/>
                    <a:pt x="1444" y="398"/>
                  </a:cubicBezTo>
                  <a:cubicBezTo>
                    <a:pt x="1423" y="398"/>
                    <a:pt x="1423" y="377"/>
                    <a:pt x="1402" y="377"/>
                  </a:cubicBezTo>
                  <a:cubicBezTo>
                    <a:pt x="1402" y="377"/>
                    <a:pt x="1402" y="377"/>
                    <a:pt x="1402" y="356"/>
                  </a:cubicBezTo>
                  <a:cubicBezTo>
                    <a:pt x="1381" y="356"/>
                    <a:pt x="1381" y="356"/>
                    <a:pt x="1361" y="335"/>
                  </a:cubicBezTo>
                  <a:cubicBezTo>
                    <a:pt x="1340" y="314"/>
                    <a:pt x="1340" y="314"/>
                    <a:pt x="1319" y="314"/>
                  </a:cubicBezTo>
                  <a:cubicBezTo>
                    <a:pt x="1319" y="293"/>
                    <a:pt x="1319" y="293"/>
                    <a:pt x="1319" y="293"/>
                  </a:cubicBezTo>
                  <a:cubicBezTo>
                    <a:pt x="1256" y="251"/>
                    <a:pt x="1214" y="209"/>
                    <a:pt x="1151" y="189"/>
                  </a:cubicBezTo>
                  <a:cubicBezTo>
                    <a:pt x="1151" y="189"/>
                    <a:pt x="1130" y="168"/>
                    <a:pt x="1130" y="168"/>
                  </a:cubicBezTo>
                  <a:cubicBezTo>
                    <a:pt x="1130" y="168"/>
                    <a:pt x="1109" y="168"/>
                    <a:pt x="1109" y="147"/>
                  </a:cubicBezTo>
                  <a:lnTo>
                    <a:pt x="1088" y="147"/>
                  </a:lnTo>
                  <a:cubicBezTo>
                    <a:pt x="1068" y="147"/>
                    <a:pt x="1068" y="126"/>
                    <a:pt x="1047" y="126"/>
                  </a:cubicBezTo>
                  <a:cubicBezTo>
                    <a:pt x="1047" y="126"/>
                    <a:pt x="1047" y="126"/>
                    <a:pt x="1026" y="105"/>
                  </a:cubicBezTo>
                  <a:lnTo>
                    <a:pt x="1005" y="105"/>
                  </a:lnTo>
                  <a:cubicBezTo>
                    <a:pt x="1005" y="105"/>
                    <a:pt x="984" y="84"/>
                    <a:pt x="984" y="84"/>
                  </a:cubicBezTo>
                  <a:cubicBezTo>
                    <a:pt x="963" y="84"/>
                    <a:pt x="963" y="84"/>
                    <a:pt x="942" y="63"/>
                  </a:cubicBezTo>
                  <a:lnTo>
                    <a:pt x="921" y="63"/>
                  </a:lnTo>
                  <a:cubicBezTo>
                    <a:pt x="921" y="63"/>
                    <a:pt x="900" y="42"/>
                    <a:pt x="900" y="42"/>
                  </a:cubicBezTo>
                  <a:lnTo>
                    <a:pt x="879" y="42"/>
                  </a:lnTo>
                  <a:cubicBezTo>
                    <a:pt x="858" y="21"/>
                    <a:pt x="858" y="21"/>
                    <a:pt x="837" y="21"/>
                  </a:cubicBezTo>
                  <a:cubicBezTo>
                    <a:pt x="837" y="21"/>
                    <a:pt x="837" y="21"/>
                    <a:pt x="816" y="0"/>
                  </a:cubicBezTo>
                  <a:close/>
                </a:path>
              </a:pathLst>
            </a:custGeom>
            <a:solidFill>
              <a:srgbClr val="E95E24"/>
            </a:solidFill>
            <a:ln>
              <a:noFill/>
            </a:ln>
          </p:spPr>
          <p:txBody>
            <a:bodyPr anchorCtr="0" anchor="ctr" bIns="104850" lIns="104850" spcFirstLastPara="1" rIns="104850" wrap="square" tIns="104850">
              <a:noAutofit/>
            </a:bodyPr>
            <a:lstStyle/>
            <a:p>
              <a:pPr indent="0" lvl="0" marL="0" rtl="0" algn="l">
                <a:spcBef>
                  <a:spcPts val="0"/>
                </a:spcBef>
                <a:spcAft>
                  <a:spcPts val="0"/>
                </a:spcAft>
                <a:buNone/>
              </a:pPr>
              <a:r>
                <a:t/>
              </a:r>
              <a:endParaRPr/>
            </a:p>
          </p:txBody>
        </p:sp>
        <p:sp>
          <p:nvSpPr>
            <p:cNvPr id="11690" name="Google Shape;11690;p1452"/>
            <p:cNvSpPr/>
            <p:nvPr/>
          </p:nvSpPr>
          <p:spPr>
            <a:xfrm>
              <a:off x="5228063" y="2460313"/>
              <a:ext cx="52850" cy="40325"/>
            </a:xfrm>
            <a:custGeom>
              <a:rect b="b" l="l" r="r" t="t"/>
              <a:pathLst>
                <a:path extrusionOk="0" h="1613" w="2114">
                  <a:moveTo>
                    <a:pt x="440" y="1"/>
                  </a:moveTo>
                  <a:cubicBezTo>
                    <a:pt x="440" y="1"/>
                    <a:pt x="419" y="22"/>
                    <a:pt x="419" y="43"/>
                  </a:cubicBezTo>
                  <a:cubicBezTo>
                    <a:pt x="398" y="64"/>
                    <a:pt x="398" y="64"/>
                    <a:pt x="377" y="85"/>
                  </a:cubicBezTo>
                  <a:cubicBezTo>
                    <a:pt x="377" y="85"/>
                    <a:pt x="377" y="85"/>
                    <a:pt x="377" y="106"/>
                  </a:cubicBezTo>
                  <a:cubicBezTo>
                    <a:pt x="377" y="106"/>
                    <a:pt x="356" y="127"/>
                    <a:pt x="356" y="127"/>
                  </a:cubicBezTo>
                  <a:cubicBezTo>
                    <a:pt x="356" y="147"/>
                    <a:pt x="356" y="147"/>
                    <a:pt x="356" y="147"/>
                  </a:cubicBezTo>
                  <a:cubicBezTo>
                    <a:pt x="335" y="168"/>
                    <a:pt x="335" y="168"/>
                    <a:pt x="335" y="189"/>
                  </a:cubicBezTo>
                  <a:cubicBezTo>
                    <a:pt x="314" y="189"/>
                    <a:pt x="314" y="189"/>
                    <a:pt x="314" y="210"/>
                  </a:cubicBezTo>
                  <a:cubicBezTo>
                    <a:pt x="314" y="210"/>
                    <a:pt x="314" y="231"/>
                    <a:pt x="293" y="231"/>
                  </a:cubicBezTo>
                  <a:cubicBezTo>
                    <a:pt x="293" y="252"/>
                    <a:pt x="293" y="252"/>
                    <a:pt x="293" y="252"/>
                  </a:cubicBezTo>
                  <a:cubicBezTo>
                    <a:pt x="272" y="273"/>
                    <a:pt x="272" y="273"/>
                    <a:pt x="272" y="294"/>
                  </a:cubicBezTo>
                  <a:cubicBezTo>
                    <a:pt x="272" y="294"/>
                    <a:pt x="272" y="315"/>
                    <a:pt x="252" y="315"/>
                  </a:cubicBezTo>
                  <a:cubicBezTo>
                    <a:pt x="252" y="315"/>
                    <a:pt x="252" y="336"/>
                    <a:pt x="252" y="336"/>
                  </a:cubicBezTo>
                  <a:cubicBezTo>
                    <a:pt x="231" y="357"/>
                    <a:pt x="231" y="357"/>
                    <a:pt x="231" y="357"/>
                  </a:cubicBezTo>
                  <a:cubicBezTo>
                    <a:pt x="231" y="378"/>
                    <a:pt x="231" y="399"/>
                    <a:pt x="210" y="399"/>
                  </a:cubicBezTo>
                  <a:cubicBezTo>
                    <a:pt x="210" y="399"/>
                    <a:pt x="210" y="419"/>
                    <a:pt x="210" y="419"/>
                  </a:cubicBezTo>
                  <a:cubicBezTo>
                    <a:pt x="210" y="440"/>
                    <a:pt x="189" y="440"/>
                    <a:pt x="189" y="461"/>
                  </a:cubicBezTo>
                  <a:cubicBezTo>
                    <a:pt x="189" y="461"/>
                    <a:pt x="189" y="482"/>
                    <a:pt x="189" y="482"/>
                  </a:cubicBezTo>
                  <a:cubicBezTo>
                    <a:pt x="189" y="482"/>
                    <a:pt x="168" y="503"/>
                    <a:pt x="168" y="503"/>
                  </a:cubicBezTo>
                  <a:cubicBezTo>
                    <a:pt x="168" y="524"/>
                    <a:pt x="168" y="524"/>
                    <a:pt x="168" y="545"/>
                  </a:cubicBezTo>
                  <a:cubicBezTo>
                    <a:pt x="147" y="545"/>
                    <a:pt x="147" y="566"/>
                    <a:pt x="147" y="566"/>
                  </a:cubicBezTo>
                  <a:cubicBezTo>
                    <a:pt x="147" y="587"/>
                    <a:pt x="147" y="587"/>
                    <a:pt x="147" y="608"/>
                  </a:cubicBezTo>
                  <a:cubicBezTo>
                    <a:pt x="126" y="608"/>
                    <a:pt x="126" y="629"/>
                    <a:pt x="126" y="629"/>
                  </a:cubicBezTo>
                  <a:cubicBezTo>
                    <a:pt x="126" y="629"/>
                    <a:pt x="126" y="650"/>
                    <a:pt x="126" y="650"/>
                  </a:cubicBezTo>
                  <a:cubicBezTo>
                    <a:pt x="105" y="671"/>
                    <a:pt x="105" y="671"/>
                    <a:pt x="105" y="691"/>
                  </a:cubicBezTo>
                  <a:cubicBezTo>
                    <a:pt x="105" y="691"/>
                    <a:pt x="105" y="712"/>
                    <a:pt x="105" y="712"/>
                  </a:cubicBezTo>
                  <a:cubicBezTo>
                    <a:pt x="105" y="733"/>
                    <a:pt x="84" y="733"/>
                    <a:pt x="84" y="754"/>
                  </a:cubicBezTo>
                  <a:cubicBezTo>
                    <a:pt x="84" y="754"/>
                    <a:pt x="84" y="775"/>
                    <a:pt x="84" y="796"/>
                  </a:cubicBezTo>
                  <a:cubicBezTo>
                    <a:pt x="84" y="796"/>
                    <a:pt x="84" y="796"/>
                    <a:pt x="84" y="817"/>
                  </a:cubicBezTo>
                  <a:cubicBezTo>
                    <a:pt x="63" y="838"/>
                    <a:pt x="63" y="859"/>
                    <a:pt x="63" y="880"/>
                  </a:cubicBezTo>
                  <a:cubicBezTo>
                    <a:pt x="63" y="901"/>
                    <a:pt x="42" y="901"/>
                    <a:pt x="42" y="922"/>
                  </a:cubicBezTo>
                  <a:cubicBezTo>
                    <a:pt x="42" y="943"/>
                    <a:pt x="42" y="943"/>
                    <a:pt x="42" y="943"/>
                  </a:cubicBezTo>
                  <a:cubicBezTo>
                    <a:pt x="42" y="963"/>
                    <a:pt x="42" y="963"/>
                    <a:pt x="42" y="984"/>
                  </a:cubicBezTo>
                  <a:cubicBezTo>
                    <a:pt x="42" y="984"/>
                    <a:pt x="21" y="1005"/>
                    <a:pt x="21" y="1005"/>
                  </a:cubicBezTo>
                  <a:cubicBezTo>
                    <a:pt x="21" y="1026"/>
                    <a:pt x="21" y="1047"/>
                    <a:pt x="21" y="1068"/>
                  </a:cubicBezTo>
                  <a:cubicBezTo>
                    <a:pt x="21" y="1089"/>
                    <a:pt x="21" y="1110"/>
                    <a:pt x="21" y="1110"/>
                  </a:cubicBezTo>
                  <a:cubicBezTo>
                    <a:pt x="21" y="1131"/>
                    <a:pt x="21" y="1131"/>
                    <a:pt x="0" y="1131"/>
                  </a:cubicBezTo>
                  <a:cubicBezTo>
                    <a:pt x="0" y="1152"/>
                    <a:pt x="0" y="1152"/>
                    <a:pt x="0" y="1173"/>
                  </a:cubicBezTo>
                  <a:cubicBezTo>
                    <a:pt x="0" y="1173"/>
                    <a:pt x="0" y="1194"/>
                    <a:pt x="0" y="1194"/>
                  </a:cubicBezTo>
                  <a:cubicBezTo>
                    <a:pt x="0" y="1215"/>
                    <a:pt x="0" y="1235"/>
                    <a:pt x="0" y="1256"/>
                  </a:cubicBezTo>
                  <a:cubicBezTo>
                    <a:pt x="0" y="1256"/>
                    <a:pt x="0" y="1256"/>
                    <a:pt x="0" y="1277"/>
                  </a:cubicBezTo>
                  <a:cubicBezTo>
                    <a:pt x="0" y="1277"/>
                    <a:pt x="0" y="1298"/>
                    <a:pt x="0" y="1298"/>
                  </a:cubicBezTo>
                  <a:cubicBezTo>
                    <a:pt x="0" y="1319"/>
                    <a:pt x="0" y="1319"/>
                    <a:pt x="0" y="1340"/>
                  </a:cubicBezTo>
                  <a:cubicBezTo>
                    <a:pt x="0" y="1382"/>
                    <a:pt x="0" y="1424"/>
                    <a:pt x="0" y="1466"/>
                  </a:cubicBezTo>
                  <a:lnTo>
                    <a:pt x="0" y="1487"/>
                  </a:lnTo>
                  <a:cubicBezTo>
                    <a:pt x="0" y="1528"/>
                    <a:pt x="0" y="1570"/>
                    <a:pt x="0" y="1612"/>
                  </a:cubicBezTo>
                  <a:cubicBezTo>
                    <a:pt x="147" y="1466"/>
                    <a:pt x="314" y="1298"/>
                    <a:pt x="482" y="1173"/>
                  </a:cubicBezTo>
                  <a:cubicBezTo>
                    <a:pt x="755" y="986"/>
                    <a:pt x="1057" y="848"/>
                    <a:pt x="1383" y="848"/>
                  </a:cubicBezTo>
                  <a:cubicBezTo>
                    <a:pt x="1531" y="848"/>
                    <a:pt x="1684" y="877"/>
                    <a:pt x="1842" y="943"/>
                  </a:cubicBezTo>
                  <a:cubicBezTo>
                    <a:pt x="1946" y="775"/>
                    <a:pt x="2030" y="629"/>
                    <a:pt x="2114" y="482"/>
                  </a:cubicBezTo>
                  <a:cubicBezTo>
                    <a:pt x="1528" y="231"/>
                    <a:pt x="921" y="64"/>
                    <a:pt x="440" y="1"/>
                  </a:cubicBezTo>
                  <a:close/>
                </a:path>
              </a:pathLst>
            </a:custGeom>
            <a:solidFill>
              <a:srgbClr val="E95E24"/>
            </a:solidFill>
            <a:ln>
              <a:noFill/>
            </a:ln>
          </p:spPr>
          <p:txBody>
            <a:bodyPr anchorCtr="0" anchor="ctr" bIns="104850" lIns="104850" spcFirstLastPara="1" rIns="104850" wrap="square" tIns="104850">
              <a:noAutofit/>
            </a:bodyPr>
            <a:lstStyle/>
            <a:p>
              <a:pPr indent="0" lvl="0" marL="0" rtl="0" algn="l">
                <a:spcBef>
                  <a:spcPts val="0"/>
                </a:spcBef>
                <a:spcAft>
                  <a:spcPts val="0"/>
                </a:spcAft>
                <a:buNone/>
              </a:pPr>
              <a:r>
                <a:t/>
              </a:r>
              <a:endParaRPr/>
            </a:p>
          </p:txBody>
        </p:sp>
        <p:sp>
          <p:nvSpPr>
            <p:cNvPr id="11691" name="Google Shape;11691;p1452"/>
            <p:cNvSpPr/>
            <p:nvPr/>
          </p:nvSpPr>
          <p:spPr>
            <a:xfrm>
              <a:off x="5372438" y="2594763"/>
              <a:ext cx="96800" cy="97325"/>
            </a:xfrm>
            <a:custGeom>
              <a:rect b="b" l="l" r="r" t="t"/>
              <a:pathLst>
                <a:path extrusionOk="0" h="3893" w="3872">
                  <a:moveTo>
                    <a:pt x="1925" y="0"/>
                  </a:moveTo>
                  <a:cubicBezTo>
                    <a:pt x="858" y="0"/>
                    <a:pt x="0" y="879"/>
                    <a:pt x="0" y="1946"/>
                  </a:cubicBezTo>
                  <a:cubicBezTo>
                    <a:pt x="0" y="3013"/>
                    <a:pt x="858" y="3892"/>
                    <a:pt x="1925" y="3892"/>
                  </a:cubicBezTo>
                  <a:cubicBezTo>
                    <a:pt x="3013" y="3892"/>
                    <a:pt x="3871" y="3013"/>
                    <a:pt x="3871" y="1946"/>
                  </a:cubicBezTo>
                  <a:cubicBezTo>
                    <a:pt x="3871" y="879"/>
                    <a:pt x="3013" y="0"/>
                    <a:pt x="1925" y="0"/>
                  </a:cubicBezTo>
                  <a:close/>
                </a:path>
              </a:pathLst>
            </a:custGeom>
            <a:solidFill>
              <a:srgbClr val="F9A350"/>
            </a:solidFill>
            <a:ln>
              <a:noFill/>
            </a:ln>
          </p:spPr>
          <p:txBody>
            <a:bodyPr anchorCtr="0" anchor="ctr" bIns="104850" lIns="104850" spcFirstLastPara="1" rIns="104850" wrap="square" tIns="104850">
              <a:noAutofit/>
            </a:bodyPr>
            <a:lstStyle/>
            <a:p>
              <a:pPr indent="0" lvl="0" marL="0" rtl="0" algn="l">
                <a:spcBef>
                  <a:spcPts val="0"/>
                </a:spcBef>
                <a:spcAft>
                  <a:spcPts val="0"/>
                </a:spcAft>
                <a:buNone/>
              </a:pPr>
              <a:r>
                <a:t/>
              </a:r>
              <a:endParaRPr/>
            </a:p>
          </p:txBody>
        </p:sp>
        <p:sp>
          <p:nvSpPr>
            <p:cNvPr id="11692" name="Google Shape;11692;p1452"/>
            <p:cNvSpPr/>
            <p:nvPr/>
          </p:nvSpPr>
          <p:spPr>
            <a:xfrm>
              <a:off x="5226488" y="2546938"/>
              <a:ext cx="409600" cy="624000"/>
            </a:xfrm>
            <a:custGeom>
              <a:rect b="b" l="l" r="r" t="t"/>
              <a:pathLst>
                <a:path extrusionOk="0" h="24960" w="16384">
                  <a:moveTo>
                    <a:pt x="4862" y="0"/>
                  </a:moveTo>
                  <a:cubicBezTo>
                    <a:pt x="4434" y="0"/>
                    <a:pt x="4374" y="679"/>
                    <a:pt x="4374" y="679"/>
                  </a:cubicBezTo>
                  <a:cubicBezTo>
                    <a:pt x="4374" y="679"/>
                    <a:pt x="3035" y="4717"/>
                    <a:pt x="3014" y="5345"/>
                  </a:cubicBezTo>
                  <a:cubicBezTo>
                    <a:pt x="2972" y="5973"/>
                    <a:pt x="3202" y="6307"/>
                    <a:pt x="3202" y="6307"/>
                  </a:cubicBezTo>
                  <a:lnTo>
                    <a:pt x="1842" y="5805"/>
                  </a:lnTo>
                  <a:cubicBezTo>
                    <a:pt x="2742" y="2729"/>
                    <a:pt x="3244" y="1369"/>
                    <a:pt x="2574" y="1014"/>
                  </a:cubicBezTo>
                  <a:cubicBezTo>
                    <a:pt x="2459" y="951"/>
                    <a:pt x="2355" y="925"/>
                    <a:pt x="2262" y="925"/>
                  </a:cubicBezTo>
                  <a:cubicBezTo>
                    <a:pt x="1794" y="925"/>
                    <a:pt x="1591" y="1579"/>
                    <a:pt x="1591" y="1579"/>
                  </a:cubicBezTo>
                  <a:cubicBezTo>
                    <a:pt x="1591" y="1579"/>
                    <a:pt x="1" y="5931"/>
                    <a:pt x="63" y="6642"/>
                  </a:cubicBezTo>
                  <a:cubicBezTo>
                    <a:pt x="105" y="7374"/>
                    <a:pt x="5838" y="9802"/>
                    <a:pt x="5838" y="9802"/>
                  </a:cubicBezTo>
                  <a:lnTo>
                    <a:pt x="8475" y="13610"/>
                  </a:lnTo>
                  <a:cubicBezTo>
                    <a:pt x="8517" y="13861"/>
                    <a:pt x="5106" y="18129"/>
                    <a:pt x="4855" y="18861"/>
                  </a:cubicBezTo>
                  <a:cubicBezTo>
                    <a:pt x="4630" y="19577"/>
                    <a:pt x="7398" y="24960"/>
                    <a:pt x="8444" y="24960"/>
                  </a:cubicBezTo>
                  <a:cubicBezTo>
                    <a:pt x="8469" y="24960"/>
                    <a:pt x="8493" y="24957"/>
                    <a:pt x="8517" y="24950"/>
                  </a:cubicBezTo>
                  <a:cubicBezTo>
                    <a:pt x="9521" y="24678"/>
                    <a:pt x="9040" y="23444"/>
                    <a:pt x="9040" y="23444"/>
                  </a:cubicBezTo>
                  <a:cubicBezTo>
                    <a:pt x="9040" y="23444"/>
                    <a:pt x="7366" y="19531"/>
                    <a:pt x="7282" y="18924"/>
                  </a:cubicBezTo>
                  <a:cubicBezTo>
                    <a:pt x="7198" y="18317"/>
                    <a:pt x="10714" y="14949"/>
                    <a:pt x="10714" y="14949"/>
                  </a:cubicBezTo>
                  <a:cubicBezTo>
                    <a:pt x="10714" y="14949"/>
                    <a:pt x="10986" y="18255"/>
                    <a:pt x="11069" y="18841"/>
                  </a:cubicBezTo>
                  <a:cubicBezTo>
                    <a:pt x="11174" y="19405"/>
                    <a:pt x="13957" y="23799"/>
                    <a:pt x="13957" y="23799"/>
                  </a:cubicBezTo>
                  <a:cubicBezTo>
                    <a:pt x="13957" y="23799"/>
                    <a:pt x="14832" y="24723"/>
                    <a:pt x="15472" y="24723"/>
                  </a:cubicBezTo>
                  <a:cubicBezTo>
                    <a:pt x="15566" y="24723"/>
                    <a:pt x="15655" y="24703"/>
                    <a:pt x="15735" y="24657"/>
                  </a:cubicBezTo>
                  <a:cubicBezTo>
                    <a:pt x="16384" y="24281"/>
                    <a:pt x="15735" y="23255"/>
                    <a:pt x="15735" y="23255"/>
                  </a:cubicBezTo>
                  <a:lnTo>
                    <a:pt x="12743" y="18464"/>
                  </a:lnTo>
                  <a:cubicBezTo>
                    <a:pt x="12743" y="18464"/>
                    <a:pt x="12806" y="14007"/>
                    <a:pt x="12743" y="13170"/>
                  </a:cubicBezTo>
                  <a:cubicBezTo>
                    <a:pt x="12680" y="12312"/>
                    <a:pt x="9772" y="6893"/>
                    <a:pt x="9521" y="6537"/>
                  </a:cubicBezTo>
                  <a:cubicBezTo>
                    <a:pt x="9444" y="6412"/>
                    <a:pt x="9223" y="6370"/>
                    <a:pt x="8963" y="6370"/>
                  </a:cubicBezTo>
                  <a:cubicBezTo>
                    <a:pt x="8442" y="6370"/>
                    <a:pt x="7763" y="6537"/>
                    <a:pt x="7763" y="6537"/>
                  </a:cubicBezTo>
                  <a:lnTo>
                    <a:pt x="4457" y="5010"/>
                  </a:lnTo>
                  <a:lnTo>
                    <a:pt x="5441" y="1474"/>
                  </a:lnTo>
                  <a:cubicBezTo>
                    <a:pt x="5441" y="1474"/>
                    <a:pt x="5797" y="407"/>
                    <a:pt x="5127" y="72"/>
                  </a:cubicBezTo>
                  <a:cubicBezTo>
                    <a:pt x="5026" y="22"/>
                    <a:pt x="4938" y="0"/>
                    <a:pt x="4862" y="0"/>
                  </a:cubicBezTo>
                  <a:close/>
                </a:path>
              </a:pathLst>
            </a:custGeom>
            <a:solidFill>
              <a:srgbClr val="F9A350"/>
            </a:solidFill>
            <a:ln>
              <a:noFill/>
            </a:ln>
          </p:spPr>
          <p:txBody>
            <a:bodyPr anchorCtr="0" anchor="ctr" bIns="104850" lIns="104850" spcFirstLastPara="1" rIns="104850" wrap="square" tIns="104850">
              <a:noAutofit/>
            </a:bodyPr>
            <a:lstStyle/>
            <a:p>
              <a:pPr indent="0" lvl="0" marL="0" rtl="0" algn="l">
                <a:spcBef>
                  <a:spcPts val="0"/>
                </a:spcBef>
                <a:spcAft>
                  <a:spcPts val="0"/>
                </a:spcAft>
                <a:buNone/>
              </a:pPr>
              <a:r>
                <a:t/>
              </a:r>
              <a:endParaRPr/>
            </a:p>
          </p:txBody>
        </p:sp>
      </p:grpSp>
      <p:grpSp>
        <p:nvGrpSpPr>
          <p:cNvPr id="11693" name="Google Shape;11693;p1452"/>
          <p:cNvGrpSpPr/>
          <p:nvPr/>
        </p:nvGrpSpPr>
        <p:grpSpPr>
          <a:xfrm>
            <a:off x="500198" y="408870"/>
            <a:ext cx="408613" cy="378792"/>
            <a:chOff x="2061175" y="4044075"/>
            <a:chExt cx="364475" cy="337875"/>
          </a:xfrm>
        </p:grpSpPr>
        <p:sp>
          <p:nvSpPr>
            <p:cNvPr id="11694" name="Google Shape;11694;p1452"/>
            <p:cNvSpPr/>
            <p:nvPr/>
          </p:nvSpPr>
          <p:spPr>
            <a:xfrm>
              <a:off x="2150850" y="4069225"/>
              <a:ext cx="186475" cy="143650"/>
            </a:xfrm>
            <a:custGeom>
              <a:rect b="b" l="l" r="r" t="t"/>
              <a:pathLst>
                <a:path extrusionOk="0" h="5746" w="7459">
                  <a:moveTo>
                    <a:pt x="0" y="0"/>
                  </a:moveTo>
                  <a:lnTo>
                    <a:pt x="0" y="5746"/>
                  </a:lnTo>
                  <a:lnTo>
                    <a:pt x="7459" y="5746"/>
                  </a:lnTo>
                  <a:lnTo>
                    <a:pt x="745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1452"/>
            <p:cNvSpPr/>
            <p:nvPr/>
          </p:nvSpPr>
          <p:spPr>
            <a:xfrm>
              <a:off x="2150850" y="4280225"/>
              <a:ext cx="186475" cy="16975"/>
            </a:xfrm>
            <a:custGeom>
              <a:rect b="b" l="l" r="r" t="t"/>
              <a:pathLst>
                <a:path extrusionOk="0" h="679" w="7459">
                  <a:moveTo>
                    <a:pt x="0" y="0"/>
                  </a:moveTo>
                  <a:lnTo>
                    <a:pt x="0" y="678"/>
                  </a:lnTo>
                  <a:lnTo>
                    <a:pt x="7459" y="678"/>
                  </a:lnTo>
                  <a:lnTo>
                    <a:pt x="745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1452"/>
            <p:cNvSpPr/>
            <p:nvPr/>
          </p:nvSpPr>
          <p:spPr>
            <a:xfrm>
              <a:off x="2150850" y="4323025"/>
              <a:ext cx="186475" cy="58925"/>
            </a:xfrm>
            <a:custGeom>
              <a:rect b="b" l="l" r="r" t="t"/>
              <a:pathLst>
                <a:path extrusionOk="0" h="2357" w="7459">
                  <a:moveTo>
                    <a:pt x="0" y="1"/>
                  </a:moveTo>
                  <a:lnTo>
                    <a:pt x="0" y="1589"/>
                  </a:lnTo>
                  <a:cubicBezTo>
                    <a:pt x="0" y="2017"/>
                    <a:pt x="339" y="2356"/>
                    <a:pt x="768" y="2356"/>
                  </a:cubicBezTo>
                  <a:lnTo>
                    <a:pt x="6691" y="2356"/>
                  </a:lnTo>
                  <a:cubicBezTo>
                    <a:pt x="7119" y="2356"/>
                    <a:pt x="7459" y="2017"/>
                    <a:pt x="7459" y="1589"/>
                  </a:cubicBezTo>
                  <a:lnTo>
                    <a:pt x="74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1452"/>
            <p:cNvSpPr/>
            <p:nvPr/>
          </p:nvSpPr>
          <p:spPr>
            <a:xfrm>
              <a:off x="2061175" y="4044075"/>
              <a:ext cx="63825" cy="110100"/>
            </a:xfrm>
            <a:custGeom>
              <a:rect b="b" l="l" r="r" t="t"/>
              <a:pathLst>
                <a:path extrusionOk="0" h="4404" w="2553">
                  <a:moveTo>
                    <a:pt x="520" y="0"/>
                  </a:moveTo>
                  <a:cubicBezTo>
                    <a:pt x="236" y="0"/>
                    <a:pt x="1" y="231"/>
                    <a:pt x="1" y="507"/>
                  </a:cubicBezTo>
                  <a:lnTo>
                    <a:pt x="1" y="3879"/>
                  </a:lnTo>
                  <a:cubicBezTo>
                    <a:pt x="1" y="4129"/>
                    <a:pt x="179" y="4361"/>
                    <a:pt x="429" y="4397"/>
                  </a:cubicBezTo>
                  <a:cubicBezTo>
                    <a:pt x="459" y="4402"/>
                    <a:pt x="488" y="4404"/>
                    <a:pt x="516" y="4404"/>
                  </a:cubicBezTo>
                  <a:cubicBezTo>
                    <a:pt x="800" y="4404"/>
                    <a:pt x="1036" y="4173"/>
                    <a:pt x="1036" y="3897"/>
                  </a:cubicBezTo>
                  <a:lnTo>
                    <a:pt x="1036" y="2719"/>
                  </a:lnTo>
                  <a:lnTo>
                    <a:pt x="2552" y="2719"/>
                  </a:lnTo>
                  <a:lnTo>
                    <a:pt x="2552" y="1685"/>
                  </a:lnTo>
                  <a:lnTo>
                    <a:pt x="1036" y="1685"/>
                  </a:lnTo>
                  <a:lnTo>
                    <a:pt x="1036" y="525"/>
                  </a:lnTo>
                  <a:cubicBezTo>
                    <a:pt x="1036" y="275"/>
                    <a:pt x="857" y="43"/>
                    <a:pt x="608" y="7"/>
                  </a:cubicBezTo>
                  <a:cubicBezTo>
                    <a:pt x="578" y="2"/>
                    <a:pt x="549" y="0"/>
                    <a:pt x="5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1452"/>
            <p:cNvSpPr/>
            <p:nvPr/>
          </p:nvSpPr>
          <p:spPr>
            <a:xfrm>
              <a:off x="2150850" y="4238275"/>
              <a:ext cx="186475" cy="17425"/>
            </a:xfrm>
            <a:custGeom>
              <a:rect b="b" l="l" r="r" t="t"/>
              <a:pathLst>
                <a:path extrusionOk="0" h="697" w="7459">
                  <a:moveTo>
                    <a:pt x="0" y="1"/>
                  </a:moveTo>
                  <a:lnTo>
                    <a:pt x="0" y="697"/>
                  </a:lnTo>
                  <a:lnTo>
                    <a:pt x="7459" y="697"/>
                  </a:lnTo>
                  <a:lnTo>
                    <a:pt x="74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1452"/>
            <p:cNvSpPr/>
            <p:nvPr/>
          </p:nvSpPr>
          <p:spPr>
            <a:xfrm>
              <a:off x="2361825" y="4044075"/>
              <a:ext cx="63825" cy="110550"/>
            </a:xfrm>
            <a:custGeom>
              <a:rect b="b" l="l" r="r" t="t"/>
              <a:pathLst>
                <a:path extrusionOk="0" h="4422" w="2553">
                  <a:moveTo>
                    <a:pt x="2037" y="0"/>
                  </a:moveTo>
                  <a:cubicBezTo>
                    <a:pt x="1753" y="0"/>
                    <a:pt x="1517" y="231"/>
                    <a:pt x="1517" y="507"/>
                  </a:cubicBezTo>
                  <a:lnTo>
                    <a:pt x="1517" y="1685"/>
                  </a:lnTo>
                  <a:lnTo>
                    <a:pt x="1" y="1685"/>
                  </a:lnTo>
                  <a:lnTo>
                    <a:pt x="1" y="2719"/>
                  </a:lnTo>
                  <a:lnTo>
                    <a:pt x="1517" y="2719"/>
                  </a:lnTo>
                  <a:lnTo>
                    <a:pt x="1517" y="3879"/>
                  </a:lnTo>
                  <a:cubicBezTo>
                    <a:pt x="1517" y="4147"/>
                    <a:pt x="1696" y="4361"/>
                    <a:pt x="1946" y="4414"/>
                  </a:cubicBezTo>
                  <a:cubicBezTo>
                    <a:pt x="1977" y="4419"/>
                    <a:pt x="2007" y="4422"/>
                    <a:pt x="2037" y="4422"/>
                  </a:cubicBezTo>
                  <a:cubicBezTo>
                    <a:pt x="2331" y="4422"/>
                    <a:pt x="2552" y="4189"/>
                    <a:pt x="2552" y="3897"/>
                  </a:cubicBezTo>
                  <a:lnTo>
                    <a:pt x="2552" y="525"/>
                  </a:lnTo>
                  <a:cubicBezTo>
                    <a:pt x="2552" y="275"/>
                    <a:pt x="2374" y="43"/>
                    <a:pt x="2124" y="7"/>
                  </a:cubicBezTo>
                  <a:cubicBezTo>
                    <a:pt x="2095" y="2"/>
                    <a:pt x="2066" y="0"/>
                    <a:pt x="20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03" name="Shape 11703"/>
        <p:cNvGrpSpPr/>
        <p:nvPr/>
      </p:nvGrpSpPr>
      <p:grpSpPr>
        <a:xfrm>
          <a:off x="0" y="0"/>
          <a:ext cx="0" cy="0"/>
          <a:chOff x="0" y="0"/>
          <a:chExt cx="0" cy="0"/>
        </a:xfrm>
      </p:grpSpPr>
      <p:sp>
        <p:nvSpPr>
          <p:cNvPr id="11704" name="Google Shape;11704;p1453"/>
          <p:cNvSpPr txBox="1"/>
          <p:nvPr>
            <p:ph type="title"/>
          </p:nvPr>
        </p:nvSpPr>
        <p:spPr>
          <a:xfrm>
            <a:off x="713250" y="661850"/>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800"/>
              <a:t>Conclusion</a:t>
            </a:r>
            <a:endParaRPr sz="2800"/>
          </a:p>
        </p:txBody>
      </p:sp>
      <p:sp>
        <p:nvSpPr>
          <p:cNvPr id="11705" name="Google Shape;11705;p1453"/>
          <p:cNvSpPr txBox="1"/>
          <p:nvPr>
            <p:ph idx="4294967295" type="body"/>
          </p:nvPr>
        </p:nvSpPr>
        <p:spPr>
          <a:xfrm>
            <a:off x="837600" y="1431625"/>
            <a:ext cx="7468800" cy="332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1500">
                <a:solidFill>
                  <a:schemeClr val="lt1"/>
                </a:solidFill>
              </a:rPr>
              <a:t>Key findings </a:t>
            </a:r>
            <a:endParaRPr b="1" sz="1500">
              <a:solidFill>
                <a:schemeClr val="lt1"/>
              </a:solidFill>
            </a:endParaRPr>
          </a:p>
          <a:p>
            <a:pPr indent="-311150" lvl="0" marL="457200" rtl="0" algn="l">
              <a:spcBef>
                <a:spcPts val="0"/>
              </a:spcBef>
              <a:spcAft>
                <a:spcPts val="0"/>
              </a:spcAft>
              <a:buClr>
                <a:schemeClr val="lt1"/>
              </a:buClr>
              <a:buSzPts val="1300"/>
              <a:buChar char="-"/>
            </a:pPr>
            <a:r>
              <a:rPr lang="en" sz="1300">
                <a:solidFill>
                  <a:schemeClr val="lt1"/>
                </a:solidFill>
              </a:rPr>
              <a:t>Model 1 were the most predictive of all star selection</a:t>
            </a:r>
            <a:endParaRPr sz="1300">
              <a:solidFill>
                <a:schemeClr val="lt1"/>
              </a:solidFill>
            </a:endParaRPr>
          </a:p>
          <a:p>
            <a:pPr indent="-311150" lvl="1" marL="914400" rtl="0" algn="l">
              <a:spcBef>
                <a:spcPts val="0"/>
              </a:spcBef>
              <a:spcAft>
                <a:spcPts val="0"/>
              </a:spcAft>
              <a:buClr>
                <a:schemeClr val="lt1"/>
              </a:buClr>
              <a:buSzPts val="1300"/>
              <a:buChar char="-"/>
            </a:pPr>
            <a:r>
              <a:rPr lang="en" sz="1300">
                <a:solidFill>
                  <a:schemeClr val="lt1"/>
                </a:solidFill>
              </a:rPr>
              <a:t>Alpha = 0.78, giving heavy weight to on-court production </a:t>
            </a:r>
            <a:endParaRPr sz="1300">
              <a:solidFill>
                <a:schemeClr val="lt1"/>
              </a:solidFill>
            </a:endParaRPr>
          </a:p>
          <a:p>
            <a:pPr indent="-311150" lvl="0" marL="457200" rtl="0" algn="l">
              <a:spcBef>
                <a:spcPts val="0"/>
              </a:spcBef>
              <a:spcAft>
                <a:spcPts val="0"/>
              </a:spcAft>
              <a:buClr>
                <a:schemeClr val="lt1"/>
              </a:buClr>
              <a:buSzPts val="1300"/>
              <a:buChar char="-"/>
            </a:pPr>
            <a:r>
              <a:rPr lang="en" sz="1300">
                <a:solidFill>
                  <a:schemeClr val="lt1"/>
                </a:solidFill>
              </a:rPr>
              <a:t>Online Popularity contributed meaningful, outperforming media sentiment</a:t>
            </a:r>
            <a:endParaRPr sz="1300">
              <a:solidFill>
                <a:schemeClr val="lt1"/>
              </a:solidFill>
            </a:endParaRPr>
          </a:p>
          <a:p>
            <a:pPr indent="-311150" lvl="1" marL="914400" rtl="0" algn="l">
              <a:spcBef>
                <a:spcPts val="0"/>
              </a:spcBef>
              <a:spcAft>
                <a:spcPts val="0"/>
              </a:spcAft>
              <a:buClr>
                <a:schemeClr val="lt1"/>
              </a:buClr>
              <a:buSzPts val="1300"/>
              <a:buChar char="-"/>
            </a:pPr>
            <a:r>
              <a:rPr lang="en" sz="1300">
                <a:solidFill>
                  <a:schemeClr val="lt1"/>
                </a:solidFill>
              </a:rPr>
              <a:t>Beta = 0 shows online popularity &gt; ESPN sentiment </a:t>
            </a:r>
            <a:endParaRPr sz="1300">
              <a:solidFill>
                <a:schemeClr val="lt1"/>
              </a:solidFill>
            </a:endParaRPr>
          </a:p>
          <a:p>
            <a:pPr indent="-311150" lvl="0" marL="457200" rtl="0" algn="l">
              <a:spcBef>
                <a:spcPts val="0"/>
              </a:spcBef>
              <a:spcAft>
                <a:spcPts val="0"/>
              </a:spcAft>
              <a:buClr>
                <a:schemeClr val="lt1"/>
              </a:buClr>
              <a:buSzPts val="1300"/>
              <a:buChar char="-"/>
            </a:pPr>
            <a:r>
              <a:rPr lang="en" sz="1300">
                <a:solidFill>
                  <a:schemeClr val="lt1"/>
                </a:solidFill>
              </a:rPr>
              <a:t>Hybrid model achieves strong real world alignment </a:t>
            </a:r>
            <a:endParaRPr sz="1300">
              <a:solidFill>
                <a:schemeClr val="lt1"/>
              </a:solidFill>
            </a:endParaRPr>
          </a:p>
          <a:p>
            <a:pPr indent="-311150" lvl="1" marL="914400" rtl="0" algn="l">
              <a:spcBef>
                <a:spcPts val="0"/>
              </a:spcBef>
              <a:spcAft>
                <a:spcPts val="0"/>
              </a:spcAft>
              <a:buClr>
                <a:schemeClr val="lt1"/>
              </a:buClr>
              <a:buSzPts val="1300"/>
              <a:buChar char="-"/>
            </a:pPr>
            <a:r>
              <a:rPr lang="en" sz="1300">
                <a:solidFill>
                  <a:schemeClr val="lt1"/>
                </a:solidFill>
              </a:rPr>
              <a:t>Precision 0.73, recall 0.79 on unseen test data </a:t>
            </a:r>
            <a:endParaRPr sz="1300">
              <a:solidFill>
                <a:schemeClr val="lt1"/>
              </a:solidFill>
            </a:endParaRPr>
          </a:p>
          <a:p>
            <a:pPr indent="0" lvl="0" marL="0" rtl="0" algn="l">
              <a:spcBef>
                <a:spcPts val="1200"/>
              </a:spcBef>
              <a:spcAft>
                <a:spcPts val="0"/>
              </a:spcAft>
              <a:buNone/>
            </a:pPr>
            <a:r>
              <a:rPr b="1" lang="en" sz="1500">
                <a:solidFill>
                  <a:schemeClr val="lt1"/>
                </a:solidFill>
              </a:rPr>
              <a:t>Model interpretation</a:t>
            </a:r>
            <a:endParaRPr b="1" sz="1500">
              <a:solidFill>
                <a:schemeClr val="lt1"/>
              </a:solidFill>
            </a:endParaRPr>
          </a:p>
          <a:p>
            <a:pPr indent="-311150" lvl="0" marL="457200" rtl="0" algn="l">
              <a:spcBef>
                <a:spcPts val="0"/>
              </a:spcBef>
              <a:spcAft>
                <a:spcPts val="0"/>
              </a:spcAft>
              <a:buClr>
                <a:schemeClr val="lt1"/>
              </a:buClr>
              <a:buSzPts val="1300"/>
              <a:buChar char="-"/>
            </a:pPr>
            <a:r>
              <a:rPr lang="en" sz="1300">
                <a:solidFill>
                  <a:schemeClr val="lt1"/>
                </a:solidFill>
              </a:rPr>
              <a:t>Driven primarily by performance with popularity providing the second strongest signal </a:t>
            </a:r>
            <a:endParaRPr sz="1300">
              <a:solidFill>
                <a:schemeClr val="lt1"/>
              </a:solidFill>
            </a:endParaRPr>
          </a:p>
          <a:p>
            <a:pPr indent="-311150" lvl="0" marL="457200" rtl="0" algn="l">
              <a:spcBef>
                <a:spcPts val="0"/>
              </a:spcBef>
              <a:spcAft>
                <a:spcPts val="0"/>
              </a:spcAft>
              <a:buClr>
                <a:schemeClr val="lt1"/>
              </a:buClr>
              <a:buSzPts val="1300"/>
              <a:buChar char="-"/>
            </a:pPr>
            <a:r>
              <a:rPr lang="en" sz="1300">
                <a:solidFill>
                  <a:schemeClr val="lt1"/>
                </a:solidFill>
              </a:rPr>
              <a:t>Sentiment (ESPN) had limited predictive power relative to other two </a:t>
            </a:r>
            <a:endParaRPr sz="1300">
              <a:solidFill>
                <a:schemeClr val="lt1"/>
              </a:solidFill>
            </a:endParaRPr>
          </a:p>
          <a:p>
            <a:pPr indent="-311150" lvl="0" marL="457200" rtl="0" algn="l">
              <a:spcBef>
                <a:spcPts val="0"/>
              </a:spcBef>
              <a:spcAft>
                <a:spcPts val="0"/>
              </a:spcAft>
              <a:buClr>
                <a:schemeClr val="lt1"/>
              </a:buClr>
              <a:buSzPts val="1300"/>
              <a:buChar char="-"/>
            </a:pPr>
            <a:r>
              <a:rPr lang="en" sz="1300">
                <a:solidFill>
                  <a:schemeClr val="lt1"/>
                </a:solidFill>
              </a:rPr>
              <a:t>The ensemble captures multiple dimensions of all stat voint : performance, media, and fan interest </a:t>
            </a:r>
            <a:endParaRPr sz="1300">
              <a:solidFill>
                <a:schemeClr val="lt1"/>
              </a:solidFill>
            </a:endParaRPr>
          </a:p>
        </p:txBody>
      </p:sp>
      <p:sp>
        <p:nvSpPr>
          <p:cNvPr id="11706" name="Google Shape;11706;p1453"/>
          <p:cNvSpPr txBox="1"/>
          <p:nvPr/>
        </p:nvSpPr>
        <p:spPr>
          <a:xfrm>
            <a:off x="625650" y="1143000"/>
            <a:ext cx="7892700" cy="400200"/>
          </a:xfrm>
          <a:prstGeom prst="rect">
            <a:avLst/>
          </a:prstGeom>
          <a:noFill/>
          <a:ln>
            <a:noFill/>
          </a:ln>
        </p:spPr>
        <p:txBody>
          <a:bodyPr anchorCtr="0" anchor="t" bIns="91425" lIns="91425" spcFirstLastPara="1" rIns="91425" wrap="square" tIns="91425">
            <a:spAutoFit/>
          </a:bodyPr>
          <a:lstStyle/>
          <a:p>
            <a:pPr indent="0" lvl="0" marL="0" rtl="0" algn="ctr">
              <a:lnSpc>
                <a:spcPct val="115000"/>
              </a:lnSpc>
              <a:spcBef>
                <a:spcPts val="0"/>
              </a:spcBef>
              <a:spcAft>
                <a:spcPts val="1200"/>
              </a:spcAft>
              <a:buNone/>
            </a:pPr>
            <a:r>
              <a:rPr b="1" lang="en">
                <a:solidFill>
                  <a:schemeClr val="lt1"/>
                </a:solidFill>
                <a:latin typeface="Roboto"/>
                <a:ea typeface="Roboto"/>
                <a:cs typeface="Roboto"/>
                <a:sym typeface="Roboto"/>
              </a:rPr>
              <a:t>Hybrid score = 78% * model 1 + 22%[0% *ESPN + 100% *google trend] </a:t>
            </a:r>
            <a:endParaRPr b="1">
              <a:solidFill>
                <a:schemeClr val="lt1"/>
              </a:solidFill>
              <a:latin typeface="Roboto"/>
              <a:ea typeface="Roboto"/>
              <a:cs typeface="Roboto"/>
              <a:sym typeface="Roboto"/>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10" name="Shape 11710"/>
        <p:cNvGrpSpPr/>
        <p:nvPr/>
      </p:nvGrpSpPr>
      <p:grpSpPr>
        <a:xfrm>
          <a:off x="0" y="0"/>
          <a:ext cx="0" cy="0"/>
          <a:chOff x="0" y="0"/>
          <a:chExt cx="0" cy="0"/>
        </a:xfrm>
      </p:grpSpPr>
      <p:sp>
        <p:nvSpPr>
          <p:cNvPr id="11711" name="Google Shape;11711;p1454"/>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Conclusion</a:t>
            </a:r>
            <a:endParaRPr/>
          </a:p>
        </p:txBody>
      </p:sp>
      <p:grpSp>
        <p:nvGrpSpPr>
          <p:cNvPr id="11712" name="Google Shape;11712;p1454"/>
          <p:cNvGrpSpPr/>
          <p:nvPr/>
        </p:nvGrpSpPr>
        <p:grpSpPr>
          <a:xfrm>
            <a:off x="901200" y="1471399"/>
            <a:ext cx="1959959" cy="3348438"/>
            <a:chOff x="901200" y="1471399"/>
            <a:chExt cx="1959959" cy="3348438"/>
          </a:xfrm>
        </p:grpSpPr>
        <p:grpSp>
          <p:nvGrpSpPr>
            <p:cNvPr id="11713" name="Google Shape;11713;p1454"/>
            <p:cNvGrpSpPr/>
            <p:nvPr/>
          </p:nvGrpSpPr>
          <p:grpSpPr>
            <a:xfrm>
              <a:off x="901200" y="1675838"/>
              <a:ext cx="431700" cy="3144000"/>
              <a:chOff x="3619250" y="1675838"/>
              <a:chExt cx="431700" cy="3144000"/>
            </a:xfrm>
          </p:grpSpPr>
          <p:cxnSp>
            <p:nvCxnSpPr>
              <p:cNvPr id="11714" name="Google Shape;11714;p1454"/>
              <p:cNvCxnSpPr>
                <a:stCxn id="11715" idx="0"/>
              </p:cNvCxnSpPr>
              <p:nvPr/>
            </p:nvCxnSpPr>
            <p:spPr>
              <a:xfrm rot="10800000">
                <a:off x="3835100" y="1675838"/>
                <a:ext cx="0" cy="2712300"/>
              </a:xfrm>
              <a:prstGeom prst="straightConnector1">
                <a:avLst/>
              </a:prstGeom>
              <a:noFill/>
              <a:ln cap="flat" cmpd="sng" w="38100">
                <a:solidFill>
                  <a:schemeClr val="accent1"/>
                </a:solidFill>
                <a:prstDash val="dash"/>
                <a:round/>
                <a:headEnd len="med" w="med" type="none"/>
                <a:tailEnd len="med" w="med" type="none"/>
              </a:ln>
            </p:spPr>
          </p:cxnSp>
          <p:sp>
            <p:nvSpPr>
              <p:cNvPr id="11715" name="Google Shape;11715;p1454"/>
              <p:cNvSpPr/>
              <p:nvPr/>
            </p:nvSpPr>
            <p:spPr>
              <a:xfrm>
                <a:off x="3619250" y="4388138"/>
                <a:ext cx="431700" cy="4317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6" name="Google Shape;11716;p1454"/>
            <p:cNvGrpSpPr/>
            <p:nvPr/>
          </p:nvGrpSpPr>
          <p:grpSpPr>
            <a:xfrm>
              <a:off x="2461135" y="1471399"/>
              <a:ext cx="400024" cy="400050"/>
              <a:chOff x="3365800" y="1133654"/>
              <a:chExt cx="261300" cy="261300"/>
            </a:xfrm>
          </p:grpSpPr>
          <p:cxnSp>
            <p:nvCxnSpPr>
              <p:cNvPr id="11717" name="Google Shape;11717;p1454"/>
              <p:cNvCxnSpPr/>
              <p:nvPr/>
            </p:nvCxnSpPr>
            <p:spPr>
              <a:xfrm>
                <a:off x="3365800" y="1133654"/>
                <a:ext cx="261300" cy="261300"/>
              </a:xfrm>
              <a:prstGeom prst="straightConnector1">
                <a:avLst/>
              </a:prstGeom>
              <a:noFill/>
              <a:ln cap="flat" cmpd="sng" w="38100">
                <a:solidFill>
                  <a:schemeClr val="accent1"/>
                </a:solidFill>
                <a:prstDash val="solid"/>
                <a:round/>
                <a:headEnd len="med" w="med" type="none"/>
                <a:tailEnd len="med" w="med" type="none"/>
              </a:ln>
            </p:spPr>
          </p:cxnSp>
          <p:cxnSp>
            <p:nvCxnSpPr>
              <p:cNvPr id="11718" name="Google Shape;11718;p1454"/>
              <p:cNvCxnSpPr/>
              <p:nvPr/>
            </p:nvCxnSpPr>
            <p:spPr>
              <a:xfrm flipH="1">
                <a:off x="3365800" y="1133654"/>
                <a:ext cx="261300" cy="261300"/>
              </a:xfrm>
              <a:prstGeom prst="straightConnector1">
                <a:avLst/>
              </a:prstGeom>
              <a:noFill/>
              <a:ln cap="flat" cmpd="sng" w="38100">
                <a:solidFill>
                  <a:schemeClr val="accent1"/>
                </a:solidFill>
                <a:prstDash val="solid"/>
                <a:round/>
                <a:headEnd len="med" w="med" type="none"/>
                <a:tailEnd len="med" w="med" type="none"/>
              </a:ln>
            </p:spPr>
          </p:cxnSp>
        </p:grpSp>
        <p:cxnSp>
          <p:nvCxnSpPr>
            <p:cNvPr id="11719" name="Google Shape;11719;p1454"/>
            <p:cNvCxnSpPr/>
            <p:nvPr/>
          </p:nvCxnSpPr>
          <p:spPr>
            <a:xfrm>
              <a:off x="1102333" y="1676876"/>
              <a:ext cx="1566900" cy="0"/>
            </a:xfrm>
            <a:prstGeom prst="straightConnector1">
              <a:avLst/>
            </a:prstGeom>
            <a:noFill/>
            <a:ln cap="flat" cmpd="sng" w="38100">
              <a:solidFill>
                <a:schemeClr val="accent1"/>
              </a:solidFill>
              <a:prstDash val="dash"/>
              <a:round/>
              <a:headEnd len="med" w="med" type="none"/>
              <a:tailEnd len="med" w="med" type="none"/>
            </a:ln>
          </p:spPr>
        </p:cxnSp>
      </p:grpSp>
      <p:sp>
        <p:nvSpPr>
          <p:cNvPr id="11720" name="Google Shape;11720;p1454"/>
          <p:cNvSpPr txBox="1"/>
          <p:nvPr/>
        </p:nvSpPr>
        <p:spPr>
          <a:xfrm>
            <a:off x="1739400" y="2093225"/>
            <a:ext cx="5863500" cy="21048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0"/>
              </a:spcAft>
              <a:buNone/>
            </a:pPr>
            <a:r>
              <a:rPr lang="en" sz="1700">
                <a:solidFill>
                  <a:schemeClr val="lt1"/>
                </a:solidFill>
                <a:latin typeface="Helvetica Neue"/>
                <a:ea typeface="Helvetica Neue"/>
                <a:cs typeface="Helvetica Neue"/>
                <a:sym typeface="Helvetica Neue"/>
              </a:rPr>
              <a:t>Overall takeaway </a:t>
            </a:r>
            <a:endParaRPr sz="1700">
              <a:solidFill>
                <a:schemeClr val="lt1"/>
              </a:solidFill>
              <a:latin typeface="Helvetica Neue"/>
              <a:ea typeface="Helvetica Neue"/>
              <a:cs typeface="Helvetica Neue"/>
              <a:sym typeface="Helvetica Neue"/>
            </a:endParaRPr>
          </a:p>
          <a:p>
            <a:pPr indent="-336550" lvl="0" marL="457200" rtl="0" algn="l">
              <a:lnSpc>
                <a:spcPct val="115000"/>
              </a:lnSpc>
              <a:spcBef>
                <a:spcPts val="1200"/>
              </a:spcBef>
              <a:spcAft>
                <a:spcPts val="0"/>
              </a:spcAft>
              <a:buClr>
                <a:schemeClr val="lt1"/>
              </a:buClr>
              <a:buSzPts val="1700"/>
              <a:buFont typeface="Helvetica Neue"/>
              <a:buChar char="-"/>
            </a:pPr>
            <a:r>
              <a:rPr lang="en" sz="1700">
                <a:solidFill>
                  <a:schemeClr val="lt1"/>
                </a:solidFill>
                <a:latin typeface="Helvetica Neue"/>
                <a:ea typeface="Helvetica Neue"/>
                <a:cs typeface="Helvetica Neue"/>
                <a:sym typeface="Helvetica Neue"/>
              </a:rPr>
              <a:t>A hybrid model combining stat+popularity+sentiment provides a more complete and fair prediction than any individual model </a:t>
            </a:r>
            <a:endParaRPr sz="1700">
              <a:solidFill>
                <a:schemeClr val="lt1"/>
              </a:solidFill>
              <a:latin typeface="Helvetica Neue"/>
              <a:ea typeface="Helvetica Neue"/>
              <a:cs typeface="Helvetica Neue"/>
              <a:sym typeface="Helvetica Neue"/>
            </a:endParaRPr>
          </a:p>
          <a:p>
            <a:pPr indent="-336550" lvl="0" marL="457200" rtl="0" algn="l">
              <a:lnSpc>
                <a:spcPct val="115000"/>
              </a:lnSpc>
              <a:spcBef>
                <a:spcPts val="0"/>
              </a:spcBef>
              <a:spcAft>
                <a:spcPts val="0"/>
              </a:spcAft>
              <a:buClr>
                <a:schemeClr val="lt1"/>
              </a:buClr>
              <a:buSzPts val="1700"/>
              <a:buFont typeface="Helvetica Neue"/>
              <a:buChar char="-"/>
            </a:pPr>
            <a:r>
              <a:rPr lang="en" sz="1700">
                <a:solidFill>
                  <a:schemeClr val="lt1"/>
                </a:solidFill>
                <a:latin typeface="Helvetica Neue"/>
                <a:ea typeface="Helvetica Neue"/>
                <a:cs typeface="Helvetica Neue"/>
                <a:sym typeface="Helvetica Neue"/>
              </a:rPr>
              <a:t>The method is flexible and can generalize to future seasons with updated data </a:t>
            </a:r>
            <a:endParaRPr sz="1800">
              <a:solidFill>
                <a:schemeClr val="lt1"/>
              </a:solidFill>
              <a:latin typeface="Helvetica Neue"/>
              <a:ea typeface="Helvetica Neue"/>
              <a:cs typeface="Helvetica Neue"/>
              <a:sym typeface="Helvetica Neue"/>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24" name="Shape 11724"/>
        <p:cNvGrpSpPr/>
        <p:nvPr/>
      </p:nvGrpSpPr>
      <p:grpSpPr>
        <a:xfrm>
          <a:off x="0" y="0"/>
          <a:ext cx="0" cy="0"/>
          <a:chOff x="0" y="0"/>
          <a:chExt cx="0" cy="0"/>
        </a:xfrm>
      </p:grpSpPr>
      <p:cxnSp>
        <p:nvCxnSpPr>
          <p:cNvPr id="11725" name="Google Shape;11725;p1455"/>
          <p:cNvCxnSpPr/>
          <p:nvPr/>
        </p:nvCxnSpPr>
        <p:spPr>
          <a:xfrm rot="10800000">
            <a:off x="4572050" y="1112250"/>
            <a:ext cx="0" cy="3491700"/>
          </a:xfrm>
          <a:prstGeom prst="straightConnector1">
            <a:avLst/>
          </a:prstGeom>
          <a:noFill/>
          <a:ln cap="flat" cmpd="sng" w="38100">
            <a:solidFill>
              <a:schemeClr val="accent1"/>
            </a:solidFill>
            <a:prstDash val="solid"/>
            <a:round/>
            <a:headEnd len="med" w="med" type="none"/>
            <a:tailEnd len="med" w="med" type="none"/>
          </a:ln>
        </p:spPr>
      </p:cxnSp>
      <p:sp>
        <p:nvSpPr>
          <p:cNvPr id="11726" name="Google Shape;11726;p1455"/>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Readiness for Use in Real-World</a:t>
            </a:r>
            <a:endParaRPr/>
          </a:p>
        </p:txBody>
      </p:sp>
      <p:sp>
        <p:nvSpPr>
          <p:cNvPr id="11727" name="Google Shape;11727;p1455"/>
          <p:cNvSpPr txBox="1"/>
          <p:nvPr>
            <p:ph idx="1" type="subTitle"/>
          </p:nvPr>
        </p:nvSpPr>
        <p:spPr>
          <a:xfrm>
            <a:off x="978725" y="2057825"/>
            <a:ext cx="3355800" cy="1985100"/>
          </a:xfrm>
          <a:prstGeom prst="rect">
            <a:avLst/>
          </a:prstGeom>
        </p:spPr>
        <p:txBody>
          <a:bodyPr anchorCtr="0" anchor="ctr" bIns="91425" lIns="91425" spcFirstLastPara="1" rIns="91425" wrap="square" tIns="91425">
            <a:noAutofit/>
          </a:bodyPr>
          <a:lstStyle/>
          <a:p>
            <a:pPr indent="-311150" lvl="0" marL="457200" rtl="0" algn="l">
              <a:lnSpc>
                <a:spcPct val="115000"/>
              </a:lnSpc>
              <a:spcBef>
                <a:spcPts val="0"/>
              </a:spcBef>
              <a:spcAft>
                <a:spcPts val="0"/>
              </a:spcAft>
              <a:buClr>
                <a:schemeClr val="lt1"/>
              </a:buClr>
              <a:buSzPts val="1300"/>
              <a:buFont typeface="Helvetica Neue"/>
              <a:buChar char="-"/>
            </a:pPr>
            <a:r>
              <a:rPr lang="en" sz="1300">
                <a:latin typeface="Helvetica Neue"/>
                <a:ea typeface="Helvetica Neue"/>
                <a:cs typeface="Helvetica Neue"/>
                <a:sym typeface="Helvetica Neue"/>
              </a:rPr>
              <a:t>Hybrid model achieves strong performance:</a:t>
            </a:r>
            <a:br>
              <a:rPr lang="en" sz="1300">
                <a:latin typeface="Helvetica Neue"/>
                <a:ea typeface="Helvetica Neue"/>
                <a:cs typeface="Helvetica Neue"/>
                <a:sym typeface="Helvetica Neue"/>
              </a:rPr>
            </a:br>
            <a:r>
              <a:rPr lang="en" sz="1300">
                <a:latin typeface="Helvetica Neue"/>
                <a:ea typeface="Helvetica Neue"/>
                <a:cs typeface="Helvetica Neue"/>
                <a:sym typeface="Helvetica Neue"/>
              </a:rPr>
              <a:t> Precision = 0.73, Recall = 0.79 on the test set</a:t>
            </a:r>
            <a:endParaRPr sz="1300">
              <a:latin typeface="Helvetica Neue"/>
              <a:ea typeface="Helvetica Neue"/>
              <a:cs typeface="Helvetica Neue"/>
              <a:sym typeface="Helvetica Neue"/>
            </a:endParaRPr>
          </a:p>
          <a:p>
            <a:pPr indent="-311150" lvl="0" marL="457200" rtl="0" algn="l">
              <a:lnSpc>
                <a:spcPct val="115000"/>
              </a:lnSpc>
              <a:spcBef>
                <a:spcPts val="0"/>
              </a:spcBef>
              <a:spcAft>
                <a:spcPts val="0"/>
              </a:spcAft>
              <a:buClr>
                <a:schemeClr val="lt1"/>
              </a:buClr>
              <a:buSzPts val="1300"/>
              <a:buFont typeface="Helvetica Neue"/>
              <a:buChar char="-"/>
            </a:pPr>
            <a:r>
              <a:rPr lang="en" sz="1300">
                <a:latin typeface="Helvetica Neue"/>
                <a:ea typeface="Helvetica Neue"/>
                <a:cs typeface="Helvetica Neue"/>
                <a:sym typeface="Helvetica Neue"/>
              </a:rPr>
              <a:t>Indicates the model captures real All-Star selection dynamics</a:t>
            </a:r>
            <a:endParaRPr sz="1300">
              <a:latin typeface="Helvetica Neue"/>
              <a:ea typeface="Helvetica Neue"/>
              <a:cs typeface="Helvetica Neue"/>
              <a:sym typeface="Helvetica Neue"/>
            </a:endParaRPr>
          </a:p>
        </p:txBody>
      </p:sp>
      <p:sp>
        <p:nvSpPr>
          <p:cNvPr id="11728" name="Google Shape;11728;p1455"/>
          <p:cNvSpPr txBox="1"/>
          <p:nvPr>
            <p:ph idx="2" type="subTitle"/>
          </p:nvPr>
        </p:nvSpPr>
        <p:spPr>
          <a:xfrm>
            <a:off x="1091550" y="1433850"/>
            <a:ext cx="3318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Model Prediction &amp; Reliability</a:t>
            </a:r>
            <a:endParaRPr/>
          </a:p>
        </p:txBody>
      </p:sp>
      <p:grpSp>
        <p:nvGrpSpPr>
          <p:cNvPr id="11729" name="Google Shape;11729;p1455"/>
          <p:cNvGrpSpPr/>
          <p:nvPr/>
        </p:nvGrpSpPr>
        <p:grpSpPr>
          <a:xfrm>
            <a:off x="497378" y="1322195"/>
            <a:ext cx="431694" cy="431694"/>
            <a:chOff x="3365800" y="1183425"/>
            <a:chExt cx="261300" cy="261300"/>
          </a:xfrm>
        </p:grpSpPr>
        <p:cxnSp>
          <p:nvCxnSpPr>
            <p:cNvPr id="11730" name="Google Shape;11730;p1455"/>
            <p:cNvCxnSpPr/>
            <p:nvPr/>
          </p:nvCxnSpPr>
          <p:spPr>
            <a:xfrm>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cxnSp>
          <p:nvCxnSpPr>
            <p:cNvPr id="11731" name="Google Shape;11731;p1455"/>
            <p:cNvCxnSpPr/>
            <p:nvPr/>
          </p:nvCxnSpPr>
          <p:spPr>
            <a:xfrm flipH="1">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grpSp>
      <p:grpSp>
        <p:nvGrpSpPr>
          <p:cNvPr id="11732" name="Google Shape;11732;p1455"/>
          <p:cNvGrpSpPr/>
          <p:nvPr/>
        </p:nvGrpSpPr>
        <p:grpSpPr>
          <a:xfrm>
            <a:off x="8214928" y="3925595"/>
            <a:ext cx="431694" cy="431694"/>
            <a:chOff x="3365800" y="1183425"/>
            <a:chExt cx="261300" cy="261300"/>
          </a:xfrm>
        </p:grpSpPr>
        <p:cxnSp>
          <p:nvCxnSpPr>
            <p:cNvPr id="11733" name="Google Shape;11733;p1455"/>
            <p:cNvCxnSpPr/>
            <p:nvPr/>
          </p:nvCxnSpPr>
          <p:spPr>
            <a:xfrm>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cxnSp>
          <p:nvCxnSpPr>
            <p:cNvPr id="11734" name="Google Shape;11734;p1455"/>
            <p:cNvCxnSpPr/>
            <p:nvPr/>
          </p:nvCxnSpPr>
          <p:spPr>
            <a:xfrm flipH="1">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grpSp>
      <p:sp>
        <p:nvSpPr>
          <p:cNvPr id="11735" name="Google Shape;11735;p1455"/>
          <p:cNvSpPr txBox="1"/>
          <p:nvPr>
            <p:ph idx="2" type="subTitle"/>
          </p:nvPr>
        </p:nvSpPr>
        <p:spPr>
          <a:xfrm>
            <a:off x="4861700" y="1433850"/>
            <a:ext cx="3318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Voting Aligned Prediction Capability </a:t>
            </a:r>
            <a:endParaRPr/>
          </a:p>
        </p:txBody>
      </p:sp>
      <p:sp>
        <p:nvSpPr>
          <p:cNvPr id="11736" name="Google Shape;11736;p1455"/>
          <p:cNvSpPr txBox="1"/>
          <p:nvPr>
            <p:ph idx="1" type="subTitle"/>
          </p:nvPr>
        </p:nvSpPr>
        <p:spPr>
          <a:xfrm>
            <a:off x="4809575" y="2105375"/>
            <a:ext cx="3355800" cy="1985100"/>
          </a:xfrm>
          <a:prstGeom prst="rect">
            <a:avLst/>
          </a:prstGeom>
        </p:spPr>
        <p:txBody>
          <a:bodyPr anchorCtr="0" anchor="t" bIns="91425" lIns="91425" spcFirstLastPara="1" rIns="91425" wrap="square" tIns="91425">
            <a:noAutofit/>
          </a:bodyPr>
          <a:lstStyle/>
          <a:p>
            <a:pPr indent="-311150" lvl="0" marL="457200" rtl="0" algn="l">
              <a:lnSpc>
                <a:spcPct val="115000"/>
              </a:lnSpc>
              <a:spcBef>
                <a:spcPts val="0"/>
              </a:spcBef>
              <a:spcAft>
                <a:spcPts val="0"/>
              </a:spcAft>
              <a:buClr>
                <a:schemeClr val="lt1"/>
              </a:buClr>
              <a:buSzPts val="1300"/>
              <a:buFont typeface="Helvetica Neue"/>
              <a:buChar char="-"/>
            </a:pPr>
            <a:r>
              <a:rPr lang="en" sz="1300">
                <a:latin typeface="Helvetica Neue"/>
                <a:ea typeface="Helvetica Neue"/>
                <a:cs typeface="Helvetica Neue"/>
                <a:sym typeface="Helvetica Neue"/>
              </a:rPr>
              <a:t>Weighted ensemble reflects the real All-Star voting structure </a:t>
            </a:r>
            <a:endParaRPr sz="1300">
              <a:latin typeface="Helvetica Neue"/>
              <a:ea typeface="Helvetica Neue"/>
              <a:cs typeface="Helvetica Neue"/>
              <a:sym typeface="Helvetica Neue"/>
            </a:endParaRPr>
          </a:p>
          <a:p>
            <a:pPr indent="-311150" lvl="0" marL="457200" rtl="0" algn="l">
              <a:lnSpc>
                <a:spcPct val="115000"/>
              </a:lnSpc>
              <a:spcBef>
                <a:spcPts val="0"/>
              </a:spcBef>
              <a:spcAft>
                <a:spcPts val="0"/>
              </a:spcAft>
              <a:buClr>
                <a:schemeClr val="lt1"/>
              </a:buClr>
              <a:buSzPts val="1300"/>
              <a:buFont typeface="Helvetica Neue"/>
              <a:buChar char="-"/>
            </a:pPr>
            <a:r>
              <a:rPr lang="en" sz="1300">
                <a:latin typeface="Helvetica Neue"/>
                <a:ea typeface="Helvetica Neue"/>
                <a:cs typeface="Helvetica Neue"/>
                <a:sym typeface="Helvetica Neue"/>
              </a:rPr>
              <a:t>Stats (Model 1) → mirrors media/player evaluation </a:t>
            </a:r>
            <a:endParaRPr sz="1300">
              <a:latin typeface="Helvetica Neue"/>
              <a:ea typeface="Helvetica Neue"/>
              <a:cs typeface="Helvetica Neue"/>
              <a:sym typeface="Helvetica Neue"/>
            </a:endParaRPr>
          </a:p>
          <a:p>
            <a:pPr indent="-311150" lvl="0" marL="457200" rtl="0" algn="l">
              <a:lnSpc>
                <a:spcPct val="115000"/>
              </a:lnSpc>
              <a:spcBef>
                <a:spcPts val="0"/>
              </a:spcBef>
              <a:spcAft>
                <a:spcPts val="0"/>
              </a:spcAft>
              <a:buClr>
                <a:schemeClr val="lt1"/>
              </a:buClr>
              <a:buSzPts val="1300"/>
              <a:buFont typeface="Helvetica Neue"/>
              <a:buChar char="-"/>
            </a:pPr>
            <a:r>
              <a:rPr lang="en" sz="1300">
                <a:latin typeface="Helvetica Neue"/>
                <a:ea typeface="Helvetica Neue"/>
                <a:cs typeface="Helvetica Neue"/>
                <a:sym typeface="Helvetica Neue"/>
              </a:rPr>
              <a:t>Popularity (Model 2) → mirrors fan voting Sentiment (Model 2) → complements narrative effect </a:t>
            </a:r>
            <a:endParaRPr sz="1300">
              <a:latin typeface="Helvetica Neue"/>
              <a:ea typeface="Helvetica Neue"/>
              <a:cs typeface="Helvetica Neue"/>
              <a:sym typeface="Helvetica Neue"/>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40" name="Shape 11740"/>
        <p:cNvGrpSpPr/>
        <p:nvPr/>
      </p:nvGrpSpPr>
      <p:grpSpPr>
        <a:xfrm>
          <a:off x="0" y="0"/>
          <a:ext cx="0" cy="0"/>
          <a:chOff x="0" y="0"/>
          <a:chExt cx="0" cy="0"/>
        </a:xfrm>
      </p:grpSpPr>
      <p:cxnSp>
        <p:nvCxnSpPr>
          <p:cNvPr id="11741" name="Google Shape;11741;p1456"/>
          <p:cNvCxnSpPr/>
          <p:nvPr/>
        </p:nvCxnSpPr>
        <p:spPr>
          <a:xfrm rot="10800000">
            <a:off x="4572050" y="1112250"/>
            <a:ext cx="0" cy="3491700"/>
          </a:xfrm>
          <a:prstGeom prst="straightConnector1">
            <a:avLst/>
          </a:prstGeom>
          <a:noFill/>
          <a:ln cap="flat" cmpd="sng" w="38100">
            <a:solidFill>
              <a:schemeClr val="accent1"/>
            </a:solidFill>
            <a:prstDash val="solid"/>
            <a:round/>
            <a:headEnd len="med" w="med" type="none"/>
            <a:tailEnd len="med" w="med" type="none"/>
          </a:ln>
        </p:spPr>
      </p:cxnSp>
      <p:sp>
        <p:nvSpPr>
          <p:cNvPr id="11742" name="Google Shape;11742;p1456"/>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Readiness for Use in Real-World</a:t>
            </a:r>
            <a:endParaRPr/>
          </a:p>
        </p:txBody>
      </p:sp>
      <p:sp>
        <p:nvSpPr>
          <p:cNvPr id="11743" name="Google Shape;11743;p1456"/>
          <p:cNvSpPr txBox="1"/>
          <p:nvPr>
            <p:ph idx="1" type="subTitle"/>
          </p:nvPr>
        </p:nvSpPr>
        <p:spPr>
          <a:xfrm>
            <a:off x="978725" y="2057825"/>
            <a:ext cx="3355800" cy="1985100"/>
          </a:xfrm>
          <a:prstGeom prst="rect">
            <a:avLst/>
          </a:prstGeom>
        </p:spPr>
        <p:txBody>
          <a:bodyPr anchorCtr="0" anchor="t" bIns="91425" lIns="91425" spcFirstLastPara="1" rIns="91425" wrap="square" tIns="91425">
            <a:noAutofit/>
          </a:bodyPr>
          <a:lstStyle/>
          <a:p>
            <a:pPr indent="-311150" lvl="0" marL="457200" rtl="0" algn="l">
              <a:lnSpc>
                <a:spcPct val="115000"/>
              </a:lnSpc>
              <a:spcBef>
                <a:spcPts val="0"/>
              </a:spcBef>
              <a:spcAft>
                <a:spcPts val="0"/>
              </a:spcAft>
              <a:buClr>
                <a:schemeClr val="lt1"/>
              </a:buClr>
              <a:buSzPts val="1300"/>
              <a:buFont typeface="Helvetica Neue"/>
              <a:buChar char="-"/>
            </a:pPr>
            <a:r>
              <a:rPr lang="en" sz="1300">
                <a:latin typeface="Helvetica Neue"/>
                <a:ea typeface="Helvetica Neue"/>
                <a:cs typeface="Helvetica Neue"/>
                <a:sym typeface="Helvetica Neue"/>
              </a:rPr>
              <a:t>Produces a single Hybrid All-Star Score per player </a:t>
            </a:r>
            <a:endParaRPr sz="1300">
              <a:latin typeface="Helvetica Neue"/>
              <a:ea typeface="Helvetica Neue"/>
              <a:cs typeface="Helvetica Neue"/>
              <a:sym typeface="Helvetica Neue"/>
            </a:endParaRPr>
          </a:p>
          <a:p>
            <a:pPr indent="-311150" lvl="0" marL="457200" rtl="0" algn="l">
              <a:lnSpc>
                <a:spcPct val="115000"/>
              </a:lnSpc>
              <a:spcBef>
                <a:spcPts val="0"/>
              </a:spcBef>
              <a:spcAft>
                <a:spcPts val="0"/>
              </a:spcAft>
              <a:buClr>
                <a:schemeClr val="lt1"/>
              </a:buClr>
              <a:buSzPts val="1300"/>
              <a:buFont typeface="Helvetica Neue"/>
              <a:buChar char="-"/>
            </a:pPr>
            <a:r>
              <a:rPr lang="en" sz="1300">
                <a:latin typeface="Helvetica Neue"/>
                <a:ea typeface="Helvetica Neue"/>
                <a:cs typeface="Helvetica Neue"/>
                <a:sym typeface="Helvetica Neue"/>
              </a:rPr>
              <a:t>Can generate real-world projections by ranking players across conferences &amp; positions </a:t>
            </a:r>
            <a:endParaRPr sz="1300">
              <a:latin typeface="Helvetica Neue"/>
              <a:ea typeface="Helvetica Neue"/>
              <a:cs typeface="Helvetica Neue"/>
              <a:sym typeface="Helvetica Neue"/>
            </a:endParaRPr>
          </a:p>
          <a:p>
            <a:pPr indent="-311150" lvl="0" marL="457200" rtl="0" algn="l">
              <a:lnSpc>
                <a:spcPct val="115000"/>
              </a:lnSpc>
              <a:spcBef>
                <a:spcPts val="0"/>
              </a:spcBef>
              <a:spcAft>
                <a:spcPts val="0"/>
              </a:spcAft>
              <a:buClr>
                <a:schemeClr val="lt1"/>
              </a:buClr>
              <a:buSzPts val="1300"/>
              <a:buFont typeface="Helvetica Neue"/>
              <a:buChar char="-"/>
            </a:pPr>
            <a:r>
              <a:rPr lang="en" sz="1300">
                <a:latin typeface="Helvetica Neue"/>
                <a:ea typeface="Helvetica Neue"/>
                <a:cs typeface="Helvetica Neue"/>
                <a:sym typeface="Helvetica Neue"/>
              </a:rPr>
              <a:t>Easily extendable to live NBA data (updated box scores, trending metrics) </a:t>
            </a:r>
            <a:endParaRPr sz="1300">
              <a:latin typeface="Helvetica Neue"/>
              <a:ea typeface="Helvetica Neue"/>
              <a:cs typeface="Helvetica Neue"/>
              <a:sym typeface="Helvetica Neue"/>
            </a:endParaRPr>
          </a:p>
        </p:txBody>
      </p:sp>
      <p:sp>
        <p:nvSpPr>
          <p:cNvPr id="11744" name="Google Shape;11744;p1456"/>
          <p:cNvSpPr txBox="1"/>
          <p:nvPr>
            <p:ph idx="2" type="subTitle"/>
          </p:nvPr>
        </p:nvSpPr>
        <p:spPr>
          <a:xfrm>
            <a:off x="1091550" y="1433850"/>
            <a:ext cx="3318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Practical Readiness</a:t>
            </a:r>
            <a:endParaRPr/>
          </a:p>
        </p:txBody>
      </p:sp>
      <p:grpSp>
        <p:nvGrpSpPr>
          <p:cNvPr id="11745" name="Google Shape;11745;p1456"/>
          <p:cNvGrpSpPr/>
          <p:nvPr/>
        </p:nvGrpSpPr>
        <p:grpSpPr>
          <a:xfrm>
            <a:off x="497378" y="1322195"/>
            <a:ext cx="431694" cy="431694"/>
            <a:chOff x="3365800" y="1183425"/>
            <a:chExt cx="261300" cy="261300"/>
          </a:xfrm>
        </p:grpSpPr>
        <p:cxnSp>
          <p:nvCxnSpPr>
            <p:cNvPr id="11746" name="Google Shape;11746;p1456"/>
            <p:cNvCxnSpPr/>
            <p:nvPr/>
          </p:nvCxnSpPr>
          <p:spPr>
            <a:xfrm>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cxnSp>
          <p:nvCxnSpPr>
            <p:cNvPr id="11747" name="Google Shape;11747;p1456"/>
            <p:cNvCxnSpPr/>
            <p:nvPr/>
          </p:nvCxnSpPr>
          <p:spPr>
            <a:xfrm flipH="1">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grpSp>
      <p:grpSp>
        <p:nvGrpSpPr>
          <p:cNvPr id="11748" name="Google Shape;11748;p1456"/>
          <p:cNvGrpSpPr/>
          <p:nvPr/>
        </p:nvGrpSpPr>
        <p:grpSpPr>
          <a:xfrm>
            <a:off x="8214928" y="3925595"/>
            <a:ext cx="431694" cy="431694"/>
            <a:chOff x="3365800" y="1183425"/>
            <a:chExt cx="261300" cy="261300"/>
          </a:xfrm>
        </p:grpSpPr>
        <p:cxnSp>
          <p:nvCxnSpPr>
            <p:cNvPr id="11749" name="Google Shape;11749;p1456"/>
            <p:cNvCxnSpPr/>
            <p:nvPr/>
          </p:nvCxnSpPr>
          <p:spPr>
            <a:xfrm>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cxnSp>
          <p:nvCxnSpPr>
            <p:cNvPr id="11750" name="Google Shape;11750;p1456"/>
            <p:cNvCxnSpPr/>
            <p:nvPr/>
          </p:nvCxnSpPr>
          <p:spPr>
            <a:xfrm flipH="1">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grpSp>
      <p:sp>
        <p:nvSpPr>
          <p:cNvPr id="11751" name="Google Shape;11751;p1456"/>
          <p:cNvSpPr txBox="1"/>
          <p:nvPr>
            <p:ph idx="2" type="subTitle"/>
          </p:nvPr>
        </p:nvSpPr>
        <p:spPr>
          <a:xfrm>
            <a:off x="4861700" y="1433850"/>
            <a:ext cx="3318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Real-World Impact</a:t>
            </a:r>
            <a:endParaRPr/>
          </a:p>
        </p:txBody>
      </p:sp>
      <p:sp>
        <p:nvSpPr>
          <p:cNvPr id="11752" name="Google Shape;11752;p1456"/>
          <p:cNvSpPr txBox="1"/>
          <p:nvPr>
            <p:ph idx="1" type="subTitle"/>
          </p:nvPr>
        </p:nvSpPr>
        <p:spPr>
          <a:xfrm>
            <a:off x="4809575" y="2105375"/>
            <a:ext cx="3355800" cy="1985100"/>
          </a:xfrm>
          <a:prstGeom prst="rect">
            <a:avLst/>
          </a:prstGeom>
        </p:spPr>
        <p:txBody>
          <a:bodyPr anchorCtr="0" anchor="t" bIns="91425" lIns="91425" spcFirstLastPara="1" rIns="91425" wrap="square" tIns="91425">
            <a:noAutofit/>
          </a:bodyPr>
          <a:lstStyle/>
          <a:p>
            <a:pPr indent="-311150" lvl="0" marL="457200" rtl="0" algn="l">
              <a:lnSpc>
                <a:spcPct val="115000"/>
              </a:lnSpc>
              <a:spcBef>
                <a:spcPts val="0"/>
              </a:spcBef>
              <a:spcAft>
                <a:spcPts val="0"/>
              </a:spcAft>
              <a:buClr>
                <a:schemeClr val="lt1"/>
              </a:buClr>
              <a:buSzPts val="1300"/>
              <a:buFont typeface="Helvetica Neue"/>
              <a:buChar char="-"/>
            </a:pPr>
            <a:r>
              <a:rPr lang="en" sz="1300">
                <a:latin typeface="Helvetica Neue"/>
                <a:ea typeface="Helvetica Neue"/>
                <a:cs typeface="Helvetica Neue"/>
                <a:sym typeface="Helvetica Neue"/>
              </a:rPr>
              <a:t>Useful for analysts, fantasy players, and sports journalists </a:t>
            </a:r>
            <a:endParaRPr sz="1300">
              <a:latin typeface="Helvetica Neue"/>
              <a:ea typeface="Helvetica Neue"/>
              <a:cs typeface="Helvetica Neue"/>
              <a:sym typeface="Helvetica Neue"/>
            </a:endParaRPr>
          </a:p>
          <a:p>
            <a:pPr indent="-311150" lvl="0" marL="457200" rtl="0" algn="l">
              <a:lnSpc>
                <a:spcPct val="115000"/>
              </a:lnSpc>
              <a:spcBef>
                <a:spcPts val="0"/>
              </a:spcBef>
              <a:spcAft>
                <a:spcPts val="0"/>
              </a:spcAft>
              <a:buClr>
                <a:schemeClr val="lt1"/>
              </a:buClr>
              <a:buSzPts val="1300"/>
              <a:buFont typeface="Helvetica Neue"/>
              <a:buChar char="-"/>
            </a:pPr>
            <a:r>
              <a:rPr lang="en" sz="1300">
                <a:latin typeface="Helvetica Neue"/>
                <a:ea typeface="Helvetica Neue"/>
                <a:cs typeface="Helvetica Neue"/>
                <a:sym typeface="Helvetica Neue"/>
              </a:rPr>
              <a:t>Provides transparent, data-supported All-Star forecasts </a:t>
            </a:r>
            <a:endParaRPr sz="1300">
              <a:latin typeface="Helvetica Neue"/>
              <a:ea typeface="Helvetica Neue"/>
              <a:cs typeface="Helvetica Neue"/>
              <a:sym typeface="Helvetica Neue"/>
            </a:endParaRPr>
          </a:p>
          <a:p>
            <a:pPr indent="-311150" lvl="0" marL="457200" rtl="0" algn="l">
              <a:lnSpc>
                <a:spcPct val="115000"/>
              </a:lnSpc>
              <a:spcBef>
                <a:spcPts val="0"/>
              </a:spcBef>
              <a:spcAft>
                <a:spcPts val="0"/>
              </a:spcAft>
              <a:buClr>
                <a:schemeClr val="lt1"/>
              </a:buClr>
              <a:buSzPts val="1300"/>
              <a:buFont typeface="Helvetica Neue"/>
              <a:buChar char="-"/>
            </a:pPr>
            <a:r>
              <a:rPr lang="en" sz="1300">
                <a:latin typeface="Helvetica Neue"/>
                <a:ea typeface="Helvetica Neue"/>
                <a:cs typeface="Helvetica Neue"/>
                <a:sym typeface="Helvetica Neue"/>
              </a:rPr>
              <a:t>Reveals underlying selection biases (performance vs hype) </a:t>
            </a:r>
            <a:endParaRPr sz="1300">
              <a:latin typeface="Helvetica Neue"/>
              <a:ea typeface="Helvetica Neue"/>
              <a:cs typeface="Helvetica Neue"/>
              <a:sym typeface="Helvetica Neue"/>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56" name="Shape 11756"/>
        <p:cNvGrpSpPr/>
        <p:nvPr/>
      </p:nvGrpSpPr>
      <p:grpSpPr>
        <a:xfrm>
          <a:off x="0" y="0"/>
          <a:ext cx="0" cy="0"/>
          <a:chOff x="0" y="0"/>
          <a:chExt cx="0" cy="0"/>
        </a:xfrm>
      </p:grpSpPr>
      <p:cxnSp>
        <p:nvCxnSpPr>
          <p:cNvPr id="11757" name="Google Shape;11757;p1457"/>
          <p:cNvCxnSpPr/>
          <p:nvPr/>
        </p:nvCxnSpPr>
        <p:spPr>
          <a:xfrm rot="10800000">
            <a:off x="4572050" y="1112250"/>
            <a:ext cx="0" cy="3491700"/>
          </a:xfrm>
          <a:prstGeom prst="straightConnector1">
            <a:avLst/>
          </a:prstGeom>
          <a:noFill/>
          <a:ln cap="flat" cmpd="sng" w="38100">
            <a:solidFill>
              <a:schemeClr val="accent1"/>
            </a:solidFill>
            <a:prstDash val="solid"/>
            <a:round/>
            <a:headEnd len="med" w="med" type="none"/>
            <a:tailEnd len="med" w="med" type="none"/>
          </a:ln>
        </p:spPr>
      </p:cxnSp>
      <p:sp>
        <p:nvSpPr>
          <p:cNvPr id="11758" name="Google Shape;11758;p1457"/>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Potential Next Steps</a:t>
            </a:r>
            <a:endParaRPr/>
          </a:p>
        </p:txBody>
      </p:sp>
      <p:sp>
        <p:nvSpPr>
          <p:cNvPr id="11759" name="Google Shape;11759;p1457"/>
          <p:cNvSpPr txBox="1"/>
          <p:nvPr>
            <p:ph idx="3" type="subTitle"/>
          </p:nvPr>
        </p:nvSpPr>
        <p:spPr>
          <a:xfrm>
            <a:off x="895825" y="2259050"/>
            <a:ext cx="3458700" cy="1373700"/>
          </a:xfrm>
          <a:prstGeom prst="rect">
            <a:avLst/>
          </a:prstGeom>
        </p:spPr>
        <p:txBody>
          <a:bodyPr anchorCtr="0" anchor="t" bIns="91425" lIns="91425" spcFirstLastPara="1" rIns="91425" wrap="square" tIns="91425">
            <a:noAutofit/>
          </a:bodyPr>
          <a:lstStyle/>
          <a:p>
            <a:pPr indent="-329565" lvl="0" marL="457200" rtl="0" algn="l">
              <a:lnSpc>
                <a:spcPct val="95000"/>
              </a:lnSpc>
              <a:spcBef>
                <a:spcPts val="0"/>
              </a:spcBef>
              <a:spcAft>
                <a:spcPts val="0"/>
              </a:spcAft>
              <a:buSzPts val="1590"/>
              <a:buChar char="●"/>
            </a:pPr>
            <a:r>
              <a:rPr lang="en" sz="1370"/>
              <a:t>Social media engagement metrics (Twitter/X, Reddit, TikTok)</a:t>
            </a:r>
            <a:endParaRPr sz="1370"/>
          </a:p>
          <a:p>
            <a:pPr indent="-329565" lvl="0" marL="457200" rtl="0" algn="l">
              <a:lnSpc>
                <a:spcPct val="95000"/>
              </a:lnSpc>
              <a:spcBef>
                <a:spcPts val="0"/>
              </a:spcBef>
              <a:spcAft>
                <a:spcPts val="0"/>
              </a:spcAft>
              <a:buSzPts val="1590"/>
              <a:buChar char="●"/>
            </a:pPr>
            <a:r>
              <a:rPr lang="en" sz="1370"/>
              <a:t>Add more nuanced sentiment signals (player mentions, tone shifts)</a:t>
            </a:r>
            <a:endParaRPr sz="1800"/>
          </a:p>
        </p:txBody>
      </p:sp>
      <p:sp>
        <p:nvSpPr>
          <p:cNvPr id="11760" name="Google Shape;11760;p1457"/>
          <p:cNvSpPr txBox="1"/>
          <p:nvPr>
            <p:ph idx="4" type="subTitle"/>
          </p:nvPr>
        </p:nvSpPr>
        <p:spPr>
          <a:xfrm>
            <a:off x="836988" y="1820083"/>
            <a:ext cx="3684000" cy="3654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sz="1600"/>
              <a:t>Expand Data Resources</a:t>
            </a:r>
            <a:endParaRPr sz="1600"/>
          </a:p>
        </p:txBody>
      </p:sp>
      <p:sp>
        <p:nvSpPr>
          <p:cNvPr id="11761" name="Google Shape;11761;p1457"/>
          <p:cNvSpPr txBox="1"/>
          <p:nvPr>
            <p:ph idx="7" type="subTitle"/>
          </p:nvPr>
        </p:nvSpPr>
        <p:spPr>
          <a:xfrm>
            <a:off x="4773150" y="2043800"/>
            <a:ext cx="3229500" cy="1804200"/>
          </a:xfrm>
          <a:prstGeom prst="rect">
            <a:avLst/>
          </a:prstGeom>
        </p:spPr>
        <p:txBody>
          <a:bodyPr anchorCtr="0" anchor="t" bIns="91425" lIns="91425" spcFirstLastPara="1" rIns="91425" wrap="square" tIns="91425">
            <a:noAutofit/>
          </a:bodyPr>
          <a:lstStyle/>
          <a:p>
            <a:pPr indent="-315595" lvl="0" marL="457200" rtl="0" algn="l">
              <a:lnSpc>
                <a:spcPct val="95000"/>
              </a:lnSpc>
              <a:spcBef>
                <a:spcPts val="0"/>
              </a:spcBef>
              <a:spcAft>
                <a:spcPts val="0"/>
              </a:spcAft>
              <a:buSzPts val="1370"/>
              <a:buChar char="●"/>
            </a:pPr>
            <a:r>
              <a:rPr lang="en" sz="1370"/>
              <a:t>Explore</a:t>
            </a:r>
            <a:endParaRPr sz="1370"/>
          </a:p>
          <a:p>
            <a:pPr indent="-315595" lvl="1" marL="914400" rtl="0" algn="l">
              <a:lnSpc>
                <a:spcPct val="95000"/>
              </a:lnSpc>
              <a:spcBef>
                <a:spcPts val="0"/>
              </a:spcBef>
              <a:spcAft>
                <a:spcPts val="0"/>
              </a:spcAft>
              <a:buSzPts val="1370"/>
              <a:buChar char="○"/>
            </a:pPr>
            <a:r>
              <a:rPr lang="en" sz="1370"/>
              <a:t>Gradient-boosted ensembles (XGBoost, LightGBM)</a:t>
            </a:r>
            <a:endParaRPr sz="1370"/>
          </a:p>
          <a:p>
            <a:pPr indent="-315595" lvl="1" marL="914400" rtl="0" algn="l">
              <a:lnSpc>
                <a:spcPct val="95000"/>
              </a:lnSpc>
              <a:spcBef>
                <a:spcPts val="0"/>
              </a:spcBef>
              <a:spcAft>
                <a:spcPts val="0"/>
              </a:spcAft>
              <a:buSzPts val="1370"/>
              <a:buChar char="○"/>
            </a:pPr>
            <a:r>
              <a:rPr lang="en" sz="1370"/>
              <a:t>transformer-based text models</a:t>
            </a:r>
            <a:endParaRPr sz="1370"/>
          </a:p>
          <a:p>
            <a:pPr indent="-315595" lvl="0" marL="457200" rtl="0" algn="l">
              <a:lnSpc>
                <a:spcPct val="95000"/>
              </a:lnSpc>
              <a:spcBef>
                <a:spcPts val="0"/>
              </a:spcBef>
              <a:spcAft>
                <a:spcPts val="0"/>
              </a:spcAft>
              <a:buSzPts val="1370"/>
              <a:buChar char="●"/>
            </a:pPr>
            <a:r>
              <a:rPr lang="en" sz="1370"/>
              <a:t>Add calibration to ensure predicted probabilities match real voting likelihood</a:t>
            </a:r>
            <a:endParaRPr sz="1800"/>
          </a:p>
        </p:txBody>
      </p:sp>
      <p:sp>
        <p:nvSpPr>
          <p:cNvPr id="11762" name="Google Shape;11762;p1457"/>
          <p:cNvSpPr txBox="1"/>
          <p:nvPr>
            <p:ph idx="8" type="subTitle"/>
          </p:nvPr>
        </p:nvSpPr>
        <p:spPr>
          <a:xfrm>
            <a:off x="4728900" y="1552350"/>
            <a:ext cx="3318000" cy="4317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sz="1600"/>
              <a:t>Improve Model Architecture</a:t>
            </a:r>
            <a:endParaRPr sz="1600"/>
          </a:p>
        </p:txBody>
      </p:sp>
      <p:grpSp>
        <p:nvGrpSpPr>
          <p:cNvPr id="11763" name="Google Shape;11763;p1457"/>
          <p:cNvGrpSpPr/>
          <p:nvPr/>
        </p:nvGrpSpPr>
        <p:grpSpPr>
          <a:xfrm>
            <a:off x="497378" y="890062"/>
            <a:ext cx="431694" cy="431694"/>
            <a:chOff x="3365800" y="1183425"/>
            <a:chExt cx="261300" cy="261300"/>
          </a:xfrm>
        </p:grpSpPr>
        <p:cxnSp>
          <p:nvCxnSpPr>
            <p:cNvPr id="11764" name="Google Shape;11764;p1457"/>
            <p:cNvCxnSpPr/>
            <p:nvPr/>
          </p:nvCxnSpPr>
          <p:spPr>
            <a:xfrm>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cxnSp>
          <p:nvCxnSpPr>
            <p:cNvPr id="11765" name="Google Shape;11765;p1457"/>
            <p:cNvCxnSpPr/>
            <p:nvPr/>
          </p:nvCxnSpPr>
          <p:spPr>
            <a:xfrm flipH="1">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grpSp>
      <p:grpSp>
        <p:nvGrpSpPr>
          <p:cNvPr id="11766" name="Google Shape;11766;p1457"/>
          <p:cNvGrpSpPr/>
          <p:nvPr/>
        </p:nvGrpSpPr>
        <p:grpSpPr>
          <a:xfrm>
            <a:off x="8203755" y="2625968"/>
            <a:ext cx="431694" cy="431694"/>
            <a:chOff x="3365800" y="1183425"/>
            <a:chExt cx="261300" cy="261300"/>
          </a:xfrm>
        </p:grpSpPr>
        <p:cxnSp>
          <p:nvCxnSpPr>
            <p:cNvPr id="11767" name="Google Shape;11767;p1457"/>
            <p:cNvCxnSpPr/>
            <p:nvPr/>
          </p:nvCxnSpPr>
          <p:spPr>
            <a:xfrm>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cxnSp>
          <p:nvCxnSpPr>
            <p:cNvPr id="11768" name="Google Shape;11768;p1457"/>
            <p:cNvCxnSpPr/>
            <p:nvPr/>
          </p:nvCxnSpPr>
          <p:spPr>
            <a:xfrm flipH="1">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72" name="Shape 11772"/>
        <p:cNvGrpSpPr/>
        <p:nvPr/>
      </p:nvGrpSpPr>
      <p:grpSpPr>
        <a:xfrm>
          <a:off x="0" y="0"/>
          <a:ext cx="0" cy="0"/>
          <a:chOff x="0" y="0"/>
          <a:chExt cx="0" cy="0"/>
        </a:xfrm>
      </p:grpSpPr>
      <p:cxnSp>
        <p:nvCxnSpPr>
          <p:cNvPr id="11773" name="Google Shape;11773;p1458"/>
          <p:cNvCxnSpPr/>
          <p:nvPr/>
        </p:nvCxnSpPr>
        <p:spPr>
          <a:xfrm rot="10800000">
            <a:off x="4572050" y="1112250"/>
            <a:ext cx="0" cy="3491700"/>
          </a:xfrm>
          <a:prstGeom prst="straightConnector1">
            <a:avLst/>
          </a:prstGeom>
          <a:noFill/>
          <a:ln cap="flat" cmpd="sng" w="38100">
            <a:solidFill>
              <a:schemeClr val="accent1"/>
            </a:solidFill>
            <a:prstDash val="solid"/>
            <a:round/>
            <a:headEnd len="med" w="med" type="none"/>
            <a:tailEnd len="med" w="med" type="none"/>
          </a:ln>
        </p:spPr>
      </p:cxnSp>
      <p:sp>
        <p:nvSpPr>
          <p:cNvPr id="11774" name="Google Shape;11774;p1458"/>
          <p:cNvSpPr txBox="1"/>
          <p:nvPr>
            <p:ph type="title"/>
          </p:nvPr>
        </p:nvSpPr>
        <p:spPr>
          <a:xfrm>
            <a:off x="713250" y="539525"/>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Potential Next Steps</a:t>
            </a:r>
            <a:endParaRPr/>
          </a:p>
        </p:txBody>
      </p:sp>
      <p:sp>
        <p:nvSpPr>
          <p:cNvPr id="11775" name="Google Shape;11775;p1458"/>
          <p:cNvSpPr txBox="1"/>
          <p:nvPr>
            <p:ph idx="3" type="subTitle"/>
          </p:nvPr>
        </p:nvSpPr>
        <p:spPr>
          <a:xfrm>
            <a:off x="895825" y="2259050"/>
            <a:ext cx="3458700" cy="1651500"/>
          </a:xfrm>
          <a:prstGeom prst="rect">
            <a:avLst/>
          </a:prstGeom>
        </p:spPr>
        <p:txBody>
          <a:bodyPr anchorCtr="0" anchor="t" bIns="91425" lIns="91425" spcFirstLastPara="1" rIns="91425" wrap="square" tIns="91425">
            <a:noAutofit/>
          </a:bodyPr>
          <a:lstStyle/>
          <a:p>
            <a:pPr indent="-329565" lvl="0" marL="457200" rtl="0" algn="l">
              <a:lnSpc>
                <a:spcPct val="95000"/>
              </a:lnSpc>
              <a:spcBef>
                <a:spcPts val="0"/>
              </a:spcBef>
              <a:spcAft>
                <a:spcPts val="0"/>
              </a:spcAft>
              <a:buSzPts val="1590"/>
              <a:buChar char="●"/>
            </a:pPr>
            <a:r>
              <a:rPr lang="en" sz="1370"/>
              <a:t>Analyze mismatches between performance and fan popularity </a:t>
            </a:r>
            <a:endParaRPr sz="1370"/>
          </a:p>
          <a:p>
            <a:pPr indent="-329565" lvl="0" marL="457200" rtl="0" algn="l">
              <a:lnSpc>
                <a:spcPct val="95000"/>
              </a:lnSpc>
              <a:spcBef>
                <a:spcPts val="0"/>
              </a:spcBef>
              <a:spcAft>
                <a:spcPts val="0"/>
              </a:spcAft>
              <a:buSzPts val="1590"/>
              <a:buChar char="●"/>
            </a:pPr>
            <a:r>
              <a:rPr lang="en" sz="1370"/>
              <a:t>Identify underrated or overhyped players </a:t>
            </a:r>
            <a:endParaRPr sz="1370"/>
          </a:p>
          <a:p>
            <a:pPr indent="-329565" lvl="0" marL="457200" rtl="0" algn="l">
              <a:lnSpc>
                <a:spcPct val="95000"/>
              </a:lnSpc>
              <a:spcBef>
                <a:spcPts val="0"/>
              </a:spcBef>
              <a:spcAft>
                <a:spcPts val="0"/>
              </a:spcAft>
              <a:buSzPts val="1590"/>
              <a:buChar char="●"/>
            </a:pPr>
            <a:r>
              <a:rPr lang="en" sz="1370"/>
              <a:t>Study whether the model exposes systemic biases (market size, media coverage) </a:t>
            </a:r>
            <a:endParaRPr sz="1800"/>
          </a:p>
        </p:txBody>
      </p:sp>
      <p:sp>
        <p:nvSpPr>
          <p:cNvPr id="11776" name="Google Shape;11776;p1458"/>
          <p:cNvSpPr txBox="1"/>
          <p:nvPr>
            <p:ph idx="4" type="subTitle"/>
          </p:nvPr>
        </p:nvSpPr>
        <p:spPr>
          <a:xfrm>
            <a:off x="836988" y="1820083"/>
            <a:ext cx="3684000" cy="3654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sz="1600"/>
              <a:t>Interpretation &amp; Bias Analysis </a:t>
            </a:r>
            <a:endParaRPr sz="1600"/>
          </a:p>
        </p:txBody>
      </p:sp>
      <p:grpSp>
        <p:nvGrpSpPr>
          <p:cNvPr id="11777" name="Google Shape;11777;p1458"/>
          <p:cNvGrpSpPr/>
          <p:nvPr/>
        </p:nvGrpSpPr>
        <p:grpSpPr>
          <a:xfrm>
            <a:off x="497378" y="890062"/>
            <a:ext cx="431694" cy="431694"/>
            <a:chOff x="3365800" y="1183425"/>
            <a:chExt cx="261300" cy="261300"/>
          </a:xfrm>
        </p:grpSpPr>
        <p:cxnSp>
          <p:nvCxnSpPr>
            <p:cNvPr id="11778" name="Google Shape;11778;p1458"/>
            <p:cNvCxnSpPr/>
            <p:nvPr/>
          </p:nvCxnSpPr>
          <p:spPr>
            <a:xfrm>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cxnSp>
          <p:nvCxnSpPr>
            <p:cNvPr id="11779" name="Google Shape;11779;p1458"/>
            <p:cNvCxnSpPr/>
            <p:nvPr/>
          </p:nvCxnSpPr>
          <p:spPr>
            <a:xfrm flipH="1">
              <a:off x="3365800" y="1183425"/>
              <a:ext cx="261300" cy="261300"/>
            </a:xfrm>
            <a:prstGeom prst="straightConnector1">
              <a:avLst/>
            </a:prstGeom>
            <a:noFill/>
            <a:ln cap="flat" cmpd="sng" w="38100">
              <a:solidFill>
                <a:schemeClr val="accent1"/>
              </a:solidFill>
              <a:prstDash val="solid"/>
              <a:round/>
              <a:headEnd len="med" w="med" type="none"/>
              <a:tailEnd len="med" w="med" type="none"/>
            </a:ln>
          </p:spPr>
        </p:cxnSp>
      </p:grpSp>
      <p:grpSp>
        <p:nvGrpSpPr>
          <p:cNvPr id="11780" name="Google Shape;11780;p1458"/>
          <p:cNvGrpSpPr/>
          <p:nvPr/>
        </p:nvGrpSpPr>
        <p:grpSpPr>
          <a:xfrm>
            <a:off x="5522256" y="1454951"/>
            <a:ext cx="1967536" cy="2806296"/>
            <a:chOff x="4284834" y="1572638"/>
            <a:chExt cx="371500" cy="529910"/>
          </a:xfrm>
        </p:grpSpPr>
        <p:sp>
          <p:nvSpPr>
            <p:cNvPr id="11781" name="Google Shape;11781;p1458"/>
            <p:cNvSpPr/>
            <p:nvPr/>
          </p:nvSpPr>
          <p:spPr>
            <a:xfrm>
              <a:off x="4421902" y="1637695"/>
              <a:ext cx="159926" cy="144522"/>
            </a:xfrm>
            <a:custGeom>
              <a:rect b="b" l="l" r="r" t="t"/>
              <a:pathLst>
                <a:path extrusionOk="0" h="6089" w="6738">
                  <a:moveTo>
                    <a:pt x="754" y="0"/>
                  </a:moveTo>
                  <a:cubicBezTo>
                    <a:pt x="607" y="188"/>
                    <a:pt x="440" y="398"/>
                    <a:pt x="293" y="607"/>
                  </a:cubicBezTo>
                  <a:cubicBezTo>
                    <a:pt x="210" y="732"/>
                    <a:pt x="105" y="879"/>
                    <a:pt x="0" y="1025"/>
                  </a:cubicBezTo>
                  <a:cubicBezTo>
                    <a:pt x="2469" y="2113"/>
                    <a:pt x="4917" y="3808"/>
                    <a:pt x="6194" y="6089"/>
                  </a:cubicBezTo>
                  <a:cubicBezTo>
                    <a:pt x="6236" y="6005"/>
                    <a:pt x="6277" y="5900"/>
                    <a:pt x="6319" y="5817"/>
                  </a:cubicBezTo>
                  <a:cubicBezTo>
                    <a:pt x="6340" y="5775"/>
                    <a:pt x="6340" y="5712"/>
                    <a:pt x="6361" y="5670"/>
                  </a:cubicBezTo>
                  <a:cubicBezTo>
                    <a:pt x="6382" y="5628"/>
                    <a:pt x="6403" y="5587"/>
                    <a:pt x="6403" y="5545"/>
                  </a:cubicBezTo>
                  <a:cubicBezTo>
                    <a:pt x="6424" y="5524"/>
                    <a:pt x="6424" y="5524"/>
                    <a:pt x="6424" y="5503"/>
                  </a:cubicBezTo>
                  <a:cubicBezTo>
                    <a:pt x="6424" y="5482"/>
                    <a:pt x="6445" y="5440"/>
                    <a:pt x="6466" y="5398"/>
                  </a:cubicBezTo>
                  <a:cubicBezTo>
                    <a:pt x="6466" y="5377"/>
                    <a:pt x="6466" y="5356"/>
                    <a:pt x="6466" y="5356"/>
                  </a:cubicBezTo>
                  <a:cubicBezTo>
                    <a:pt x="6487" y="5315"/>
                    <a:pt x="6487" y="5294"/>
                    <a:pt x="6508" y="5252"/>
                  </a:cubicBezTo>
                  <a:cubicBezTo>
                    <a:pt x="6508" y="5231"/>
                    <a:pt x="6508" y="5210"/>
                    <a:pt x="6528" y="5168"/>
                  </a:cubicBezTo>
                  <a:cubicBezTo>
                    <a:pt x="6528" y="5147"/>
                    <a:pt x="6528" y="5126"/>
                    <a:pt x="6549" y="5105"/>
                  </a:cubicBezTo>
                  <a:cubicBezTo>
                    <a:pt x="6549" y="5043"/>
                    <a:pt x="6570" y="5001"/>
                    <a:pt x="6570" y="4959"/>
                  </a:cubicBezTo>
                  <a:cubicBezTo>
                    <a:pt x="6591" y="4896"/>
                    <a:pt x="6591" y="4854"/>
                    <a:pt x="6612" y="4812"/>
                  </a:cubicBezTo>
                  <a:cubicBezTo>
                    <a:pt x="6612" y="4792"/>
                    <a:pt x="6612" y="4771"/>
                    <a:pt x="6612" y="4771"/>
                  </a:cubicBezTo>
                  <a:cubicBezTo>
                    <a:pt x="6633" y="4729"/>
                    <a:pt x="6633" y="4687"/>
                    <a:pt x="6633" y="4666"/>
                  </a:cubicBezTo>
                  <a:cubicBezTo>
                    <a:pt x="6633" y="4645"/>
                    <a:pt x="6654" y="4624"/>
                    <a:pt x="6654" y="4603"/>
                  </a:cubicBezTo>
                  <a:cubicBezTo>
                    <a:pt x="6654" y="4582"/>
                    <a:pt x="6654" y="4540"/>
                    <a:pt x="6675" y="4499"/>
                  </a:cubicBezTo>
                  <a:cubicBezTo>
                    <a:pt x="6675" y="4499"/>
                    <a:pt x="6675" y="4478"/>
                    <a:pt x="6675" y="4478"/>
                  </a:cubicBezTo>
                  <a:cubicBezTo>
                    <a:pt x="6675" y="4415"/>
                    <a:pt x="6696" y="4373"/>
                    <a:pt x="6696" y="4331"/>
                  </a:cubicBezTo>
                  <a:cubicBezTo>
                    <a:pt x="6696" y="4310"/>
                    <a:pt x="6696" y="4310"/>
                    <a:pt x="6696" y="4289"/>
                  </a:cubicBezTo>
                  <a:cubicBezTo>
                    <a:pt x="6696" y="4248"/>
                    <a:pt x="6696" y="4227"/>
                    <a:pt x="6717" y="4185"/>
                  </a:cubicBezTo>
                  <a:cubicBezTo>
                    <a:pt x="6717" y="4164"/>
                    <a:pt x="6717" y="4143"/>
                    <a:pt x="6717" y="4143"/>
                  </a:cubicBezTo>
                  <a:cubicBezTo>
                    <a:pt x="6717" y="4101"/>
                    <a:pt x="6717" y="4059"/>
                    <a:pt x="6717" y="4038"/>
                  </a:cubicBezTo>
                  <a:cubicBezTo>
                    <a:pt x="6717" y="4017"/>
                    <a:pt x="6717" y="3996"/>
                    <a:pt x="6717" y="3996"/>
                  </a:cubicBezTo>
                  <a:cubicBezTo>
                    <a:pt x="6738" y="3955"/>
                    <a:pt x="6738" y="3913"/>
                    <a:pt x="6738" y="3871"/>
                  </a:cubicBezTo>
                  <a:cubicBezTo>
                    <a:pt x="6738" y="3871"/>
                    <a:pt x="6738" y="3850"/>
                    <a:pt x="6738" y="3850"/>
                  </a:cubicBezTo>
                  <a:cubicBezTo>
                    <a:pt x="6738" y="3787"/>
                    <a:pt x="6738" y="3745"/>
                    <a:pt x="6738" y="3704"/>
                  </a:cubicBezTo>
                  <a:cubicBezTo>
                    <a:pt x="6738" y="3683"/>
                    <a:pt x="6738" y="3683"/>
                    <a:pt x="6738" y="3662"/>
                  </a:cubicBezTo>
                  <a:cubicBezTo>
                    <a:pt x="6738" y="3620"/>
                    <a:pt x="6738" y="3599"/>
                    <a:pt x="6738" y="3557"/>
                  </a:cubicBezTo>
                  <a:cubicBezTo>
                    <a:pt x="6738" y="3536"/>
                    <a:pt x="6738" y="3536"/>
                    <a:pt x="6738" y="3515"/>
                  </a:cubicBezTo>
                  <a:cubicBezTo>
                    <a:pt x="6738" y="3473"/>
                    <a:pt x="6738" y="3452"/>
                    <a:pt x="6738" y="3411"/>
                  </a:cubicBezTo>
                  <a:cubicBezTo>
                    <a:pt x="6738" y="3411"/>
                    <a:pt x="6738" y="3390"/>
                    <a:pt x="6738" y="3369"/>
                  </a:cubicBezTo>
                  <a:cubicBezTo>
                    <a:pt x="6738" y="3327"/>
                    <a:pt x="6738" y="3285"/>
                    <a:pt x="6738" y="3264"/>
                  </a:cubicBezTo>
                  <a:cubicBezTo>
                    <a:pt x="6738" y="3243"/>
                    <a:pt x="6738" y="3222"/>
                    <a:pt x="6738" y="3201"/>
                  </a:cubicBezTo>
                  <a:cubicBezTo>
                    <a:pt x="6738" y="3160"/>
                    <a:pt x="6738" y="3118"/>
                    <a:pt x="6738" y="3097"/>
                  </a:cubicBezTo>
                  <a:cubicBezTo>
                    <a:pt x="6717" y="3076"/>
                    <a:pt x="6717" y="3055"/>
                    <a:pt x="6717" y="3034"/>
                  </a:cubicBezTo>
                  <a:cubicBezTo>
                    <a:pt x="6717" y="3013"/>
                    <a:pt x="6717" y="2971"/>
                    <a:pt x="6717" y="2950"/>
                  </a:cubicBezTo>
                  <a:cubicBezTo>
                    <a:pt x="6717" y="2929"/>
                    <a:pt x="6717" y="2908"/>
                    <a:pt x="6717" y="2887"/>
                  </a:cubicBezTo>
                  <a:cubicBezTo>
                    <a:pt x="6717" y="2867"/>
                    <a:pt x="6696" y="2846"/>
                    <a:pt x="6696" y="2825"/>
                  </a:cubicBezTo>
                  <a:cubicBezTo>
                    <a:pt x="6696" y="2804"/>
                    <a:pt x="6696" y="2783"/>
                    <a:pt x="6696" y="2762"/>
                  </a:cubicBezTo>
                  <a:cubicBezTo>
                    <a:pt x="6696" y="2720"/>
                    <a:pt x="6696" y="2678"/>
                    <a:pt x="6675" y="2636"/>
                  </a:cubicBezTo>
                  <a:cubicBezTo>
                    <a:pt x="6675" y="2615"/>
                    <a:pt x="6675" y="2595"/>
                    <a:pt x="6675" y="2553"/>
                  </a:cubicBezTo>
                  <a:cubicBezTo>
                    <a:pt x="6675" y="2532"/>
                    <a:pt x="6654" y="2511"/>
                    <a:pt x="6654" y="2490"/>
                  </a:cubicBezTo>
                  <a:cubicBezTo>
                    <a:pt x="6654" y="2469"/>
                    <a:pt x="6654" y="2448"/>
                    <a:pt x="6654" y="2427"/>
                  </a:cubicBezTo>
                  <a:cubicBezTo>
                    <a:pt x="6633" y="2406"/>
                    <a:pt x="6633" y="2385"/>
                    <a:pt x="6633" y="2364"/>
                  </a:cubicBezTo>
                  <a:cubicBezTo>
                    <a:pt x="6633" y="2343"/>
                    <a:pt x="6633" y="2302"/>
                    <a:pt x="6612" y="2281"/>
                  </a:cubicBezTo>
                  <a:cubicBezTo>
                    <a:pt x="6612" y="2260"/>
                    <a:pt x="6612" y="2239"/>
                    <a:pt x="6612" y="2239"/>
                  </a:cubicBezTo>
                  <a:cubicBezTo>
                    <a:pt x="6591" y="2176"/>
                    <a:pt x="6591" y="2134"/>
                    <a:pt x="6570" y="2071"/>
                  </a:cubicBezTo>
                  <a:cubicBezTo>
                    <a:pt x="6570" y="2071"/>
                    <a:pt x="6570" y="2051"/>
                    <a:pt x="6570" y="2030"/>
                  </a:cubicBezTo>
                  <a:cubicBezTo>
                    <a:pt x="6549" y="2009"/>
                    <a:pt x="6549" y="1988"/>
                    <a:pt x="6549" y="1967"/>
                  </a:cubicBezTo>
                  <a:cubicBezTo>
                    <a:pt x="6528" y="1946"/>
                    <a:pt x="6528" y="1925"/>
                    <a:pt x="6528" y="1904"/>
                  </a:cubicBezTo>
                  <a:cubicBezTo>
                    <a:pt x="6528" y="1883"/>
                    <a:pt x="6508" y="1862"/>
                    <a:pt x="6508" y="1841"/>
                  </a:cubicBezTo>
                  <a:cubicBezTo>
                    <a:pt x="6508" y="1820"/>
                    <a:pt x="6508" y="1799"/>
                    <a:pt x="6487" y="1779"/>
                  </a:cubicBezTo>
                  <a:cubicBezTo>
                    <a:pt x="6487" y="1758"/>
                    <a:pt x="6487" y="1737"/>
                    <a:pt x="6466" y="1695"/>
                  </a:cubicBezTo>
                  <a:cubicBezTo>
                    <a:pt x="6466" y="1695"/>
                    <a:pt x="6466" y="1674"/>
                    <a:pt x="6466" y="1674"/>
                  </a:cubicBezTo>
                  <a:cubicBezTo>
                    <a:pt x="6445" y="1611"/>
                    <a:pt x="6424" y="1548"/>
                    <a:pt x="6403" y="1507"/>
                  </a:cubicBezTo>
                  <a:cubicBezTo>
                    <a:pt x="6403" y="1486"/>
                    <a:pt x="6403" y="1486"/>
                    <a:pt x="6403" y="1465"/>
                  </a:cubicBezTo>
                  <a:cubicBezTo>
                    <a:pt x="6382" y="1444"/>
                    <a:pt x="6382" y="1423"/>
                    <a:pt x="6361" y="1381"/>
                  </a:cubicBezTo>
                  <a:cubicBezTo>
                    <a:pt x="6361" y="1381"/>
                    <a:pt x="6361" y="1360"/>
                    <a:pt x="6340" y="1339"/>
                  </a:cubicBezTo>
                  <a:cubicBezTo>
                    <a:pt x="6340" y="1318"/>
                    <a:pt x="6319" y="1297"/>
                    <a:pt x="6319" y="1255"/>
                  </a:cubicBezTo>
                  <a:cubicBezTo>
                    <a:pt x="6319" y="1255"/>
                    <a:pt x="6298" y="1235"/>
                    <a:pt x="6298" y="1214"/>
                  </a:cubicBezTo>
                  <a:cubicBezTo>
                    <a:pt x="6298" y="1193"/>
                    <a:pt x="6277" y="1172"/>
                    <a:pt x="6277" y="1130"/>
                  </a:cubicBezTo>
                  <a:cubicBezTo>
                    <a:pt x="5650" y="900"/>
                    <a:pt x="4938" y="837"/>
                    <a:pt x="4143" y="753"/>
                  </a:cubicBezTo>
                  <a:cubicBezTo>
                    <a:pt x="3097" y="649"/>
                    <a:pt x="1925" y="544"/>
                    <a:pt x="754" y="0"/>
                  </a:cubicBezTo>
                  <a:close/>
                </a:path>
              </a:pathLst>
            </a:custGeom>
            <a:solidFill>
              <a:srgbClr val="E95E24"/>
            </a:solidFill>
            <a:ln>
              <a:noFill/>
            </a:ln>
          </p:spPr>
          <p:txBody>
            <a:bodyPr anchorCtr="0" anchor="ctr" bIns="503075" lIns="503075" spcFirstLastPara="1" rIns="503075" wrap="square" tIns="503075">
              <a:noAutofit/>
            </a:bodyPr>
            <a:lstStyle/>
            <a:p>
              <a:pPr indent="0" lvl="0" marL="0" rtl="0" algn="l">
                <a:spcBef>
                  <a:spcPts val="0"/>
                </a:spcBef>
                <a:spcAft>
                  <a:spcPts val="0"/>
                </a:spcAft>
                <a:buNone/>
              </a:pPr>
              <a:r>
                <a:t/>
              </a:r>
              <a:endParaRPr/>
            </a:p>
          </p:txBody>
        </p:sp>
        <p:sp>
          <p:nvSpPr>
            <p:cNvPr id="11782" name="Google Shape;11782;p1458"/>
            <p:cNvSpPr/>
            <p:nvPr/>
          </p:nvSpPr>
          <p:spPr>
            <a:xfrm>
              <a:off x="4286330" y="1694634"/>
              <a:ext cx="103318" cy="149174"/>
            </a:xfrm>
            <a:custGeom>
              <a:rect b="b" l="l" r="r" t="t"/>
              <a:pathLst>
                <a:path extrusionOk="0" h="6285" w="4353">
                  <a:moveTo>
                    <a:pt x="3369" y="1"/>
                  </a:moveTo>
                  <a:cubicBezTo>
                    <a:pt x="2648" y="1"/>
                    <a:pt x="1969" y="305"/>
                    <a:pt x="1360" y="740"/>
                  </a:cubicBezTo>
                  <a:cubicBezTo>
                    <a:pt x="837" y="1116"/>
                    <a:pt x="377" y="1577"/>
                    <a:pt x="0" y="2016"/>
                  </a:cubicBezTo>
                  <a:cubicBezTo>
                    <a:pt x="42" y="2330"/>
                    <a:pt x="105" y="2665"/>
                    <a:pt x="209" y="2957"/>
                  </a:cubicBezTo>
                  <a:cubicBezTo>
                    <a:pt x="209" y="2957"/>
                    <a:pt x="209" y="2978"/>
                    <a:pt x="209" y="2978"/>
                  </a:cubicBezTo>
                  <a:cubicBezTo>
                    <a:pt x="230" y="3020"/>
                    <a:pt x="230" y="3062"/>
                    <a:pt x="251" y="3104"/>
                  </a:cubicBezTo>
                  <a:cubicBezTo>
                    <a:pt x="251" y="3125"/>
                    <a:pt x="251" y="3125"/>
                    <a:pt x="251" y="3125"/>
                  </a:cubicBezTo>
                  <a:cubicBezTo>
                    <a:pt x="272" y="3167"/>
                    <a:pt x="293" y="3209"/>
                    <a:pt x="314" y="3250"/>
                  </a:cubicBezTo>
                  <a:cubicBezTo>
                    <a:pt x="314" y="3271"/>
                    <a:pt x="314" y="3271"/>
                    <a:pt x="314" y="3292"/>
                  </a:cubicBezTo>
                  <a:cubicBezTo>
                    <a:pt x="335" y="3334"/>
                    <a:pt x="335" y="3376"/>
                    <a:pt x="356" y="3397"/>
                  </a:cubicBezTo>
                  <a:cubicBezTo>
                    <a:pt x="356" y="3418"/>
                    <a:pt x="377" y="3418"/>
                    <a:pt x="377" y="3439"/>
                  </a:cubicBezTo>
                  <a:cubicBezTo>
                    <a:pt x="398" y="3481"/>
                    <a:pt x="398" y="3522"/>
                    <a:pt x="419" y="3543"/>
                  </a:cubicBezTo>
                  <a:cubicBezTo>
                    <a:pt x="419" y="3564"/>
                    <a:pt x="419" y="3585"/>
                    <a:pt x="440" y="3585"/>
                  </a:cubicBezTo>
                  <a:cubicBezTo>
                    <a:pt x="440" y="3627"/>
                    <a:pt x="460" y="3669"/>
                    <a:pt x="481" y="3690"/>
                  </a:cubicBezTo>
                  <a:cubicBezTo>
                    <a:pt x="481" y="3711"/>
                    <a:pt x="502" y="3711"/>
                    <a:pt x="502" y="3732"/>
                  </a:cubicBezTo>
                  <a:cubicBezTo>
                    <a:pt x="523" y="3774"/>
                    <a:pt x="523" y="3815"/>
                    <a:pt x="544" y="3836"/>
                  </a:cubicBezTo>
                  <a:cubicBezTo>
                    <a:pt x="544" y="3857"/>
                    <a:pt x="565" y="3857"/>
                    <a:pt x="565" y="3878"/>
                  </a:cubicBezTo>
                  <a:cubicBezTo>
                    <a:pt x="586" y="3920"/>
                    <a:pt x="607" y="3941"/>
                    <a:pt x="628" y="3983"/>
                  </a:cubicBezTo>
                  <a:cubicBezTo>
                    <a:pt x="628" y="4004"/>
                    <a:pt x="628" y="4004"/>
                    <a:pt x="628" y="4004"/>
                  </a:cubicBezTo>
                  <a:cubicBezTo>
                    <a:pt x="649" y="4046"/>
                    <a:pt x="670" y="4087"/>
                    <a:pt x="691" y="4129"/>
                  </a:cubicBezTo>
                  <a:cubicBezTo>
                    <a:pt x="691" y="4129"/>
                    <a:pt x="712" y="4150"/>
                    <a:pt x="712" y="4150"/>
                  </a:cubicBezTo>
                  <a:cubicBezTo>
                    <a:pt x="733" y="4192"/>
                    <a:pt x="753" y="4234"/>
                    <a:pt x="774" y="4276"/>
                  </a:cubicBezTo>
                  <a:cubicBezTo>
                    <a:pt x="774" y="4276"/>
                    <a:pt x="774" y="4276"/>
                    <a:pt x="795" y="4297"/>
                  </a:cubicBezTo>
                  <a:cubicBezTo>
                    <a:pt x="816" y="4338"/>
                    <a:pt x="837" y="4380"/>
                    <a:pt x="858" y="4422"/>
                  </a:cubicBezTo>
                  <a:cubicBezTo>
                    <a:pt x="984" y="4610"/>
                    <a:pt x="1109" y="4778"/>
                    <a:pt x="1235" y="4945"/>
                  </a:cubicBezTo>
                  <a:cubicBezTo>
                    <a:pt x="1235" y="4945"/>
                    <a:pt x="1235" y="4945"/>
                    <a:pt x="1235" y="4966"/>
                  </a:cubicBezTo>
                  <a:cubicBezTo>
                    <a:pt x="1277" y="4987"/>
                    <a:pt x="1297" y="5029"/>
                    <a:pt x="1318" y="5071"/>
                  </a:cubicBezTo>
                  <a:cubicBezTo>
                    <a:pt x="1339" y="5071"/>
                    <a:pt x="1339" y="5092"/>
                    <a:pt x="1339" y="5092"/>
                  </a:cubicBezTo>
                  <a:cubicBezTo>
                    <a:pt x="1381" y="5134"/>
                    <a:pt x="1402" y="5154"/>
                    <a:pt x="1423" y="5196"/>
                  </a:cubicBezTo>
                  <a:cubicBezTo>
                    <a:pt x="1444" y="5196"/>
                    <a:pt x="1444" y="5217"/>
                    <a:pt x="1444" y="5217"/>
                  </a:cubicBezTo>
                  <a:cubicBezTo>
                    <a:pt x="1486" y="5238"/>
                    <a:pt x="1507" y="5280"/>
                    <a:pt x="1528" y="5301"/>
                  </a:cubicBezTo>
                  <a:cubicBezTo>
                    <a:pt x="1528" y="5322"/>
                    <a:pt x="1549" y="5322"/>
                    <a:pt x="1549" y="5343"/>
                  </a:cubicBezTo>
                  <a:cubicBezTo>
                    <a:pt x="1590" y="5364"/>
                    <a:pt x="1611" y="5385"/>
                    <a:pt x="1632" y="5426"/>
                  </a:cubicBezTo>
                  <a:cubicBezTo>
                    <a:pt x="1653" y="5426"/>
                    <a:pt x="1653" y="5447"/>
                    <a:pt x="1674" y="5447"/>
                  </a:cubicBezTo>
                  <a:cubicBezTo>
                    <a:pt x="1695" y="5489"/>
                    <a:pt x="1716" y="5510"/>
                    <a:pt x="1737" y="5531"/>
                  </a:cubicBezTo>
                  <a:cubicBezTo>
                    <a:pt x="1758" y="5552"/>
                    <a:pt x="1758" y="5552"/>
                    <a:pt x="1779" y="5573"/>
                  </a:cubicBezTo>
                  <a:cubicBezTo>
                    <a:pt x="1800" y="5594"/>
                    <a:pt x="1821" y="5615"/>
                    <a:pt x="1862" y="5636"/>
                  </a:cubicBezTo>
                  <a:cubicBezTo>
                    <a:pt x="1862" y="5657"/>
                    <a:pt x="1883" y="5678"/>
                    <a:pt x="1883" y="5678"/>
                  </a:cubicBezTo>
                  <a:cubicBezTo>
                    <a:pt x="1925" y="5698"/>
                    <a:pt x="1946" y="5719"/>
                    <a:pt x="1967" y="5761"/>
                  </a:cubicBezTo>
                  <a:cubicBezTo>
                    <a:pt x="1988" y="5761"/>
                    <a:pt x="1988" y="5782"/>
                    <a:pt x="2009" y="5782"/>
                  </a:cubicBezTo>
                  <a:cubicBezTo>
                    <a:pt x="2030" y="5803"/>
                    <a:pt x="2051" y="5845"/>
                    <a:pt x="2093" y="5866"/>
                  </a:cubicBezTo>
                  <a:cubicBezTo>
                    <a:pt x="2093" y="5866"/>
                    <a:pt x="2113" y="5887"/>
                    <a:pt x="2134" y="5887"/>
                  </a:cubicBezTo>
                  <a:cubicBezTo>
                    <a:pt x="2155" y="5908"/>
                    <a:pt x="2176" y="5950"/>
                    <a:pt x="2218" y="5970"/>
                  </a:cubicBezTo>
                  <a:cubicBezTo>
                    <a:pt x="2218" y="5970"/>
                    <a:pt x="2239" y="5991"/>
                    <a:pt x="2239" y="5991"/>
                  </a:cubicBezTo>
                  <a:cubicBezTo>
                    <a:pt x="2281" y="6012"/>
                    <a:pt x="2302" y="6033"/>
                    <a:pt x="2344" y="6054"/>
                  </a:cubicBezTo>
                  <a:cubicBezTo>
                    <a:pt x="2344" y="6075"/>
                    <a:pt x="2365" y="6075"/>
                    <a:pt x="2365" y="6096"/>
                  </a:cubicBezTo>
                  <a:cubicBezTo>
                    <a:pt x="2406" y="6117"/>
                    <a:pt x="2427" y="6138"/>
                    <a:pt x="2469" y="6159"/>
                  </a:cubicBezTo>
                  <a:cubicBezTo>
                    <a:pt x="2469" y="6180"/>
                    <a:pt x="2490" y="6180"/>
                    <a:pt x="2490" y="6180"/>
                  </a:cubicBezTo>
                  <a:cubicBezTo>
                    <a:pt x="2532" y="6222"/>
                    <a:pt x="2574" y="6242"/>
                    <a:pt x="2616" y="6263"/>
                  </a:cubicBezTo>
                  <a:cubicBezTo>
                    <a:pt x="2616" y="6263"/>
                    <a:pt x="2616" y="6284"/>
                    <a:pt x="2616" y="6284"/>
                  </a:cubicBezTo>
                  <a:cubicBezTo>
                    <a:pt x="2616" y="5866"/>
                    <a:pt x="2637" y="5447"/>
                    <a:pt x="2699" y="5029"/>
                  </a:cubicBezTo>
                  <a:cubicBezTo>
                    <a:pt x="2909" y="3376"/>
                    <a:pt x="3536" y="1702"/>
                    <a:pt x="4352" y="196"/>
                  </a:cubicBezTo>
                  <a:cubicBezTo>
                    <a:pt x="4018" y="60"/>
                    <a:pt x="3689" y="1"/>
                    <a:pt x="3369" y="1"/>
                  </a:cubicBezTo>
                  <a:close/>
                </a:path>
              </a:pathLst>
            </a:custGeom>
            <a:solidFill>
              <a:srgbClr val="E95E24"/>
            </a:solidFill>
            <a:ln>
              <a:noFill/>
            </a:ln>
          </p:spPr>
          <p:txBody>
            <a:bodyPr anchorCtr="0" anchor="ctr" bIns="503075" lIns="503075" spcFirstLastPara="1" rIns="503075" wrap="square" tIns="503075">
              <a:noAutofit/>
            </a:bodyPr>
            <a:lstStyle/>
            <a:p>
              <a:pPr indent="0" lvl="0" marL="0" rtl="0" algn="l">
                <a:spcBef>
                  <a:spcPts val="0"/>
                </a:spcBef>
                <a:spcAft>
                  <a:spcPts val="0"/>
                </a:spcAft>
                <a:buNone/>
              </a:pPr>
              <a:r>
                <a:t/>
              </a:r>
              <a:endParaRPr/>
            </a:p>
          </p:txBody>
        </p:sp>
        <p:sp>
          <p:nvSpPr>
            <p:cNvPr id="11783" name="Google Shape;11783;p1458"/>
            <p:cNvSpPr/>
            <p:nvPr/>
          </p:nvSpPr>
          <p:spPr>
            <a:xfrm>
              <a:off x="4401039" y="1668977"/>
              <a:ext cx="163415" cy="194698"/>
            </a:xfrm>
            <a:custGeom>
              <a:rect b="b" l="l" r="r" t="t"/>
              <a:pathLst>
                <a:path extrusionOk="0" h="8203" w="6885">
                  <a:moveTo>
                    <a:pt x="691" y="0"/>
                  </a:moveTo>
                  <a:cubicBezTo>
                    <a:pt x="440" y="356"/>
                    <a:pt x="231" y="733"/>
                    <a:pt x="1" y="1109"/>
                  </a:cubicBezTo>
                  <a:cubicBezTo>
                    <a:pt x="1779" y="2114"/>
                    <a:pt x="2574" y="5503"/>
                    <a:pt x="3139" y="7909"/>
                  </a:cubicBezTo>
                  <a:cubicBezTo>
                    <a:pt x="3160" y="8014"/>
                    <a:pt x="3181" y="8098"/>
                    <a:pt x="3202" y="8202"/>
                  </a:cubicBezTo>
                  <a:cubicBezTo>
                    <a:pt x="3495" y="8098"/>
                    <a:pt x="3788" y="7993"/>
                    <a:pt x="4060" y="7868"/>
                  </a:cubicBezTo>
                  <a:cubicBezTo>
                    <a:pt x="4102" y="7847"/>
                    <a:pt x="4143" y="7826"/>
                    <a:pt x="4206" y="7784"/>
                  </a:cubicBezTo>
                  <a:cubicBezTo>
                    <a:pt x="4248" y="7763"/>
                    <a:pt x="4290" y="7742"/>
                    <a:pt x="4332" y="7721"/>
                  </a:cubicBezTo>
                  <a:cubicBezTo>
                    <a:pt x="4374" y="7700"/>
                    <a:pt x="4415" y="7679"/>
                    <a:pt x="4457" y="7658"/>
                  </a:cubicBezTo>
                  <a:cubicBezTo>
                    <a:pt x="4499" y="7616"/>
                    <a:pt x="4541" y="7595"/>
                    <a:pt x="4604" y="7575"/>
                  </a:cubicBezTo>
                  <a:cubicBezTo>
                    <a:pt x="4646" y="7554"/>
                    <a:pt x="4687" y="7512"/>
                    <a:pt x="4729" y="7491"/>
                  </a:cubicBezTo>
                  <a:cubicBezTo>
                    <a:pt x="4771" y="7470"/>
                    <a:pt x="4813" y="7428"/>
                    <a:pt x="4855" y="7407"/>
                  </a:cubicBezTo>
                  <a:cubicBezTo>
                    <a:pt x="4897" y="7386"/>
                    <a:pt x="4939" y="7344"/>
                    <a:pt x="4980" y="7323"/>
                  </a:cubicBezTo>
                  <a:cubicBezTo>
                    <a:pt x="5022" y="7303"/>
                    <a:pt x="5064" y="7261"/>
                    <a:pt x="5085" y="7240"/>
                  </a:cubicBezTo>
                  <a:lnTo>
                    <a:pt x="5106" y="7240"/>
                  </a:lnTo>
                  <a:cubicBezTo>
                    <a:pt x="5148" y="7198"/>
                    <a:pt x="5169" y="7177"/>
                    <a:pt x="5211" y="7135"/>
                  </a:cubicBezTo>
                  <a:cubicBezTo>
                    <a:pt x="5252" y="7114"/>
                    <a:pt x="5294" y="7072"/>
                    <a:pt x="5336" y="7051"/>
                  </a:cubicBezTo>
                  <a:cubicBezTo>
                    <a:pt x="5378" y="7010"/>
                    <a:pt x="5420" y="6989"/>
                    <a:pt x="5441" y="6947"/>
                  </a:cubicBezTo>
                  <a:lnTo>
                    <a:pt x="5462" y="6947"/>
                  </a:lnTo>
                  <a:cubicBezTo>
                    <a:pt x="5483" y="6926"/>
                    <a:pt x="5524" y="6884"/>
                    <a:pt x="5566" y="6842"/>
                  </a:cubicBezTo>
                  <a:cubicBezTo>
                    <a:pt x="5608" y="6821"/>
                    <a:pt x="5650" y="6779"/>
                    <a:pt x="5671" y="6738"/>
                  </a:cubicBezTo>
                  <a:cubicBezTo>
                    <a:pt x="5713" y="6717"/>
                    <a:pt x="5755" y="6675"/>
                    <a:pt x="5775" y="6633"/>
                  </a:cubicBezTo>
                  <a:lnTo>
                    <a:pt x="5796" y="6633"/>
                  </a:lnTo>
                  <a:cubicBezTo>
                    <a:pt x="5817" y="6612"/>
                    <a:pt x="5859" y="6570"/>
                    <a:pt x="5901" y="6528"/>
                  </a:cubicBezTo>
                  <a:cubicBezTo>
                    <a:pt x="5922" y="6487"/>
                    <a:pt x="5964" y="6466"/>
                    <a:pt x="6006" y="6424"/>
                  </a:cubicBezTo>
                  <a:cubicBezTo>
                    <a:pt x="6027" y="6382"/>
                    <a:pt x="6068" y="6340"/>
                    <a:pt x="6089" y="6298"/>
                  </a:cubicBezTo>
                  <a:lnTo>
                    <a:pt x="6110" y="6298"/>
                  </a:lnTo>
                  <a:cubicBezTo>
                    <a:pt x="6131" y="6256"/>
                    <a:pt x="6173" y="6235"/>
                    <a:pt x="6194" y="6194"/>
                  </a:cubicBezTo>
                  <a:cubicBezTo>
                    <a:pt x="6236" y="6152"/>
                    <a:pt x="6257" y="6110"/>
                    <a:pt x="6299" y="6068"/>
                  </a:cubicBezTo>
                  <a:cubicBezTo>
                    <a:pt x="6319" y="6026"/>
                    <a:pt x="6361" y="5984"/>
                    <a:pt x="6382" y="5943"/>
                  </a:cubicBezTo>
                  <a:cubicBezTo>
                    <a:pt x="6424" y="5901"/>
                    <a:pt x="6445" y="5859"/>
                    <a:pt x="6487" y="5817"/>
                  </a:cubicBezTo>
                  <a:cubicBezTo>
                    <a:pt x="6508" y="5775"/>
                    <a:pt x="6529" y="5733"/>
                    <a:pt x="6571" y="5691"/>
                  </a:cubicBezTo>
                  <a:cubicBezTo>
                    <a:pt x="6675" y="5524"/>
                    <a:pt x="6780" y="5336"/>
                    <a:pt x="6884" y="5168"/>
                  </a:cubicBezTo>
                  <a:cubicBezTo>
                    <a:pt x="5671" y="2846"/>
                    <a:pt x="3223" y="1130"/>
                    <a:pt x="733" y="21"/>
                  </a:cubicBezTo>
                  <a:cubicBezTo>
                    <a:pt x="712" y="0"/>
                    <a:pt x="691" y="0"/>
                    <a:pt x="691" y="0"/>
                  </a:cubicBezTo>
                  <a:close/>
                </a:path>
              </a:pathLst>
            </a:custGeom>
            <a:solidFill>
              <a:srgbClr val="E95E24"/>
            </a:solidFill>
            <a:ln>
              <a:noFill/>
            </a:ln>
          </p:spPr>
          <p:txBody>
            <a:bodyPr anchorCtr="0" anchor="ctr" bIns="503075" lIns="503075" spcFirstLastPara="1" rIns="503075" wrap="square" tIns="503075">
              <a:noAutofit/>
            </a:bodyPr>
            <a:lstStyle/>
            <a:p>
              <a:pPr indent="0" lvl="0" marL="0" rtl="0" algn="l">
                <a:spcBef>
                  <a:spcPts val="0"/>
                </a:spcBef>
                <a:spcAft>
                  <a:spcPts val="0"/>
                </a:spcAft>
                <a:buNone/>
              </a:pPr>
              <a:r>
                <a:t/>
              </a:r>
              <a:endParaRPr/>
            </a:p>
          </p:txBody>
        </p:sp>
        <p:sp>
          <p:nvSpPr>
            <p:cNvPr id="11784" name="Google Shape;11784;p1458"/>
            <p:cNvSpPr/>
            <p:nvPr/>
          </p:nvSpPr>
          <p:spPr>
            <a:xfrm>
              <a:off x="4356845" y="1702752"/>
              <a:ext cx="112267" cy="167379"/>
            </a:xfrm>
            <a:custGeom>
              <a:rect b="b" l="l" r="r" t="t"/>
              <a:pathLst>
                <a:path extrusionOk="0" h="7052" w="4730">
                  <a:moveTo>
                    <a:pt x="1695" y="0"/>
                  </a:moveTo>
                  <a:cubicBezTo>
                    <a:pt x="900" y="1486"/>
                    <a:pt x="272" y="3118"/>
                    <a:pt x="84" y="4729"/>
                  </a:cubicBezTo>
                  <a:cubicBezTo>
                    <a:pt x="21" y="5210"/>
                    <a:pt x="0" y="5691"/>
                    <a:pt x="21" y="6172"/>
                  </a:cubicBezTo>
                  <a:cubicBezTo>
                    <a:pt x="42" y="6193"/>
                    <a:pt x="84" y="6214"/>
                    <a:pt x="105" y="6214"/>
                  </a:cubicBezTo>
                  <a:cubicBezTo>
                    <a:pt x="105" y="6235"/>
                    <a:pt x="126" y="6235"/>
                    <a:pt x="126" y="6235"/>
                  </a:cubicBezTo>
                  <a:cubicBezTo>
                    <a:pt x="168" y="6256"/>
                    <a:pt x="189" y="6277"/>
                    <a:pt x="210" y="6277"/>
                  </a:cubicBezTo>
                  <a:cubicBezTo>
                    <a:pt x="230" y="6277"/>
                    <a:pt x="230" y="6298"/>
                    <a:pt x="230" y="6298"/>
                  </a:cubicBezTo>
                  <a:cubicBezTo>
                    <a:pt x="293" y="6319"/>
                    <a:pt x="356" y="6361"/>
                    <a:pt x="419" y="6403"/>
                  </a:cubicBezTo>
                  <a:lnTo>
                    <a:pt x="440" y="6403"/>
                  </a:lnTo>
                  <a:cubicBezTo>
                    <a:pt x="461" y="6403"/>
                    <a:pt x="482" y="6424"/>
                    <a:pt x="523" y="6445"/>
                  </a:cubicBezTo>
                  <a:cubicBezTo>
                    <a:pt x="523" y="6445"/>
                    <a:pt x="544" y="6445"/>
                    <a:pt x="565" y="6465"/>
                  </a:cubicBezTo>
                  <a:cubicBezTo>
                    <a:pt x="586" y="6465"/>
                    <a:pt x="607" y="6486"/>
                    <a:pt x="628" y="6486"/>
                  </a:cubicBezTo>
                  <a:cubicBezTo>
                    <a:pt x="649" y="6507"/>
                    <a:pt x="670" y="6507"/>
                    <a:pt x="691" y="6507"/>
                  </a:cubicBezTo>
                  <a:cubicBezTo>
                    <a:pt x="712" y="6528"/>
                    <a:pt x="754" y="6549"/>
                    <a:pt x="795" y="6549"/>
                  </a:cubicBezTo>
                  <a:cubicBezTo>
                    <a:pt x="816" y="6570"/>
                    <a:pt x="837" y="6591"/>
                    <a:pt x="879" y="6591"/>
                  </a:cubicBezTo>
                  <a:cubicBezTo>
                    <a:pt x="900" y="6612"/>
                    <a:pt x="921" y="6612"/>
                    <a:pt x="942" y="6612"/>
                  </a:cubicBezTo>
                  <a:cubicBezTo>
                    <a:pt x="963" y="6633"/>
                    <a:pt x="984" y="6633"/>
                    <a:pt x="1005" y="6654"/>
                  </a:cubicBezTo>
                  <a:cubicBezTo>
                    <a:pt x="1026" y="6654"/>
                    <a:pt x="1047" y="6654"/>
                    <a:pt x="1067" y="6675"/>
                  </a:cubicBezTo>
                  <a:cubicBezTo>
                    <a:pt x="1088" y="6675"/>
                    <a:pt x="1109" y="6696"/>
                    <a:pt x="1151" y="6696"/>
                  </a:cubicBezTo>
                  <a:cubicBezTo>
                    <a:pt x="1172" y="6696"/>
                    <a:pt x="1172" y="6717"/>
                    <a:pt x="1193" y="6717"/>
                  </a:cubicBezTo>
                  <a:cubicBezTo>
                    <a:pt x="1235" y="6737"/>
                    <a:pt x="1277" y="6737"/>
                    <a:pt x="1339" y="6758"/>
                  </a:cubicBezTo>
                  <a:lnTo>
                    <a:pt x="1360" y="6758"/>
                  </a:lnTo>
                  <a:cubicBezTo>
                    <a:pt x="1402" y="6779"/>
                    <a:pt x="1423" y="6779"/>
                    <a:pt x="1465" y="6800"/>
                  </a:cubicBezTo>
                  <a:cubicBezTo>
                    <a:pt x="1486" y="6800"/>
                    <a:pt x="1507" y="6800"/>
                    <a:pt x="1507" y="6821"/>
                  </a:cubicBezTo>
                  <a:cubicBezTo>
                    <a:pt x="1549" y="6821"/>
                    <a:pt x="1591" y="6842"/>
                    <a:pt x="1611" y="6842"/>
                  </a:cubicBezTo>
                  <a:lnTo>
                    <a:pt x="1653" y="6842"/>
                  </a:lnTo>
                  <a:cubicBezTo>
                    <a:pt x="1716" y="6863"/>
                    <a:pt x="1758" y="6884"/>
                    <a:pt x="1800" y="6884"/>
                  </a:cubicBezTo>
                  <a:cubicBezTo>
                    <a:pt x="1863" y="6905"/>
                    <a:pt x="1925" y="6905"/>
                    <a:pt x="1967" y="6926"/>
                  </a:cubicBezTo>
                  <a:lnTo>
                    <a:pt x="2030" y="6926"/>
                  </a:lnTo>
                  <a:cubicBezTo>
                    <a:pt x="2072" y="6947"/>
                    <a:pt x="2114" y="6947"/>
                    <a:pt x="2155" y="6968"/>
                  </a:cubicBezTo>
                  <a:lnTo>
                    <a:pt x="2218" y="6968"/>
                  </a:lnTo>
                  <a:cubicBezTo>
                    <a:pt x="2260" y="6968"/>
                    <a:pt x="2281" y="6989"/>
                    <a:pt x="2323" y="6989"/>
                  </a:cubicBezTo>
                  <a:lnTo>
                    <a:pt x="2386" y="6989"/>
                  </a:lnTo>
                  <a:cubicBezTo>
                    <a:pt x="2427" y="7009"/>
                    <a:pt x="2469" y="7009"/>
                    <a:pt x="2511" y="7009"/>
                  </a:cubicBezTo>
                  <a:lnTo>
                    <a:pt x="2574" y="7009"/>
                  </a:lnTo>
                  <a:cubicBezTo>
                    <a:pt x="2616" y="7030"/>
                    <a:pt x="2658" y="7030"/>
                    <a:pt x="2699" y="7030"/>
                  </a:cubicBezTo>
                  <a:lnTo>
                    <a:pt x="2741" y="7030"/>
                  </a:lnTo>
                  <a:cubicBezTo>
                    <a:pt x="2804" y="7030"/>
                    <a:pt x="2846" y="7051"/>
                    <a:pt x="2909" y="7051"/>
                  </a:cubicBezTo>
                  <a:lnTo>
                    <a:pt x="3495" y="7051"/>
                  </a:lnTo>
                  <a:cubicBezTo>
                    <a:pt x="3536" y="7051"/>
                    <a:pt x="3578" y="7051"/>
                    <a:pt x="3620" y="7030"/>
                  </a:cubicBezTo>
                  <a:lnTo>
                    <a:pt x="3829" y="7030"/>
                  </a:lnTo>
                  <a:cubicBezTo>
                    <a:pt x="3850" y="7030"/>
                    <a:pt x="3850" y="7009"/>
                    <a:pt x="3871" y="7009"/>
                  </a:cubicBezTo>
                  <a:lnTo>
                    <a:pt x="3997" y="7009"/>
                  </a:lnTo>
                  <a:cubicBezTo>
                    <a:pt x="4018" y="7009"/>
                    <a:pt x="4039" y="6989"/>
                    <a:pt x="4060" y="6989"/>
                  </a:cubicBezTo>
                  <a:lnTo>
                    <a:pt x="4164" y="6989"/>
                  </a:lnTo>
                  <a:cubicBezTo>
                    <a:pt x="4185" y="6968"/>
                    <a:pt x="4206" y="6968"/>
                    <a:pt x="4227" y="6968"/>
                  </a:cubicBezTo>
                  <a:cubicBezTo>
                    <a:pt x="4269" y="6968"/>
                    <a:pt x="4311" y="6947"/>
                    <a:pt x="4332" y="6947"/>
                  </a:cubicBezTo>
                  <a:lnTo>
                    <a:pt x="4394" y="6947"/>
                  </a:lnTo>
                  <a:cubicBezTo>
                    <a:pt x="4436" y="6926"/>
                    <a:pt x="4478" y="6926"/>
                    <a:pt x="4520" y="6926"/>
                  </a:cubicBezTo>
                  <a:cubicBezTo>
                    <a:pt x="4541" y="6905"/>
                    <a:pt x="4541" y="6905"/>
                    <a:pt x="4562" y="6905"/>
                  </a:cubicBezTo>
                  <a:cubicBezTo>
                    <a:pt x="4624" y="6884"/>
                    <a:pt x="4666" y="6884"/>
                    <a:pt x="4729" y="6863"/>
                  </a:cubicBezTo>
                  <a:cubicBezTo>
                    <a:pt x="4708" y="6779"/>
                    <a:pt x="4687" y="6675"/>
                    <a:pt x="4666" y="6570"/>
                  </a:cubicBezTo>
                  <a:cubicBezTo>
                    <a:pt x="4101" y="4227"/>
                    <a:pt x="3348" y="921"/>
                    <a:pt x="1695" y="0"/>
                  </a:cubicBezTo>
                  <a:close/>
                </a:path>
              </a:pathLst>
            </a:custGeom>
            <a:solidFill>
              <a:srgbClr val="E95E24"/>
            </a:solidFill>
            <a:ln>
              <a:noFill/>
            </a:ln>
          </p:spPr>
          <p:txBody>
            <a:bodyPr anchorCtr="0" anchor="ctr" bIns="503075" lIns="503075" spcFirstLastPara="1" rIns="503075" wrap="square" tIns="503075">
              <a:noAutofit/>
            </a:bodyPr>
            <a:lstStyle/>
            <a:p>
              <a:pPr indent="0" lvl="0" marL="0" rtl="0" algn="l">
                <a:spcBef>
                  <a:spcPts val="0"/>
                </a:spcBef>
                <a:spcAft>
                  <a:spcPts val="0"/>
                </a:spcAft>
                <a:buNone/>
              </a:pPr>
              <a:r>
                <a:t/>
              </a:r>
              <a:endParaRPr/>
            </a:p>
          </p:txBody>
        </p:sp>
        <p:sp>
          <p:nvSpPr>
            <p:cNvPr id="11785" name="Google Shape;11785;p1458"/>
            <p:cNvSpPr/>
            <p:nvPr/>
          </p:nvSpPr>
          <p:spPr>
            <a:xfrm>
              <a:off x="4317113" y="1580067"/>
              <a:ext cx="114735" cy="78492"/>
            </a:xfrm>
            <a:custGeom>
              <a:rect b="b" l="l" r="r" t="t"/>
              <a:pathLst>
                <a:path extrusionOk="0" h="3307" w="4834">
                  <a:moveTo>
                    <a:pt x="2993" y="1"/>
                  </a:moveTo>
                  <a:cubicBezTo>
                    <a:pt x="2909" y="22"/>
                    <a:pt x="2846" y="43"/>
                    <a:pt x="2762" y="64"/>
                  </a:cubicBezTo>
                  <a:cubicBezTo>
                    <a:pt x="2616" y="126"/>
                    <a:pt x="2469" y="189"/>
                    <a:pt x="2344" y="252"/>
                  </a:cubicBezTo>
                  <a:lnTo>
                    <a:pt x="2323" y="252"/>
                  </a:lnTo>
                  <a:cubicBezTo>
                    <a:pt x="2197" y="315"/>
                    <a:pt x="2072" y="378"/>
                    <a:pt x="1925" y="440"/>
                  </a:cubicBezTo>
                  <a:cubicBezTo>
                    <a:pt x="1925" y="440"/>
                    <a:pt x="1925" y="440"/>
                    <a:pt x="1925" y="461"/>
                  </a:cubicBezTo>
                  <a:cubicBezTo>
                    <a:pt x="1779" y="524"/>
                    <a:pt x="1653" y="587"/>
                    <a:pt x="1528" y="670"/>
                  </a:cubicBezTo>
                  <a:cubicBezTo>
                    <a:pt x="1528" y="670"/>
                    <a:pt x="1528" y="691"/>
                    <a:pt x="1528" y="691"/>
                  </a:cubicBezTo>
                  <a:cubicBezTo>
                    <a:pt x="1402" y="754"/>
                    <a:pt x="1277" y="838"/>
                    <a:pt x="1151" y="942"/>
                  </a:cubicBezTo>
                  <a:cubicBezTo>
                    <a:pt x="1026" y="1026"/>
                    <a:pt x="921" y="1131"/>
                    <a:pt x="796" y="1214"/>
                  </a:cubicBezTo>
                  <a:cubicBezTo>
                    <a:pt x="796" y="1235"/>
                    <a:pt x="796" y="1235"/>
                    <a:pt x="796" y="1235"/>
                  </a:cubicBezTo>
                  <a:cubicBezTo>
                    <a:pt x="670" y="1340"/>
                    <a:pt x="565" y="1424"/>
                    <a:pt x="461" y="1528"/>
                  </a:cubicBezTo>
                  <a:cubicBezTo>
                    <a:pt x="461" y="1549"/>
                    <a:pt x="461" y="1549"/>
                    <a:pt x="461" y="1549"/>
                  </a:cubicBezTo>
                  <a:cubicBezTo>
                    <a:pt x="356" y="1654"/>
                    <a:pt x="252" y="1758"/>
                    <a:pt x="147" y="1884"/>
                  </a:cubicBezTo>
                  <a:cubicBezTo>
                    <a:pt x="84" y="1947"/>
                    <a:pt x="42" y="2010"/>
                    <a:pt x="0" y="2051"/>
                  </a:cubicBezTo>
                  <a:cubicBezTo>
                    <a:pt x="1193" y="2261"/>
                    <a:pt x="2637" y="2679"/>
                    <a:pt x="4081" y="3307"/>
                  </a:cubicBezTo>
                  <a:cubicBezTo>
                    <a:pt x="4206" y="3139"/>
                    <a:pt x="4311" y="2972"/>
                    <a:pt x="4415" y="2826"/>
                  </a:cubicBezTo>
                  <a:cubicBezTo>
                    <a:pt x="4562" y="2637"/>
                    <a:pt x="4708" y="2449"/>
                    <a:pt x="4834" y="2261"/>
                  </a:cubicBezTo>
                  <a:cubicBezTo>
                    <a:pt x="3474" y="1528"/>
                    <a:pt x="3034" y="733"/>
                    <a:pt x="2993" y="1"/>
                  </a:cubicBezTo>
                  <a:close/>
                </a:path>
              </a:pathLst>
            </a:custGeom>
            <a:solidFill>
              <a:srgbClr val="E95E24"/>
            </a:solidFill>
            <a:ln>
              <a:noFill/>
            </a:ln>
          </p:spPr>
          <p:txBody>
            <a:bodyPr anchorCtr="0" anchor="ctr" bIns="503075" lIns="503075" spcFirstLastPara="1" rIns="503075" wrap="square" tIns="503075">
              <a:noAutofit/>
            </a:bodyPr>
            <a:lstStyle/>
            <a:p>
              <a:pPr indent="0" lvl="0" marL="0" rtl="0" algn="l">
                <a:spcBef>
                  <a:spcPts val="0"/>
                </a:spcBef>
                <a:spcAft>
                  <a:spcPts val="0"/>
                </a:spcAft>
                <a:buNone/>
              </a:pPr>
              <a:r>
                <a:t/>
              </a:r>
              <a:endParaRPr/>
            </a:p>
          </p:txBody>
        </p:sp>
        <p:sp>
          <p:nvSpPr>
            <p:cNvPr id="11786" name="Google Shape;11786;p1458"/>
            <p:cNvSpPr/>
            <p:nvPr/>
          </p:nvSpPr>
          <p:spPr>
            <a:xfrm>
              <a:off x="4396577" y="1572638"/>
              <a:ext cx="86419" cy="54638"/>
            </a:xfrm>
            <a:custGeom>
              <a:rect b="b" l="l" r="r" t="t"/>
              <a:pathLst>
                <a:path extrusionOk="0" h="2302" w="3641">
                  <a:moveTo>
                    <a:pt x="1444" y="0"/>
                  </a:moveTo>
                  <a:cubicBezTo>
                    <a:pt x="1402" y="21"/>
                    <a:pt x="1339" y="21"/>
                    <a:pt x="1297" y="21"/>
                  </a:cubicBezTo>
                  <a:lnTo>
                    <a:pt x="1277" y="21"/>
                  </a:lnTo>
                  <a:cubicBezTo>
                    <a:pt x="1151" y="21"/>
                    <a:pt x="1025" y="21"/>
                    <a:pt x="900" y="42"/>
                  </a:cubicBezTo>
                  <a:cubicBezTo>
                    <a:pt x="837" y="42"/>
                    <a:pt x="795" y="63"/>
                    <a:pt x="733" y="63"/>
                  </a:cubicBezTo>
                  <a:lnTo>
                    <a:pt x="712" y="63"/>
                  </a:lnTo>
                  <a:cubicBezTo>
                    <a:pt x="649" y="63"/>
                    <a:pt x="607" y="84"/>
                    <a:pt x="544" y="84"/>
                  </a:cubicBezTo>
                  <a:lnTo>
                    <a:pt x="523" y="84"/>
                  </a:lnTo>
                  <a:cubicBezTo>
                    <a:pt x="356" y="126"/>
                    <a:pt x="189" y="167"/>
                    <a:pt x="0" y="209"/>
                  </a:cubicBezTo>
                  <a:cubicBezTo>
                    <a:pt x="42" y="879"/>
                    <a:pt x="419" y="1632"/>
                    <a:pt x="1716" y="2302"/>
                  </a:cubicBezTo>
                  <a:cubicBezTo>
                    <a:pt x="2386" y="1486"/>
                    <a:pt x="3055" y="816"/>
                    <a:pt x="3641" y="377"/>
                  </a:cubicBezTo>
                  <a:cubicBezTo>
                    <a:pt x="3578" y="356"/>
                    <a:pt x="3536" y="335"/>
                    <a:pt x="3474" y="314"/>
                  </a:cubicBezTo>
                  <a:cubicBezTo>
                    <a:pt x="3432" y="293"/>
                    <a:pt x="3369" y="272"/>
                    <a:pt x="3327" y="272"/>
                  </a:cubicBezTo>
                  <a:lnTo>
                    <a:pt x="3306" y="272"/>
                  </a:lnTo>
                  <a:cubicBezTo>
                    <a:pt x="3264" y="251"/>
                    <a:pt x="3202" y="230"/>
                    <a:pt x="3160" y="230"/>
                  </a:cubicBezTo>
                  <a:cubicBezTo>
                    <a:pt x="3160" y="230"/>
                    <a:pt x="3139" y="209"/>
                    <a:pt x="3139" y="209"/>
                  </a:cubicBezTo>
                  <a:cubicBezTo>
                    <a:pt x="3076" y="209"/>
                    <a:pt x="3034" y="188"/>
                    <a:pt x="2971" y="167"/>
                  </a:cubicBezTo>
                  <a:cubicBezTo>
                    <a:pt x="2909" y="167"/>
                    <a:pt x="2846" y="147"/>
                    <a:pt x="2804" y="126"/>
                  </a:cubicBezTo>
                  <a:lnTo>
                    <a:pt x="2741" y="126"/>
                  </a:lnTo>
                  <a:cubicBezTo>
                    <a:pt x="2699" y="126"/>
                    <a:pt x="2658" y="105"/>
                    <a:pt x="2616" y="105"/>
                  </a:cubicBezTo>
                  <a:cubicBezTo>
                    <a:pt x="2595" y="105"/>
                    <a:pt x="2574" y="105"/>
                    <a:pt x="2553" y="84"/>
                  </a:cubicBezTo>
                  <a:lnTo>
                    <a:pt x="2448" y="84"/>
                  </a:lnTo>
                  <a:cubicBezTo>
                    <a:pt x="2427" y="63"/>
                    <a:pt x="2406" y="63"/>
                    <a:pt x="2386" y="63"/>
                  </a:cubicBezTo>
                  <a:cubicBezTo>
                    <a:pt x="2344" y="63"/>
                    <a:pt x="2281" y="63"/>
                    <a:pt x="2239" y="42"/>
                  </a:cubicBezTo>
                  <a:lnTo>
                    <a:pt x="2197" y="42"/>
                  </a:lnTo>
                  <a:cubicBezTo>
                    <a:pt x="2072" y="42"/>
                    <a:pt x="1967" y="21"/>
                    <a:pt x="1841" y="21"/>
                  </a:cubicBezTo>
                  <a:lnTo>
                    <a:pt x="1800" y="21"/>
                  </a:lnTo>
                  <a:cubicBezTo>
                    <a:pt x="1758" y="21"/>
                    <a:pt x="1716" y="21"/>
                    <a:pt x="1674" y="0"/>
                  </a:cubicBezTo>
                  <a:close/>
                </a:path>
              </a:pathLst>
            </a:custGeom>
            <a:solidFill>
              <a:srgbClr val="E95E24"/>
            </a:solidFill>
            <a:ln>
              <a:noFill/>
            </a:ln>
          </p:spPr>
          <p:txBody>
            <a:bodyPr anchorCtr="0" anchor="ctr" bIns="503075" lIns="503075" spcFirstLastPara="1" rIns="503075" wrap="square" tIns="503075">
              <a:noAutofit/>
            </a:bodyPr>
            <a:lstStyle/>
            <a:p>
              <a:pPr indent="0" lvl="0" marL="0" rtl="0" algn="l">
                <a:spcBef>
                  <a:spcPts val="0"/>
                </a:spcBef>
                <a:spcAft>
                  <a:spcPts val="0"/>
                </a:spcAft>
                <a:buNone/>
              </a:pPr>
              <a:r>
                <a:t/>
              </a:r>
              <a:endParaRPr/>
            </a:p>
          </p:txBody>
        </p:sp>
        <p:sp>
          <p:nvSpPr>
            <p:cNvPr id="11787" name="Google Shape;11787;p1458"/>
            <p:cNvSpPr/>
            <p:nvPr/>
          </p:nvSpPr>
          <p:spPr>
            <a:xfrm>
              <a:off x="4445233" y="1585051"/>
              <a:ext cx="120716" cy="69045"/>
            </a:xfrm>
            <a:custGeom>
              <a:rect b="b" l="l" r="r" t="t"/>
              <a:pathLst>
                <a:path extrusionOk="0" h="2909" w="5086">
                  <a:moveTo>
                    <a:pt x="1968" y="0"/>
                  </a:moveTo>
                  <a:cubicBezTo>
                    <a:pt x="1382" y="419"/>
                    <a:pt x="691" y="1088"/>
                    <a:pt x="1" y="1925"/>
                  </a:cubicBezTo>
                  <a:cubicBezTo>
                    <a:pt x="1089" y="2406"/>
                    <a:pt x="2198" y="2511"/>
                    <a:pt x="3202" y="2616"/>
                  </a:cubicBezTo>
                  <a:cubicBezTo>
                    <a:pt x="3872" y="2678"/>
                    <a:pt x="4520" y="2741"/>
                    <a:pt x="5085" y="2909"/>
                  </a:cubicBezTo>
                  <a:cubicBezTo>
                    <a:pt x="4918" y="2595"/>
                    <a:pt x="4729" y="2281"/>
                    <a:pt x="4520" y="2009"/>
                  </a:cubicBezTo>
                  <a:cubicBezTo>
                    <a:pt x="4520" y="1988"/>
                    <a:pt x="4520" y="1988"/>
                    <a:pt x="4499" y="1988"/>
                  </a:cubicBezTo>
                  <a:cubicBezTo>
                    <a:pt x="4478" y="1967"/>
                    <a:pt x="4457" y="1925"/>
                    <a:pt x="4437" y="1883"/>
                  </a:cubicBezTo>
                  <a:lnTo>
                    <a:pt x="4416" y="1883"/>
                  </a:lnTo>
                  <a:cubicBezTo>
                    <a:pt x="4395" y="1841"/>
                    <a:pt x="4374" y="1820"/>
                    <a:pt x="4353" y="1779"/>
                  </a:cubicBezTo>
                  <a:lnTo>
                    <a:pt x="4332" y="1779"/>
                  </a:lnTo>
                  <a:cubicBezTo>
                    <a:pt x="4165" y="1569"/>
                    <a:pt x="3997" y="1381"/>
                    <a:pt x="3809" y="1193"/>
                  </a:cubicBezTo>
                  <a:lnTo>
                    <a:pt x="3788" y="1193"/>
                  </a:lnTo>
                  <a:cubicBezTo>
                    <a:pt x="3767" y="1172"/>
                    <a:pt x="3746" y="1130"/>
                    <a:pt x="3704" y="1109"/>
                  </a:cubicBezTo>
                  <a:cubicBezTo>
                    <a:pt x="3704" y="1109"/>
                    <a:pt x="3704" y="1109"/>
                    <a:pt x="3683" y="1088"/>
                  </a:cubicBezTo>
                  <a:cubicBezTo>
                    <a:pt x="3662" y="1067"/>
                    <a:pt x="3641" y="1046"/>
                    <a:pt x="3600" y="1025"/>
                  </a:cubicBezTo>
                  <a:cubicBezTo>
                    <a:pt x="3600" y="1025"/>
                    <a:pt x="3600" y="1004"/>
                    <a:pt x="3579" y="1004"/>
                  </a:cubicBezTo>
                  <a:cubicBezTo>
                    <a:pt x="3558" y="984"/>
                    <a:pt x="3537" y="963"/>
                    <a:pt x="3495" y="942"/>
                  </a:cubicBezTo>
                  <a:cubicBezTo>
                    <a:pt x="3495" y="921"/>
                    <a:pt x="3474" y="921"/>
                    <a:pt x="3474" y="900"/>
                  </a:cubicBezTo>
                  <a:cubicBezTo>
                    <a:pt x="3453" y="879"/>
                    <a:pt x="3411" y="858"/>
                    <a:pt x="3390" y="837"/>
                  </a:cubicBezTo>
                  <a:cubicBezTo>
                    <a:pt x="3390" y="837"/>
                    <a:pt x="3369" y="837"/>
                    <a:pt x="3369" y="816"/>
                  </a:cubicBezTo>
                  <a:cubicBezTo>
                    <a:pt x="3328" y="795"/>
                    <a:pt x="3307" y="774"/>
                    <a:pt x="3286" y="753"/>
                  </a:cubicBezTo>
                  <a:cubicBezTo>
                    <a:pt x="3265" y="753"/>
                    <a:pt x="3265" y="753"/>
                    <a:pt x="3244" y="732"/>
                  </a:cubicBezTo>
                  <a:cubicBezTo>
                    <a:pt x="3118" y="649"/>
                    <a:pt x="2993" y="544"/>
                    <a:pt x="2867" y="460"/>
                  </a:cubicBezTo>
                  <a:cubicBezTo>
                    <a:pt x="2846" y="460"/>
                    <a:pt x="2825" y="440"/>
                    <a:pt x="2825" y="440"/>
                  </a:cubicBezTo>
                  <a:cubicBezTo>
                    <a:pt x="2804" y="419"/>
                    <a:pt x="2763" y="398"/>
                    <a:pt x="2742" y="398"/>
                  </a:cubicBezTo>
                  <a:cubicBezTo>
                    <a:pt x="2721" y="377"/>
                    <a:pt x="2721" y="377"/>
                    <a:pt x="2700" y="356"/>
                  </a:cubicBezTo>
                  <a:cubicBezTo>
                    <a:pt x="2679" y="356"/>
                    <a:pt x="2637" y="335"/>
                    <a:pt x="2616" y="314"/>
                  </a:cubicBezTo>
                  <a:cubicBezTo>
                    <a:pt x="2595" y="314"/>
                    <a:pt x="2595" y="293"/>
                    <a:pt x="2574" y="293"/>
                  </a:cubicBezTo>
                  <a:cubicBezTo>
                    <a:pt x="2553" y="272"/>
                    <a:pt x="2512" y="272"/>
                    <a:pt x="2491" y="251"/>
                  </a:cubicBezTo>
                  <a:cubicBezTo>
                    <a:pt x="2470" y="230"/>
                    <a:pt x="2470" y="230"/>
                    <a:pt x="2449" y="230"/>
                  </a:cubicBezTo>
                  <a:cubicBezTo>
                    <a:pt x="2407" y="209"/>
                    <a:pt x="2386" y="188"/>
                    <a:pt x="2365" y="188"/>
                  </a:cubicBezTo>
                  <a:cubicBezTo>
                    <a:pt x="2344" y="168"/>
                    <a:pt x="2323" y="168"/>
                    <a:pt x="2302" y="147"/>
                  </a:cubicBezTo>
                  <a:cubicBezTo>
                    <a:pt x="2281" y="147"/>
                    <a:pt x="2260" y="126"/>
                    <a:pt x="2240" y="126"/>
                  </a:cubicBezTo>
                  <a:cubicBezTo>
                    <a:pt x="2219" y="105"/>
                    <a:pt x="2198" y="105"/>
                    <a:pt x="2177" y="84"/>
                  </a:cubicBezTo>
                  <a:cubicBezTo>
                    <a:pt x="2156" y="84"/>
                    <a:pt x="2135" y="63"/>
                    <a:pt x="2093" y="63"/>
                  </a:cubicBezTo>
                  <a:cubicBezTo>
                    <a:pt x="2093" y="42"/>
                    <a:pt x="2072" y="42"/>
                    <a:pt x="2051" y="21"/>
                  </a:cubicBezTo>
                  <a:cubicBezTo>
                    <a:pt x="2030" y="21"/>
                    <a:pt x="1988" y="0"/>
                    <a:pt x="1968" y="0"/>
                  </a:cubicBezTo>
                  <a:close/>
                </a:path>
              </a:pathLst>
            </a:custGeom>
            <a:solidFill>
              <a:srgbClr val="E95E24"/>
            </a:solidFill>
            <a:ln>
              <a:noFill/>
            </a:ln>
          </p:spPr>
          <p:txBody>
            <a:bodyPr anchorCtr="0" anchor="ctr" bIns="503075" lIns="503075" spcFirstLastPara="1" rIns="503075" wrap="square" tIns="503075">
              <a:noAutofit/>
            </a:bodyPr>
            <a:lstStyle/>
            <a:p>
              <a:pPr indent="0" lvl="0" marL="0" rtl="0" algn="l">
                <a:spcBef>
                  <a:spcPts val="0"/>
                </a:spcBef>
                <a:spcAft>
                  <a:spcPts val="0"/>
                </a:spcAft>
                <a:buNone/>
              </a:pPr>
              <a:r>
                <a:t/>
              </a:r>
              <a:endParaRPr/>
            </a:p>
          </p:txBody>
        </p:sp>
        <p:sp>
          <p:nvSpPr>
            <p:cNvPr id="11788" name="Google Shape;11788;p1458"/>
            <p:cNvSpPr/>
            <p:nvPr/>
          </p:nvSpPr>
          <p:spPr>
            <a:xfrm>
              <a:off x="4284834" y="1636698"/>
              <a:ext cx="124680" cy="94370"/>
            </a:xfrm>
            <a:custGeom>
              <a:rect b="b" l="l" r="r" t="t"/>
              <a:pathLst>
                <a:path extrusionOk="0" h="3976" w="5253">
                  <a:moveTo>
                    <a:pt x="1109" y="0"/>
                  </a:moveTo>
                  <a:cubicBezTo>
                    <a:pt x="1088" y="21"/>
                    <a:pt x="1068" y="63"/>
                    <a:pt x="1047" y="105"/>
                  </a:cubicBezTo>
                  <a:cubicBezTo>
                    <a:pt x="1047" y="105"/>
                    <a:pt x="1047" y="105"/>
                    <a:pt x="1026" y="126"/>
                  </a:cubicBezTo>
                  <a:cubicBezTo>
                    <a:pt x="1005" y="147"/>
                    <a:pt x="984" y="189"/>
                    <a:pt x="963" y="209"/>
                  </a:cubicBezTo>
                  <a:cubicBezTo>
                    <a:pt x="963" y="230"/>
                    <a:pt x="963" y="230"/>
                    <a:pt x="963" y="251"/>
                  </a:cubicBezTo>
                  <a:cubicBezTo>
                    <a:pt x="942" y="272"/>
                    <a:pt x="921" y="314"/>
                    <a:pt x="900" y="335"/>
                  </a:cubicBezTo>
                  <a:cubicBezTo>
                    <a:pt x="879" y="356"/>
                    <a:pt x="879" y="356"/>
                    <a:pt x="879" y="377"/>
                  </a:cubicBezTo>
                  <a:cubicBezTo>
                    <a:pt x="858" y="398"/>
                    <a:pt x="837" y="440"/>
                    <a:pt x="816" y="461"/>
                  </a:cubicBezTo>
                  <a:cubicBezTo>
                    <a:pt x="816" y="481"/>
                    <a:pt x="816" y="481"/>
                    <a:pt x="796" y="502"/>
                  </a:cubicBezTo>
                  <a:cubicBezTo>
                    <a:pt x="775" y="523"/>
                    <a:pt x="775" y="565"/>
                    <a:pt x="754" y="586"/>
                  </a:cubicBezTo>
                  <a:cubicBezTo>
                    <a:pt x="754" y="607"/>
                    <a:pt x="733" y="607"/>
                    <a:pt x="733" y="628"/>
                  </a:cubicBezTo>
                  <a:cubicBezTo>
                    <a:pt x="712" y="670"/>
                    <a:pt x="691" y="691"/>
                    <a:pt x="691" y="712"/>
                  </a:cubicBezTo>
                  <a:cubicBezTo>
                    <a:pt x="670" y="733"/>
                    <a:pt x="670" y="753"/>
                    <a:pt x="649" y="774"/>
                  </a:cubicBezTo>
                  <a:cubicBezTo>
                    <a:pt x="649" y="795"/>
                    <a:pt x="628" y="816"/>
                    <a:pt x="607" y="858"/>
                  </a:cubicBezTo>
                  <a:cubicBezTo>
                    <a:pt x="607" y="879"/>
                    <a:pt x="607" y="879"/>
                    <a:pt x="586" y="900"/>
                  </a:cubicBezTo>
                  <a:cubicBezTo>
                    <a:pt x="586" y="921"/>
                    <a:pt x="565" y="963"/>
                    <a:pt x="544" y="984"/>
                  </a:cubicBezTo>
                  <a:cubicBezTo>
                    <a:pt x="544" y="1005"/>
                    <a:pt x="544" y="1025"/>
                    <a:pt x="523" y="1046"/>
                  </a:cubicBezTo>
                  <a:cubicBezTo>
                    <a:pt x="523" y="1067"/>
                    <a:pt x="503" y="1088"/>
                    <a:pt x="503" y="1130"/>
                  </a:cubicBezTo>
                  <a:cubicBezTo>
                    <a:pt x="482" y="1151"/>
                    <a:pt x="482" y="1172"/>
                    <a:pt x="461" y="1193"/>
                  </a:cubicBezTo>
                  <a:cubicBezTo>
                    <a:pt x="461" y="1214"/>
                    <a:pt x="440" y="1235"/>
                    <a:pt x="440" y="1256"/>
                  </a:cubicBezTo>
                  <a:cubicBezTo>
                    <a:pt x="419" y="1277"/>
                    <a:pt x="419" y="1297"/>
                    <a:pt x="419" y="1339"/>
                  </a:cubicBezTo>
                  <a:cubicBezTo>
                    <a:pt x="398" y="1360"/>
                    <a:pt x="398" y="1381"/>
                    <a:pt x="377" y="1402"/>
                  </a:cubicBezTo>
                  <a:cubicBezTo>
                    <a:pt x="377" y="1423"/>
                    <a:pt x="356" y="1444"/>
                    <a:pt x="356" y="1486"/>
                  </a:cubicBezTo>
                  <a:cubicBezTo>
                    <a:pt x="356" y="1507"/>
                    <a:pt x="335" y="1528"/>
                    <a:pt x="335" y="1549"/>
                  </a:cubicBezTo>
                  <a:cubicBezTo>
                    <a:pt x="314" y="1569"/>
                    <a:pt x="314" y="1611"/>
                    <a:pt x="314" y="1632"/>
                  </a:cubicBezTo>
                  <a:cubicBezTo>
                    <a:pt x="293" y="1653"/>
                    <a:pt x="293" y="1674"/>
                    <a:pt x="272" y="1695"/>
                  </a:cubicBezTo>
                  <a:cubicBezTo>
                    <a:pt x="272" y="1716"/>
                    <a:pt x="272" y="1758"/>
                    <a:pt x="251" y="1779"/>
                  </a:cubicBezTo>
                  <a:cubicBezTo>
                    <a:pt x="251" y="1800"/>
                    <a:pt x="251" y="1821"/>
                    <a:pt x="231" y="1841"/>
                  </a:cubicBezTo>
                  <a:cubicBezTo>
                    <a:pt x="231" y="1883"/>
                    <a:pt x="210" y="1904"/>
                    <a:pt x="210" y="1946"/>
                  </a:cubicBezTo>
                  <a:cubicBezTo>
                    <a:pt x="210" y="1967"/>
                    <a:pt x="210" y="1988"/>
                    <a:pt x="189" y="1988"/>
                  </a:cubicBezTo>
                  <a:cubicBezTo>
                    <a:pt x="189" y="2051"/>
                    <a:pt x="168" y="2093"/>
                    <a:pt x="168" y="2155"/>
                  </a:cubicBezTo>
                  <a:cubicBezTo>
                    <a:pt x="147" y="2197"/>
                    <a:pt x="147" y="2239"/>
                    <a:pt x="126" y="2302"/>
                  </a:cubicBezTo>
                  <a:cubicBezTo>
                    <a:pt x="126" y="2302"/>
                    <a:pt x="126" y="2323"/>
                    <a:pt x="126" y="2344"/>
                  </a:cubicBezTo>
                  <a:cubicBezTo>
                    <a:pt x="105" y="2365"/>
                    <a:pt x="105" y="2406"/>
                    <a:pt x="105" y="2448"/>
                  </a:cubicBezTo>
                  <a:cubicBezTo>
                    <a:pt x="105" y="2448"/>
                    <a:pt x="84" y="2469"/>
                    <a:pt x="84" y="2490"/>
                  </a:cubicBezTo>
                  <a:cubicBezTo>
                    <a:pt x="84" y="2532"/>
                    <a:pt x="84" y="2574"/>
                    <a:pt x="63" y="2616"/>
                  </a:cubicBezTo>
                  <a:cubicBezTo>
                    <a:pt x="63" y="2637"/>
                    <a:pt x="63" y="2637"/>
                    <a:pt x="63" y="2657"/>
                  </a:cubicBezTo>
                  <a:cubicBezTo>
                    <a:pt x="63" y="2678"/>
                    <a:pt x="63" y="2720"/>
                    <a:pt x="42" y="2762"/>
                  </a:cubicBezTo>
                  <a:cubicBezTo>
                    <a:pt x="42" y="2783"/>
                    <a:pt x="42" y="2783"/>
                    <a:pt x="42" y="2804"/>
                  </a:cubicBezTo>
                  <a:cubicBezTo>
                    <a:pt x="42" y="2846"/>
                    <a:pt x="42" y="2867"/>
                    <a:pt x="42" y="2888"/>
                  </a:cubicBezTo>
                  <a:cubicBezTo>
                    <a:pt x="21" y="2909"/>
                    <a:pt x="21" y="2929"/>
                    <a:pt x="21" y="2950"/>
                  </a:cubicBezTo>
                  <a:cubicBezTo>
                    <a:pt x="21" y="2992"/>
                    <a:pt x="21" y="3034"/>
                    <a:pt x="21" y="3076"/>
                  </a:cubicBezTo>
                  <a:cubicBezTo>
                    <a:pt x="21" y="3097"/>
                    <a:pt x="21" y="3118"/>
                    <a:pt x="0" y="3160"/>
                  </a:cubicBezTo>
                  <a:cubicBezTo>
                    <a:pt x="0" y="3160"/>
                    <a:pt x="0" y="3181"/>
                    <a:pt x="0" y="3202"/>
                  </a:cubicBezTo>
                  <a:cubicBezTo>
                    <a:pt x="0" y="3243"/>
                    <a:pt x="0" y="3264"/>
                    <a:pt x="0" y="3285"/>
                  </a:cubicBezTo>
                  <a:cubicBezTo>
                    <a:pt x="0" y="3306"/>
                    <a:pt x="0" y="3327"/>
                    <a:pt x="0" y="3327"/>
                  </a:cubicBezTo>
                  <a:cubicBezTo>
                    <a:pt x="0" y="3432"/>
                    <a:pt x="0" y="3536"/>
                    <a:pt x="0" y="3620"/>
                  </a:cubicBezTo>
                  <a:cubicBezTo>
                    <a:pt x="0" y="3641"/>
                    <a:pt x="0" y="3641"/>
                    <a:pt x="0" y="3662"/>
                  </a:cubicBezTo>
                  <a:cubicBezTo>
                    <a:pt x="0" y="3766"/>
                    <a:pt x="0" y="3871"/>
                    <a:pt x="0" y="3976"/>
                  </a:cubicBezTo>
                  <a:cubicBezTo>
                    <a:pt x="356" y="3599"/>
                    <a:pt x="775" y="3202"/>
                    <a:pt x="1214" y="2888"/>
                  </a:cubicBezTo>
                  <a:cubicBezTo>
                    <a:pt x="1891" y="2413"/>
                    <a:pt x="2647" y="2076"/>
                    <a:pt x="3455" y="2076"/>
                  </a:cubicBezTo>
                  <a:cubicBezTo>
                    <a:pt x="3821" y="2076"/>
                    <a:pt x="4198" y="2145"/>
                    <a:pt x="4583" y="2302"/>
                  </a:cubicBezTo>
                  <a:cubicBezTo>
                    <a:pt x="4792" y="1925"/>
                    <a:pt x="5022" y="1569"/>
                    <a:pt x="5252" y="1214"/>
                  </a:cubicBezTo>
                  <a:cubicBezTo>
                    <a:pt x="3767" y="586"/>
                    <a:pt x="2302" y="168"/>
                    <a:pt x="1109" y="0"/>
                  </a:cubicBezTo>
                  <a:close/>
                </a:path>
              </a:pathLst>
            </a:custGeom>
            <a:solidFill>
              <a:srgbClr val="E95E24"/>
            </a:solidFill>
            <a:ln>
              <a:noFill/>
            </a:ln>
          </p:spPr>
          <p:txBody>
            <a:bodyPr anchorCtr="0" anchor="ctr" bIns="503075" lIns="503075" spcFirstLastPara="1" rIns="503075" wrap="square" tIns="503075">
              <a:noAutofit/>
            </a:bodyPr>
            <a:lstStyle/>
            <a:p>
              <a:pPr indent="0" lvl="0" marL="0" rtl="0" algn="l">
                <a:spcBef>
                  <a:spcPts val="0"/>
                </a:spcBef>
                <a:spcAft>
                  <a:spcPts val="0"/>
                </a:spcAft>
                <a:buNone/>
              </a:pPr>
              <a:r>
                <a:t/>
              </a:r>
              <a:endParaRPr/>
            </a:p>
          </p:txBody>
        </p:sp>
        <p:sp>
          <p:nvSpPr>
            <p:cNvPr id="11789" name="Google Shape;11789;p1458"/>
            <p:cNvSpPr/>
            <p:nvPr/>
          </p:nvSpPr>
          <p:spPr>
            <a:xfrm>
              <a:off x="4326536" y="1777022"/>
              <a:ext cx="329798" cy="325526"/>
            </a:xfrm>
            <a:custGeom>
              <a:rect b="b" l="l" r="r" t="t"/>
              <a:pathLst>
                <a:path extrusionOk="0" h="13715" w="13895">
                  <a:moveTo>
                    <a:pt x="12252" y="0"/>
                  </a:moveTo>
                  <a:cubicBezTo>
                    <a:pt x="11677" y="0"/>
                    <a:pt x="11342" y="1322"/>
                    <a:pt x="11342" y="1322"/>
                  </a:cubicBezTo>
                  <a:cubicBezTo>
                    <a:pt x="11288" y="1303"/>
                    <a:pt x="11235" y="1294"/>
                    <a:pt x="11182" y="1294"/>
                  </a:cubicBezTo>
                  <a:cubicBezTo>
                    <a:pt x="10481" y="1294"/>
                    <a:pt x="9911" y="2902"/>
                    <a:pt x="9521" y="3875"/>
                  </a:cubicBezTo>
                  <a:cubicBezTo>
                    <a:pt x="9161" y="4794"/>
                    <a:pt x="7947" y="5387"/>
                    <a:pt x="7390" y="5387"/>
                  </a:cubicBezTo>
                  <a:cubicBezTo>
                    <a:pt x="7300" y="5387"/>
                    <a:pt x="7227" y="5372"/>
                    <a:pt x="7178" y="5340"/>
                  </a:cubicBezTo>
                  <a:cubicBezTo>
                    <a:pt x="6843" y="5088"/>
                    <a:pt x="8747" y="3540"/>
                    <a:pt x="8747" y="3540"/>
                  </a:cubicBezTo>
                  <a:cubicBezTo>
                    <a:pt x="8747" y="3540"/>
                    <a:pt x="9375" y="2912"/>
                    <a:pt x="8956" y="2410"/>
                  </a:cubicBezTo>
                  <a:cubicBezTo>
                    <a:pt x="8817" y="2250"/>
                    <a:pt x="8682" y="2196"/>
                    <a:pt x="8564" y="2196"/>
                  </a:cubicBezTo>
                  <a:cubicBezTo>
                    <a:pt x="8329" y="2196"/>
                    <a:pt x="8161" y="2410"/>
                    <a:pt x="8161" y="2410"/>
                  </a:cubicBezTo>
                  <a:lnTo>
                    <a:pt x="5650" y="4272"/>
                  </a:lnTo>
                  <a:cubicBezTo>
                    <a:pt x="5650" y="4272"/>
                    <a:pt x="2763" y="4503"/>
                    <a:pt x="1382" y="5235"/>
                  </a:cubicBezTo>
                  <a:cubicBezTo>
                    <a:pt x="1" y="5967"/>
                    <a:pt x="608" y="13165"/>
                    <a:pt x="608" y="13165"/>
                  </a:cubicBezTo>
                  <a:cubicBezTo>
                    <a:pt x="1456" y="13567"/>
                    <a:pt x="2142" y="13714"/>
                    <a:pt x="2692" y="13714"/>
                  </a:cubicBezTo>
                  <a:cubicBezTo>
                    <a:pt x="4204" y="13714"/>
                    <a:pt x="4688" y="12600"/>
                    <a:pt x="4688" y="12600"/>
                  </a:cubicBezTo>
                  <a:cubicBezTo>
                    <a:pt x="4688" y="12600"/>
                    <a:pt x="3935" y="9587"/>
                    <a:pt x="4395" y="8646"/>
                  </a:cubicBezTo>
                  <a:cubicBezTo>
                    <a:pt x="4855" y="7725"/>
                    <a:pt x="8977" y="8248"/>
                    <a:pt x="9898" y="7432"/>
                  </a:cubicBezTo>
                  <a:cubicBezTo>
                    <a:pt x="10818" y="6616"/>
                    <a:pt x="13894" y="778"/>
                    <a:pt x="13601" y="213"/>
                  </a:cubicBezTo>
                  <a:cubicBezTo>
                    <a:pt x="13535" y="93"/>
                    <a:pt x="13453" y="46"/>
                    <a:pt x="13365" y="46"/>
                  </a:cubicBezTo>
                  <a:cubicBezTo>
                    <a:pt x="13041" y="46"/>
                    <a:pt x="12639" y="695"/>
                    <a:pt x="12639" y="695"/>
                  </a:cubicBezTo>
                  <a:cubicBezTo>
                    <a:pt x="12639" y="695"/>
                    <a:pt x="12911" y="88"/>
                    <a:pt x="12304" y="4"/>
                  </a:cubicBezTo>
                  <a:cubicBezTo>
                    <a:pt x="12286" y="2"/>
                    <a:pt x="12269" y="0"/>
                    <a:pt x="12252" y="0"/>
                  </a:cubicBezTo>
                  <a:close/>
                </a:path>
              </a:pathLst>
            </a:custGeom>
            <a:solidFill>
              <a:srgbClr val="F9A350"/>
            </a:solidFill>
            <a:ln>
              <a:noFill/>
            </a:ln>
          </p:spPr>
          <p:txBody>
            <a:bodyPr anchorCtr="0" anchor="ctr" bIns="503075" lIns="503075" spcFirstLastPara="1" rIns="503075" wrap="square" tIns="50307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93" name="Shape 11793"/>
        <p:cNvGrpSpPr/>
        <p:nvPr/>
      </p:nvGrpSpPr>
      <p:grpSpPr>
        <a:xfrm>
          <a:off x="0" y="0"/>
          <a:ext cx="0" cy="0"/>
          <a:chOff x="0" y="0"/>
          <a:chExt cx="0" cy="0"/>
        </a:xfrm>
      </p:grpSpPr>
      <p:grpSp>
        <p:nvGrpSpPr>
          <p:cNvPr id="11794" name="Google Shape;11794;p1459"/>
          <p:cNvGrpSpPr/>
          <p:nvPr/>
        </p:nvGrpSpPr>
        <p:grpSpPr>
          <a:xfrm>
            <a:off x="1614200" y="529538"/>
            <a:ext cx="431700" cy="4290300"/>
            <a:chOff x="3619250" y="529538"/>
            <a:chExt cx="431700" cy="4290300"/>
          </a:xfrm>
        </p:grpSpPr>
        <p:cxnSp>
          <p:nvCxnSpPr>
            <p:cNvPr id="11795" name="Google Shape;11795;p1459"/>
            <p:cNvCxnSpPr>
              <a:stCxn id="11796" idx="0"/>
            </p:cNvCxnSpPr>
            <p:nvPr/>
          </p:nvCxnSpPr>
          <p:spPr>
            <a:xfrm rot="10800000">
              <a:off x="3835100" y="529538"/>
              <a:ext cx="0" cy="3858600"/>
            </a:xfrm>
            <a:prstGeom prst="straightConnector1">
              <a:avLst/>
            </a:prstGeom>
            <a:noFill/>
            <a:ln cap="flat" cmpd="sng" w="38100">
              <a:solidFill>
                <a:schemeClr val="accent1"/>
              </a:solidFill>
              <a:prstDash val="dash"/>
              <a:round/>
              <a:headEnd len="med" w="med" type="none"/>
              <a:tailEnd len="med" w="med" type="none"/>
            </a:ln>
          </p:spPr>
        </p:cxnSp>
        <p:sp>
          <p:nvSpPr>
            <p:cNvPr id="11796" name="Google Shape;11796;p1459"/>
            <p:cNvSpPr/>
            <p:nvPr/>
          </p:nvSpPr>
          <p:spPr>
            <a:xfrm>
              <a:off x="3619250" y="4388138"/>
              <a:ext cx="431700" cy="4317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7" name="Google Shape;11797;p1459"/>
          <p:cNvSpPr txBox="1"/>
          <p:nvPr>
            <p:ph type="title"/>
          </p:nvPr>
        </p:nvSpPr>
        <p:spPr>
          <a:xfrm>
            <a:off x="1798175" y="529550"/>
            <a:ext cx="6632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t>Results</a:t>
            </a:r>
            <a:endParaRPr sz="2400"/>
          </a:p>
        </p:txBody>
      </p:sp>
      <p:pic>
        <p:nvPicPr>
          <p:cNvPr id="11798" name="Google Shape;11798;p1459" title="Screenshot 2025-12-02 at 11.10.09 PM.png"/>
          <p:cNvPicPr preferRelativeResize="0"/>
          <p:nvPr/>
        </p:nvPicPr>
        <p:blipFill rotWithShape="1">
          <a:blip r:embed="rId3">
            <a:alphaModFix/>
          </a:blip>
          <a:srcRect b="0" l="0" r="64253" t="0"/>
          <a:stretch/>
        </p:blipFill>
        <p:spPr>
          <a:xfrm>
            <a:off x="730568" y="558109"/>
            <a:ext cx="1067599" cy="4044600"/>
          </a:xfrm>
          <a:prstGeom prst="rect">
            <a:avLst/>
          </a:prstGeom>
          <a:noFill/>
          <a:ln>
            <a:noFill/>
          </a:ln>
        </p:spPr>
      </p:pic>
      <p:pic>
        <p:nvPicPr>
          <p:cNvPr id="11799" name="Google Shape;11799;p1459" title="i.png"/>
          <p:cNvPicPr preferRelativeResize="0"/>
          <p:nvPr/>
        </p:nvPicPr>
        <p:blipFill rotWithShape="1">
          <a:blip r:embed="rId4">
            <a:alphaModFix/>
          </a:blip>
          <a:srcRect b="0" l="13946" r="13946" t="0"/>
          <a:stretch/>
        </p:blipFill>
        <p:spPr>
          <a:xfrm>
            <a:off x="2078098" y="1093514"/>
            <a:ext cx="702900" cy="707400"/>
          </a:xfrm>
          <a:prstGeom prst="ellipse">
            <a:avLst/>
          </a:prstGeom>
          <a:noFill/>
          <a:ln>
            <a:noFill/>
          </a:ln>
        </p:spPr>
      </p:pic>
      <p:pic>
        <p:nvPicPr>
          <p:cNvPr id="11800" name="Google Shape;11800;p1459" title="i (2).png"/>
          <p:cNvPicPr preferRelativeResize="0"/>
          <p:nvPr/>
        </p:nvPicPr>
        <p:blipFill rotWithShape="1">
          <a:blip r:embed="rId5">
            <a:alphaModFix/>
          </a:blip>
          <a:srcRect b="0" l="13946" r="13946" t="0"/>
          <a:stretch/>
        </p:blipFill>
        <p:spPr>
          <a:xfrm>
            <a:off x="2078098" y="1985452"/>
            <a:ext cx="702900" cy="707400"/>
          </a:xfrm>
          <a:prstGeom prst="ellipse">
            <a:avLst/>
          </a:prstGeom>
          <a:noFill/>
          <a:ln>
            <a:noFill/>
          </a:ln>
        </p:spPr>
      </p:pic>
      <p:pic>
        <p:nvPicPr>
          <p:cNvPr id="11801" name="Google Shape;11801;p1459" title="i (5).png"/>
          <p:cNvPicPr preferRelativeResize="0"/>
          <p:nvPr/>
        </p:nvPicPr>
        <p:blipFill rotWithShape="1">
          <a:blip r:embed="rId6">
            <a:alphaModFix/>
          </a:blip>
          <a:srcRect b="0" l="13946" r="13946" t="0"/>
          <a:stretch/>
        </p:blipFill>
        <p:spPr>
          <a:xfrm>
            <a:off x="2078098" y="2868640"/>
            <a:ext cx="702900" cy="707400"/>
          </a:xfrm>
          <a:prstGeom prst="ellipse">
            <a:avLst/>
          </a:prstGeom>
          <a:noFill/>
          <a:ln>
            <a:noFill/>
          </a:ln>
        </p:spPr>
      </p:pic>
      <p:pic>
        <p:nvPicPr>
          <p:cNvPr id="11802" name="Google Shape;11802;p1459" title="i (7).png"/>
          <p:cNvPicPr preferRelativeResize="0"/>
          <p:nvPr/>
        </p:nvPicPr>
        <p:blipFill rotWithShape="1">
          <a:blip r:embed="rId7">
            <a:alphaModFix/>
          </a:blip>
          <a:srcRect b="0" l="13946" r="13946" t="0"/>
          <a:stretch/>
        </p:blipFill>
        <p:spPr>
          <a:xfrm>
            <a:off x="2078098" y="3751827"/>
            <a:ext cx="702900" cy="707400"/>
          </a:xfrm>
          <a:prstGeom prst="ellipse">
            <a:avLst/>
          </a:prstGeom>
          <a:noFill/>
          <a:ln>
            <a:noFill/>
          </a:ln>
        </p:spPr>
      </p:pic>
      <p:pic>
        <p:nvPicPr>
          <p:cNvPr id="11803" name="Google Shape;11803;p1459" title="i.png"/>
          <p:cNvPicPr preferRelativeResize="0"/>
          <p:nvPr/>
        </p:nvPicPr>
        <p:blipFill rotWithShape="1">
          <a:blip r:embed="rId8">
            <a:alphaModFix/>
          </a:blip>
          <a:srcRect b="0" l="13899" r="13899" t="0"/>
          <a:stretch/>
        </p:blipFill>
        <p:spPr>
          <a:xfrm>
            <a:off x="3078248" y="1089615"/>
            <a:ext cx="702900" cy="707400"/>
          </a:xfrm>
          <a:prstGeom prst="ellipse">
            <a:avLst/>
          </a:prstGeom>
          <a:noFill/>
          <a:ln>
            <a:noFill/>
          </a:ln>
        </p:spPr>
      </p:pic>
      <p:pic>
        <p:nvPicPr>
          <p:cNvPr id="11804" name="Google Shape;11804;p1459" title="i (3).png"/>
          <p:cNvPicPr preferRelativeResize="0"/>
          <p:nvPr/>
        </p:nvPicPr>
        <p:blipFill rotWithShape="1">
          <a:blip r:embed="rId9">
            <a:alphaModFix/>
          </a:blip>
          <a:srcRect b="0" l="13899" r="13899" t="0"/>
          <a:stretch/>
        </p:blipFill>
        <p:spPr>
          <a:xfrm>
            <a:off x="3078248" y="1972815"/>
            <a:ext cx="702900" cy="707400"/>
          </a:xfrm>
          <a:prstGeom prst="ellipse">
            <a:avLst/>
          </a:prstGeom>
          <a:noFill/>
          <a:ln>
            <a:noFill/>
          </a:ln>
        </p:spPr>
      </p:pic>
      <p:pic>
        <p:nvPicPr>
          <p:cNvPr id="11805" name="Google Shape;11805;p1459" title="202695.png"/>
          <p:cNvPicPr preferRelativeResize="0"/>
          <p:nvPr/>
        </p:nvPicPr>
        <p:blipFill rotWithShape="1">
          <a:blip r:embed="rId10">
            <a:alphaModFix/>
          </a:blip>
          <a:srcRect b="0" l="13694" r="13694" t="0"/>
          <a:stretch/>
        </p:blipFill>
        <p:spPr>
          <a:xfrm>
            <a:off x="3078248" y="2856002"/>
            <a:ext cx="702900" cy="707400"/>
          </a:xfrm>
          <a:prstGeom prst="ellipse">
            <a:avLst/>
          </a:prstGeom>
          <a:noFill/>
          <a:ln>
            <a:noFill/>
          </a:ln>
        </p:spPr>
      </p:pic>
      <p:pic>
        <p:nvPicPr>
          <p:cNvPr id="11806" name="Google Shape;11806;p1459" title="i (8).png"/>
          <p:cNvPicPr preferRelativeResize="0"/>
          <p:nvPr/>
        </p:nvPicPr>
        <p:blipFill rotWithShape="1">
          <a:blip r:embed="rId11">
            <a:alphaModFix/>
          </a:blip>
          <a:srcRect b="0" l="13946" r="13946" t="0"/>
          <a:stretch/>
        </p:blipFill>
        <p:spPr>
          <a:xfrm>
            <a:off x="3078248" y="3739190"/>
            <a:ext cx="702900" cy="707400"/>
          </a:xfrm>
          <a:prstGeom prst="ellipse">
            <a:avLst/>
          </a:prstGeom>
          <a:noFill/>
          <a:ln>
            <a:noFill/>
          </a:ln>
        </p:spPr>
      </p:pic>
      <p:pic>
        <p:nvPicPr>
          <p:cNvPr id="11807" name="Google Shape;11807;p1459" title="i (1).png"/>
          <p:cNvPicPr preferRelativeResize="0"/>
          <p:nvPr/>
        </p:nvPicPr>
        <p:blipFill rotWithShape="1">
          <a:blip r:embed="rId12">
            <a:alphaModFix/>
          </a:blip>
          <a:srcRect b="0" l="13946" r="13946" t="0"/>
          <a:stretch/>
        </p:blipFill>
        <p:spPr>
          <a:xfrm>
            <a:off x="4177835" y="1089615"/>
            <a:ext cx="702900" cy="707400"/>
          </a:xfrm>
          <a:prstGeom prst="ellipse">
            <a:avLst/>
          </a:prstGeom>
          <a:noFill/>
          <a:ln>
            <a:noFill/>
          </a:ln>
        </p:spPr>
      </p:pic>
      <p:pic>
        <p:nvPicPr>
          <p:cNvPr id="11808" name="Google Shape;11808;p1459" title="i (4).png"/>
          <p:cNvPicPr preferRelativeResize="0"/>
          <p:nvPr/>
        </p:nvPicPr>
        <p:blipFill rotWithShape="1">
          <a:blip r:embed="rId13">
            <a:alphaModFix/>
          </a:blip>
          <a:srcRect b="0" l="13946" r="13946" t="0"/>
          <a:stretch/>
        </p:blipFill>
        <p:spPr>
          <a:xfrm>
            <a:off x="4177835" y="1972815"/>
            <a:ext cx="702900" cy="707400"/>
          </a:xfrm>
          <a:prstGeom prst="ellipse">
            <a:avLst/>
          </a:prstGeom>
          <a:noFill/>
          <a:ln>
            <a:noFill/>
          </a:ln>
        </p:spPr>
      </p:pic>
      <p:pic>
        <p:nvPicPr>
          <p:cNvPr id="11809" name="Google Shape;11809;p1459" title="i (6).png"/>
          <p:cNvPicPr preferRelativeResize="0"/>
          <p:nvPr/>
        </p:nvPicPr>
        <p:blipFill rotWithShape="1">
          <a:blip r:embed="rId14">
            <a:alphaModFix/>
          </a:blip>
          <a:srcRect b="0" l="13946" r="13946" t="0"/>
          <a:stretch/>
        </p:blipFill>
        <p:spPr>
          <a:xfrm>
            <a:off x="4177835" y="2856002"/>
            <a:ext cx="702900" cy="707400"/>
          </a:xfrm>
          <a:prstGeom prst="ellipse">
            <a:avLst/>
          </a:prstGeom>
          <a:noFill/>
          <a:ln>
            <a:noFill/>
          </a:ln>
        </p:spPr>
      </p:pic>
      <p:pic>
        <p:nvPicPr>
          <p:cNvPr id="11810" name="Google Shape;11810;p1459" title="i (9).png"/>
          <p:cNvPicPr preferRelativeResize="0"/>
          <p:nvPr/>
        </p:nvPicPr>
        <p:blipFill rotWithShape="1">
          <a:blip r:embed="rId15">
            <a:alphaModFix/>
          </a:blip>
          <a:srcRect b="0" l="13946" r="13946" t="0"/>
          <a:stretch/>
        </p:blipFill>
        <p:spPr>
          <a:xfrm>
            <a:off x="4177835" y="3739190"/>
            <a:ext cx="702900" cy="707400"/>
          </a:xfrm>
          <a:prstGeom prst="ellipse">
            <a:avLst/>
          </a:prstGeom>
          <a:noFill/>
          <a:ln>
            <a:noFill/>
          </a:ln>
        </p:spPr>
      </p:pic>
      <p:pic>
        <p:nvPicPr>
          <p:cNvPr id="11811" name="Google Shape;11811;p1459" title="i.png"/>
          <p:cNvPicPr preferRelativeResize="0"/>
          <p:nvPr/>
        </p:nvPicPr>
        <p:blipFill rotWithShape="1">
          <a:blip r:embed="rId16">
            <a:alphaModFix/>
          </a:blip>
          <a:srcRect b="0" l="13899" r="13899" t="0"/>
          <a:stretch/>
        </p:blipFill>
        <p:spPr>
          <a:xfrm>
            <a:off x="5277398" y="1089615"/>
            <a:ext cx="702900" cy="707400"/>
          </a:xfrm>
          <a:prstGeom prst="ellipse">
            <a:avLst/>
          </a:prstGeom>
          <a:noFill/>
          <a:ln>
            <a:noFill/>
          </a:ln>
        </p:spPr>
      </p:pic>
      <p:pic>
        <p:nvPicPr>
          <p:cNvPr id="11812" name="Google Shape;11812;p1459" title="i.png"/>
          <p:cNvPicPr preferRelativeResize="0"/>
          <p:nvPr/>
        </p:nvPicPr>
        <p:blipFill rotWithShape="1">
          <a:blip r:embed="rId17">
            <a:alphaModFix/>
          </a:blip>
          <a:srcRect b="0" l="13899" r="13899" t="0"/>
          <a:stretch/>
        </p:blipFill>
        <p:spPr>
          <a:xfrm>
            <a:off x="5277398" y="1972815"/>
            <a:ext cx="702900" cy="707400"/>
          </a:xfrm>
          <a:prstGeom prst="ellipse">
            <a:avLst/>
          </a:prstGeom>
          <a:noFill/>
          <a:ln>
            <a:noFill/>
          </a:ln>
        </p:spPr>
      </p:pic>
      <p:pic>
        <p:nvPicPr>
          <p:cNvPr id="11813" name="Google Shape;11813;p1459" title="i.png"/>
          <p:cNvPicPr preferRelativeResize="0"/>
          <p:nvPr/>
        </p:nvPicPr>
        <p:blipFill rotWithShape="1">
          <a:blip r:embed="rId18">
            <a:alphaModFix/>
          </a:blip>
          <a:srcRect b="0" l="13946" r="13946" t="0"/>
          <a:stretch/>
        </p:blipFill>
        <p:spPr>
          <a:xfrm>
            <a:off x="5277398" y="2856002"/>
            <a:ext cx="702900" cy="707400"/>
          </a:xfrm>
          <a:prstGeom prst="ellipse">
            <a:avLst/>
          </a:prstGeom>
          <a:noFill/>
          <a:ln>
            <a:noFill/>
          </a:ln>
        </p:spPr>
      </p:pic>
      <p:pic>
        <p:nvPicPr>
          <p:cNvPr id="11814" name="Google Shape;11814;p1459" title="3917376.png"/>
          <p:cNvPicPr preferRelativeResize="0"/>
          <p:nvPr/>
        </p:nvPicPr>
        <p:blipFill rotWithShape="1">
          <a:blip r:embed="rId19">
            <a:alphaModFix/>
          </a:blip>
          <a:srcRect b="0" l="13899" r="13899" t="0"/>
          <a:stretch/>
        </p:blipFill>
        <p:spPr>
          <a:xfrm>
            <a:off x="5277398" y="3739190"/>
            <a:ext cx="702900" cy="707400"/>
          </a:xfrm>
          <a:prstGeom prst="ellipse">
            <a:avLst/>
          </a:prstGeom>
          <a:noFill/>
          <a:ln>
            <a:noFill/>
          </a:ln>
        </p:spPr>
      </p:pic>
      <p:pic>
        <p:nvPicPr>
          <p:cNvPr id="11815" name="Google Shape;11815;p1459" title="i.png"/>
          <p:cNvPicPr preferRelativeResize="0"/>
          <p:nvPr/>
        </p:nvPicPr>
        <p:blipFill rotWithShape="1">
          <a:blip r:embed="rId20">
            <a:alphaModFix/>
          </a:blip>
          <a:srcRect b="0" l="13899" r="13899" t="0"/>
          <a:stretch/>
        </p:blipFill>
        <p:spPr>
          <a:xfrm>
            <a:off x="6376985" y="1089615"/>
            <a:ext cx="702900" cy="707400"/>
          </a:xfrm>
          <a:prstGeom prst="ellipse">
            <a:avLst/>
          </a:prstGeom>
          <a:noFill/>
          <a:ln>
            <a:noFill/>
          </a:ln>
        </p:spPr>
      </p:pic>
      <p:pic>
        <p:nvPicPr>
          <p:cNvPr id="11816" name="Google Shape;11816;p1459" title="i.png"/>
          <p:cNvPicPr preferRelativeResize="0"/>
          <p:nvPr/>
        </p:nvPicPr>
        <p:blipFill rotWithShape="1">
          <a:blip r:embed="rId21">
            <a:alphaModFix/>
          </a:blip>
          <a:srcRect b="0" l="13946" r="13946" t="0"/>
          <a:stretch/>
        </p:blipFill>
        <p:spPr>
          <a:xfrm>
            <a:off x="6376985" y="1972815"/>
            <a:ext cx="702900" cy="707400"/>
          </a:xfrm>
          <a:prstGeom prst="ellipse">
            <a:avLst/>
          </a:prstGeom>
          <a:noFill/>
          <a:ln>
            <a:noFill/>
          </a:ln>
        </p:spPr>
      </p:pic>
      <p:pic>
        <p:nvPicPr>
          <p:cNvPr id="11817" name="Google Shape;11817;p1459" title="i.png"/>
          <p:cNvPicPr preferRelativeResize="0"/>
          <p:nvPr/>
        </p:nvPicPr>
        <p:blipFill rotWithShape="1">
          <a:blip r:embed="rId22">
            <a:alphaModFix/>
          </a:blip>
          <a:srcRect b="0" l="13899" r="13899" t="0"/>
          <a:stretch/>
        </p:blipFill>
        <p:spPr>
          <a:xfrm>
            <a:off x="6376985" y="2856002"/>
            <a:ext cx="702900" cy="707400"/>
          </a:xfrm>
          <a:prstGeom prst="ellipse">
            <a:avLst/>
          </a:prstGeom>
          <a:noFill/>
          <a:ln>
            <a:noFill/>
          </a:ln>
        </p:spPr>
      </p:pic>
      <p:pic>
        <p:nvPicPr>
          <p:cNvPr id="11818" name="Google Shape;11818;p1459" title="i.png"/>
          <p:cNvPicPr preferRelativeResize="0"/>
          <p:nvPr/>
        </p:nvPicPr>
        <p:blipFill rotWithShape="1">
          <a:blip r:embed="rId23">
            <a:alphaModFix/>
          </a:blip>
          <a:srcRect b="0" l="13946" r="13946" t="0"/>
          <a:stretch/>
        </p:blipFill>
        <p:spPr>
          <a:xfrm>
            <a:off x="6376985" y="3739190"/>
            <a:ext cx="702900" cy="707400"/>
          </a:xfrm>
          <a:prstGeom prst="ellipse">
            <a:avLst/>
          </a:prstGeom>
          <a:noFill/>
          <a:ln>
            <a:noFill/>
          </a:ln>
        </p:spPr>
      </p:pic>
      <p:pic>
        <p:nvPicPr>
          <p:cNvPr id="11819" name="Google Shape;11819;p1459" title="i.png"/>
          <p:cNvPicPr preferRelativeResize="0"/>
          <p:nvPr/>
        </p:nvPicPr>
        <p:blipFill rotWithShape="1">
          <a:blip r:embed="rId15">
            <a:alphaModFix/>
          </a:blip>
          <a:srcRect b="0" l="13946" r="13946" t="0"/>
          <a:stretch/>
        </p:blipFill>
        <p:spPr>
          <a:xfrm>
            <a:off x="7476560" y="1089602"/>
            <a:ext cx="702900" cy="707400"/>
          </a:xfrm>
          <a:prstGeom prst="ellipse">
            <a:avLst/>
          </a:prstGeom>
          <a:noFill/>
          <a:ln>
            <a:noFill/>
          </a:ln>
        </p:spPr>
      </p:pic>
      <p:pic>
        <p:nvPicPr>
          <p:cNvPr id="11820" name="Google Shape;11820;p1459" title="4395725.png"/>
          <p:cNvPicPr preferRelativeResize="0"/>
          <p:nvPr/>
        </p:nvPicPr>
        <p:blipFill rotWithShape="1">
          <a:blip r:embed="rId24">
            <a:alphaModFix/>
          </a:blip>
          <a:srcRect b="0" l="13899" r="13899" t="0"/>
          <a:stretch/>
        </p:blipFill>
        <p:spPr>
          <a:xfrm>
            <a:off x="7476560" y="1972802"/>
            <a:ext cx="702900" cy="707400"/>
          </a:xfrm>
          <a:prstGeom prst="ellipse">
            <a:avLst/>
          </a:prstGeom>
          <a:noFill/>
          <a:ln>
            <a:noFill/>
          </a:ln>
        </p:spPr>
      </p:pic>
      <p:pic>
        <p:nvPicPr>
          <p:cNvPr id="11821" name="Google Shape;11821;p1459" title="i.png"/>
          <p:cNvPicPr preferRelativeResize="0"/>
          <p:nvPr/>
        </p:nvPicPr>
        <p:blipFill rotWithShape="1">
          <a:blip r:embed="rId25">
            <a:alphaModFix/>
          </a:blip>
          <a:srcRect b="0" l="13946" r="13946" t="0"/>
          <a:stretch/>
        </p:blipFill>
        <p:spPr>
          <a:xfrm>
            <a:off x="7476560" y="2855990"/>
            <a:ext cx="702900" cy="707400"/>
          </a:xfrm>
          <a:prstGeom prst="ellipse">
            <a:avLst/>
          </a:prstGeom>
          <a:noFill/>
          <a:ln>
            <a:noFill/>
          </a:ln>
        </p:spPr>
      </p:pic>
      <p:pic>
        <p:nvPicPr>
          <p:cNvPr id="11822" name="Google Shape;11822;p1459" title="i.png"/>
          <p:cNvPicPr preferRelativeResize="0"/>
          <p:nvPr/>
        </p:nvPicPr>
        <p:blipFill rotWithShape="1">
          <a:blip r:embed="rId26">
            <a:alphaModFix/>
          </a:blip>
          <a:srcRect b="0" l="13946" r="13946" t="0"/>
          <a:stretch/>
        </p:blipFill>
        <p:spPr>
          <a:xfrm>
            <a:off x="7476560" y="3739177"/>
            <a:ext cx="702900" cy="707400"/>
          </a:xfrm>
          <a:prstGeom prst="ellipse">
            <a:avLst/>
          </a:prstGeom>
          <a:noFill/>
          <a:ln>
            <a:noFill/>
          </a:ln>
        </p:spPr>
      </p:pic>
      <p:cxnSp>
        <p:nvCxnSpPr>
          <p:cNvPr id="11823" name="Google Shape;11823;p1459"/>
          <p:cNvCxnSpPr/>
          <p:nvPr/>
        </p:nvCxnSpPr>
        <p:spPr>
          <a:xfrm>
            <a:off x="5086550" y="1050700"/>
            <a:ext cx="1500" cy="3544800"/>
          </a:xfrm>
          <a:prstGeom prst="straightConnector1">
            <a:avLst/>
          </a:prstGeom>
          <a:noFill/>
          <a:ln cap="flat" cmpd="sng" w="38100">
            <a:solidFill>
              <a:schemeClr val="accent1"/>
            </a:solidFill>
            <a:prstDash val="solid"/>
            <a:round/>
            <a:headEnd len="med" w="med" type="none"/>
            <a:tailEnd len="med" w="med" type="none"/>
          </a:ln>
        </p:spPr>
      </p:cxnSp>
      <p:sp>
        <p:nvSpPr>
          <p:cNvPr id="11824" name="Google Shape;11824;p1459"/>
          <p:cNvSpPr txBox="1"/>
          <p:nvPr>
            <p:ph idx="1" type="subTitle"/>
          </p:nvPr>
        </p:nvSpPr>
        <p:spPr>
          <a:xfrm>
            <a:off x="2268000" y="632700"/>
            <a:ext cx="2304000" cy="5187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latin typeface="Alfa Slab One"/>
                <a:ea typeface="Alfa Slab One"/>
                <a:cs typeface="Alfa Slab One"/>
                <a:sym typeface="Alfa Slab One"/>
              </a:rPr>
              <a:t>West</a:t>
            </a:r>
            <a:endParaRPr>
              <a:latin typeface="Alfa Slab One"/>
              <a:ea typeface="Alfa Slab One"/>
              <a:cs typeface="Alfa Slab One"/>
              <a:sym typeface="Alfa Slab One"/>
            </a:endParaRPr>
          </a:p>
        </p:txBody>
      </p:sp>
      <p:sp>
        <p:nvSpPr>
          <p:cNvPr id="11825" name="Google Shape;11825;p1459"/>
          <p:cNvSpPr txBox="1"/>
          <p:nvPr>
            <p:ph idx="1" type="subTitle"/>
          </p:nvPr>
        </p:nvSpPr>
        <p:spPr>
          <a:xfrm>
            <a:off x="5602600" y="556550"/>
            <a:ext cx="2304000" cy="5187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latin typeface="Alfa Slab One"/>
                <a:ea typeface="Alfa Slab One"/>
                <a:cs typeface="Alfa Slab One"/>
                <a:sym typeface="Alfa Slab One"/>
              </a:rPr>
              <a:t>East</a:t>
            </a:r>
            <a:endParaRPr>
              <a:latin typeface="Alfa Slab One"/>
              <a:ea typeface="Alfa Slab One"/>
              <a:cs typeface="Alfa Slab One"/>
              <a:sym typeface="Alfa Slab One"/>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35" name="Shape 11835"/>
        <p:cNvGrpSpPr/>
        <p:nvPr/>
      </p:nvGrpSpPr>
      <p:grpSpPr>
        <a:xfrm>
          <a:off x="0" y="0"/>
          <a:ext cx="0" cy="0"/>
          <a:chOff x="0" y="0"/>
          <a:chExt cx="0" cy="0"/>
        </a:xfrm>
      </p:grpSpPr>
      <p:sp>
        <p:nvSpPr>
          <p:cNvPr id="11836" name="Google Shape;11836;p1461"/>
          <p:cNvSpPr txBox="1"/>
          <p:nvPr>
            <p:ph type="title"/>
          </p:nvPr>
        </p:nvSpPr>
        <p:spPr>
          <a:xfrm>
            <a:off x="2070613" y="1505850"/>
            <a:ext cx="4774200" cy="1332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837" name="Google Shape;11837;p1461"/>
          <p:cNvSpPr txBox="1"/>
          <p:nvPr>
            <p:ph idx="1" type="subTitle"/>
          </p:nvPr>
        </p:nvSpPr>
        <p:spPr>
          <a:xfrm>
            <a:off x="2070613" y="2838150"/>
            <a:ext cx="4774200" cy="7995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t/>
            </a:r>
            <a:endParaRPr/>
          </a:p>
        </p:txBody>
      </p:sp>
      <p:pic>
        <p:nvPicPr>
          <p:cNvPr id="11838" name="Google Shape;11838;p1461" title="thank you.jpeg"/>
          <p:cNvPicPr preferRelativeResize="0"/>
          <p:nvPr/>
        </p:nvPicPr>
        <p:blipFill>
          <a:blip r:embed="rId3">
            <a:alphaModFix/>
          </a:blip>
          <a:stretch>
            <a:fillRect/>
          </a:stretch>
        </p:blipFill>
        <p:spPr>
          <a:xfrm>
            <a:off x="0" y="0"/>
            <a:ext cx="9144000" cy="514350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Basketball Training Center by Slidesgo">
  <a:themeElements>
    <a:clrScheme name="Simple Light">
      <a:dk1>
        <a:srgbClr val="242841"/>
      </a:dk1>
      <a:lt1>
        <a:srgbClr val="FFFFFF"/>
      </a:lt1>
      <a:dk2>
        <a:srgbClr val="FFFFFF"/>
      </a:dk2>
      <a:lt2>
        <a:srgbClr val="FFFFFF"/>
      </a:lt2>
      <a:accent1>
        <a:srgbClr val="E95E24"/>
      </a:accent1>
      <a:accent2>
        <a:srgbClr val="F9A350"/>
      </a:accent2>
      <a:accent3>
        <a:srgbClr val="777D99"/>
      </a:accent3>
      <a:accent4>
        <a:srgbClr val="FCC600"/>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Basketball Training Center by Slidesgo">
  <a:themeElements>
    <a:clrScheme name="Simple Light">
      <a:dk1>
        <a:srgbClr val="242841"/>
      </a:dk1>
      <a:lt1>
        <a:srgbClr val="FFFFFF"/>
      </a:lt1>
      <a:dk2>
        <a:srgbClr val="FFFFFF"/>
      </a:dk2>
      <a:lt2>
        <a:srgbClr val="FFFFFF"/>
      </a:lt2>
      <a:accent1>
        <a:srgbClr val="E95E24"/>
      </a:accent1>
      <a:accent2>
        <a:srgbClr val="F9A350"/>
      </a:accent2>
      <a:accent3>
        <a:srgbClr val="777D99"/>
      </a:accent3>
      <a:accent4>
        <a:srgbClr val="FCC600"/>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Basketball Training Center by Slidesgo">
  <a:themeElements>
    <a:clrScheme name="Simple Light">
      <a:dk1>
        <a:srgbClr val="242841"/>
      </a:dk1>
      <a:lt1>
        <a:srgbClr val="FFFFFF"/>
      </a:lt1>
      <a:dk2>
        <a:srgbClr val="FFFFFF"/>
      </a:dk2>
      <a:lt2>
        <a:srgbClr val="FFFFFF"/>
      </a:lt2>
      <a:accent1>
        <a:srgbClr val="E95E24"/>
      </a:accent1>
      <a:accent2>
        <a:srgbClr val="F9A350"/>
      </a:accent2>
      <a:accent3>
        <a:srgbClr val="777D99"/>
      </a:accent3>
      <a:accent4>
        <a:srgbClr val="FCC600"/>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Basketball Training Center by Slidesgo">
  <a:themeElements>
    <a:clrScheme name="Simple Light">
      <a:dk1>
        <a:srgbClr val="242841"/>
      </a:dk1>
      <a:lt1>
        <a:srgbClr val="FFFFFF"/>
      </a:lt1>
      <a:dk2>
        <a:srgbClr val="FFFFFF"/>
      </a:dk2>
      <a:lt2>
        <a:srgbClr val="FFFFFF"/>
      </a:lt2>
      <a:accent1>
        <a:srgbClr val="E95E24"/>
      </a:accent1>
      <a:accent2>
        <a:srgbClr val="F9A350"/>
      </a:accent2>
      <a:accent3>
        <a:srgbClr val="777D99"/>
      </a:accent3>
      <a:accent4>
        <a:srgbClr val="FCC600"/>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5.xml><?xml version="1.0" encoding="utf-8"?>
<a:theme xmlns:a="http://schemas.openxmlformats.org/drawingml/2006/main" xmlns:r="http://schemas.openxmlformats.org/officeDocument/2006/relationships" name="Basketball Training Center by Slidesgo">
  <a:themeElements>
    <a:clrScheme name="Simple Light">
      <a:dk1>
        <a:srgbClr val="242841"/>
      </a:dk1>
      <a:lt1>
        <a:srgbClr val="FFFFFF"/>
      </a:lt1>
      <a:dk2>
        <a:srgbClr val="FFFFFF"/>
      </a:dk2>
      <a:lt2>
        <a:srgbClr val="FFFFFF"/>
      </a:lt2>
      <a:accent1>
        <a:srgbClr val="E95E24"/>
      </a:accent1>
      <a:accent2>
        <a:srgbClr val="F9A350"/>
      </a:accent2>
      <a:accent3>
        <a:srgbClr val="777D99"/>
      </a:accent3>
      <a:accent4>
        <a:srgbClr val="FCC600"/>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6.xml><?xml version="1.0" encoding="utf-8"?>
<a:theme xmlns:a="http://schemas.openxmlformats.org/drawingml/2006/main" xmlns:r="http://schemas.openxmlformats.org/officeDocument/2006/relationships" name="Basketball Training Center by Slidesgo">
  <a:themeElements>
    <a:clrScheme name="Simple Light">
      <a:dk1>
        <a:srgbClr val="242841"/>
      </a:dk1>
      <a:lt1>
        <a:srgbClr val="FFFFFF"/>
      </a:lt1>
      <a:dk2>
        <a:srgbClr val="FFFFFF"/>
      </a:dk2>
      <a:lt2>
        <a:srgbClr val="FFFFFF"/>
      </a:lt2>
      <a:accent1>
        <a:srgbClr val="E95E24"/>
      </a:accent1>
      <a:accent2>
        <a:srgbClr val="F9A350"/>
      </a:accent2>
      <a:accent3>
        <a:srgbClr val="777D99"/>
      </a:accent3>
      <a:accent4>
        <a:srgbClr val="FCC600"/>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7.xml><?xml version="1.0" encoding="utf-8"?>
<a:theme xmlns:a="http://schemas.openxmlformats.org/drawingml/2006/main" xmlns:r="http://schemas.openxmlformats.org/officeDocument/2006/relationships" name="Basketball Training Center by Slidesgo">
  <a:themeElements>
    <a:clrScheme name="Simple Light">
      <a:dk1>
        <a:srgbClr val="242841"/>
      </a:dk1>
      <a:lt1>
        <a:srgbClr val="FFFFFF"/>
      </a:lt1>
      <a:dk2>
        <a:srgbClr val="FFFFFF"/>
      </a:dk2>
      <a:lt2>
        <a:srgbClr val="FFFFFF"/>
      </a:lt2>
      <a:accent1>
        <a:srgbClr val="E95E24"/>
      </a:accent1>
      <a:accent2>
        <a:srgbClr val="F9A350"/>
      </a:accent2>
      <a:accent3>
        <a:srgbClr val="777D99"/>
      </a:accent3>
      <a:accent4>
        <a:srgbClr val="FCC600"/>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8.xml><?xml version="1.0" encoding="utf-8"?>
<a:theme xmlns:a="http://schemas.openxmlformats.org/drawingml/2006/main" xmlns:r="http://schemas.openxmlformats.org/officeDocument/2006/relationships" name="Basketball Training Center by Slidesgo">
  <a:themeElements>
    <a:clrScheme name="Simple Light">
      <a:dk1>
        <a:srgbClr val="242841"/>
      </a:dk1>
      <a:lt1>
        <a:srgbClr val="FFFFFF"/>
      </a:lt1>
      <a:dk2>
        <a:srgbClr val="FFFFFF"/>
      </a:dk2>
      <a:lt2>
        <a:srgbClr val="FFFFFF"/>
      </a:lt2>
      <a:accent1>
        <a:srgbClr val="E95E24"/>
      </a:accent1>
      <a:accent2>
        <a:srgbClr val="F9A350"/>
      </a:accent2>
      <a:accent3>
        <a:srgbClr val="777D99"/>
      </a:accent3>
      <a:accent4>
        <a:srgbClr val="FCC600"/>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9.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0.xml><?xml version="1.0" encoding="utf-8"?>
<a:theme xmlns:a="http://schemas.openxmlformats.org/drawingml/2006/main" xmlns:r="http://schemas.openxmlformats.org/officeDocument/2006/relationships" name="Basketball Training Center by Slidesgo">
  <a:themeElements>
    <a:clrScheme name="Simple Light">
      <a:dk1>
        <a:srgbClr val="242841"/>
      </a:dk1>
      <a:lt1>
        <a:srgbClr val="FFFFFF"/>
      </a:lt1>
      <a:dk2>
        <a:srgbClr val="FFFFFF"/>
      </a:dk2>
      <a:lt2>
        <a:srgbClr val="FFFFFF"/>
      </a:lt2>
      <a:accent1>
        <a:srgbClr val="E95E24"/>
      </a:accent1>
      <a:accent2>
        <a:srgbClr val="F9A350"/>
      </a:accent2>
      <a:accent3>
        <a:srgbClr val="777D99"/>
      </a:accent3>
      <a:accent4>
        <a:srgbClr val="FCC600"/>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1.xml><?xml version="1.0" encoding="utf-8"?>
<a:theme xmlns:a="http://schemas.openxmlformats.org/drawingml/2006/main" xmlns:r="http://schemas.openxmlformats.org/officeDocument/2006/relationships" name="Basketball Training Center by Slidesgo">
  <a:themeElements>
    <a:clrScheme name="Simple Light">
      <a:dk1>
        <a:srgbClr val="242841"/>
      </a:dk1>
      <a:lt1>
        <a:srgbClr val="FFFFFF"/>
      </a:lt1>
      <a:dk2>
        <a:srgbClr val="FFFFFF"/>
      </a:dk2>
      <a:lt2>
        <a:srgbClr val="FFFFFF"/>
      </a:lt2>
      <a:accent1>
        <a:srgbClr val="E95E24"/>
      </a:accent1>
      <a:accent2>
        <a:srgbClr val="F9A350"/>
      </a:accent2>
      <a:accent3>
        <a:srgbClr val="777D99"/>
      </a:accent3>
      <a:accent4>
        <a:srgbClr val="FCC600"/>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2.xml><?xml version="1.0" encoding="utf-8"?>
<a:theme xmlns:a="http://schemas.openxmlformats.org/drawingml/2006/main" xmlns:r="http://schemas.openxmlformats.org/officeDocument/2006/relationships" name="Basketball Training Center by Slidesgo">
  <a:themeElements>
    <a:clrScheme name="Simple Light">
      <a:dk1>
        <a:srgbClr val="242841"/>
      </a:dk1>
      <a:lt1>
        <a:srgbClr val="FFFFFF"/>
      </a:lt1>
      <a:dk2>
        <a:srgbClr val="FFFFFF"/>
      </a:dk2>
      <a:lt2>
        <a:srgbClr val="FFFFFF"/>
      </a:lt2>
      <a:accent1>
        <a:srgbClr val="E95E24"/>
      </a:accent1>
      <a:accent2>
        <a:srgbClr val="F9A350"/>
      </a:accent2>
      <a:accent3>
        <a:srgbClr val="777D99"/>
      </a:accent3>
      <a:accent4>
        <a:srgbClr val="FCC600"/>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3.xml><?xml version="1.0" encoding="utf-8"?>
<a:theme xmlns:a="http://schemas.openxmlformats.org/drawingml/2006/main" xmlns:r="http://schemas.openxmlformats.org/officeDocument/2006/relationships" name="Basketball Training Center by Slidesgo">
  <a:themeElements>
    <a:clrScheme name="Simple Light">
      <a:dk1>
        <a:srgbClr val="242841"/>
      </a:dk1>
      <a:lt1>
        <a:srgbClr val="FFFFFF"/>
      </a:lt1>
      <a:dk2>
        <a:srgbClr val="FFFFFF"/>
      </a:dk2>
      <a:lt2>
        <a:srgbClr val="FFFFFF"/>
      </a:lt2>
      <a:accent1>
        <a:srgbClr val="E95E24"/>
      </a:accent1>
      <a:accent2>
        <a:srgbClr val="F9A350"/>
      </a:accent2>
      <a:accent3>
        <a:srgbClr val="777D99"/>
      </a:accent3>
      <a:accent4>
        <a:srgbClr val="FCC600"/>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4.xml><?xml version="1.0" encoding="utf-8"?>
<a:theme xmlns:a="http://schemas.openxmlformats.org/drawingml/2006/main" xmlns:r="http://schemas.openxmlformats.org/officeDocument/2006/relationships" name="Basketball Training Center by Slidesgo">
  <a:themeElements>
    <a:clrScheme name="Simple Light">
      <a:dk1>
        <a:srgbClr val="242841"/>
      </a:dk1>
      <a:lt1>
        <a:srgbClr val="FFFFFF"/>
      </a:lt1>
      <a:dk2>
        <a:srgbClr val="FFFFFF"/>
      </a:dk2>
      <a:lt2>
        <a:srgbClr val="FFFFFF"/>
      </a:lt2>
      <a:accent1>
        <a:srgbClr val="E95E24"/>
      </a:accent1>
      <a:accent2>
        <a:srgbClr val="F9A350"/>
      </a:accent2>
      <a:accent3>
        <a:srgbClr val="777D99"/>
      </a:accent3>
      <a:accent4>
        <a:srgbClr val="FCC600"/>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5.xml><?xml version="1.0" encoding="utf-8"?>
<a:theme xmlns:a="http://schemas.openxmlformats.org/drawingml/2006/main" xmlns:r="http://schemas.openxmlformats.org/officeDocument/2006/relationships" name="Basketball Training Center by Slidesgo">
  <a:themeElements>
    <a:clrScheme name="Simple Light">
      <a:dk1>
        <a:srgbClr val="242841"/>
      </a:dk1>
      <a:lt1>
        <a:srgbClr val="FFFFFF"/>
      </a:lt1>
      <a:dk2>
        <a:srgbClr val="FFFFFF"/>
      </a:dk2>
      <a:lt2>
        <a:srgbClr val="FFFFFF"/>
      </a:lt2>
      <a:accent1>
        <a:srgbClr val="E95E24"/>
      </a:accent1>
      <a:accent2>
        <a:srgbClr val="F9A350"/>
      </a:accent2>
      <a:accent3>
        <a:srgbClr val="777D99"/>
      </a:accent3>
      <a:accent4>
        <a:srgbClr val="FCC600"/>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6.xml><?xml version="1.0" encoding="utf-8"?>
<a:theme xmlns:a="http://schemas.openxmlformats.org/drawingml/2006/main" xmlns:r="http://schemas.openxmlformats.org/officeDocument/2006/relationships" name="Simple Light">
  <a:themeElements>
    <a:clrScheme name="Simple Light">
      <a:dk1>
        <a:srgbClr val="000000"/>
      </a:dk1>
      <a:lt1>
        <a:srgbClr val="FFFFFF"/>
      </a:lt1>
      <a:dk2>
        <a:srgbClr val="595959"/>
      </a:dk2>
      <a:lt2>
        <a:srgbClr val="EEEEEE"/>
      </a:lt2>
      <a:accent1>
        <a:srgbClr val="4285F4"/>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7.xml><?xml version="1.0" encoding="utf-8"?>
<a:theme xmlns:a="http://schemas.openxmlformats.org/drawingml/2006/main" xmlns:r="http://schemas.openxmlformats.org/officeDocument/2006/relationships" name="Basketball Training Center by Slidesgo">
  <a:themeElements>
    <a:clrScheme name="Simple Light">
      <a:dk1>
        <a:srgbClr val="242841"/>
      </a:dk1>
      <a:lt1>
        <a:srgbClr val="FFFFFF"/>
      </a:lt1>
      <a:dk2>
        <a:srgbClr val="FFFFFF"/>
      </a:dk2>
      <a:lt2>
        <a:srgbClr val="FFFFFF"/>
      </a:lt2>
      <a:accent1>
        <a:srgbClr val="E95E24"/>
      </a:accent1>
      <a:accent2>
        <a:srgbClr val="F9A350"/>
      </a:accent2>
      <a:accent3>
        <a:srgbClr val="777D99"/>
      </a:accent3>
      <a:accent4>
        <a:srgbClr val="FCC600"/>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8.xml><?xml version="1.0" encoding="utf-8"?>
<a:theme xmlns:a="http://schemas.openxmlformats.org/drawingml/2006/main" xmlns:r="http://schemas.openxmlformats.org/officeDocument/2006/relationships" name="Basketball Training Center by Slidesgo">
  <a:themeElements>
    <a:clrScheme name="Simple Light">
      <a:dk1>
        <a:srgbClr val="242841"/>
      </a:dk1>
      <a:lt1>
        <a:srgbClr val="FFFFFF"/>
      </a:lt1>
      <a:dk2>
        <a:srgbClr val="FFFFFF"/>
      </a:dk2>
      <a:lt2>
        <a:srgbClr val="FFFFFF"/>
      </a:lt2>
      <a:accent1>
        <a:srgbClr val="E95E24"/>
      </a:accent1>
      <a:accent2>
        <a:srgbClr val="F9A350"/>
      </a:accent2>
      <a:accent3>
        <a:srgbClr val="777D99"/>
      </a:accent3>
      <a:accent4>
        <a:srgbClr val="FCC600"/>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9.xml><?xml version="1.0" encoding="utf-8"?>
<a:theme xmlns:a="http://schemas.openxmlformats.org/drawingml/2006/main" xmlns:r="http://schemas.openxmlformats.org/officeDocument/2006/relationships" name="Basketball Training Center by Slidesgo">
  <a:themeElements>
    <a:clrScheme name="Simple Light">
      <a:dk1>
        <a:srgbClr val="242841"/>
      </a:dk1>
      <a:lt1>
        <a:srgbClr val="FFFFFF"/>
      </a:lt1>
      <a:dk2>
        <a:srgbClr val="FFFFFF"/>
      </a:dk2>
      <a:lt2>
        <a:srgbClr val="FFFFFF"/>
      </a:lt2>
      <a:accent1>
        <a:srgbClr val="E95E24"/>
      </a:accent1>
      <a:accent2>
        <a:srgbClr val="F9A350"/>
      </a:accent2>
      <a:accent3>
        <a:srgbClr val="777D99"/>
      </a:accent3>
      <a:accent4>
        <a:srgbClr val="FCC600"/>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0.xml><?xml version="1.0" encoding="utf-8"?>
<a:theme xmlns:a="http://schemas.openxmlformats.org/drawingml/2006/main" xmlns:r="http://schemas.openxmlformats.org/officeDocument/2006/relationships" name="Basketball Training Center by Slidesgo">
  <a:themeElements>
    <a:clrScheme name="Simple Light">
      <a:dk1>
        <a:srgbClr val="242841"/>
      </a:dk1>
      <a:lt1>
        <a:srgbClr val="FFFFFF"/>
      </a:lt1>
      <a:dk2>
        <a:srgbClr val="FFFFFF"/>
      </a:dk2>
      <a:lt2>
        <a:srgbClr val="FFFFFF"/>
      </a:lt2>
      <a:accent1>
        <a:srgbClr val="E95E24"/>
      </a:accent1>
      <a:accent2>
        <a:srgbClr val="F9A350"/>
      </a:accent2>
      <a:accent3>
        <a:srgbClr val="777D99"/>
      </a:accent3>
      <a:accent4>
        <a:srgbClr val="FCC600"/>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1.xml><?xml version="1.0" encoding="utf-8"?>
<a:theme xmlns:a="http://schemas.openxmlformats.org/drawingml/2006/main" xmlns:r="http://schemas.openxmlformats.org/officeDocument/2006/relationships" name="Basketball Training Center by Slidesgo">
  <a:themeElements>
    <a:clrScheme name="Simple Light">
      <a:dk1>
        <a:srgbClr val="242841"/>
      </a:dk1>
      <a:lt1>
        <a:srgbClr val="FFFFFF"/>
      </a:lt1>
      <a:dk2>
        <a:srgbClr val="FFFFFF"/>
      </a:dk2>
      <a:lt2>
        <a:srgbClr val="FFFFFF"/>
      </a:lt2>
      <a:accent1>
        <a:srgbClr val="E95E24"/>
      </a:accent1>
      <a:accent2>
        <a:srgbClr val="F9A350"/>
      </a:accent2>
      <a:accent3>
        <a:srgbClr val="777D99"/>
      </a:accent3>
      <a:accent4>
        <a:srgbClr val="FCC600"/>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2.xml><?xml version="1.0" encoding="utf-8"?>
<a:theme xmlns:a="http://schemas.openxmlformats.org/drawingml/2006/main" xmlns:r="http://schemas.openxmlformats.org/officeDocument/2006/relationships" name="Basketball Training Center by Slidesgo">
  <a:themeElements>
    <a:clrScheme name="Simple Light">
      <a:dk1>
        <a:srgbClr val="242841"/>
      </a:dk1>
      <a:lt1>
        <a:srgbClr val="FFFFFF"/>
      </a:lt1>
      <a:dk2>
        <a:srgbClr val="FFFFFF"/>
      </a:dk2>
      <a:lt2>
        <a:srgbClr val="FFFFFF"/>
      </a:lt2>
      <a:accent1>
        <a:srgbClr val="E95E24"/>
      </a:accent1>
      <a:accent2>
        <a:srgbClr val="F9A350"/>
      </a:accent2>
      <a:accent3>
        <a:srgbClr val="777D99"/>
      </a:accent3>
      <a:accent4>
        <a:srgbClr val="FCC600"/>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3.xml><?xml version="1.0" encoding="utf-8"?>
<a:theme xmlns:a="http://schemas.openxmlformats.org/drawingml/2006/main" xmlns:r="http://schemas.openxmlformats.org/officeDocument/2006/relationships" name="Basketball Training Center by Slidesgo">
  <a:themeElements>
    <a:clrScheme name="Simple Light">
      <a:dk1>
        <a:srgbClr val="242841"/>
      </a:dk1>
      <a:lt1>
        <a:srgbClr val="FFFFFF"/>
      </a:lt1>
      <a:dk2>
        <a:srgbClr val="FFFFFF"/>
      </a:dk2>
      <a:lt2>
        <a:srgbClr val="FFFFFF"/>
      </a:lt2>
      <a:accent1>
        <a:srgbClr val="E95E24"/>
      </a:accent1>
      <a:accent2>
        <a:srgbClr val="F9A350"/>
      </a:accent2>
      <a:accent3>
        <a:srgbClr val="777D99"/>
      </a:accent3>
      <a:accent4>
        <a:srgbClr val="FCC600"/>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4.xml><?xml version="1.0" encoding="utf-8"?>
<a:theme xmlns:a="http://schemas.openxmlformats.org/drawingml/2006/main" xmlns:r="http://schemas.openxmlformats.org/officeDocument/2006/relationships" name="Basketball Training Center by Slidesgo">
  <a:themeElements>
    <a:clrScheme name="Simple Light">
      <a:dk1>
        <a:srgbClr val="242841"/>
      </a:dk1>
      <a:lt1>
        <a:srgbClr val="FFFFFF"/>
      </a:lt1>
      <a:dk2>
        <a:srgbClr val="FFFFFF"/>
      </a:dk2>
      <a:lt2>
        <a:srgbClr val="FFFFFF"/>
      </a:lt2>
      <a:accent1>
        <a:srgbClr val="E95E24"/>
      </a:accent1>
      <a:accent2>
        <a:srgbClr val="F9A350"/>
      </a:accent2>
      <a:accent3>
        <a:srgbClr val="777D99"/>
      </a:accent3>
      <a:accent4>
        <a:srgbClr val="FCC600"/>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5.xml><?xml version="1.0" encoding="utf-8"?>
<a:theme xmlns:a="http://schemas.openxmlformats.org/drawingml/2006/main" xmlns:r="http://schemas.openxmlformats.org/officeDocument/2006/relationships" name="Basketball Training Center by Slidesgo">
  <a:themeElements>
    <a:clrScheme name="Simple Light">
      <a:dk1>
        <a:srgbClr val="242841"/>
      </a:dk1>
      <a:lt1>
        <a:srgbClr val="FFFFFF"/>
      </a:lt1>
      <a:dk2>
        <a:srgbClr val="FFFFFF"/>
      </a:dk2>
      <a:lt2>
        <a:srgbClr val="FFFFFF"/>
      </a:lt2>
      <a:accent1>
        <a:srgbClr val="E95E24"/>
      </a:accent1>
      <a:accent2>
        <a:srgbClr val="F9A350"/>
      </a:accent2>
      <a:accent3>
        <a:srgbClr val="777D99"/>
      </a:accent3>
      <a:accent4>
        <a:srgbClr val="FCC600"/>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6.xml><?xml version="1.0" encoding="utf-8"?>
<a:theme xmlns:a="http://schemas.openxmlformats.org/drawingml/2006/main" xmlns:r="http://schemas.openxmlformats.org/officeDocument/2006/relationships" name="Basketball Training Center by Slidesgo">
  <a:themeElements>
    <a:clrScheme name="Simple Light">
      <a:dk1>
        <a:srgbClr val="242841"/>
      </a:dk1>
      <a:lt1>
        <a:srgbClr val="FFFFFF"/>
      </a:lt1>
      <a:dk2>
        <a:srgbClr val="FFFFFF"/>
      </a:dk2>
      <a:lt2>
        <a:srgbClr val="FFFFFF"/>
      </a:lt2>
      <a:accent1>
        <a:srgbClr val="E95E24"/>
      </a:accent1>
      <a:accent2>
        <a:srgbClr val="F9A350"/>
      </a:accent2>
      <a:accent3>
        <a:srgbClr val="777D99"/>
      </a:accent3>
      <a:accent4>
        <a:srgbClr val="FCC600"/>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7.xml><?xml version="1.0" encoding="utf-8"?>
<a:theme xmlns:a="http://schemas.openxmlformats.org/drawingml/2006/main" xmlns:r="http://schemas.openxmlformats.org/officeDocument/2006/relationships" name="Basketball Training Center by Slidesgo">
  <a:themeElements>
    <a:clrScheme name="Simple Light">
      <a:dk1>
        <a:srgbClr val="242841"/>
      </a:dk1>
      <a:lt1>
        <a:srgbClr val="FFFFFF"/>
      </a:lt1>
      <a:dk2>
        <a:srgbClr val="FFFFFF"/>
      </a:dk2>
      <a:lt2>
        <a:srgbClr val="FFFFFF"/>
      </a:lt2>
      <a:accent1>
        <a:srgbClr val="E95E24"/>
      </a:accent1>
      <a:accent2>
        <a:srgbClr val="F9A350"/>
      </a:accent2>
      <a:accent3>
        <a:srgbClr val="777D99"/>
      </a:accent3>
      <a:accent4>
        <a:srgbClr val="FCC600"/>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